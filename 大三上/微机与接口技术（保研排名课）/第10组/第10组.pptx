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5" r:id="rId3"/>
    <p:sldMasterId id="2147483658" r:id="rId4"/>
    <p:sldMasterId id="2147483662" r:id="rId5"/>
  </p:sldMasterIdLst>
  <p:notesMasterIdLst>
    <p:notesMasterId r:id="rId7"/>
  </p:notesMasterIdLst>
  <p:sldIdLst>
    <p:sldId id="306" r:id="rId6"/>
    <p:sldId id="307" r:id="rId8"/>
    <p:sldId id="327" r:id="rId9"/>
    <p:sldId id="363" r:id="rId10"/>
    <p:sldId id="364" r:id="rId11"/>
    <p:sldId id="365" r:id="rId12"/>
    <p:sldId id="359" r:id="rId13"/>
    <p:sldId id="308" r:id="rId14"/>
    <p:sldId id="366" r:id="rId15"/>
    <p:sldId id="384" r:id="rId16"/>
    <p:sldId id="367" r:id="rId17"/>
    <p:sldId id="369" r:id="rId18"/>
    <p:sldId id="368" r:id="rId19"/>
    <p:sldId id="380" r:id="rId20"/>
    <p:sldId id="385" r:id="rId21"/>
    <p:sldId id="381" r:id="rId22"/>
    <p:sldId id="383" r:id="rId23"/>
    <p:sldId id="382" r:id="rId24"/>
    <p:sldId id="379" r:id="rId25"/>
    <p:sldId id="378" r:id="rId26"/>
    <p:sldId id="388" r:id="rId27"/>
    <p:sldId id="309" r:id="rId28"/>
    <p:sldId id="331" r:id="rId29"/>
    <p:sldId id="360" r:id="rId30"/>
    <p:sldId id="319" r:id="rId31"/>
    <p:sldId id="335" r:id="rId32"/>
    <p:sldId id="373" r:id="rId33"/>
    <p:sldId id="374" r:id="rId34"/>
    <p:sldId id="361" r:id="rId35"/>
    <p:sldId id="276" r:id="rId36"/>
  </p:sldIdLst>
  <p:sldSz cx="12192000" cy="6858000"/>
  <p:notesSz cx="6858000" cy="9144000"/>
  <p:embeddedFontLst>
    <p:embeddedFont>
      <p:font typeface="等线 Light" panose="02010600030101010101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等线" panose="02010600030101010101" charset="-122"/>
      <p:regular r:id="rId45"/>
    </p:embeddedFont>
  </p:embeddedFontLst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2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pos="7404" userDrawn="1">
          <p15:clr>
            <a:srgbClr val="A4A3A4"/>
          </p15:clr>
        </p15:guide>
        <p15:guide id="6" orient="horz" pos="156" userDrawn="1">
          <p15:clr>
            <a:srgbClr val="A4A3A4"/>
          </p15:clr>
        </p15:guide>
        <p15:guide id="7" orient="horz" pos="6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25483"/>
    <a:srgbClr val="FFFFFF"/>
    <a:srgbClr val="136CB6"/>
    <a:srgbClr val="00A1A7"/>
    <a:srgbClr val="007BA0"/>
    <a:srgbClr val="08C498"/>
    <a:srgbClr val="F9F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4" autoAdjust="0"/>
    <p:restoredTop sz="86399" autoAdjust="0"/>
  </p:normalViewPr>
  <p:slideViewPr>
    <p:cSldViewPr snapToGrid="0" showGuides="1">
      <p:cViewPr varScale="1">
        <p:scale>
          <a:sx n="50" d="100"/>
          <a:sy n="50" d="100"/>
        </p:scale>
        <p:origin x="188" y="36"/>
      </p:cViewPr>
      <p:guideLst>
        <p:guide orient="horz" pos="2124"/>
        <p:guide pos="3822"/>
        <p:guide pos="288"/>
        <p:guide pos="7404"/>
        <p:guide orient="horz" pos="156"/>
        <p:guide orient="horz" pos="648"/>
      </p:guideLst>
    </p:cSldViewPr>
  </p:slideViewPr>
  <p:outlineViewPr>
    <p:cViewPr>
      <p:scale>
        <a:sx n="33" d="100"/>
        <a:sy n="33" d="100"/>
      </p:scale>
      <p:origin x="0" y="-2992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4" d="100"/>
          <a:sy n="44" d="100"/>
        </p:scale>
        <p:origin x="2316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6" Type="http://schemas.openxmlformats.org/officeDocument/2006/relationships/tags" Target="tags/tag7.xml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66FA8250-A6C4-4822-BA24-AEB9D70D0E7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88686-15D8-41C3-AFF9-4EC505809B3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E88686-15D8-41C3-AFF9-4EC505809B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4"/>
          </p:nvPr>
        </p:nvSpPr>
        <p:spPr>
          <a:xfrm>
            <a:off x="769938" y="1160463"/>
            <a:ext cx="4012319" cy="4925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684338" y="1514475"/>
            <a:ext cx="3735387" cy="2578100"/>
          </a:xfrm>
          <a:ln>
            <a:solidFill>
              <a:srgbClr val="02548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6776263" y="1514475"/>
            <a:ext cx="3735387" cy="2578100"/>
          </a:xfrm>
          <a:ln>
            <a:solidFill>
              <a:srgbClr val="02548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14"/>
          </p:nvPr>
        </p:nvSpPr>
        <p:spPr>
          <a:xfrm>
            <a:off x="4450258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7"/>
          </p:nvPr>
        </p:nvSpPr>
        <p:spPr>
          <a:xfrm>
            <a:off x="1025093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6" name="图片占位符 35"/>
          <p:cNvSpPr>
            <a:spLocks noGrp="1"/>
          </p:cNvSpPr>
          <p:nvPr>
            <p:ph type="pic" sz="quarter" idx="18"/>
          </p:nvPr>
        </p:nvSpPr>
        <p:spPr>
          <a:xfrm>
            <a:off x="7875423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76263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4"/>
          </p:nvPr>
        </p:nvSpPr>
        <p:spPr>
          <a:xfrm>
            <a:off x="3581400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5"/>
          </p:nvPr>
        </p:nvSpPr>
        <p:spPr>
          <a:xfrm>
            <a:off x="6512468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6"/>
          </p:nvPr>
        </p:nvSpPr>
        <p:spPr>
          <a:xfrm>
            <a:off x="9363951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圆形图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4536586" y="2034184"/>
            <a:ext cx="3118827" cy="3118827"/>
          </a:xfrm>
          <a:custGeom>
            <a:avLst/>
            <a:gdLst>
              <a:gd name="connsiteX0" fmla="*/ 1559414 w 3118827"/>
              <a:gd name="connsiteY0" fmla="*/ 0 h 3118827"/>
              <a:gd name="connsiteX1" fmla="*/ 3110777 w 3118827"/>
              <a:gd name="connsiteY1" fmla="*/ 1399973 h 3118827"/>
              <a:gd name="connsiteX2" fmla="*/ 3118827 w 3118827"/>
              <a:gd name="connsiteY2" fmla="*/ 1559394 h 3118827"/>
              <a:gd name="connsiteX3" fmla="*/ 3118827 w 3118827"/>
              <a:gd name="connsiteY3" fmla="*/ 1559434 h 3118827"/>
              <a:gd name="connsiteX4" fmla="*/ 3110777 w 3118827"/>
              <a:gd name="connsiteY4" fmla="*/ 1718855 h 3118827"/>
              <a:gd name="connsiteX5" fmla="*/ 1718855 w 3118827"/>
              <a:gd name="connsiteY5" fmla="*/ 3110777 h 3118827"/>
              <a:gd name="connsiteX6" fmla="*/ 1559435 w 3118827"/>
              <a:gd name="connsiteY6" fmla="*/ 3118827 h 3118827"/>
              <a:gd name="connsiteX7" fmla="*/ 1559394 w 3118827"/>
              <a:gd name="connsiteY7" fmla="*/ 3118827 h 3118827"/>
              <a:gd name="connsiteX8" fmla="*/ 1399973 w 3118827"/>
              <a:gd name="connsiteY8" fmla="*/ 3110777 h 3118827"/>
              <a:gd name="connsiteX9" fmla="*/ 0 w 3118827"/>
              <a:gd name="connsiteY9" fmla="*/ 1559414 h 3118827"/>
              <a:gd name="connsiteX10" fmla="*/ 1559414 w 3118827"/>
              <a:gd name="connsiteY10" fmla="*/ 0 h 3118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18827" h="3118827">
                <a:moveTo>
                  <a:pt x="1559414" y="0"/>
                </a:moveTo>
                <a:cubicBezTo>
                  <a:pt x="2366828" y="0"/>
                  <a:pt x="3030920" y="613629"/>
                  <a:pt x="3110777" y="1399973"/>
                </a:cubicBezTo>
                <a:lnTo>
                  <a:pt x="3118827" y="1559394"/>
                </a:lnTo>
                <a:lnTo>
                  <a:pt x="3118827" y="1559434"/>
                </a:lnTo>
                <a:lnTo>
                  <a:pt x="3110777" y="1718855"/>
                </a:lnTo>
                <a:cubicBezTo>
                  <a:pt x="3036243" y="2452777"/>
                  <a:pt x="2452777" y="3036243"/>
                  <a:pt x="1718855" y="3110777"/>
                </a:cubicBezTo>
                <a:lnTo>
                  <a:pt x="1559435" y="3118827"/>
                </a:lnTo>
                <a:lnTo>
                  <a:pt x="1559394" y="3118827"/>
                </a:lnTo>
                <a:lnTo>
                  <a:pt x="1399973" y="3110777"/>
                </a:lnTo>
                <a:cubicBezTo>
                  <a:pt x="613629" y="3030920"/>
                  <a:pt x="0" y="2366828"/>
                  <a:pt x="0" y="1559414"/>
                </a:cubicBezTo>
                <a:cubicBezTo>
                  <a:pt x="0" y="698173"/>
                  <a:pt x="698173" y="0"/>
                  <a:pt x="1559414" y="0"/>
                </a:cubicBez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39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4"/>
          </p:nvPr>
        </p:nvSpPr>
        <p:spPr>
          <a:xfrm>
            <a:off x="769938" y="1160463"/>
            <a:ext cx="4012319" cy="4925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684338" y="1514475"/>
            <a:ext cx="3735387" cy="2578100"/>
          </a:xfrm>
          <a:ln>
            <a:solidFill>
              <a:srgbClr val="02548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6776263" y="1514475"/>
            <a:ext cx="3735387" cy="2578100"/>
          </a:xfrm>
          <a:ln>
            <a:solidFill>
              <a:srgbClr val="02548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/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14"/>
          </p:nvPr>
        </p:nvSpPr>
        <p:spPr>
          <a:xfrm>
            <a:off x="4450258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1003300" y="355600"/>
            <a:ext cx="4813300" cy="508000"/>
          </a:xfrm>
        </p:spPr>
        <p:txBody>
          <a:bodyPr/>
          <a:lstStyle>
            <a:lvl1pPr marL="0" indent="0">
              <a:buNone/>
              <a:defRPr>
                <a:solidFill>
                  <a:srgbClr val="025483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7"/>
          </p:nvPr>
        </p:nvSpPr>
        <p:spPr>
          <a:xfrm>
            <a:off x="1025093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6" name="图片占位符 35"/>
          <p:cNvSpPr>
            <a:spLocks noGrp="1"/>
          </p:cNvSpPr>
          <p:nvPr>
            <p:ph type="pic" sz="quarter" idx="18"/>
          </p:nvPr>
        </p:nvSpPr>
        <p:spPr>
          <a:xfrm>
            <a:off x="7875423" y="1219872"/>
            <a:ext cx="3291486" cy="3291482"/>
          </a:xfrm>
          <a:custGeom>
            <a:avLst/>
            <a:gdLst>
              <a:gd name="connsiteX0" fmla="*/ 1150977 w 2301954"/>
              <a:gd name="connsiteY0" fmla="*/ 0 h 2301952"/>
              <a:gd name="connsiteX1" fmla="*/ 2301954 w 2301954"/>
              <a:gd name="connsiteY1" fmla="*/ 1150978 h 2301952"/>
              <a:gd name="connsiteX2" fmla="*/ 1150980 w 2301954"/>
              <a:gd name="connsiteY2" fmla="*/ 2301952 h 2301952"/>
              <a:gd name="connsiteX3" fmla="*/ 1150976 w 2301954"/>
              <a:gd name="connsiteY3" fmla="*/ 2301952 h 2301952"/>
              <a:gd name="connsiteX4" fmla="*/ 0 w 2301954"/>
              <a:gd name="connsiteY4" fmla="*/ 1150976 h 2301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1954" h="2301952">
                <a:moveTo>
                  <a:pt x="1150977" y="0"/>
                </a:moveTo>
                <a:lnTo>
                  <a:pt x="2301954" y="1150978"/>
                </a:lnTo>
                <a:lnTo>
                  <a:pt x="1150980" y="2301952"/>
                </a:lnTo>
                <a:lnTo>
                  <a:pt x="1150976" y="2301952"/>
                </a:lnTo>
                <a:lnTo>
                  <a:pt x="0" y="1150976"/>
                </a:lnTo>
                <a:close/>
              </a:path>
            </a:pathLst>
          </a:custGeom>
          <a:ln>
            <a:solidFill>
              <a:srgbClr val="025483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576263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4"/>
          </p:nvPr>
        </p:nvSpPr>
        <p:spPr>
          <a:xfrm>
            <a:off x="3581400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5"/>
          </p:nvPr>
        </p:nvSpPr>
        <p:spPr>
          <a:xfrm>
            <a:off x="6512468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/>
          <p:cNvSpPr>
            <a:spLocks noGrp="1"/>
          </p:cNvSpPr>
          <p:nvPr>
            <p:ph type="pic" sz="quarter" idx="16"/>
          </p:nvPr>
        </p:nvSpPr>
        <p:spPr>
          <a:xfrm>
            <a:off x="9363951" y="2370137"/>
            <a:ext cx="2367463" cy="211772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圆形图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4536586" y="2034184"/>
            <a:ext cx="3118827" cy="3118827"/>
          </a:xfrm>
          <a:custGeom>
            <a:avLst/>
            <a:gdLst>
              <a:gd name="connsiteX0" fmla="*/ 1559414 w 3118827"/>
              <a:gd name="connsiteY0" fmla="*/ 0 h 3118827"/>
              <a:gd name="connsiteX1" fmla="*/ 3110777 w 3118827"/>
              <a:gd name="connsiteY1" fmla="*/ 1399973 h 3118827"/>
              <a:gd name="connsiteX2" fmla="*/ 3118827 w 3118827"/>
              <a:gd name="connsiteY2" fmla="*/ 1559394 h 3118827"/>
              <a:gd name="connsiteX3" fmla="*/ 3118827 w 3118827"/>
              <a:gd name="connsiteY3" fmla="*/ 1559434 h 3118827"/>
              <a:gd name="connsiteX4" fmla="*/ 3110777 w 3118827"/>
              <a:gd name="connsiteY4" fmla="*/ 1718855 h 3118827"/>
              <a:gd name="connsiteX5" fmla="*/ 1718855 w 3118827"/>
              <a:gd name="connsiteY5" fmla="*/ 3110777 h 3118827"/>
              <a:gd name="connsiteX6" fmla="*/ 1559435 w 3118827"/>
              <a:gd name="connsiteY6" fmla="*/ 3118827 h 3118827"/>
              <a:gd name="connsiteX7" fmla="*/ 1559394 w 3118827"/>
              <a:gd name="connsiteY7" fmla="*/ 3118827 h 3118827"/>
              <a:gd name="connsiteX8" fmla="*/ 1399973 w 3118827"/>
              <a:gd name="connsiteY8" fmla="*/ 3110777 h 3118827"/>
              <a:gd name="connsiteX9" fmla="*/ 0 w 3118827"/>
              <a:gd name="connsiteY9" fmla="*/ 1559414 h 3118827"/>
              <a:gd name="connsiteX10" fmla="*/ 1559414 w 3118827"/>
              <a:gd name="connsiteY10" fmla="*/ 0 h 3118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18827" h="3118827">
                <a:moveTo>
                  <a:pt x="1559414" y="0"/>
                </a:moveTo>
                <a:cubicBezTo>
                  <a:pt x="2366828" y="0"/>
                  <a:pt x="3030920" y="613629"/>
                  <a:pt x="3110777" y="1399973"/>
                </a:cubicBezTo>
                <a:lnTo>
                  <a:pt x="3118827" y="1559394"/>
                </a:lnTo>
                <a:lnTo>
                  <a:pt x="3118827" y="1559434"/>
                </a:lnTo>
                <a:lnTo>
                  <a:pt x="3110777" y="1718855"/>
                </a:lnTo>
                <a:cubicBezTo>
                  <a:pt x="3036243" y="2452777"/>
                  <a:pt x="2452777" y="3036243"/>
                  <a:pt x="1718855" y="3110777"/>
                </a:cubicBezTo>
                <a:lnTo>
                  <a:pt x="1559435" y="3118827"/>
                </a:lnTo>
                <a:lnTo>
                  <a:pt x="1559394" y="3118827"/>
                </a:lnTo>
                <a:lnTo>
                  <a:pt x="1399973" y="3110777"/>
                </a:lnTo>
                <a:cubicBezTo>
                  <a:pt x="613629" y="3030920"/>
                  <a:pt x="0" y="2366828"/>
                  <a:pt x="0" y="1559414"/>
                </a:cubicBezTo>
                <a:cubicBezTo>
                  <a:pt x="0" y="698173"/>
                  <a:pt x="698173" y="0"/>
                  <a:pt x="1559414" y="0"/>
                </a:cubicBez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39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heme" Target="../theme/theme4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 userDrawn="1"/>
        </p:nvPicPr>
        <p:blipFill rotWithShape="1">
          <a:blip r:embed="rId7"/>
          <a:srcRect t="162" b="16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33492" y="365126"/>
            <a:ext cx="5062508" cy="465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06940" y="832655"/>
            <a:ext cx="10742148" cy="0"/>
          </a:xfrm>
          <a:prstGeom prst="line">
            <a:avLst/>
          </a:prstGeom>
          <a:ln w="6350">
            <a:solidFill>
              <a:srgbClr val="007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456860" y="282575"/>
            <a:ext cx="428625" cy="428625"/>
          </a:xfrm>
          <a:prstGeom prst="rect">
            <a:avLst/>
          </a:prstGeom>
          <a:noFill/>
          <a:ln w="15875">
            <a:solidFill>
              <a:srgbClr val="0254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50547" y="576262"/>
            <a:ext cx="256393" cy="256393"/>
          </a:xfrm>
          <a:prstGeom prst="rect">
            <a:avLst/>
          </a:prstGeom>
          <a:noFill/>
          <a:ln w="12700">
            <a:solidFill>
              <a:srgbClr val="0254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0" name="î$ļidê"/>
          <p:cNvGrpSpPr/>
          <p:nvPr userDrawn="1"/>
        </p:nvGrpSpPr>
        <p:grpSpPr>
          <a:xfrm>
            <a:off x="10136115" y="291345"/>
            <a:ext cx="1614134" cy="338536"/>
            <a:chOff x="5472113" y="3055938"/>
            <a:chExt cx="2316163" cy="485775"/>
          </a:xfrm>
          <a:solidFill>
            <a:srgbClr val="025483"/>
          </a:solidFill>
        </p:grpSpPr>
        <p:sp>
          <p:nvSpPr>
            <p:cNvPr id="11" name="i$liďê"/>
            <p:cNvSpPr/>
            <p:nvPr/>
          </p:nvSpPr>
          <p:spPr bwMode="auto">
            <a:xfrm>
              <a:off x="7018338" y="3143250"/>
              <a:ext cx="342900" cy="361950"/>
            </a:xfrm>
            <a:custGeom>
              <a:avLst/>
              <a:gdLst>
                <a:gd name="T0" fmla="*/ 48 w 64"/>
                <a:gd name="T1" fmla="*/ 0 h 67"/>
                <a:gd name="T2" fmla="*/ 54 w 64"/>
                <a:gd name="T3" fmla="*/ 4 h 67"/>
                <a:gd name="T4" fmla="*/ 54 w 64"/>
                <a:gd name="T5" fmla="*/ 7 h 67"/>
                <a:gd name="T6" fmla="*/ 52 w 64"/>
                <a:gd name="T7" fmla="*/ 10 h 67"/>
                <a:gd name="T8" fmla="*/ 50 w 64"/>
                <a:gd name="T9" fmla="*/ 15 h 67"/>
                <a:gd name="T10" fmla="*/ 47 w 64"/>
                <a:gd name="T11" fmla="*/ 21 h 67"/>
                <a:gd name="T12" fmla="*/ 51 w 64"/>
                <a:gd name="T13" fmla="*/ 21 h 67"/>
                <a:gd name="T14" fmla="*/ 51 w 64"/>
                <a:gd name="T15" fmla="*/ 20 h 67"/>
                <a:gd name="T16" fmla="*/ 60 w 64"/>
                <a:gd name="T17" fmla="*/ 20 h 67"/>
                <a:gd name="T18" fmla="*/ 60 w 64"/>
                <a:gd name="T19" fmla="*/ 22 h 67"/>
                <a:gd name="T20" fmla="*/ 58 w 64"/>
                <a:gd name="T21" fmla="*/ 24 h 67"/>
                <a:gd name="T22" fmla="*/ 51 w 64"/>
                <a:gd name="T23" fmla="*/ 27 h 67"/>
                <a:gd name="T24" fmla="*/ 45 w 64"/>
                <a:gd name="T25" fmla="*/ 29 h 67"/>
                <a:gd name="T26" fmla="*/ 37 w 64"/>
                <a:gd name="T27" fmla="*/ 40 h 67"/>
                <a:gd name="T28" fmla="*/ 52 w 64"/>
                <a:gd name="T29" fmla="*/ 51 h 67"/>
                <a:gd name="T30" fmla="*/ 64 w 64"/>
                <a:gd name="T31" fmla="*/ 52 h 67"/>
                <a:gd name="T32" fmla="*/ 64 w 64"/>
                <a:gd name="T33" fmla="*/ 53 h 67"/>
                <a:gd name="T34" fmla="*/ 64 w 64"/>
                <a:gd name="T35" fmla="*/ 54 h 67"/>
                <a:gd name="T36" fmla="*/ 58 w 64"/>
                <a:gd name="T37" fmla="*/ 56 h 67"/>
                <a:gd name="T38" fmla="*/ 56 w 64"/>
                <a:gd name="T39" fmla="*/ 59 h 67"/>
                <a:gd name="T40" fmla="*/ 50 w 64"/>
                <a:gd name="T41" fmla="*/ 60 h 67"/>
                <a:gd name="T42" fmla="*/ 45 w 64"/>
                <a:gd name="T43" fmla="*/ 56 h 67"/>
                <a:gd name="T44" fmla="*/ 41 w 64"/>
                <a:gd name="T45" fmla="*/ 49 h 67"/>
                <a:gd name="T46" fmla="*/ 38 w 64"/>
                <a:gd name="T47" fmla="*/ 45 h 67"/>
                <a:gd name="T48" fmla="*/ 35 w 64"/>
                <a:gd name="T49" fmla="*/ 42 h 67"/>
                <a:gd name="T50" fmla="*/ 29 w 64"/>
                <a:gd name="T51" fmla="*/ 49 h 67"/>
                <a:gd name="T52" fmla="*/ 14 w 64"/>
                <a:gd name="T53" fmla="*/ 61 h 67"/>
                <a:gd name="T54" fmla="*/ 0 w 64"/>
                <a:gd name="T55" fmla="*/ 67 h 67"/>
                <a:gd name="T56" fmla="*/ 0 w 64"/>
                <a:gd name="T57" fmla="*/ 66 h 67"/>
                <a:gd name="T58" fmla="*/ 9 w 64"/>
                <a:gd name="T59" fmla="*/ 60 h 67"/>
                <a:gd name="T60" fmla="*/ 27 w 64"/>
                <a:gd name="T61" fmla="*/ 40 h 67"/>
                <a:gd name="T62" fmla="*/ 33 w 64"/>
                <a:gd name="T63" fmla="*/ 31 h 67"/>
                <a:gd name="T64" fmla="*/ 25 w 64"/>
                <a:gd name="T65" fmla="*/ 23 h 67"/>
                <a:gd name="T66" fmla="*/ 26 w 64"/>
                <a:gd name="T67" fmla="*/ 23 h 67"/>
                <a:gd name="T68" fmla="*/ 38 w 64"/>
                <a:gd name="T69" fmla="*/ 23 h 67"/>
                <a:gd name="T70" fmla="*/ 42 w 64"/>
                <a:gd name="T71" fmla="*/ 16 h 67"/>
                <a:gd name="T72" fmla="*/ 45 w 64"/>
                <a:gd name="T73" fmla="*/ 10 h 67"/>
                <a:gd name="T74" fmla="*/ 48 w 64"/>
                <a:gd name="T7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7">
                  <a:moveTo>
                    <a:pt x="48" y="0"/>
                  </a:moveTo>
                  <a:cubicBezTo>
                    <a:pt x="52" y="0"/>
                    <a:pt x="52" y="2"/>
                    <a:pt x="54" y="4"/>
                  </a:cubicBezTo>
                  <a:cubicBezTo>
                    <a:pt x="54" y="5"/>
                    <a:pt x="54" y="6"/>
                    <a:pt x="54" y="7"/>
                  </a:cubicBezTo>
                  <a:cubicBezTo>
                    <a:pt x="54" y="8"/>
                    <a:pt x="53" y="9"/>
                    <a:pt x="52" y="10"/>
                  </a:cubicBezTo>
                  <a:cubicBezTo>
                    <a:pt x="51" y="12"/>
                    <a:pt x="51" y="13"/>
                    <a:pt x="50" y="15"/>
                  </a:cubicBezTo>
                  <a:cubicBezTo>
                    <a:pt x="49" y="17"/>
                    <a:pt x="48" y="19"/>
                    <a:pt x="47" y="21"/>
                  </a:cubicBezTo>
                  <a:cubicBezTo>
                    <a:pt x="49" y="21"/>
                    <a:pt x="50" y="21"/>
                    <a:pt x="51" y="2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4" y="20"/>
                    <a:pt x="57" y="20"/>
                    <a:pt x="60" y="20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59" y="22"/>
                    <a:pt x="59" y="23"/>
                    <a:pt x="58" y="24"/>
                  </a:cubicBezTo>
                  <a:cubicBezTo>
                    <a:pt x="56" y="25"/>
                    <a:pt x="53" y="26"/>
                    <a:pt x="51" y="27"/>
                  </a:cubicBezTo>
                  <a:cubicBezTo>
                    <a:pt x="49" y="28"/>
                    <a:pt x="47" y="28"/>
                    <a:pt x="45" y="29"/>
                  </a:cubicBezTo>
                  <a:cubicBezTo>
                    <a:pt x="43" y="30"/>
                    <a:pt x="38" y="38"/>
                    <a:pt x="37" y="40"/>
                  </a:cubicBezTo>
                  <a:cubicBezTo>
                    <a:pt x="42" y="43"/>
                    <a:pt x="46" y="48"/>
                    <a:pt x="52" y="51"/>
                  </a:cubicBezTo>
                  <a:cubicBezTo>
                    <a:pt x="55" y="52"/>
                    <a:pt x="60" y="52"/>
                    <a:pt x="64" y="52"/>
                  </a:cubicBezTo>
                  <a:cubicBezTo>
                    <a:pt x="64" y="52"/>
                    <a:pt x="64" y="52"/>
                    <a:pt x="64" y="53"/>
                  </a:cubicBezTo>
                  <a:cubicBezTo>
                    <a:pt x="64" y="53"/>
                    <a:pt x="64" y="53"/>
                    <a:pt x="64" y="54"/>
                  </a:cubicBezTo>
                  <a:cubicBezTo>
                    <a:pt x="62" y="54"/>
                    <a:pt x="59" y="55"/>
                    <a:pt x="58" y="56"/>
                  </a:cubicBezTo>
                  <a:cubicBezTo>
                    <a:pt x="57" y="57"/>
                    <a:pt x="57" y="58"/>
                    <a:pt x="56" y="59"/>
                  </a:cubicBezTo>
                  <a:cubicBezTo>
                    <a:pt x="55" y="60"/>
                    <a:pt x="52" y="60"/>
                    <a:pt x="50" y="60"/>
                  </a:cubicBezTo>
                  <a:cubicBezTo>
                    <a:pt x="49" y="58"/>
                    <a:pt x="46" y="58"/>
                    <a:pt x="45" y="56"/>
                  </a:cubicBezTo>
                  <a:cubicBezTo>
                    <a:pt x="44" y="54"/>
                    <a:pt x="43" y="51"/>
                    <a:pt x="41" y="49"/>
                  </a:cubicBezTo>
                  <a:cubicBezTo>
                    <a:pt x="41" y="47"/>
                    <a:pt x="39" y="46"/>
                    <a:pt x="38" y="45"/>
                  </a:cubicBezTo>
                  <a:cubicBezTo>
                    <a:pt x="38" y="44"/>
                    <a:pt x="37" y="42"/>
                    <a:pt x="35" y="42"/>
                  </a:cubicBezTo>
                  <a:cubicBezTo>
                    <a:pt x="34" y="45"/>
                    <a:pt x="31" y="47"/>
                    <a:pt x="29" y="49"/>
                  </a:cubicBezTo>
                  <a:cubicBezTo>
                    <a:pt x="25" y="55"/>
                    <a:pt x="20" y="58"/>
                    <a:pt x="14" y="61"/>
                  </a:cubicBezTo>
                  <a:cubicBezTo>
                    <a:pt x="10" y="64"/>
                    <a:pt x="6" y="67"/>
                    <a:pt x="0" y="67"/>
                  </a:cubicBezTo>
                  <a:cubicBezTo>
                    <a:pt x="0" y="67"/>
                    <a:pt x="0" y="67"/>
                    <a:pt x="0" y="66"/>
                  </a:cubicBezTo>
                  <a:cubicBezTo>
                    <a:pt x="4" y="65"/>
                    <a:pt x="6" y="62"/>
                    <a:pt x="9" y="60"/>
                  </a:cubicBezTo>
                  <a:cubicBezTo>
                    <a:pt x="16" y="55"/>
                    <a:pt x="22" y="48"/>
                    <a:pt x="27" y="40"/>
                  </a:cubicBezTo>
                  <a:cubicBezTo>
                    <a:pt x="29" y="37"/>
                    <a:pt x="32" y="34"/>
                    <a:pt x="33" y="31"/>
                  </a:cubicBezTo>
                  <a:cubicBezTo>
                    <a:pt x="30" y="30"/>
                    <a:pt x="25" y="26"/>
                    <a:pt x="25" y="23"/>
                  </a:cubicBezTo>
                  <a:cubicBezTo>
                    <a:pt x="25" y="23"/>
                    <a:pt x="26" y="23"/>
                    <a:pt x="26" y="23"/>
                  </a:cubicBezTo>
                  <a:cubicBezTo>
                    <a:pt x="29" y="25"/>
                    <a:pt x="34" y="24"/>
                    <a:pt x="38" y="23"/>
                  </a:cubicBezTo>
                  <a:cubicBezTo>
                    <a:pt x="39" y="21"/>
                    <a:pt x="41" y="19"/>
                    <a:pt x="42" y="16"/>
                  </a:cubicBezTo>
                  <a:cubicBezTo>
                    <a:pt x="43" y="14"/>
                    <a:pt x="44" y="12"/>
                    <a:pt x="45" y="10"/>
                  </a:cubicBezTo>
                  <a:cubicBezTo>
                    <a:pt x="46" y="7"/>
                    <a:pt x="48" y="4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2" name="í$ḷîḍê"/>
            <p:cNvSpPr/>
            <p:nvPr/>
          </p:nvSpPr>
          <p:spPr bwMode="auto">
            <a:xfrm>
              <a:off x="6408738" y="3132138"/>
              <a:ext cx="171450" cy="85725"/>
            </a:xfrm>
            <a:custGeom>
              <a:avLst/>
              <a:gdLst>
                <a:gd name="T0" fmla="*/ 6 w 32"/>
                <a:gd name="T1" fmla="*/ 0 h 16"/>
                <a:gd name="T2" fmla="*/ 17 w 32"/>
                <a:gd name="T3" fmla="*/ 4 h 16"/>
                <a:gd name="T4" fmla="*/ 18 w 32"/>
                <a:gd name="T5" fmla="*/ 8 h 16"/>
                <a:gd name="T6" fmla="*/ 24 w 32"/>
                <a:gd name="T7" fmla="*/ 7 h 16"/>
                <a:gd name="T8" fmla="*/ 25 w 32"/>
                <a:gd name="T9" fmla="*/ 5 h 16"/>
                <a:gd name="T10" fmla="*/ 31 w 32"/>
                <a:gd name="T11" fmla="*/ 6 h 16"/>
                <a:gd name="T12" fmla="*/ 32 w 32"/>
                <a:gd name="T13" fmla="*/ 8 h 16"/>
                <a:gd name="T14" fmla="*/ 31 w 32"/>
                <a:gd name="T15" fmla="*/ 9 h 16"/>
                <a:gd name="T16" fmla="*/ 14 w 32"/>
                <a:gd name="T17" fmla="*/ 15 h 16"/>
                <a:gd name="T18" fmla="*/ 14 w 32"/>
                <a:gd name="T19" fmla="*/ 14 h 16"/>
                <a:gd name="T20" fmla="*/ 16 w 32"/>
                <a:gd name="T21" fmla="*/ 13 h 16"/>
                <a:gd name="T22" fmla="*/ 16 w 32"/>
                <a:gd name="T23" fmla="*/ 13 h 16"/>
                <a:gd name="T24" fmla="*/ 15 w 32"/>
                <a:gd name="T25" fmla="*/ 13 h 16"/>
                <a:gd name="T26" fmla="*/ 13 w 32"/>
                <a:gd name="T27" fmla="*/ 14 h 16"/>
                <a:gd name="T28" fmla="*/ 0 w 32"/>
                <a:gd name="T29" fmla="*/ 16 h 16"/>
                <a:gd name="T30" fmla="*/ 0 w 32"/>
                <a:gd name="T31" fmla="*/ 15 h 16"/>
                <a:gd name="T32" fmla="*/ 9 w 32"/>
                <a:gd name="T33" fmla="*/ 6 h 16"/>
                <a:gd name="T34" fmla="*/ 6 w 32"/>
                <a:gd name="T3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6">
                  <a:moveTo>
                    <a:pt x="6" y="0"/>
                  </a:moveTo>
                  <a:cubicBezTo>
                    <a:pt x="9" y="0"/>
                    <a:pt x="16" y="2"/>
                    <a:pt x="17" y="4"/>
                  </a:cubicBezTo>
                  <a:cubicBezTo>
                    <a:pt x="18" y="5"/>
                    <a:pt x="18" y="7"/>
                    <a:pt x="18" y="8"/>
                  </a:cubicBezTo>
                  <a:cubicBezTo>
                    <a:pt x="19" y="8"/>
                    <a:pt x="23" y="7"/>
                    <a:pt x="24" y="7"/>
                  </a:cubicBezTo>
                  <a:cubicBezTo>
                    <a:pt x="24" y="6"/>
                    <a:pt x="24" y="6"/>
                    <a:pt x="25" y="5"/>
                  </a:cubicBezTo>
                  <a:cubicBezTo>
                    <a:pt x="25" y="5"/>
                    <a:pt x="30" y="6"/>
                    <a:pt x="31" y="6"/>
                  </a:cubicBezTo>
                  <a:cubicBezTo>
                    <a:pt x="32" y="6"/>
                    <a:pt x="32" y="7"/>
                    <a:pt x="32" y="8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25" y="10"/>
                    <a:pt x="21" y="15"/>
                    <a:pt x="14" y="15"/>
                  </a:cubicBezTo>
                  <a:cubicBezTo>
                    <a:pt x="14" y="15"/>
                    <a:pt x="14" y="15"/>
                    <a:pt x="14" y="14"/>
                  </a:cubicBezTo>
                  <a:cubicBezTo>
                    <a:pt x="15" y="14"/>
                    <a:pt x="15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4" y="13"/>
                    <a:pt x="14" y="13"/>
                    <a:pt x="13" y="14"/>
                  </a:cubicBezTo>
                  <a:cubicBezTo>
                    <a:pt x="9" y="15"/>
                    <a:pt x="5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4" y="15"/>
                    <a:pt x="9" y="11"/>
                    <a:pt x="9" y="6"/>
                  </a:cubicBezTo>
                  <a:cubicBezTo>
                    <a:pt x="8" y="6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3" name="iṣ1îḓê"/>
            <p:cNvSpPr/>
            <p:nvPr/>
          </p:nvSpPr>
          <p:spPr bwMode="auto">
            <a:xfrm>
              <a:off x="6376988" y="3235325"/>
              <a:ext cx="160338" cy="90488"/>
            </a:xfrm>
            <a:custGeom>
              <a:avLst/>
              <a:gdLst>
                <a:gd name="T0" fmla="*/ 21 w 30"/>
                <a:gd name="T1" fmla="*/ 8 h 17"/>
                <a:gd name="T2" fmla="*/ 22 w 30"/>
                <a:gd name="T3" fmla="*/ 3 h 17"/>
                <a:gd name="T4" fmla="*/ 22 w 30"/>
                <a:gd name="T5" fmla="*/ 3 h 17"/>
                <a:gd name="T6" fmla="*/ 21 w 30"/>
                <a:gd name="T7" fmla="*/ 3 h 17"/>
                <a:gd name="T8" fmla="*/ 16 w 30"/>
                <a:gd name="T9" fmla="*/ 9 h 17"/>
                <a:gd name="T10" fmla="*/ 6 w 30"/>
                <a:gd name="T11" fmla="*/ 13 h 17"/>
                <a:gd name="T12" fmla="*/ 0 w 30"/>
                <a:gd name="T13" fmla="*/ 13 h 17"/>
                <a:gd name="T14" fmla="*/ 1 w 30"/>
                <a:gd name="T15" fmla="*/ 11 h 17"/>
                <a:gd name="T16" fmla="*/ 4 w 30"/>
                <a:gd name="T17" fmla="*/ 9 h 17"/>
                <a:gd name="T18" fmla="*/ 11 w 30"/>
                <a:gd name="T19" fmla="*/ 3 h 17"/>
                <a:gd name="T20" fmla="*/ 11 w 30"/>
                <a:gd name="T21" fmla="*/ 6 h 17"/>
                <a:gd name="T22" fmla="*/ 11 w 30"/>
                <a:gd name="T23" fmla="*/ 6 h 17"/>
                <a:gd name="T24" fmla="*/ 15 w 30"/>
                <a:gd name="T25" fmla="*/ 5 h 17"/>
                <a:gd name="T26" fmla="*/ 25 w 30"/>
                <a:gd name="T27" fmla="*/ 1 h 17"/>
                <a:gd name="T28" fmla="*/ 29 w 30"/>
                <a:gd name="T29" fmla="*/ 2 h 17"/>
                <a:gd name="T30" fmla="*/ 30 w 30"/>
                <a:gd name="T31" fmla="*/ 3 h 17"/>
                <a:gd name="T32" fmla="*/ 28 w 30"/>
                <a:gd name="T33" fmla="*/ 7 h 17"/>
                <a:gd name="T34" fmla="*/ 21 w 30"/>
                <a:gd name="T3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7">
                  <a:moveTo>
                    <a:pt x="21" y="8"/>
                  </a:moveTo>
                  <a:cubicBezTo>
                    <a:pt x="21" y="6"/>
                    <a:pt x="23" y="4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4"/>
                    <a:pt x="18" y="7"/>
                    <a:pt x="16" y="9"/>
                  </a:cubicBezTo>
                  <a:cubicBezTo>
                    <a:pt x="13" y="11"/>
                    <a:pt x="9" y="12"/>
                    <a:pt x="6" y="13"/>
                  </a:cubicBezTo>
                  <a:cubicBezTo>
                    <a:pt x="4" y="14"/>
                    <a:pt x="0" y="17"/>
                    <a:pt x="0" y="13"/>
                  </a:cubicBezTo>
                  <a:cubicBezTo>
                    <a:pt x="1" y="13"/>
                    <a:pt x="1" y="12"/>
                    <a:pt x="1" y="11"/>
                  </a:cubicBezTo>
                  <a:cubicBezTo>
                    <a:pt x="2" y="10"/>
                    <a:pt x="3" y="9"/>
                    <a:pt x="4" y="9"/>
                  </a:cubicBezTo>
                  <a:cubicBezTo>
                    <a:pt x="6" y="7"/>
                    <a:pt x="9" y="4"/>
                    <a:pt x="11" y="3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8" y="3"/>
                    <a:pt x="21" y="0"/>
                    <a:pt x="25" y="1"/>
                  </a:cubicBezTo>
                  <a:cubicBezTo>
                    <a:pt x="26" y="1"/>
                    <a:pt x="28" y="2"/>
                    <a:pt x="29" y="2"/>
                  </a:cubicBezTo>
                  <a:cubicBezTo>
                    <a:pt x="29" y="3"/>
                    <a:pt x="29" y="3"/>
                    <a:pt x="30" y="3"/>
                  </a:cubicBezTo>
                  <a:cubicBezTo>
                    <a:pt x="30" y="5"/>
                    <a:pt x="30" y="7"/>
                    <a:pt x="28" y="7"/>
                  </a:cubicBezTo>
                  <a:cubicBezTo>
                    <a:pt x="28" y="8"/>
                    <a:pt x="23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4" name="îšḷídè"/>
            <p:cNvSpPr/>
            <p:nvPr/>
          </p:nvSpPr>
          <p:spPr bwMode="auto">
            <a:xfrm>
              <a:off x="6307138" y="3316288"/>
              <a:ext cx="300038" cy="198438"/>
            </a:xfrm>
            <a:custGeom>
              <a:avLst/>
              <a:gdLst>
                <a:gd name="T0" fmla="*/ 29 w 56"/>
                <a:gd name="T1" fmla="*/ 0 h 37"/>
                <a:gd name="T2" fmla="*/ 31 w 56"/>
                <a:gd name="T3" fmla="*/ 0 h 37"/>
                <a:gd name="T4" fmla="*/ 34 w 56"/>
                <a:gd name="T5" fmla="*/ 2 h 37"/>
                <a:gd name="T6" fmla="*/ 36 w 56"/>
                <a:gd name="T7" fmla="*/ 6 h 37"/>
                <a:gd name="T8" fmla="*/ 35 w 56"/>
                <a:gd name="T9" fmla="*/ 10 h 37"/>
                <a:gd name="T10" fmla="*/ 33 w 56"/>
                <a:gd name="T11" fmla="*/ 13 h 37"/>
                <a:gd name="T12" fmla="*/ 36 w 56"/>
                <a:gd name="T13" fmla="*/ 17 h 37"/>
                <a:gd name="T14" fmla="*/ 44 w 56"/>
                <a:gd name="T15" fmla="*/ 27 h 37"/>
                <a:gd name="T16" fmla="*/ 47 w 56"/>
                <a:gd name="T17" fmla="*/ 30 h 37"/>
                <a:gd name="T18" fmla="*/ 56 w 56"/>
                <a:gd name="T19" fmla="*/ 34 h 37"/>
                <a:gd name="T20" fmla="*/ 53 w 56"/>
                <a:gd name="T21" fmla="*/ 35 h 37"/>
                <a:gd name="T22" fmla="*/ 50 w 56"/>
                <a:gd name="T23" fmla="*/ 35 h 37"/>
                <a:gd name="T24" fmla="*/ 46 w 56"/>
                <a:gd name="T25" fmla="*/ 36 h 37"/>
                <a:gd name="T26" fmla="*/ 39 w 56"/>
                <a:gd name="T27" fmla="*/ 35 h 37"/>
                <a:gd name="T28" fmla="*/ 33 w 56"/>
                <a:gd name="T29" fmla="*/ 26 h 37"/>
                <a:gd name="T30" fmla="*/ 28 w 56"/>
                <a:gd name="T31" fmla="*/ 17 h 37"/>
                <a:gd name="T32" fmla="*/ 28 w 56"/>
                <a:gd name="T33" fmla="*/ 17 h 37"/>
                <a:gd name="T34" fmla="*/ 12 w 56"/>
                <a:gd name="T35" fmla="*/ 32 h 37"/>
                <a:gd name="T36" fmla="*/ 0 w 56"/>
                <a:gd name="T37" fmla="*/ 35 h 37"/>
                <a:gd name="T38" fmla="*/ 0 w 56"/>
                <a:gd name="T39" fmla="*/ 34 h 37"/>
                <a:gd name="T40" fmla="*/ 0 w 56"/>
                <a:gd name="T41" fmla="*/ 34 h 37"/>
                <a:gd name="T42" fmla="*/ 3 w 56"/>
                <a:gd name="T43" fmla="*/ 34 h 37"/>
                <a:gd name="T44" fmla="*/ 9 w 56"/>
                <a:gd name="T45" fmla="*/ 30 h 37"/>
                <a:gd name="T46" fmla="*/ 15 w 56"/>
                <a:gd name="T47" fmla="*/ 24 h 37"/>
                <a:gd name="T48" fmla="*/ 19 w 56"/>
                <a:gd name="T49" fmla="*/ 19 h 37"/>
                <a:gd name="T50" fmla="*/ 24 w 56"/>
                <a:gd name="T51" fmla="*/ 11 h 37"/>
                <a:gd name="T52" fmla="*/ 18 w 56"/>
                <a:gd name="T53" fmla="*/ 1 h 37"/>
                <a:gd name="T54" fmla="*/ 26 w 56"/>
                <a:gd name="T55" fmla="*/ 7 h 37"/>
                <a:gd name="T56" fmla="*/ 26 w 56"/>
                <a:gd name="T57" fmla="*/ 7 h 37"/>
                <a:gd name="T58" fmla="*/ 26 w 56"/>
                <a:gd name="T59" fmla="*/ 7 h 37"/>
                <a:gd name="T60" fmla="*/ 29 w 56"/>
                <a:gd name="T6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37">
                  <a:moveTo>
                    <a:pt x="29" y="0"/>
                  </a:moveTo>
                  <a:cubicBezTo>
                    <a:pt x="30" y="0"/>
                    <a:pt x="30" y="0"/>
                    <a:pt x="31" y="0"/>
                  </a:cubicBezTo>
                  <a:cubicBezTo>
                    <a:pt x="31" y="1"/>
                    <a:pt x="33" y="1"/>
                    <a:pt x="34" y="2"/>
                  </a:cubicBezTo>
                  <a:cubicBezTo>
                    <a:pt x="35" y="4"/>
                    <a:pt x="35" y="5"/>
                    <a:pt x="36" y="6"/>
                  </a:cubicBezTo>
                  <a:cubicBezTo>
                    <a:pt x="36" y="7"/>
                    <a:pt x="36" y="9"/>
                    <a:pt x="35" y="10"/>
                  </a:cubicBezTo>
                  <a:cubicBezTo>
                    <a:pt x="34" y="11"/>
                    <a:pt x="33" y="11"/>
                    <a:pt x="33" y="13"/>
                  </a:cubicBezTo>
                  <a:cubicBezTo>
                    <a:pt x="34" y="15"/>
                    <a:pt x="35" y="16"/>
                    <a:pt x="36" y="17"/>
                  </a:cubicBezTo>
                  <a:cubicBezTo>
                    <a:pt x="38" y="21"/>
                    <a:pt x="41" y="24"/>
                    <a:pt x="44" y="27"/>
                  </a:cubicBezTo>
                  <a:cubicBezTo>
                    <a:pt x="45" y="28"/>
                    <a:pt x="46" y="29"/>
                    <a:pt x="47" y="30"/>
                  </a:cubicBezTo>
                  <a:cubicBezTo>
                    <a:pt x="49" y="31"/>
                    <a:pt x="56" y="32"/>
                    <a:pt x="56" y="34"/>
                  </a:cubicBezTo>
                  <a:cubicBezTo>
                    <a:pt x="55" y="34"/>
                    <a:pt x="54" y="35"/>
                    <a:pt x="53" y="35"/>
                  </a:cubicBezTo>
                  <a:cubicBezTo>
                    <a:pt x="52" y="35"/>
                    <a:pt x="51" y="35"/>
                    <a:pt x="50" y="35"/>
                  </a:cubicBezTo>
                  <a:cubicBezTo>
                    <a:pt x="48" y="35"/>
                    <a:pt x="47" y="36"/>
                    <a:pt x="46" y="36"/>
                  </a:cubicBezTo>
                  <a:cubicBezTo>
                    <a:pt x="43" y="37"/>
                    <a:pt x="41" y="36"/>
                    <a:pt x="39" y="35"/>
                  </a:cubicBezTo>
                  <a:cubicBezTo>
                    <a:pt x="35" y="32"/>
                    <a:pt x="35" y="31"/>
                    <a:pt x="33" y="26"/>
                  </a:cubicBezTo>
                  <a:cubicBezTo>
                    <a:pt x="31" y="23"/>
                    <a:pt x="30" y="20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3" y="24"/>
                    <a:pt x="19" y="27"/>
                    <a:pt x="12" y="32"/>
                  </a:cubicBezTo>
                  <a:cubicBezTo>
                    <a:pt x="9" y="34"/>
                    <a:pt x="6" y="36"/>
                    <a:pt x="0" y="35"/>
                  </a:cubicBezTo>
                  <a:cubicBezTo>
                    <a:pt x="0" y="35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4"/>
                    <a:pt x="3" y="34"/>
                  </a:cubicBezTo>
                  <a:cubicBezTo>
                    <a:pt x="5" y="33"/>
                    <a:pt x="7" y="32"/>
                    <a:pt x="9" y="30"/>
                  </a:cubicBezTo>
                  <a:cubicBezTo>
                    <a:pt x="11" y="29"/>
                    <a:pt x="13" y="26"/>
                    <a:pt x="15" y="24"/>
                  </a:cubicBezTo>
                  <a:cubicBezTo>
                    <a:pt x="16" y="22"/>
                    <a:pt x="18" y="21"/>
                    <a:pt x="19" y="19"/>
                  </a:cubicBezTo>
                  <a:cubicBezTo>
                    <a:pt x="21" y="16"/>
                    <a:pt x="22" y="13"/>
                    <a:pt x="24" y="11"/>
                  </a:cubicBezTo>
                  <a:cubicBezTo>
                    <a:pt x="23" y="7"/>
                    <a:pt x="18" y="4"/>
                    <a:pt x="18" y="1"/>
                  </a:cubicBezTo>
                  <a:cubicBezTo>
                    <a:pt x="21" y="1"/>
                    <a:pt x="25" y="5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8" y="5"/>
                    <a:pt x="29" y="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5" name="íṧḷide"/>
            <p:cNvSpPr/>
            <p:nvPr/>
          </p:nvSpPr>
          <p:spPr bwMode="auto">
            <a:xfrm>
              <a:off x="6751638" y="3121025"/>
              <a:ext cx="185738" cy="134938"/>
            </a:xfrm>
            <a:custGeom>
              <a:avLst/>
              <a:gdLst>
                <a:gd name="T0" fmla="*/ 17 w 35"/>
                <a:gd name="T1" fmla="*/ 25 h 25"/>
                <a:gd name="T2" fmla="*/ 17 w 35"/>
                <a:gd name="T3" fmla="*/ 24 h 25"/>
                <a:gd name="T4" fmla="*/ 22 w 35"/>
                <a:gd name="T5" fmla="*/ 19 h 25"/>
                <a:gd name="T6" fmla="*/ 22 w 35"/>
                <a:gd name="T7" fmla="*/ 19 h 25"/>
                <a:gd name="T8" fmla="*/ 21 w 35"/>
                <a:gd name="T9" fmla="*/ 15 h 25"/>
                <a:gd name="T10" fmla="*/ 27 w 35"/>
                <a:gd name="T11" fmla="*/ 8 h 25"/>
                <a:gd name="T12" fmla="*/ 26 w 35"/>
                <a:gd name="T13" fmla="*/ 8 h 25"/>
                <a:gd name="T14" fmla="*/ 22 w 35"/>
                <a:gd name="T15" fmla="*/ 10 h 25"/>
                <a:gd name="T16" fmla="*/ 15 w 35"/>
                <a:gd name="T17" fmla="*/ 17 h 25"/>
                <a:gd name="T18" fmla="*/ 11 w 35"/>
                <a:gd name="T19" fmla="*/ 21 h 25"/>
                <a:gd name="T20" fmla="*/ 0 w 35"/>
                <a:gd name="T21" fmla="*/ 20 h 25"/>
                <a:gd name="T22" fmla="*/ 10 w 35"/>
                <a:gd name="T23" fmla="*/ 13 h 25"/>
                <a:gd name="T24" fmla="*/ 22 w 35"/>
                <a:gd name="T25" fmla="*/ 5 h 25"/>
                <a:gd name="T26" fmla="*/ 24 w 35"/>
                <a:gd name="T27" fmla="*/ 3 h 25"/>
                <a:gd name="T28" fmla="*/ 28 w 35"/>
                <a:gd name="T29" fmla="*/ 2 h 25"/>
                <a:gd name="T30" fmla="*/ 29 w 35"/>
                <a:gd name="T31" fmla="*/ 0 h 25"/>
                <a:gd name="T32" fmla="*/ 34 w 35"/>
                <a:gd name="T33" fmla="*/ 0 h 25"/>
                <a:gd name="T34" fmla="*/ 34 w 35"/>
                <a:gd name="T35" fmla="*/ 0 h 25"/>
                <a:gd name="T36" fmla="*/ 35 w 35"/>
                <a:gd name="T37" fmla="*/ 4 h 25"/>
                <a:gd name="T38" fmla="*/ 33 w 35"/>
                <a:gd name="T39" fmla="*/ 7 h 25"/>
                <a:gd name="T40" fmla="*/ 31 w 35"/>
                <a:gd name="T41" fmla="*/ 9 h 25"/>
                <a:gd name="T42" fmla="*/ 26 w 35"/>
                <a:gd name="T43" fmla="*/ 15 h 25"/>
                <a:gd name="T44" fmla="*/ 26 w 35"/>
                <a:gd name="T45" fmla="*/ 15 h 25"/>
                <a:gd name="T46" fmla="*/ 29 w 35"/>
                <a:gd name="T47" fmla="*/ 18 h 25"/>
                <a:gd name="T48" fmla="*/ 29 w 35"/>
                <a:gd name="T49" fmla="*/ 19 h 25"/>
                <a:gd name="T50" fmla="*/ 17 w 35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" h="25">
                  <a:moveTo>
                    <a:pt x="17" y="25"/>
                  </a:moveTo>
                  <a:cubicBezTo>
                    <a:pt x="17" y="24"/>
                    <a:pt x="17" y="24"/>
                    <a:pt x="17" y="24"/>
                  </a:cubicBezTo>
                  <a:cubicBezTo>
                    <a:pt x="19" y="23"/>
                    <a:pt x="21" y="21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8"/>
                    <a:pt x="21" y="16"/>
                    <a:pt x="21" y="15"/>
                  </a:cubicBezTo>
                  <a:cubicBezTo>
                    <a:pt x="23" y="12"/>
                    <a:pt x="25" y="10"/>
                    <a:pt x="27" y="8"/>
                  </a:cubicBezTo>
                  <a:cubicBezTo>
                    <a:pt x="27" y="8"/>
                    <a:pt x="26" y="8"/>
                    <a:pt x="26" y="8"/>
                  </a:cubicBezTo>
                  <a:cubicBezTo>
                    <a:pt x="25" y="9"/>
                    <a:pt x="24" y="10"/>
                    <a:pt x="22" y="10"/>
                  </a:cubicBezTo>
                  <a:cubicBezTo>
                    <a:pt x="20" y="12"/>
                    <a:pt x="18" y="15"/>
                    <a:pt x="15" y="17"/>
                  </a:cubicBezTo>
                  <a:cubicBezTo>
                    <a:pt x="14" y="18"/>
                    <a:pt x="13" y="20"/>
                    <a:pt x="11" y="21"/>
                  </a:cubicBezTo>
                  <a:cubicBezTo>
                    <a:pt x="9" y="22"/>
                    <a:pt x="0" y="23"/>
                    <a:pt x="0" y="20"/>
                  </a:cubicBezTo>
                  <a:cubicBezTo>
                    <a:pt x="4" y="19"/>
                    <a:pt x="6" y="16"/>
                    <a:pt x="10" y="13"/>
                  </a:cubicBezTo>
                  <a:cubicBezTo>
                    <a:pt x="14" y="10"/>
                    <a:pt x="18" y="8"/>
                    <a:pt x="22" y="5"/>
                  </a:cubicBezTo>
                  <a:cubicBezTo>
                    <a:pt x="23" y="5"/>
                    <a:pt x="24" y="4"/>
                    <a:pt x="24" y="3"/>
                  </a:cubicBezTo>
                  <a:cubicBezTo>
                    <a:pt x="26" y="3"/>
                    <a:pt x="27" y="3"/>
                    <a:pt x="28" y="2"/>
                  </a:cubicBezTo>
                  <a:cubicBezTo>
                    <a:pt x="28" y="1"/>
                    <a:pt x="29" y="1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2"/>
                    <a:pt x="35" y="4"/>
                  </a:cubicBezTo>
                  <a:cubicBezTo>
                    <a:pt x="34" y="5"/>
                    <a:pt x="34" y="6"/>
                    <a:pt x="33" y="7"/>
                  </a:cubicBezTo>
                  <a:cubicBezTo>
                    <a:pt x="32" y="8"/>
                    <a:pt x="31" y="9"/>
                    <a:pt x="31" y="9"/>
                  </a:cubicBezTo>
                  <a:cubicBezTo>
                    <a:pt x="29" y="11"/>
                    <a:pt x="28" y="13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16"/>
                    <a:pt x="28" y="17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7" y="22"/>
                    <a:pt x="22" y="25"/>
                    <a:pt x="1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6" name="ïśḷïdé"/>
            <p:cNvSpPr/>
            <p:nvPr/>
          </p:nvSpPr>
          <p:spPr bwMode="auto">
            <a:xfrm>
              <a:off x="6713538" y="3325813"/>
              <a:ext cx="42863" cy="60325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0 h 11"/>
                <a:gd name="T4" fmla="*/ 4 w 8"/>
                <a:gd name="T5" fmla="*/ 11 h 11"/>
                <a:gd name="T6" fmla="*/ 2 w 8"/>
                <a:gd name="T7" fmla="*/ 10 h 11"/>
                <a:gd name="T8" fmla="*/ 2 w 8"/>
                <a:gd name="T9" fmla="*/ 8 h 11"/>
                <a:gd name="T10" fmla="*/ 0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4" y="0"/>
                    <a:pt x="8" y="5"/>
                    <a:pt x="8" y="10"/>
                  </a:cubicBezTo>
                  <a:cubicBezTo>
                    <a:pt x="7" y="10"/>
                    <a:pt x="6" y="11"/>
                    <a:pt x="4" y="11"/>
                  </a:cubicBezTo>
                  <a:cubicBezTo>
                    <a:pt x="4" y="10"/>
                    <a:pt x="3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1" y="6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7" name="iṩḷïḓé"/>
            <p:cNvSpPr/>
            <p:nvPr/>
          </p:nvSpPr>
          <p:spPr bwMode="auto">
            <a:xfrm>
              <a:off x="6734175" y="3413125"/>
              <a:ext cx="26988" cy="38100"/>
            </a:xfrm>
            <a:custGeom>
              <a:avLst/>
              <a:gdLst>
                <a:gd name="T0" fmla="*/ 0 w 5"/>
                <a:gd name="T1" fmla="*/ 0 h 7"/>
                <a:gd name="T2" fmla="*/ 1 w 5"/>
                <a:gd name="T3" fmla="*/ 0 h 7"/>
                <a:gd name="T4" fmla="*/ 5 w 5"/>
                <a:gd name="T5" fmla="*/ 6 h 7"/>
                <a:gd name="T6" fmla="*/ 3 w 5"/>
                <a:gd name="T7" fmla="*/ 7 h 7"/>
                <a:gd name="T8" fmla="*/ 1 w 5"/>
                <a:gd name="T9" fmla="*/ 6 h 7"/>
                <a:gd name="T10" fmla="*/ 1 w 5"/>
                <a:gd name="T11" fmla="*/ 5 h 7"/>
                <a:gd name="T12" fmla="*/ 0 w 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2"/>
                    <a:pt x="5" y="6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2" y="7"/>
                    <a:pt x="2" y="7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3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8" name="ïšľîde"/>
            <p:cNvSpPr/>
            <p:nvPr/>
          </p:nvSpPr>
          <p:spPr bwMode="auto">
            <a:xfrm>
              <a:off x="6681788" y="3440113"/>
              <a:ext cx="266700" cy="101600"/>
            </a:xfrm>
            <a:custGeom>
              <a:avLst/>
              <a:gdLst>
                <a:gd name="T0" fmla="*/ 0 w 50"/>
                <a:gd name="T1" fmla="*/ 0 h 19"/>
                <a:gd name="T2" fmla="*/ 9 w 50"/>
                <a:gd name="T3" fmla="*/ 2 h 19"/>
                <a:gd name="T4" fmla="*/ 18 w 50"/>
                <a:gd name="T5" fmla="*/ 4 h 19"/>
                <a:gd name="T6" fmla="*/ 37 w 50"/>
                <a:gd name="T7" fmla="*/ 10 h 19"/>
                <a:gd name="T8" fmla="*/ 50 w 50"/>
                <a:gd name="T9" fmla="*/ 9 h 19"/>
                <a:gd name="T10" fmla="*/ 50 w 50"/>
                <a:gd name="T11" fmla="*/ 10 h 19"/>
                <a:gd name="T12" fmla="*/ 50 w 50"/>
                <a:gd name="T13" fmla="*/ 11 h 19"/>
                <a:gd name="T14" fmla="*/ 46 w 50"/>
                <a:gd name="T15" fmla="*/ 13 h 19"/>
                <a:gd name="T16" fmla="*/ 42 w 50"/>
                <a:gd name="T17" fmla="*/ 14 h 19"/>
                <a:gd name="T18" fmla="*/ 38 w 50"/>
                <a:gd name="T19" fmla="*/ 18 h 19"/>
                <a:gd name="T20" fmla="*/ 25 w 50"/>
                <a:gd name="T21" fmla="*/ 13 h 19"/>
                <a:gd name="T22" fmla="*/ 11 w 50"/>
                <a:gd name="T23" fmla="*/ 6 h 19"/>
                <a:gd name="T24" fmla="*/ 0 w 5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19">
                  <a:moveTo>
                    <a:pt x="0" y="0"/>
                  </a:moveTo>
                  <a:cubicBezTo>
                    <a:pt x="3" y="0"/>
                    <a:pt x="7" y="1"/>
                    <a:pt x="9" y="2"/>
                  </a:cubicBezTo>
                  <a:cubicBezTo>
                    <a:pt x="12" y="3"/>
                    <a:pt x="15" y="3"/>
                    <a:pt x="18" y="4"/>
                  </a:cubicBezTo>
                  <a:cubicBezTo>
                    <a:pt x="24" y="6"/>
                    <a:pt x="30" y="8"/>
                    <a:pt x="37" y="10"/>
                  </a:cubicBezTo>
                  <a:cubicBezTo>
                    <a:pt x="40" y="11"/>
                    <a:pt x="46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0"/>
                    <a:pt x="50" y="11"/>
                  </a:cubicBezTo>
                  <a:cubicBezTo>
                    <a:pt x="49" y="11"/>
                    <a:pt x="48" y="12"/>
                    <a:pt x="46" y="13"/>
                  </a:cubicBezTo>
                  <a:cubicBezTo>
                    <a:pt x="45" y="14"/>
                    <a:pt x="43" y="14"/>
                    <a:pt x="42" y="14"/>
                  </a:cubicBezTo>
                  <a:cubicBezTo>
                    <a:pt x="41" y="15"/>
                    <a:pt x="38" y="18"/>
                    <a:pt x="38" y="18"/>
                  </a:cubicBezTo>
                  <a:cubicBezTo>
                    <a:pt x="31" y="19"/>
                    <a:pt x="29" y="15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7" y="4"/>
                    <a:pt x="1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9" name="iṩḷîḑê"/>
            <p:cNvSpPr/>
            <p:nvPr/>
          </p:nvSpPr>
          <p:spPr bwMode="auto">
            <a:xfrm>
              <a:off x="6761163" y="3240088"/>
              <a:ext cx="171450" cy="215900"/>
            </a:xfrm>
            <a:custGeom>
              <a:avLst/>
              <a:gdLst>
                <a:gd name="T0" fmla="*/ 7 w 32"/>
                <a:gd name="T1" fmla="*/ 13 h 40"/>
                <a:gd name="T2" fmla="*/ 7 w 32"/>
                <a:gd name="T3" fmla="*/ 17 h 40"/>
                <a:gd name="T4" fmla="*/ 7 w 32"/>
                <a:gd name="T5" fmla="*/ 17 h 40"/>
                <a:gd name="T6" fmla="*/ 11 w 32"/>
                <a:gd name="T7" fmla="*/ 12 h 40"/>
                <a:gd name="T8" fmla="*/ 20 w 32"/>
                <a:gd name="T9" fmla="*/ 3 h 40"/>
                <a:gd name="T10" fmla="*/ 30 w 32"/>
                <a:gd name="T11" fmla="*/ 3 h 40"/>
                <a:gd name="T12" fmla="*/ 25 w 32"/>
                <a:gd name="T13" fmla="*/ 18 h 40"/>
                <a:gd name="T14" fmla="*/ 25 w 32"/>
                <a:gd name="T15" fmla="*/ 22 h 40"/>
                <a:gd name="T16" fmla="*/ 23 w 32"/>
                <a:gd name="T17" fmla="*/ 32 h 40"/>
                <a:gd name="T18" fmla="*/ 20 w 32"/>
                <a:gd name="T19" fmla="*/ 40 h 40"/>
                <a:gd name="T20" fmla="*/ 18 w 32"/>
                <a:gd name="T21" fmla="*/ 39 h 40"/>
                <a:gd name="T22" fmla="*/ 15 w 32"/>
                <a:gd name="T23" fmla="*/ 36 h 40"/>
                <a:gd name="T24" fmla="*/ 12 w 32"/>
                <a:gd name="T25" fmla="*/ 38 h 40"/>
                <a:gd name="T26" fmla="*/ 11 w 32"/>
                <a:gd name="T27" fmla="*/ 37 h 40"/>
                <a:gd name="T28" fmla="*/ 12 w 32"/>
                <a:gd name="T29" fmla="*/ 28 h 40"/>
                <a:gd name="T30" fmla="*/ 12 w 32"/>
                <a:gd name="T31" fmla="*/ 28 h 40"/>
                <a:gd name="T32" fmla="*/ 9 w 32"/>
                <a:gd name="T33" fmla="*/ 28 h 40"/>
                <a:gd name="T34" fmla="*/ 8 w 32"/>
                <a:gd name="T35" fmla="*/ 26 h 40"/>
                <a:gd name="T36" fmla="*/ 12 w 32"/>
                <a:gd name="T37" fmla="*/ 18 h 40"/>
                <a:gd name="T38" fmla="*/ 12 w 32"/>
                <a:gd name="T39" fmla="*/ 17 h 40"/>
                <a:gd name="T40" fmla="*/ 14 w 32"/>
                <a:gd name="T41" fmla="*/ 13 h 40"/>
                <a:gd name="T42" fmla="*/ 13 w 32"/>
                <a:gd name="T43" fmla="*/ 13 h 40"/>
                <a:gd name="T44" fmla="*/ 7 w 32"/>
                <a:gd name="T45" fmla="*/ 25 h 40"/>
                <a:gd name="T46" fmla="*/ 7 w 32"/>
                <a:gd name="T47" fmla="*/ 34 h 40"/>
                <a:gd name="T48" fmla="*/ 4 w 32"/>
                <a:gd name="T49" fmla="*/ 34 h 40"/>
                <a:gd name="T50" fmla="*/ 1 w 32"/>
                <a:gd name="T51" fmla="*/ 30 h 40"/>
                <a:gd name="T52" fmla="*/ 3 w 32"/>
                <a:gd name="T53" fmla="*/ 19 h 40"/>
                <a:gd name="T54" fmla="*/ 7 w 32"/>
                <a:gd name="T55" fmla="*/ 13 h 40"/>
                <a:gd name="T56" fmla="*/ 23 w 32"/>
                <a:gd name="T57" fmla="*/ 5 h 40"/>
                <a:gd name="T58" fmla="*/ 20 w 32"/>
                <a:gd name="T59" fmla="*/ 6 h 40"/>
                <a:gd name="T60" fmla="*/ 15 w 32"/>
                <a:gd name="T61" fmla="*/ 11 h 40"/>
                <a:gd name="T62" fmla="*/ 15 w 32"/>
                <a:gd name="T63" fmla="*/ 11 h 40"/>
                <a:gd name="T64" fmla="*/ 17 w 32"/>
                <a:gd name="T65" fmla="*/ 18 h 40"/>
                <a:gd name="T66" fmla="*/ 21 w 32"/>
                <a:gd name="T67" fmla="*/ 21 h 40"/>
                <a:gd name="T68" fmla="*/ 23 w 32"/>
                <a:gd name="T69" fmla="*/ 10 h 40"/>
                <a:gd name="T70" fmla="*/ 23 w 32"/>
                <a:gd name="T71" fmla="*/ 5 h 40"/>
                <a:gd name="T72" fmla="*/ 23 w 32"/>
                <a:gd name="T73" fmla="*/ 5 h 40"/>
                <a:gd name="T74" fmla="*/ 20 w 32"/>
                <a:gd name="T75" fmla="*/ 22 h 40"/>
                <a:gd name="T76" fmla="*/ 17 w 32"/>
                <a:gd name="T77" fmla="*/ 26 h 40"/>
                <a:gd name="T78" fmla="*/ 16 w 32"/>
                <a:gd name="T79" fmla="*/ 35 h 40"/>
                <a:gd name="T80" fmla="*/ 19 w 32"/>
                <a:gd name="T81" fmla="*/ 35 h 40"/>
                <a:gd name="T82" fmla="*/ 19 w 32"/>
                <a:gd name="T83" fmla="*/ 32 h 40"/>
                <a:gd name="T84" fmla="*/ 20 w 32"/>
                <a:gd name="T8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" h="40">
                  <a:moveTo>
                    <a:pt x="7" y="13"/>
                  </a:moveTo>
                  <a:cubicBezTo>
                    <a:pt x="7" y="15"/>
                    <a:pt x="7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6"/>
                    <a:pt x="10" y="13"/>
                    <a:pt x="11" y="12"/>
                  </a:cubicBezTo>
                  <a:cubicBezTo>
                    <a:pt x="13" y="9"/>
                    <a:pt x="17" y="5"/>
                    <a:pt x="20" y="3"/>
                  </a:cubicBezTo>
                  <a:cubicBezTo>
                    <a:pt x="22" y="2"/>
                    <a:pt x="28" y="0"/>
                    <a:pt x="30" y="3"/>
                  </a:cubicBezTo>
                  <a:cubicBezTo>
                    <a:pt x="32" y="6"/>
                    <a:pt x="26" y="10"/>
                    <a:pt x="25" y="18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5"/>
                    <a:pt x="24" y="29"/>
                    <a:pt x="23" y="32"/>
                  </a:cubicBezTo>
                  <a:cubicBezTo>
                    <a:pt x="22" y="35"/>
                    <a:pt x="23" y="40"/>
                    <a:pt x="20" y="40"/>
                  </a:cubicBezTo>
                  <a:cubicBezTo>
                    <a:pt x="19" y="40"/>
                    <a:pt x="18" y="40"/>
                    <a:pt x="18" y="39"/>
                  </a:cubicBezTo>
                  <a:cubicBezTo>
                    <a:pt x="17" y="38"/>
                    <a:pt x="17" y="37"/>
                    <a:pt x="15" y="36"/>
                  </a:cubicBezTo>
                  <a:cubicBezTo>
                    <a:pt x="15" y="38"/>
                    <a:pt x="14" y="38"/>
                    <a:pt x="12" y="38"/>
                  </a:cubicBezTo>
                  <a:cubicBezTo>
                    <a:pt x="12" y="38"/>
                    <a:pt x="11" y="38"/>
                    <a:pt x="11" y="37"/>
                  </a:cubicBezTo>
                  <a:cubicBezTo>
                    <a:pt x="13" y="35"/>
                    <a:pt x="12" y="31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9"/>
                    <a:pt x="9" y="28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9" y="25"/>
                    <a:pt x="12" y="19"/>
                    <a:pt x="12" y="18"/>
                  </a:cubicBezTo>
                  <a:cubicBezTo>
                    <a:pt x="11" y="17"/>
                    <a:pt x="11" y="17"/>
                    <a:pt x="12" y="17"/>
                  </a:cubicBezTo>
                  <a:cubicBezTo>
                    <a:pt x="13" y="16"/>
                    <a:pt x="14" y="15"/>
                    <a:pt x="14" y="13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1" y="17"/>
                    <a:pt x="8" y="20"/>
                    <a:pt x="7" y="25"/>
                  </a:cubicBezTo>
                  <a:cubicBezTo>
                    <a:pt x="6" y="28"/>
                    <a:pt x="9" y="31"/>
                    <a:pt x="7" y="34"/>
                  </a:cubicBezTo>
                  <a:cubicBezTo>
                    <a:pt x="6" y="34"/>
                    <a:pt x="5" y="34"/>
                    <a:pt x="4" y="34"/>
                  </a:cubicBezTo>
                  <a:cubicBezTo>
                    <a:pt x="3" y="33"/>
                    <a:pt x="2" y="32"/>
                    <a:pt x="1" y="30"/>
                  </a:cubicBezTo>
                  <a:cubicBezTo>
                    <a:pt x="0" y="27"/>
                    <a:pt x="3" y="22"/>
                    <a:pt x="3" y="19"/>
                  </a:cubicBezTo>
                  <a:cubicBezTo>
                    <a:pt x="4" y="17"/>
                    <a:pt x="4" y="14"/>
                    <a:pt x="7" y="13"/>
                  </a:cubicBezTo>
                  <a:close/>
                  <a:moveTo>
                    <a:pt x="23" y="5"/>
                  </a:moveTo>
                  <a:cubicBezTo>
                    <a:pt x="22" y="5"/>
                    <a:pt x="21" y="6"/>
                    <a:pt x="20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7" y="12"/>
                    <a:pt x="17" y="16"/>
                    <a:pt x="17" y="18"/>
                  </a:cubicBezTo>
                  <a:cubicBezTo>
                    <a:pt x="20" y="18"/>
                    <a:pt x="20" y="19"/>
                    <a:pt x="21" y="21"/>
                  </a:cubicBezTo>
                  <a:cubicBezTo>
                    <a:pt x="21" y="17"/>
                    <a:pt x="23" y="14"/>
                    <a:pt x="23" y="10"/>
                  </a:cubicBezTo>
                  <a:cubicBezTo>
                    <a:pt x="24" y="9"/>
                    <a:pt x="24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lose/>
                  <a:moveTo>
                    <a:pt x="20" y="22"/>
                  </a:moveTo>
                  <a:cubicBezTo>
                    <a:pt x="19" y="24"/>
                    <a:pt x="18" y="25"/>
                    <a:pt x="17" y="26"/>
                  </a:cubicBezTo>
                  <a:cubicBezTo>
                    <a:pt x="16" y="29"/>
                    <a:pt x="16" y="32"/>
                    <a:pt x="16" y="35"/>
                  </a:cubicBezTo>
                  <a:cubicBezTo>
                    <a:pt x="17" y="35"/>
                    <a:pt x="18" y="36"/>
                    <a:pt x="19" y="35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20" y="31"/>
                    <a:pt x="21" y="23"/>
                    <a:pt x="2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0" name="íşlïḑe"/>
            <p:cNvSpPr/>
            <p:nvPr/>
          </p:nvSpPr>
          <p:spPr bwMode="auto">
            <a:xfrm>
              <a:off x="7505700" y="3190875"/>
              <a:ext cx="41275" cy="71438"/>
            </a:xfrm>
            <a:custGeom>
              <a:avLst/>
              <a:gdLst>
                <a:gd name="T0" fmla="*/ 0 w 8"/>
                <a:gd name="T1" fmla="*/ 0 h 13"/>
                <a:gd name="T2" fmla="*/ 1 w 8"/>
                <a:gd name="T3" fmla="*/ 0 h 13"/>
                <a:gd name="T4" fmla="*/ 7 w 8"/>
                <a:gd name="T5" fmla="*/ 6 h 13"/>
                <a:gd name="T6" fmla="*/ 7 w 8"/>
                <a:gd name="T7" fmla="*/ 11 h 13"/>
                <a:gd name="T8" fmla="*/ 5 w 8"/>
                <a:gd name="T9" fmla="*/ 12 h 13"/>
                <a:gd name="T10" fmla="*/ 3 w 8"/>
                <a:gd name="T11" fmla="*/ 12 h 13"/>
                <a:gd name="T12" fmla="*/ 0 w 8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2"/>
                    <a:pt x="6" y="4"/>
                    <a:pt x="7" y="6"/>
                  </a:cubicBezTo>
                  <a:cubicBezTo>
                    <a:pt x="7" y="8"/>
                    <a:pt x="8" y="10"/>
                    <a:pt x="7" y="11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1" name="ïślîḓe"/>
            <p:cNvSpPr/>
            <p:nvPr/>
          </p:nvSpPr>
          <p:spPr bwMode="auto">
            <a:xfrm>
              <a:off x="7569200" y="3325813"/>
              <a:ext cx="85725" cy="38100"/>
            </a:xfrm>
            <a:custGeom>
              <a:avLst/>
              <a:gdLst>
                <a:gd name="T0" fmla="*/ 0 w 16"/>
                <a:gd name="T1" fmla="*/ 3 h 7"/>
                <a:gd name="T2" fmla="*/ 9 w 16"/>
                <a:gd name="T3" fmla="*/ 2 h 7"/>
                <a:gd name="T4" fmla="*/ 12 w 16"/>
                <a:gd name="T5" fmla="*/ 0 h 7"/>
                <a:gd name="T6" fmla="*/ 16 w 16"/>
                <a:gd name="T7" fmla="*/ 0 h 7"/>
                <a:gd name="T8" fmla="*/ 16 w 16"/>
                <a:gd name="T9" fmla="*/ 2 h 7"/>
                <a:gd name="T10" fmla="*/ 15 w 16"/>
                <a:gd name="T11" fmla="*/ 4 h 7"/>
                <a:gd name="T12" fmla="*/ 11 w 16"/>
                <a:gd name="T13" fmla="*/ 7 h 7"/>
                <a:gd name="T14" fmla="*/ 7 w 16"/>
                <a:gd name="T15" fmla="*/ 7 h 7"/>
                <a:gd name="T16" fmla="*/ 7 w 16"/>
                <a:gd name="T17" fmla="*/ 6 h 7"/>
                <a:gd name="T18" fmla="*/ 9 w 16"/>
                <a:gd name="T19" fmla="*/ 5 h 7"/>
                <a:gd name="T20" fmla="*/ 9 w 16"/>
                <a:gd name="T21" fmla="*/ 5 h 7"/>
                <a:gd name="T22" fmla="*/ 8 w 16"/>
                <a:gd name="T23" fmla="*/ 5 h 7"/>
                <a:gd name="T24" fmla="*/ 0 w 16"/>
                <a:gd name="T2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7">
                  <a:moveTo>
                    <a:pt x="0" y="3"/>
                  </a:moveTo>
                  <a:cubicBezTo>
                    <a:pt x="3" y="3"/>
                    <a:pt x="6" y="3"/>
                    <a:pt x="9" y="2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4" y="0"/>
                    <a:pt x="16" y="0"/>
                  </a:cubicBezTo>
                  <a:cubicBezTo>
                    <a:pt x="16" y="0"/>
                    <a:pt x="16" y="1"/>
                    <a:pt x="16" y="2"/>
                  </a:cubicBezTo>
                  <a:cubicBezTo>
                    <a:pt x="15" y="2"/>
                    <a:pt x="15" y="3"/>
                    <a:pt x="15" y="4"/>
                  </a:cubicBezTo>
                  <a:cubicBezTo>
                    <a:pt x="14" y="5"/>
                    <a:pt x="12" y="6"/>
                    <a:pt x="11" y="7"/>
                  </a:cubicBezTo>
                  <a:cubicBezTo>
                    <a:pt x="10" y="7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6" y="7"/>
                    <a:pt x="0" y="6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2" name="iśľîḑè"/>
            <p:cNvSpPr/>
            <p:nvPr/>
          </p:nvSpPr>
          <p:spPr bwMode="auto">
            <a:xfrm>
              <a:off x="7510463" y="3352800"/>
              <a:ext cx="207963" cy="184150"/>
            </a:xfrm>
            <a:custGeom>
              <a:avLst/>
              <a:gdLst>
                <a:gd name="T0" fmla="*/ 25 w 39"/>
                <a:gd name="T1" fmla="*/ 7 h 34"/>
                <a:gd name="T2" fmla="*/ 25 w 39"/>
                <a:gd name="T3" fmla="*/ 7 h 34"/>
                <a:gd name="T4" fmla="*/ 27 w 39"/>
                <a:gd name="T5" fmla="*/ 6 h 34"/>
                <a:gd name="T6" fmla="*/ 27 w 39"/>
                <a:gd name="T7" fmla="*/ 5 h 34"/>
                <a:gd name="T8" fmla="*/ 24 w 39"/>
                <a:gd name="T9" fmla="*/ 6 h 34"/>
                <a:gd name="T10" fmla="*/ 24 w 39"/>
                <a:gd name="T11" fmla="*/ 7 h 34"/>
                <a:gd name="T12" fmla="*/ 25 w 39"/>
                <a:gd name="T13" fmla="*/ 13 h 34"/>
                <a:gd name="T14" fmla="*/ 26 w 39"/>
                <a:gd name="T15" fmla="*/ 25 h 34"/>
                <a:gd name="T16" fmla="*/ 25 w 39"/>
                <a:gd name="T17" fmla="*/ 32 h 34"/>
                <a:gd name="T18" fmla="*/ 24 w 39"/>
                <a:gd name="T19" fmla="*/ 33 h 34"/>
                <a:gd name="T20" fmla="*/ 21 w 39"/>
                <a:gd name="T21" fmla="*/ 33 h 34"/>
                <a:gd name="T22" fmla="*/ 17 w 39"/>
                <a:gd name="T23" fmla="*/ 31 h 34"/>
                <a:gd name="T24" fmla="*/ 5 w 39"/>
                <a:gd name="T25" fmla="*/ 24 h 34"/>
                <a:gd name="T26" fmla="*/ 0 w 39"/>
                <a:gd name="T27" fmla="*/ 21 h 34"/>
                <a:gd name="T28" fmla="*/ 8 w 39"/>
                <a:gd name="T29" fmla="*/ 23 h 34"/>
                <a:gd name="T30" fmla="*/ 15 w 39"/>
                <a:gd name="T31" fmla="*/ 24 h 34"/>
                <a:gd name="T32" fmla="*/ 19 w 39"/>
                <a:gd name="T33" fmla="*/ 25 h 34"/>
                <a:gd name="T34" fmla="*/ 20 w 39"/>
                <a:gd name="T35" fmla="*/ 18 h 34"/>
                <a:gd name="T36" fmla="*/ 21 w 39"/>
                <a:gd name="T37" fmla="*/ 7 h 34"/>
                <a:gd name="T38" fmla="*/ 21 w 39"/>
                <a:gd name="T39" fmla="*/ 7 h 34"/>
                <a:gd name="T40" fmla="*/ 17 w 39"/>
                <a:gd name="T41" fmla="*/ 9 h 34"/>
                <a:gd name="T42" fmla="*/ 5 w 39"/>
                <a:gd name="T43" fmla="*/ 13 h 34"/>
                <a:gd name="T44" fmla="*/ 3 w 39"/>
                <a:gd name="T45" fmla="*/ 9 h 34"/>
                <a:gd name="T46" fmla="*/ 7 w 39"/>
                <a:gd name="T47" fmla="*/ 10 h 34"/>
                <a:gd name="T48" fmla="*/ 11 w 39"/>
                <a:gd name="T49" fmla="*/ 8 h 34"/>
                <a:gd name="T50" fmla="*/ 19 w 39"/>
                <a:gd name="T51" fmla="*/ 4 h 34"/>
                <a:gd name="T52" fmla="*/ 29 w 39"/>
                <a:gd name="T53" fmla="*/ 2 h 34"/>
                <a:gd name="T54" fmla="*/ 33 w 39"/>
                <a:gd name="T55" fmla="*/ 0 h 34"/>
                <a:gd name="T56" fmla="*/ 37 w 39"/>
                <a:gd name="T57" fmla="*/ 1 h 34"/>
                <a:gd name="T58" fmla="*/ 39 w 39"/>
                <a:gd name="T59" fmla="*/ 3 h 34"/>
                <a:gd name="T60" fmla="*/ 39 w 39"/>
                <a:gd name="T61" fmla="*/ 5 h 34"/>
                <a:gd name="T62" fmla="*/ 25 w 39"/>
                <a:gd name="T6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" h="34"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7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6" y="8"/>
                    <a:pt x="25" y="10"/>
                    <a:pt x="25" y="13"/>
                  </a:cubicBezTo>
                  <a:cubicBezTo>
                    <a:pt x="26" y="17"/>
                    <a:pt x="26" y="21"/>
                    <a:pt x="26" y="25"/>
                  </a:cubicBezTo>
                  <a:cubicBezTo>
                    <a:pt x="26" y="26"/>
                    <a:pt x="26" y="31"/>
                    <a:pt x="25" y="32"/>
                  </a:cubicBezTo>
                  <a:cubicBezTo>
                    <a:pt x="25" y="32"/>
                    <a:pt x="25" y="33"/>
                    <a:pt x="24" y="33"/>
                  </a:cubicBezTo>
                  <a:cubicBezTo>
                    <a:pt x="23" y="34"/>
                    <a:pt x="22" y="33"/>
                    <a:pt x="21" y="33"/>
                  </a:cubicBezTo>
                  <a:cubicBezTo>
                    <a:pt x="20" y="32"/>
                    <a:pt x="18" y="32"/>
                    <a:pt x="17" y="31"/>
                  </a:cubicBezTo>
                  <a:cubicBezTo>
                    <a:pt x="13" y="29"/>
                    <a:pt x="8" y="26"/>
                    <a:pt x="5" y="24"/>
                  </a:cubicBezTo>
                  <a:cubicBezTo>
                    <a:pt x="3" y="23"/>
                    <a:pt x="0" y="23"/>
                    <a:pt x="0" y="21"/>
                  </a:cubicBezTo>
                  <a:cubicBezTo>
                    <a:pt x="3" y="21"/>
                    <a:pt x="5" y="23"/>
                    <a:pt x="8" y="23"/>
                  </a:cubicBezTo>
                  <a:cubicBezTo>
                    <a:pt x="10" y="24"/>
                    <a:pt x="12" y="24"/>
                    <a:pt x="15" y="24"/>
                  </a:cubicBezTo>
                  <a:cubicBezTo>
                    <a:pt x="16" y="24"/>
                    <a:pt x="19" y="25"/>
                    <a:pt x="19" y="25"/>
                  </a:cubicBezTo>
                  <a:cubicBezTo>
                    <a:pt x="21" y="23"/>
                    <a:pt x="20" y="21"/>
                    <a:pt x="20" y="18"/>
                  </a:cubicBezTo>
                  <a:cubicBezTo>
                    <a:pt x="21" y="16"/>
                    <a:pt x="22" y="9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8"/>
                    <a:pt x="18" y="9"/>
                    <a:pt x="17" y="9"/>
                  </a:cubicBezTo>
                  <a:cubicBezTo>
                    <a:pt x="14" y="11"/>
                    <a:pt x="10" y="14"/>
                    <a:pt x="5" y="13"/>
                  </a:cubicBezTo>
                  <a:cubicBezTo>
                    <a:pt x="4" y="12"/>
                    <a:pt x="3" y="11"/>
                    <a:pt x="3" y="9"/>
                  </a:cubicBezTo>
                  <a:cubicBezTo>
                    <a:pt x="4" y="9"/>
                    <a:pt x="5" y="10"/>
                    <a:pt x="7" y="10"/>
                  </a:cubicBezTo>
                  <a:cubicBezTo>
                    <a:pt x="8" y="9"/>
                    <a:pt x="10" y="8"/>
                    <a:pt x="11" y="8"/>
                  </a:cubicBezTo>
                  <a:cubicBezTo>
                    <a:pt x="14" y="6"/>
                    <a:pt x="17" y="5"/>
                    <a:pt x="19" y="4"/>
                  </a:cubicBezTo>
                  <a:cubicBezTo>
                    <a:pt x="22" y="3"/>
                    <a:pt x="25" y="3"/>
                    <a:pt x="29" y="2"/>
                  </a:cubicBezTo>
                  <a:cubicBezTo>
                    <a:pt x="30" y="1"/>
                    <a:pt x="31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8" y="2"/>
                    <a:pt x="38" y="2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6" y="7"/>
                    <a:pt x="30" y="8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3" name="iŝ1iḍe"/>
            <p:cNvSpPr/>
            <p:nvPr/>
          </p:nvSpPr>
          <p:spPr bwMode="auto">
            <a:xfrm>
              <a:off x="7472363" y="3055938"/>
              <a:ext cx="315913" cy="334963"/>
            </a:xfrm>
            <a:custGeom>
              <a:avLst/>
              <a:gdLst>
                <a:gd name="T0" fmla="*/ 41 w 59"/>
                <a:gd name="T1" fmla="*/ 7 h 62"/>
                <a:gd name="T2" fmla="*/ 31 w 59"/>
                <a:gd name="T3" fmla="*/ 15 h 62"/>
                <a:gd name="T4" fmla="*/ 29 w 59"/>
                <a:gd name="T5" fmla="*/ 18 h 62"/>
                <a:gd name="T6" fmla="*/ 48 w 59"/>
                <a:gd name="T7" fmla="*/ 10 h 62"/>
                <a:gd name="T8" fmla="*/ 57 w 59"/>
                <a:gd name="T9" fmla="*/ 10 h 62"/>
                <a:gd name="T10" fmla="*/ 43 w 59"/>
                <a:gd name="T11" fmla="*/ 30 h 62"/>
                <a:gd name="T12" fmla="*/ 39 w 59"/>
                <a:gd name="T13" fmla="*/ 37 h 62"/>
                <a:gd name="T14" fmla="*/ 51 w 59"/>
                <a:gd name="T15" fmla="*/ 34 h 62"/>
                <a:gd name="T16" fmla="*/ 52 w 59"/>
                <a:gd name="T17" fmla="*/ 41 h 62"/>
                <a:gd name="T18" fmla="*/ 38 w 59"/>
                <a:gd name="T19" fmla="*/ 46 h 62"/>
                <a:gd name="T20" fmla="*/ 26 w 59"/>
                <a:gd name="T21" fmla="*/ 48 h 62"/>
                <a:gd name="T22" fmla="*/ 45 w 59"/>
                <a:gd name="T23" fmla="*/ 40 h 62"/>
                <a:gd name="T24" fmla="*/ 50 w 59"/>
                <a:gd name="T25" fmla="*/ 36 h 62"/>
                <a:gd name="T26" fmla="*/ 39 w 59"/>
                <a:gd name="T27" fmla="*/ 39 h 62"/>
                <a:gd name="T28" fmla="*/ 33 w 59"/>
                <a:gd name="T29" fmla="*/ 42 h 62"/>
                <a:gd name="T30" fmla="*/ 26 w 59"/>
                <a:gd name="T31" fmla="*/ 43 h 62"/>
                <a:gd name="T32" fmla="*/ 2 w 59"/>
                <a:gd name="T33" fmla="*/ 62 h 62"/>
                <a:gd name="T34" fmla="*/ 1 w 59"/>
                <a:gd name="T35" fmla="*/ 56 h 62"/>
                <a:gd name="T36" fmla="*/ 9 w 59"/>
                <a:gd name="T37" fmla="*/ 45 h 62"/>
                <a:gd name="T38" fmla="*/ 3 w 59"/>
                <a:gd name="T39" fmla="*/ 57 h 62"/>
                <a:gd name="T40" fmla="*/ 7 w 59"/>
                <a:gd name="T41" fmla="*/ 54 h 62"/>
                <a:gd name="T42" fmla="*/ 20 w 59"/>
                <a:gd name="T43" fmla="*/ 44 h 62"/>
                <a:gd name="T44" fmla="*/ 28 w 59"/>
                <a:gd name="T45" fmla="*/ 40 h 62"/>
                <a:gd name="T46" fmla="*/ 23 w 59"/>
                <a:gd name="T47" fmla="*/ 34 h 62"/>
                <a:gd name="T48" fmla="*/ 15 w 59"/>
                <a:gd name="T49" fmla="*/ 40 h 62"/>
                <a:gd name="T50" fmla="*/ 20 w 59"/>
                <a:gd name="T51" fmla="*/ 31 h 62"/>
                <a:gd name="T52" fmla="*/ 15 w 59"/>
                <a:gd name="T53" fmla="*/ 30 h 62"/>
                <a:gd name="T54" fmla="*/ 13 w 59"/>
                <a:gd name="T55" fmla="*/ 18 h 62"/>
                <a:gd name="T56" fmla="*/ 12 w 59"/>
                <a:gd name="T57" fmla="*/ 14 h 62"/>
                <a:gd name="T58" fmla="*/ 18 w 59"/>
                <a:gd name="T59" fmla="*/ 22 h 62"/>
                <a:gd name="T60" fmla="*/ 21 w 59"/>
                <a:gd name="T61" fmla="*/ 29 h 62"/>
                <a:gd name="T62" fmla="*/ 23 w 59"/>
                <a:gd name="T63" fmla="*/ 16 h 62"/>
                <a:gd name="T64" fmla="*/ 35 w 59"/>
                <a:gd name="T65" fmla="*/ 3 h 62"/>
                <a:gd name="T66" fmla="*/ 52 w 59"/>
                <a:gd name="T67" fmla="*/ 11 h 62"/>
                <a:gd name="T68" fmla="*/ 35 w 59"/>
                <a:gd name="T69" fmla="*/ 17 h 62"/>
                <a:gd name="T70" fmla="*/ 40 w 59"/>
                <a:gd name="T71" fmla="*/ 28 h 62"/>
                <a:gd name="T72" fmla="*/ 40 w 59"/>
                <a:gd name="T73" fmla="*/ 28 h 62"/>
                <a:gd name="T74" fmla="*/ 49 w 59"/>
                <a:gd name="T75" fmla="*/ 17 h 62"/>
                <a:gd name="T76" fmla="*/ 39 w 59"/>
                <a:gd name="T77" fmla="*/ 29 h 62"/>
                <a:gd name="T78" fmla="*/ 30 w 59"/>
                <a:gd name="T79" fmla="*/ 32 h 62"/>
                <a:gd name="T80" fmla="*/ 32 w 59"/>
                <a:gd name="T81" fmla="*/ 38 h 62"/>
                <a:gd name="T82" fmla="*/ 39 w 59"/>
                <a:gd name="T83" fmla="*/ 29 h 62"/>
                <a:gd name="T84" fmla="*/ 29 w 59"/>
                <a:gd name="T85" fmla="*/ 28 h 62"/>
                <a:gd name="T86" fmla="*/ 30 w 59"/>
                <a:gd name="T87" fmla="*/ 30 h 62"/>
                <a:gd name="T88" fmla="*/ 35 w 59"/>
                <a:gd name="T89" fmla="*/ 20 h 62"/>
                <a:gd name="T90" fmla="*/ 31 w 59"/>
                <a:gd name="T91" fmla="*/ 19 h 62"/>
                <a:gd name="T92" fmla="*/ 31 w 59"/>
                <a:gd name="T93" fmla="*/ 24 h 62"/>
                <a:gd name="T94" fmla="*/ 28 w 59"/>
                <a:gd name="T95" fmla="*/ 31 h 62"/>
                <a:gd name="T96" fmla="*/ 28 w 59"/>
                <a:gd name="T97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62">
                  <a:moveTo>
                    <a:pt x="33" y="0"/>
                  </a:moveTo>
                  <a:cubicBezTo>
                    <a:pt x="37" y="0"/>
                    <a:pt x="41" y="3"/>
                    <a:pt x="41" y="7"/>
                  </a:cubicBezTo>
                  <a:cubicBezTo>
                    <a:pt x="40" y="8"/>
                    <a:pt x="39" y="9"/>
                    <a:pt x="38" y="10"/>
                  </a:cubicBezTo>
                  <a:cubicBezTo>
                    <a:pt x="36" y="12"/>
                    <a:pt x="34" y="13"/>
                    <a:pt x="31" y="15"/>
                  </a:cubicBezTo>
                  <a:cubicBezTo>
                    <a:pt x="30" y="15"/>
                    <a:pt x="28" y="16"/>
                    <a:pt x="28" y="17"/>
                  </a:cubicBezTo>
                  <a:cubicBezTo>
                    <a:pt x="28" y="17"/>
                    <a:pt x="29" y="18"/>
                    <a:pt x="29" y="18"/>
                  </a:cubicBezTo>
                  <a:cubicBezTo>
                    <a:pt x="31" y="17"/>
                    <a:pt x="32" y="16"/>
                    <a:pt x="34" y="15"/>
                  </a:cubicBezTo>
                  <a:cubicBezTo>
                    <a:pt x="39" y="13"/>
                    <a:pt x="43" y="11"/>
                    <a:pt x="48" y="10"/>
                  </a:cubicBezTo>
                  <a:cubicBezTo>
                    <a:pt x="51" y="9"/>
                    <a:pt x="54" y="8"/>
                    <a:pt x="57" y="9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7" y="14"/>
                    <a:pt x="53" y="16"/>
                    <a:pt x="51" y="19"/>
                  </a:cubicBezTo>
                  <a:cubicBezTo>
                    <a:pt x="48" y="22"/>
                    <a:pt x="46" y="26"/>
                    <a:pt x="43" y="30"/>
                  </a:cubicBezTo>
                  <a:cubicBezTo>
                    <a:pt x="43" y="31"/>
                    <a:pt x="43" y="31"/>
                    <a:pt x="42" y="32"/>
                  </a:cubicBezTo>
                  <a:cubicBezTo>
                    <a:pt x="41" y="33"/>
                    <a:pt x="40" y="35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2" y="35"/>
                    <a:pt x="49" y="34"/>
                    <a:pt x="51" y="34"/>
                  </a:cubicBezTo>
                  <a:cubicBezTo>
                    <a:pt x="53" y="33"/>
                    <a:pt x="56" y="34"/>
                    <a:pt x="56" y="35"/>
                  </a:cubicBezTo>
                  <a:cubicBezTo>
                    <a:pt x="59" y="37"/>
                    <a:pt x="54" y="40"/>
                    <a:pt x="52" y="41"/>
                  </a:cubicBezTo>
                  <a:cubicBezTo>
                    <a:pt x="50" y="43"/>
                    <a:pt x="46" y="44"/>
                    <a:pt x="43" y="45"/>
                  </a:cubicBezTo>
                  <a:cubicBezTo>
                    <a:pt x="41" y="45"/>
                    <a:pt x="39" y="45"/>
                    <a:pt x="38" y="46"/>
                  </a:cubicBezTo>
                  <a:cubicBezTo>
                    <a:pt x="34" y="47"/>
                    <a:pt x="31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7" y="47"/>
                    <a:pt x="29" y="47"/>
                    <a:pt x="30" y="46"/>
                  </a:cubicBezTo>
                  <a:cubicBezTo>
                    <a:pt x="34" y="44"/>
                    <a:pt x="40" y="42"/>
                    <a:pt x="45" y="40"/>
                  </a:cubicBezTo>
                  <a:cubicBezTo>
                    <a:pt x="47" y="39"/>
                    <a:pt x="50" y="38"/>
                    <a:pt x="51" y="36"/>
                  </a:cubicBezTo>
                  <a:cubicBezTo>
                    <a:pt x="51" y="36"/>
                    <a:pt x="50" y="36"/>
                    <a:pt x="50" y="36"/>
                  </a:cubicBezTo>
                  <a:cubicBezTo>
                    <a:pt x="49" y="37"/>
                    <a:pt x="48" y="37"/>
                    <a:pt x="47" y="37"/>
                  </a:cubicBezTo>
                  <a:cubicBezTo>
                    <a:pt x="45" y="38"/>
                    <a:pt x="42" y="38"/>
                    <a:pt x="39" y="39"/>
                  </a:cubicBezTo>
                  <a:cubicBezTo>
                    <a:pt x="38" y="39"/>
                    <a:pt x="37" y="40"/>
                    <a:pt x="36" y="40"/>
                  </a:cubicBezTo>
                  <a:cubicBezTo>
                    <a:pt x="35" y="41"/>
                    <a:pt x="34" y="42"/>
                    <a:pt x="33" y="42"/>
                  </a:cubicBezTo>
                  <a:cubicBezTo>
                    <a:pt x="31" y="43"/>
                    <a:pt x="30" y="42"/>
                    <a:pt x="29" y="42"/>
                  </a:cubicBezTo>
                  <a:cubicBezTo>
                    <a:pt x="28" y="42"/>
                    <a:pt x="27" y="43"/>
                    <a:pt x="26" y="43"/>
                  </a:cubicBezTo>
                  <a:cubicBezTo>
                    <a:pt x="22" y="45"/>
                    <a:pt x="18" y="46"/>
                    <a:pt x="15" y="48"/>
                  </a:cubicBezTo>
                  <a:cubicBezTo>
                    <a:pt x="11" y="51"/>
                    <a:pt x="8" y="60"/>
                    <a:pt x="2" y="62"/>
                  </a:cubicBezTo>
                  <a:cubicBezTo>
                    <a:pt x="1" y="62"/>
                    <a:pt x="0" y="62"/>
                    <a:pt x="0" y="61"/>
                  </a:cubicBezTo>
                  <a:cubicBezTo>
                    <a:pt x="0" y="60"/>
                    <a:pt x="0" y="57"/>
                    <a:pt x="1" y="56"/>
                  </a:cubicBezTo>
                  <a:cubicBezTo>
                    <a:pt x="3" y="53"/>
                    <a:pt x="5" y="50"/>
                    <a:pt x="7" y="47"/>
                  </a:cubicBezTo>
                  <a:cubicBezTo>
                    <a:pt x="8" y="46"/>
                    <a:pt x="8" y="45"/>
                    <a:pt x="9" y="45"/>
                  </a:cubicBezTo>
                  <a:cubicBezTo>
                    <a:pt x="9" y="46"/>
                    <a:pt x="8" y="47"/>
                    <a:pt x="8" y="48"/>
                  </a:cubicBezTo>
                  <a:cubicBezTo>
                    <a:pt x="6" y="51"/>
                    <a:pt x="4" y="5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9" y="52"/>
                    <a:pt x="10" y="50"/>
                    <a:pt x="12" y="49"/>
                  </a:cubicBezTo>
                  <a:cubicBezTo>
                    <a:pt x="15" y="47"/>
                    <a:pt x="17" y="45"/>
                    <a:pt x="20" y="44"/>
                  </a:cubicBezTo>
                  <a:cubicBezTo>
                    <a:pt x="22" y="43"/>
                    <a:pt x="24" y="42"/>
                    <a:pt x="26" y="41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6" y="36"/>
                    <a:pt x="25" y="35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0" y="36"/>
                    <a:pt x="19" y="40"/>
                    <a:pt x="15" y="40"/>
                  </a:cubicBezTo>
                  <a:cubicBezTo>
                    <a:pt x="15" y="40"/>
                    <a:pt x="15" y="40"/>
                    <a:pt x="15" y="39"/>
                  </a:cubicBezTo>
                  <a:cubicBezTo>
                    <a:pt x="17" y="38"/>
                    <a:pt x="20" y="34"/>
                    <a:pt x="20" y="31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8" y="31"/>
                    <a:pt x="15" y="32"/>
                    <a:pt x="15" y="30"/>
                  </a:cubicBezTo>
                  <a:cubicBezTo>
                    <a:pt x="16" y="29"/>
                    <a:pt x="15" y="27"/>
                    <a:pt x="15" y="26"/>
                  </a:cubicBezTo>
                  <a:cubicBezTo>
                    <a:pt x="14" y="23"/>
                    <a:pt x="14" y="21"/>
                    <a:pt x="13" y="18"/>
                  </a:cubicBezTo>
                  <a:cubicBezTo>
                    <a:pt x="12" y="17"/>
                    <a:pt x="12" y="16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6" y="18"/>
                    <a:pt x="17" y="20"/>
                    <a:pt x="18" y="22"/>
                  </a:cubicBezTo>
                  <a:cubicBezTo>
                    <a:pt x="19" y="23"/>
                    <a:pt x="20" y="25"/>
                    <a:pt x="21" y="27"/>
                  </a:cubicBezTo>
                  <a:cubicBezTo>
                    <a:pt x="21" y="28"/>
                    <a:pt x="21" y="28"/>
                    <a:pt x="21" y="29"/>
                  </a:cubicBezTo>
                  <a:cubicBezTo>
                    <a:pt x="23" y="27"/>
                    <a:pt x="25" y="24"/>
                    <a:pt x="25" y="21"/>
                  </a:cubicBezTo>
                  <a:cubicBezTo>
                    <a:pt x="24" y="20"/>
                    <a:pt x="23" y="18"/>
                    <a:pt x="23" y="16"/>
                  </a:cubicBezTo>
                  <a:cubicBezTo>
                    <a:pt x="24" y="16"/>
                    <a:pt x="25" y="16"/>
                    <a:pt x="26" y="17"/>
                  </a:cubicBezTo>
                  <a:cubicBezTo>
                    <a:pt x="28" y="13"/>
                    <a:pt x="34" y="7"/>
                    <a:pt x="35" y="3"/>
                  </a:cubicBezTo>
                  <a:cubicBezTo>
                    <a:pt x="34" y="2"/>
                    <a:pt x="33" y="1"/>
                    <a:pt x="33" y="0"/>
                  </a:cubicBezTo>
                  <a:close/>
                  <a:moveTo>
                    <a:pt x="52" y="11"/>
                  </a:moveTo>
                  <a:cubicBezTo>
                    <a:pt x="47" y="11"/>
                    <a:pt x="44" y="13"/>
                    <a:pt x="41" y="15"/>
                  </a:cubicBezTo>
                  <a:cubicBezTo>
                    <a:pt x="39" y="16"/>
                    <a:pt x="37" y="16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8" y="20"/>
                    <a:pt x="41" y="22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2" y="25"/>
                    <a:pt x="43" y="24"/>
                  </a:cubicBezTo>
                  <a:cubicBezTo>
                    <a:pt x="45" y="22"/>
                    <a:pt x="47" y="19"/>
                    <a:pt x="49" y="17"/>
                  </a:cubicBezTo>
                  <a:cubicBezTo>
                    <a:pt x="50" y="15"/>
                    <a:pt x="51" y="13"/>
                    <a:pt x="52" y="11"/>
                  </a:cubicBezTo>
                  <a:close/>
                  <a:moveTo>
                    <a:pt x="39" y="29"/>
                  </a:moveTo>
                  <a:cubicBezTo>
                    <a:pt x="39" y="29"/>
                    <a:pt x="33" y="31"/>
                    <a:pt x="33" y="32"/>
                  </a:cubicBezTo>
                  <a:cubicBezTo>
                    <a:pt x="32" y="32"/>
                    <a:pt x="30" y="32"/>
                    <a:pt x="30" y="32"/>
                  </a:cubicBezTo>
                  <a:cubicBezTo>
                    <a:pt x="30" y="33"/>
                    <a:pt x="30" y="34"/>
                    <a:pt x="30" y="34"/>
                  </a:cubicBezTo>
                  <a:cubicBezTo>
                    <a:pt x="31" y="36"/>
                    <a:pt x="30" y="37"/>
                    <a:pt x="32" y="38"/>
                  </a:cubicBezTo>
                  <a:cubicBezTo>
                    <a:pt x="34" y="34"/>
                    <a:pt x="37" y="32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lose/>
                  <a:moveTo>
                    <a:pt x="28" y="28"/>
                  </a:moveTo>
                  <a:cubicBezTo>
                    <a:pt x="28" y="28"/>
                    <a:pt x="29" y="28"/>
                    <a:pt x="29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9"/>
                    <a:pt x="29" y="30"/>
                    <a:pt x="30" y="30"/>
                  </a:cubicBezTo>
                  <a:cubicBezTo>
                    <a:pt x="32" y="28"/>
                    <a:pt x="37" y="28"/>
                    <a:pt x="37" y="24"/>
                  </a:cubicBezTo>
                  <a:cubicBezTo>
                    <a:pt x="36" y="23"/>
                    <a:pt x="36" y="21"/>
                    <a:pt x="35" y="20"/>
                  </a:cubicBezTo>
                  <a:cubicBezTo>
                    <a:pt x="35" y="19"/>
                    <a:pt x="34" y="19"/>
                    <a:pt x="33" y="18"/>
                  </a:cubicBezTo>
                  <a:cubicBezTo>
                    <a:pt x="33" y="18"/>
                    <a:pt x="32" y="18"/>
                    <a:pt x="31" y="19"/>
                  </a:cubicBezTo>
                  <a:cubicBezTo>
                    <a:pt x="32" y="19"/>
                    <a:pt x="34" y="21"/>
                    <a:pt x="33" y="22"/>
                  </a:cubicBezTo>
                  <a:cubicBezTo>
                    <a:pt x="33" y="23"/>
                    <a:pt x="32" y="23"/>
                    <a:pt x="31" y="24"/>
                  </a:cubicBezTo>
                  <a:cubicBezTo>
                    <a:pt x="30" y="25"/>
                    <a:pt x="27" y="28"/>
                    <a:pt x="27" y="30"/>
                  </a:cubicBezTo>
                  <a:cubicBezTo>
                    <a:pt x="27" y="30"/>
                    <a:pt x="27" y="31"/>
                    <a:pt x="28" y="31"/>
                  </a:cubicBezTo>
                  <a:cubicBezTo>
                    <a:pt x="28" y="31"/>
                    <a:pt x="28" y="31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29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4" name="ïŝḷîďé"/>
            <p:cNvSpPr/>
            <p:nvPr/>
          </p:nvSpPr>
          <p:spPr bwMode="auto">
            <a:xfrm>
              <a:off x="6002338" y="3148013"/>
              <a:ext cx="223838" cy="346075"/>
            </a:xfrm>
            <a:custGeom>
              <a:avLst/>
              <a:gdLst>
                <a:gd name="T0" fmla="*/ 31 w 42"/>
                <a:gd name="T1" fmla="*/ 43 h 64"/>
                <a:gd name="T2" fmla="*/ 33 w 42"/>
                <a:gd name="T3" fmla="*/ 34 h 64"/>
                <a:gd name="T4" fmla="*/ 32 w 42"/>
                <a:gd name="T5" fmla="*/ 28 h 64"/>
                <a:gd name="T6" fmla="*/ 29 w 42"/>
                <a:gd name="T7" fmla="*/ 29 h 64"/>
                <a:gd name="T8" fmla="*/ 23 w 42"/>
                <a:gd name="T9" fmla="*/ 34 h 64"/>
                <a:gd name="T10" fmla="*/ 23 w 42"/>
                <a:gd name="T11" fmla="*/ 40 h 64"/>
                <a:gd name="T12" fmla="*/ 11 w 42"/>
                <a:gd name="T13" fmla="*/ 45 h 64"/>
                <a:gd name="T14" fmla="*/ 1 w 42"/>
                <a:gd name="T15" fmla="*/ 44 h 64"/>
                <a:gd name="T16" fmla="*/ 1 w 42"/>
                <a:gd name="T17" fmla="*/ 40 h 64"/>
                <a:gd name="T18" fmla="*/ 6 w 42"/>
                <a:gd name="T19" fmla="*/ 39 h 64"/>
                <a:gd name="T20" fmla="*/ 13 w 42"/>
                <a:gd name="T21" fmla="*/ 34 h 64"/>
                <a:gd name="T22" fmla="*/ 11 w 42"/>
                <a:gd name="T23" fmla="*/ 31 h 64"/>
                <a:gd name="T24" fmla="*/ 6 w 42"/>
                <a:gd name="T25" fmla="*/ 33 h 64"/>
                <a:gd name="T26" fmla="*/ 1 w 42"/>
                <a:gd name="T27" fmla="*/ 29 h 64"/>
                <a:gd name="T28" fmla="*/ 1 w 42"/>
                <a:gd name="T29" fmla="*/ 28 h 64"/>
                <a:gd name="T30" fmla="*/ 5 w 42"/>
                <a:gd name="T31" fmla="*/ 26 h 64"/>
                <a:gd name="T32" fmla="*/ 8 w 42"/>
                <a:gd name="T33" fmla="*/ 25 h 64"/>
                <a:gd name="T34" fmla="*/ 17 w 42"/>
                <a:gd name="T35" fmla="*/ 21 h 64"/>
                <a:gd name="T36" fmla="*/ 21 w 42"/>
                <a:gd name="T37" fmla="*/ 12 h 64"/>
                <a:gd name="T38" fmla="*/ 22 w 42"/>
                <a:gd name="T39" fmla="*/ 8 h 64"/>
                <a:gd name="T40" fmla="*/ 25 w 42"/>
                <a:gd name="T41" fmla="*/ 0 h 64"/>
                <a:gd name="T42" fmla="*/ 28 w 42"/>
                <a:gd name="T43" fmla="*/ 1 h 64"/>
                <a:gd name="T44" fmla="*/ 29 w 42"/>
                <a:gd name="T45" fmla="*/ 13 h 64"/>
                <a:gd name="T46" fmla="*/ 33 w 42"/>
                <a:gd name="T47" fmla="*/ 13 h 64"/>
                <a:gd name="T48" fmla="*/ 36 w 42"/>
                <a:gd name="T49" fmla="*/ 9 h 64"/>
                <a:gd name="T50" fmla="*/ 41 w 42"/>
                <a:gd name="T51" fmla="*/ 12 h 64"/>
                <a:gd name="T52" fmla="*/ 26 w 42"/>
                <a:gd name="T53" fmla="*/ 21 h 64"/>
                <a:gd name="T54" fmla="*/ 17 w 42"/>
                <a:gd name="T55" fmla="*/ 29 h 64"/>
                <a:gd name="T56" fmla="*/ 25 w 42"/>
                <a:gd name="T57" fmla="*/ 28 h 64"/>
                <a:gd name="T58" fmla="*/ 33 w 42"/>
                <a:gd name="T59" fmla="*/ 24 h 64"/>
                <a:gd name="T60" fmla="*/ 37 w 42"/>
                <a:gd name="T61" fmla="*/ 21 h 64"/>
                <a:gd name="T62" fmla="*/ 42 w 42"/>
                <a:gd name="T63" fmla="*/ 26 h 64"/>
                <a:gd name="T64" fmla="*/ 38 w 42"/>
                <a:gd name="T65" fmla="*/ 38 h 64"/>
                <a:gd name="T66" fmla="*/ 32 w 42"/>
                <a:gd name="T67" fmla="*/ 63 h 64"/>
                <a:gd name="T68" fmla="*/ 25 w 42"/>
                <a:gd name="T69" fmla="*/ 57 h 64"/>
                <a:gd name="T70" fmla="*/ 22 w 42"/>
                <a:gd name="T71" fmla="*/ 55 h 64"/>
                <a:gd name="T72" fmla="*/ 17 w 42"/>
                <a:gd name="T73" fmla="*/ 62 h 64"/>
                <a:gd name="T74" fmla="*/ 15 w 42"/>
                <a:gd name="T75" fmla="*/ 64 h 64"/>
                <a:gd name="T76" fmla="*/ 12 w 42"/>
                <a:gd name="T77" fmla="*/ 64 h 64"/>
                <a:gd name="T78" fmla="*/ 9 w 42"/>
                <a:gd name="T79" fmla="*/ 58 h 64"/>
                <a:gd name="T80" fmla="*/ 11 w 42"/>
                <a:gd name="T81" fmla="*/ 54 h 64"/>
                <a:gd name="T82" fmla="*/ 10 w 42"/>
                <a:gd name="T83" fmla="*/ 52 h 64"/>
                <a:gd name="T84" fmla="*/ 15 w 42"/>
                <a:gd name="T85" fmla="*/ 47 h 64"/>
                <a:gd name="T86" fmla="*/ 22 w 42"/>
                <a:gd name="T87" fmla="*/ 48 h 64"/>
                <a:gd name="T88" fmla="*/ 24 w 42"/>
                <a:gd name="T89" fmla="*/ 53 h 64"/>
                <a:gd name="T90" fmla="*/ 31 w 42"/>
                <a:gd name="T91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" h="64">
                  <a:moveTo>
                    <a:pt x="31" y="50"/>
                  </a:moveTo>
                  <a:cubicBezTo>
                    <a:pt x="31" y="46"/>
                    <a:pt x="31" y="46"/>
                    <a:pt x="31" y="43"/>
                  </a:cubicBezTo>
                  <a:cubicBezTo>
                    <a:pt x="31" y="42"/>
                    <a:pt x="32" y="40"/>
                    <a:pt x="32" y="38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3"/>
                    <a:pt x="34" y="30"/>
                    <a:pt x="33" y="30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1" y="28"/>
                    <a:pt x="31" y="28"/>
                    <a:pt x="30" y="28"/>
                  </a:cubicBezTo>
                  <a:cubicBezTo>
                    <a:pt x="30" y="29"/>
                    <a:pt x="29" y="29"/>
                    <a:pt x="29" y="29"/>
                  </a:cubicBezTo>
                  <a:cubicBezTo>
                    <a:pt x="28" y="29"/>
                    <a:pt x="28" y="30"/>
                    <a:pt x="27" y="30"/>
                  </a:cubicBezTo>
                  <a:cubicBezTo>
                    <a:pt x="25" y="31"/>
                    <a:pt x="24" y="32"/>
                    <a:pt x="23" y="34"/>
                  </a:cubicBezTo>
                  <a:cubicBezTo>
                    <a:pt x="23" y="35"/>
                    <a:pt x="24" y="38"/>
                    <a:pt x="23" y="39"/>
                  </a:cubicBezTo>
                  <a:cubicBezTo>
                    <a:pt x="23" y="39"/>
                    <a:pt x="23" y="40"/>
                    <a:pt x="23" y="40"/>
                  </a:cubicBezTo>
                  <a:cubicBezTo>
                    <a:pt x="21" y="40"/>
                    <a:pt x="18" y="40"/>
                    <a:pt x="17" y="41"/>
                  </a:cubicBezTo>
                  <a:cubicBezTo>
                    <a:pt x="15" y="43"/>
                    <a:pt x="12" y="45"/>
                    <a:pt x="11" y="45"/>
                  </a:cubicBezTo>
                  <a:cubicBezTo>
                    <a:pt x="10" y="46"/>
                    <a:pt x="5" y="46"/>
                    <a:pt x="3" y="45"/>
                  </a:cubicBezTo>
                  <a:cubicBezTo>
                    <a:pt x="3" y="45"/>
                    <a:pt x="2" y="44"/>
                    <a:pt x="1" y="44"/>
                  </a:cubicBezTo>
                  <a:cubicBezTo>
                    <a:pt x="1" y="43"/>
                    <a:pt x="0" y="41"/>
                    <a:pt x="0" y="41"/>
                  </a:cubicBezTo>
                  <a:cubicBezTo>
                    <a:pt x="1" y="40"/>
                    <a:pt x="0" y="40"/>
                    <a:pt x="1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5" y="39"/>
                    <a:pt x="6" y="39"/>
                  </a:cubicBezTo>
                  <a:cubicBezTo>
                    <a:pt x="8" y="38"/>
                    <a:pt x="10" y="37"/>
                    <a:pt x="11" y="37"/>
                  </a:cubicBezTo>
                  <a:cubicBezTo>
                    <a:pt x="12" y="36"/>
                    <a:pt x="13" y="35"/>
                    <a:pt x="13" y="34"/>
                  </a:cubicBezTo>
                  <a:cubicBezTo>
                    <a:pt x="13" y="34"/>
                    <a:pt x="13" y="34"/>
                    <a:pt x="13" y="33"/>
                  </a:cubicBezTo>
                  <a:cubicBezTo>
                    <a:pt x="13" y="32"/>
                    <a:pt x="12" y="32"/>
                    <a:pt x="11" y="31"/>
                  </a:cubicBezTo>
                  <a:cubicBezTo>
                    <a:pt x="10" y="31"/>
                    <a:pt x="9" y="31"/>
                    <a:pt x="8" y="32"/>
                  </a:cubicBezTo>
                  <a:cubicBezTo>
                    <a:pt x="8" y="32"/>
                    <a:pt x="7" y="33"/>
                    <a:pt x="6" y="33"/>
                  </a:cubicBezTo>
                  <a:cubicBezTo>
                    <a:pt x="5" y="32"/>
                    <a:pt x="3" y="32"/>
                    <a:pt x="2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2" y="26"/>
                    <a:pt x="0" y="26"/>
                    <a:pt x="5" y="26"/>
                  </a:cubicBezTo>
                  <a:cubicBezTo>
                    <a:pt x="6" y="26"/>
                    <a:pt x="6" y="26"/>
                    <a:pt x="7" y="26"/>
                  </a:cubicBezTo>
                  <a:cubicBezTo>
                    <a:pt x="7" y="25"/>
                    <a:pt x="7" y="25"/>
                    <a:pt x="8" y="25"/>
                  </a:cubicBezTo>
                  <a:cubicBezTo>
                    <a:pt x="9" y="25"/>
                    <a:pt x="10" y="25"/>
                    <a:pt x="12" y="24"/>
                  </a:cubicBezTo>
                  <a:cubicBezTo>
                    <a:pt x="14" y="23"/>
                    <a:pt x="16" y="22"/>
                    <a:pt x="17" y="21"/>
                  </a:cubicBezTo>
                  <a:cubicBezTo>
                    <a:pt x="18" y="20"/>
                    <a:pt x="19" y="18"/>
                    <a:pt x="19" y="16"/>
                  </a:cubicBezTo>
                  <a:cubicBezTo>
                    <a:pt x="20" y="15"/>
                    <a:pt x="20" y="13"/>
                    <a:pt x="21" y="12"/>
                  </a:cubicBezTo>
                  <a:cubicBezTo>
                    <a:pt x="21" y="11"/>
                    <a:pt x="21" y="10"/>
                    <a:pt x="21" y="9"/>
                  </a:cubicBezTo>
                  <a:cubicBezTo>
                    <a:pt x="21" y="9"/>
                    <a:pt x="22" y="8"/>
                    <a:pt x="22" y="8"/>
                  </a:cubicBezTo>
                  <a:cubicBezTo>
                    <a:pt x="22" y="7"/>
                    <a:pt x="22" y="6"/>
                    <a:pt x="23" y="5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5"/>
                    <a:pt x="30" y="6"/>
                    <a:pt x="30" y="7"/>
                  </a:cubicBezTo>
                  <a:cubicBezTo>
                    <a:pt x="31" y="8"/>
                    <a:pt x="30" y="10"/>
                    <a:pt x="29" y="13"/>
                  </a:cubicBezTo>
                  <a:cubicBezTo>
                    <a:pt x="29" y="14"/>
                    <a:pt x="30" y="14"/>
                    <a:pt x="31" y="13"/>
                  </a:cubicBezTo>
                  <a:cubicBezTo>
                    <a:pt x="32" y="13"/>
                    <a:pt x="33" y="12"/>
                    <a:pt x="33" y="13"/>
                  </a:cubicBezTo>
                  <a:cubicBezTo>
                    <a:pt x="32" y="13"/>
                    <a:pt x="34" y="11"/>
                    <a:pt x="34" y="11"/>
                  </a:cubicBezTo>
                  <a:cubicBezTo>
                    <a:pt x="35" y="10"/>
                    <a:pt x="36" y="9"/>
                    <a:pt x="36" y="9"/>
                  </a:cubicBezTo>
                  <a:cubicBezTo>
                    <a:pt x="37" y="9"/>
                    <a:pt x="39" y="8"/>
                    <a:pt x="40" y="9"/>
                  </a:cubicBezTo>
                  <a:cubicBezTo>
                    <a:pt x="41" y="10"/>
                    <a:pt x="42" y="11"/>
                    <a:pt x="41" y="12"/>
                  </a:cubicBezTo>
                  <a:cubicBezTo>
                    <a:pt x="39" y="15"/>
                    <a:pt x="38" y="15"/>
                    <a:pt x="37" y="15"/>
                  </a:cubicBezTo>
                  <a:cubicBezTo>
                    <a:pt x="30" y="18"/>
                    <a:pt x="28" y="19"/>
                    <a:pt x="26" y="21"/>
                  </a:cubicBezTo>
                  <a:cubicBezTo>
                    <a:pt x="23" y="22"/>
                    <a:pt x="23" y="24"/>
                    <a:pt x="20" y="27"/>
                  </a:cubicBezTo>
                  <a:cubicBezTo>
                    <a:pt x="19" y="28"/>
                    <a:pt x="18" y="29"/>
                    <a:pt x="17" y="29"/>
                  </a:cubicBezTo>
                  <a:cubicBezTo>
                    <a:pt x="17" y="30"/>
                    <a:pt x="18" y="32"/>
                    <a:pt x="19" y="32"/>
                  </a:cubicBezTo>
                  <a:cubicBezTo>
                    <a:pt x="20" y="32"/>
                    <a:pt x="23" y="29"/>
                    <a:pt x="25" y="28"/>
                  </a:cubicBezTo>
                  <a:cubicBezTo>
                    <a:pt x="26" y="27"/>
                    <a:pt x="28" y="26"/>
                    <a:pt x="30" y="25"/>
                  </a:cubicBezTo>
                  <a:cubicBezTo>
                    <a:pt x="31" y="25"/>
                    <a:pt x="32" y="25"/>
                    <a:pt x="33" y="24"/>
                  </a:cubicBezTo>
                  <a:cubicBezTo>
                    <a:pt x="34" y="23"/>
                    <a:pt x="35" y="22"/>
                    <a:pt x="36" y="22"/>
                  </a:cubicBezTo>
                  <a:cubicBezTo>
                    <a:pt x="36" y="21"/>
                    <a:pt x="36" y="21"/>
                    <a:pt x="37" y="21"/>
                  </a:cubicBezTo>
                  <a:cubicBezTo>
                    <a:pt x="38" y="21"/>
                    <a:pt x="42" y="21"/>
                    <a:pt x="42" y="22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2" y="27"/>
                    <a:pt x="42" y="31"/>
                    <a:pt x="40" y="33"/>
                  </a:cubicBezTo>
                  <a:cubicBezTo>
                    <a:pt x="39" y="35"/>
                    <a:pt x="39" y="36"/>
                    <a:pt x="38" y="38"/>
                  </a:cubicBezTo>
                  <a:cubicBezTo>
                    <a:pt x="35" y="47"/>
                    <a:pt x="35" y="55"/>
                    <a:pt x="33" y="62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0" y="63"/>
                    <a:pt x="28" y="62"/>
                    <a:pt x="27" y="60"/>
                  </a:cubicBezTo>
                  <a:cubicBezTo>
                    <a:pt x="26" y="59"/>
                    <a:pt x="26" y="58"/>
                    <a:pt x="25" y="57"/>
                  </a:cubicBezTo>
                  <a:cubicBezTo>
                    <a:pt x="24" y="57"/>
                    <a:pt x="24" y="56"/>
                    <a:pt x="23" y="56"/>
                  </a:cubicBezTo>
                  <a:cubicBezTo>
                    <a:pt x="23" y="56"/>
                    <a:pt x="22" y="55"/>
                    <a:pt x="22" y="55"/>
                  </a:cubicBezTo>
                  <a:cubicBezTo>
                    <a:pt x="21" y="54"/>
                    <a:pt x="20" y="55"/>
                    <a:pt x="19" y="55"/>
                  </a:cubicBezTo>
                  <a:cubicBezTo>
                    <a:pt x="18" y="57"/>
                    <a:pt x="19" y="55"/>
                    <a:pt x="17" y="62"/>
                  </a:cubicBezTo>
                  <a:cubicBezTo>
                    <a:pt x="17" y="62"/>
                    <a:pt x="17" y="63"/>
                    <a:pt x="16" y="63"/>
                  </a:cubicBezTo>
                  <a:cubicBezTo>
                    <a:pt x="16" y="64"/>
                    <a:pt x="16" y="64"/>
                    <a:pt x="15" y="64"/>
                  </a:cubicBezTo>
                  <a:cubicBezTo>
                    <a:pt x="15" y="64"/>
                    <a:pt x="14" y="64"/>
                    <a:pt x="13" y="64"/>
                  </a:cubicBezTo>
                  <a:cubicBezTo>
                    <a:pt x="13" y="64"/>
                    <a:pt x="12" y="64"/>
                    <a:pt x="12" y="64"/>
                  </a:cubicBezTo>
                  <a:cubicBezTo>
                    <a:pt x="12" y="63"/>
                    <a:pt x="13" y="60"/>
                    <a:pt x="12" y="59"/>
                  </a:cubicBezTo>
                  <a:cubicBezTo>
                    <a:pt x="11" y="57"/>
                    <a:pt x="9" y="58"/>
                    <a:pt x="9" y="58"/>
                  </a:cubicBezTo>
                  <a:cubicBezTo>
                    <a:pt x="8" y="57"/>
                    <a:pt x="8" y="56"/>
                    <a:pt x="9" y="55"/>
                  </a:cubicBezTo>
                  <a:cubicBezTo>
                    <a:pt x="10" y="54"/>
                    <a:pt x="10" y="55"/>
                    <a:pt x="11" y="54"/>
                  </a:cubicBezTo>
                  <a:cubicBezTo>
                    <a:pt x="12" y="54"/>
                    <a:pt x="12" y="53"/>
                    <a:pt x="11" y="53"/>
                  </a:cubicBezTo>
                  <a:cubicBezTo>
                    <a:pt x="11" y="52"/>
                    <a:pt x="11" y="52"/>
                    <a:pt x="10" y="52"/>
                  </a:cubicBezTo>
                  <a:cubicBezTo>
                    <a:pt x="9" y="51"/>
                    <a:pt x="9" y="49"/>
                    <a:pt x="10" y="49"/>
                  </a:cubicBezTo>
                  <a:cubicBezTo>
                    <a:pt x="11" y="48"/>
                    <a:pt x="13" y="48"/>
                    <a:pt x="15" y="47"/>
                  </a:cubicBezTo>
                  <a:cubicBezTo>
                    <a:pt x="18" y="46"/>
                    <a:pt x="21" y="46"/>
                    <a:pt x="21" y="46"/>
                  </a:cubicBezTo>
                  <a:cubicBezTo>
                    <a:pt x="22" y="46"/>
                    <a:pt x="23" y="47"/>
                    <a:pt x="22" y="48"/>
                  </a:cubicBezTo>
                  <a:cubicBezTo>
                    <a:pt x="21" y="48"/>
                    <a:pt x="21" y="49"/>
                    <a:pt x="21" y="50"/>
                  </a:cubicBezTo>
                  <a:cubicBezTo>
                    <a:pt x="21" y="52"/>
                    <a:pt x="23" y="53"/>
                    <a:pt x="24" y="53"/>
                  </a:cubicBezTo>
                  <a:cubicBezTo>
                    <a:pt x="26" y="55"/>
                    <a:pt x="28" y="53"/>
                    <a:pt x="29" y="52"/>
                  </a:cubicBezTo>
                  <a:cubicBezTo>
                    <a:pt x="29" y="52"/>
                    <a:pt x="30" y="50"/>
                    <a:pt x="31" y="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5" name="íśḷïḍe"/>
            <p:cNvSpPr/>
            <p:nvPr/>
          </p:nvSpPr>
          <p:spPr bwMode="auto">
            <a:xfrm>
              <a:off x="5970588" y="3390900"/>
              <a:ext cx="52388" cy="119063"/>
            </a:xfrm>
            <a:custGeom>
              <a:avLst/>
              <a:gdLst>
                <a:gd name="T0" fmla="*/ 1 w 10"/>
                <a:gd name="T1" fmla="*/ 17 h 22"/>
                <a:gd name="T2" fmla="*/ 1 w 10"/>
                <a:gd name="T3" fmla="*/ 8 h 22"/>
                <a:gd name="T4" fmla="*/ 2 w 10"/>
                <a:gd name="T5" fmla="*/ 2 h 22"/>
                <a:gd name="T6" fmla="*/ 2 w 10"/>
                <a:gd name="T7" fmla="*/ 1 h 22"/>
                <a:gd name="T8" fmla="*/ 3 w 10"/>
                <a:gd name="T9" fmla="*/ 1 h 22"/>
                <a:gd name="T10" fmla="*/ 5 w 10"/>
                <a:gd name="T11" fmla="*/ 2 h 22"/>
                <a:gd name="T12" fmla="*/ 7 w 10"/>
                <a:gd name="T13" fmla="*/ 5 h 22"/>
                <a:gd name="T14" fmla="*/ 9 w 10"/>
                <a:gd name="T15" fmla="*/ 8 h 22"/>
                <a:gd name="T16" fmla="*/ 10 w 10"/>
                <a:gd name="T17" fmla="*/ 12 h 22"/>
                <a:gd name="T18" fmla="*/ 10 w 10"/>
                <a:gd name="T19" fmla="*/ 17 h 22"/>
                <a:gd name="T20" fmla="*/ 9 w 10"/>
                <a:gd name="T21" fmla="*/ 21 h 22"/>
                <a:gd name="T22" fmla="*/ 7 w 10"/>
                <a:gd name="T23" fmla="*/ 22 h 22"/>
                <a:gd name="T24" fmla="*/ 4 w 10"/>
                <a:gd name="T25" fmla="*/ 21 h 22"/>
                <a:gd name="T26" fmla="*/ 1 w 10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2">
                  <a:moveTo>
                    <a:pt x="1" y="17"/>
                  </a:moveTo>
                  <a:cubicBezTo>
                    <a:pt x="0" y="14"/>
                    <a:pt x="1" y="11"/>
                    <a:pt x="1" y="8"/>
                  </a:cubicBezTo>
                  <a:cubicBezTo>
                    <a:pt x="1" y="6"/>
                    <a:pt x="2" y="4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4" y="1"/>
                    <a:pt x="4" y="1"/>
                    <a:pt x="5" y="2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6"/>
                    <a:pt x="8" y="7"/>
                    <a:pt x="9" y="8"/>
                  </a:cubicBezTo>
                  <a:cubicBezTo>
                    <a:pt x="9" y="9"/>
                    <a:pt x="10" y="11"/>
                    <a:pt x="10" y="12"/>
                  </a:cubicBezTo>
                  <a:cubicBezTo>
                    <a:pt x="10" y="14"/>
                    <a:pt x="10" y="16"/>
                    <a:pt x="10" y="17"/>
                  </a:cubicBezTo>
                  <a:cubicBezTo>
                    <a:pt x="10" y="19"/>
                    <a:pt x="9" y="21"/>
                    <a:pt x="9" y="21"/>
                  </a:cubicBezTo>
                  <a:cubicBezTo>
                    <a:pt x="8" y="22"/>
                    <a:pt x="7" y="22"/>
                    <a:pt x="7" y="22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3" y="19"/>
                    <a:pt x="1" y="1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6" name="íSḻîďè"/>
            <p:cNvSpPr/>
            <p:nvPr/>
          </p:nvSpPr>
          <p:spPr bwMode="auto">
            <a:xfrm>
              <a:off x="5472113" y="3132138"/>
              <a:ext cx="401638" cy="388938"/>
            </a:xfrm>
            <a:custGeom>
              <a:avLst/>
              <a:gdLst>
                <a:gd name="T0" fmla="*/ 32 w 75"/>
                <a:gd name="T1" fmla="*/ 71 h 72"/>
                <a:gd name="T2" fmla="*/ 25 w 75"/>
                <a:gd name="T3" fmla="*/ 68 h 72"/>
                <a:gd name="T4" fmla="*/ 28 w 75"/>
                <a:gd name="T5" fmla="*/ 65 h 72"/>
                <a:gd name="T6" fmla="*/ 40 w 75"/>
                <a:gd name="T7" fmla="*/ 61 h 72"/>
                <a:gd name="T8" fmla="*/ 43 w 75"/>
                <a:gd name="T9" fmla="*/ 61 h 72"/>
                <a:gd name="T10" fmla="*/ 47 w 75"/>
                <a:gd name="T11" fmla="*/ 63 h 72"/>
                <a:gd name="T12" fmla="*/ 51 w 75"/>
                <a:gd name="T13" fmla="*/ 53 h 72"/>
                <a:gd name="T14" fmla="*/ 58 w 75"/>
                <a:gd name="T15" fmla="*/ 40 h 72"/>
                <a:gd name="T16" fmla="*/ 62 w 75"/>
                <a:gd name="T17" fmla="*/ 33 h 72"/>
                <a:gd name="T18" fmla="*/ 59 w 75"/>
                <a:gd name="T19" fmla="*/ 32 h 72"/>
                <a:gd name="T20" fmla="*/ 56 w 75"/>
                <a:gd name="T21" fmla="*/ 33 h 72"/>
                <a:gd name="T22" fmla="*/ 48 w 75"/>
                <a:gd name="T23" fmla="*/ 40 h 72"/>
                <a:gd name="T24" fmla="*/ 47 w 75"/>
                <a:gd name="T25" fmla="*/ 45 h 72"/>
                <a:gd name="T26" fmla="*/ 43 w 75"/>
                <a:gd name="T27" fmla="*/ 49 h 72"/>
                <a:gd name="T28" fmla="*/ 41 w 75"/>
                <a:gd name="T29" fmla="*/ 44 h 72"/>
                <a:gd name="T30" fmla="*/ 36 w 75"/>
                <a:gd name="T31" fmla="*/ 45 h 72"/>
                <a:gd name="T32" fmla="*/ 31 w 75"/>
                <a:gd name="T33" fmla="*/ 49 h 72"/>
                <a:gd name="T34" fmla="*/ 29 w 75"/>
                <a:gd name="T35" fmla="*/ 52 h 72"/>
                <a:gd name="T36" fmla="*/ 27 w 75"/>
                <a:gd name="T37" fmla="*/ 58 h 72"/>
                <a:gd name="T38" fmla="*/ 24 w 75"/>
                <a:gd name="T39" fmla="*/ 60 h 72"/>
                <a:gd name="T40" fmla="*/ 24 w 75"/>
                <a:gd name="T41" fmla="*/ 53 h 72"/>
                <a:gd name="T42" fmla="*/ 22 w 75"/>
                <a:gd name="T43" fmla="*/ 52 h 72"/>
                <a:gd name="T44" fmla="*/ 20 w 75"/>
                <a:gd name="T45" fmla="*/ 53 h 72"/>
                <a:gd name="T46" fmla="*/ 10 w 75"/>
                <a:gd name="T47" fmla="*/ 69 h 72"/>
                <a:gd name="T48" fmla="*/ 4 w 75"/>
                <a:gd name="T49" fmla="*/ 71 h 72"/>
                <a:gd name="T50" fmla="*/ 1 w 75"/>
                <a:gd name="T51" fmla="*/ 69 h 72"/>
                <a:gd name="T52" fmla="*/ 0 w 75"/>
                <a:gd name="T53" fmla="*/ 65 h 72"/>
                <a:gd name="T54" fmla="*/ 2 w 75"/>
                <a:gd name="T55" fmla="*/ 57 h 72"/>
                <a:gd name="T56" fmla="*/ 6 w 75"/>
                <a:gd name="T57" fmla="*/ 59 h 72"/>
                <a:gd name="T58" fmla="*/ 13 w 75"/>
                <a:gd name="T59" fmla="*/ 55 h 72"/>
                <a:gd name="T60" fmla="*/ 21 w 75"/>
                <a:gd name="T61" fmla="*/ 47 h 72"/>
                <a:gd name="T62" fmla="*/ 28 w 75"/>
                <a:gd name="T63" fmla="*/ 40 h 72"/>
                <a:gd name="T64" fmla="*/ 27 w 75"/>
                <a:gd name="T65" fmla="*/ 31 h 72"/>
                <a:gd name="T66" fmla="*/ 28 w 75"/>
                <a:gd name="T67" fmla="*/ 28 h 72"/>
                <a:gd name="T68" fmla="*/ 33 w 75"/>
                <a:gd name="T69" fmla="*/ 23 h 72"/>
                <a:gd name="T70" fmla="*/ 32 w 75"/>
                <a:gd name="T71" fmla="*/ 20 h 72"/>
                <a:gd name="T72" fmla="*/ 26 w 75"/>
                <a:gd name="T73" fmla="*/ 14 h 72"/>
                <a:gd name="T74" fmla="*/ 41 w 75"/>
                <a:gd name="T75" fmla="*/ 13 h 72"/>
                <a:gd name="T76" fmla="*/ 52 w 75"/>
                <a:gd name="T77" fmla="*/ 7 h 72"/>
                <a:gd name="T78" fmla="*/ 61 w 75"/>
                <a:gd name="T79" fmla="*/ 2 h 72"/>
                <a:gd name="T80" fmla="*/ 66 w 75"/>
                <a:gd name="T81" fmla="*/ 2 h 72"/>
                <a:gd name="T82" fmla="*/ 67 w 75"/>
                <a:gd name="T83" fmla="*/ 9 h 72"/>
                <a:gd name="T84" fmla="*/ 51 w 75"/>
                <a:gd name="T85" fmla="*/ 18 h 72"/>
                <a:gd name="T86" fmla="*/ 52 w 75"/>
                <a:gd name="T87" fmla="*/ 22 h 72"/>
                <a:gd name="T88" fmla="*/ 56 w 75"/>
                <a:gd name="T89" fmla="*/ 28 h 72"/>
                <a:gd name="T90" fmla="*/ 68 w 75"/>
                <a:gd name="T91" fmla="*/ 22 h 72"/>
                <a:gd name="T92" fmla="*/ 74 w 75"/>
                <a:gd name="T93" fmla="*/ 25 h 72"/>
                <a:gd name="T94" fmla="*/ 74 w 75"/>
                <a:gd name="T95" fmla="*/ 31 h 72"/>
                <a:gd name="T96" fmla="*/ 69 w 75"/>
                <a:gd name="T97" fmla="*/ 40 h 72"/>
                <a:gd name="T98" fmla="*/ 62 w 75"/>
                <a:gd name="T99" fmla="*/ 55 h 72"/>
                <a:gd name="T100" fmla="*/ 57 w 75"/>
                <a:gd name="T101" fmla="*/ 68 h 72"/>
                <a:gd name="T102" fmla="*/ 53 w 75"/>
                <a:gd name="T103" fmla="*/ 71 h 72"/>
                <a:gd name="T104" fmla="*/ 46 w 75"/>
                <a:gd name="T105" fmla="*/ 67 h 72"/>
                <a:gd name="T106" fmla="*/ 40 w 75"/>
                <a:gd name="T107" fmla="*/ 68 h 72"/>
                <a:gd name="T108" fmla="*/ 30 w 75"/>
                <a:gd name="T109" fmla="*/ 29 h 72"/>
                <a:gd name="T110" fmla="*/ 34 w 75"/>
                <a:gd name="T111" fmla="*/ 37 h 72"/>
                <a:gd name="T112" fmla="*/ 45 w 75"/>
                <a:gd name="T113" fmla="*/ 32 h 72"/>
                <a:gd name="T114" fmla="*/ 46 w 75"/>
                <a:gd name="T115" fmla="*/ 24 h 72"/>
                <a:gd name="T116" fmla="*/ 38 w 75"/>
                <a:gd name="T117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72">
                  <a:moveTo>
                    <a:pt x="40" y="70"/>
                  </a:moveTo>
                  <a:cubicBezTo>
                    <a:pt x="39" y="71"/>
                    <a:pt x="38" y="71"/>
                    <a:pt x="37" y="71"/>
                  </a:cubicBezTo>
                  <a:cubicBezTo>
                    <a:pt x="36" y="71"/>
                    <a:pt x="33" y="71"/>
                    <a:pt x="32" y="71"/>
                  </a:cubicBezTo>
                  <a:cubicBezTo>
                    <a:pt x="30" y="71"/>
                    <a:pt x="29" y="71"/>
                    <a:pt x="28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5" y="69"/>
                    <a:pt x="25" y="69"/>
                    <a:pt x="25" y="68"/>
                  </a:cubicBezTo>
                  <a:cubicBezTo>
                    <a:pt x="25" y="68"/>
                    <a:pt x="25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7" y="66"/>
                    <a:pt x="27" y="65"/>
                    <a:pt x="28" y="65"/>
                  </a:cubicBezTo>
                  <a:cubicBezTo>
                    <a:pt x="30" y="64"/>
                    <a:pt x="36" y="62"/>
                    <a:pt x="35" y="62"/>
                  </a:cubicBezTo>
                  <a:cubicBezTo>
                    <a:pt x="34" y="62"/>
                    <a:pt x="37" y="62"/>
                    <a:pt x="37" y="62"/>
                  </a:cubicBezTo>
                  <a:cubicBezTo>
                    <a:pt x="38" y="61"/>
                    <a:pt x="40" y="61"/>
                    <a:pt x="40" y="61"/>
                  </a:cubicBezTo>
                  <a:cubicBezTo>
                    <a:pt x="40" y="61"/>
                    <a:pt x="41" y="60"/>
                    <a:pt x="41" y="60"/>
                  </a:cubicBezTo>
                  <a:cubicBezTo>
                    <a:pt x="42" y="60"/>
                    <a:pt x="42" y="61"/>
                    <a:pt x="42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4" y="61"/>
                    <a:pt x="44" y="61"/>
                    <a:pt x="45" y="62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8" y="63"/>
                    <a:pt x="50" y="62"/>
                    <a:pt x="50" y="61"/>
                  </a:cubicBezTo>
                  <a:cubicBezTo>
                    <a:pt x="51" y="60"/>
                    <a:pt x="51" y="60"/>
                    <a:pt x="51" y="58"/>
                  </a:cubicBezTo>
                  <a:cubicBezTo>
                    <a:pt x="51" y="56"/>
                    <a:pt x="51" y="55"/>
                    <a:pt x="51" y="53"/>
                  </a:cubicBezTo>
                  <a:cubicBezTo>
                    <a:pt x="52" y="51"/>
                    <a:pt x="53" y="48"/>
                    <a:pt x="54" y="48"/>
                  </a:cubicBezTo>
                  <a:cubicBezTo>
                    <a:pt x="54" y="48"/>
                    <a:pt x="55" y="46"/>
                    <a:pt x="55" y="45"/>
                  </a:cubicBezTo>
                  <a:cubicBezTo>
                    <a:pt x="56" y="43"/>
                    <a:pt x="57" y="41"/>
                    <a:pt x="58" y="40"/>
                  </a:cubicBezTo>
                  <a:cubicBezTo>
                    <a:pt x="58" y="39"/>
                    <a:pt x="59" y="38"/>
                    <a:pt x="59" y="38"/>
                  </a:cubicBezTo>
                  <a:cubicBezTo>
                    <a:pt x="60" y="37"/>
                    <a:pt x="61" y="36"/>
                    <a:pt x="61" y="35"/>
                  </a:cubicBezTo>
                  <a:cubicBezTo>
                    <a:pt x="62" y="34"/>
                    <a:pt x="62" y="33"/>
                    <a:pt x="62" y="33"/>
                  </a:cubicBezTo>
                  <a:cubicBezTo>
                    <a:pt x="62" y="33"/>
                    <a:pt x="62" y="32"/>
                    <a:pt x="62" y="32"/>
                  </a:cubicBezTo>
                  <a:cubicBezTo>
                    <a:pt x="62" y="32"/>
                    <a:pt x="61" y="31"/>
                    <a:pt x="61" y="31"/>
                  </a:cubicBezTo>
                  <a:cubicBezTo>
                    <a:pt x="61" y="31"/>
                    <a:pt x="59" y="31"/>
                    <a:pt x="59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6" y="33"/>
                    <a:pt x="57" y="33"/>
                  </a:cubicBezTo>
                  <a:cubicBezTo>
                    <a:pt x="59" y="32"/>
                    <a:pt x="58" y="32"/>
                    <a:pt x="56" y="33"/>
                  </a:cubicBezTo>
                  <a:cubicBezTo>
                    <a:pt x="56" y="33"/>
                    <a:pt x="55" y="34"/>
                    <a:pt x="54" y="34"/>
                  </a:cubicBezTo>
                  <a:cubicBezTo>
                    <a:pt x="53" y="34"/>
                    <a:pt x="52" y="36"/>
                    <a:pt x="51" y="37"/>
                  </a:cubicBezTo>
                  <a:cubicBezTo>
                    <a:pt x="50" y="38"/>
                    <a:pt x="49" y="39"/>
                    <a:pt x="48" y="40"/>
                  </a:cubicBezTo>
                  <a:cubicBezTo>
                    <a:pt x="48" y="41"/>
                    <a:pt x="47" y="41"/>
                    <a:pt x="47" y="41"/>
                  </a:cubicBezTo>
                  <a:cubicBezTo>
                    <a:pt x="47" y="41"/>
                    <a:pt x="47" y="42"/>
                    <a:pt x="47" y="42"/>
                  </a:cubicBezTo>
                  <a:cubicBezTo>
                    <a:pt x="47" y="43"/>
                    <a:pt x="47" y="44"/>
                    <a:pt x="47" y="45"/>
                  </a:cubicBezTo>
                  <a:cubicBezTo>
                    <a:pt x="47" y="45"/>
                    <a:pt x="46" y="45"/>
                    <a:pt x="46" y="46"/>
                  </a:cubicBezTo>
                  <a:cubicBezTo>
                    <a:pt x="46" y="48"/>
                    <a:pt x="45" y="48"/>
                    <a:pt x="45" y="49"/>
                  </a:cubicBezTo>
                  <a:cubicBezTo>
                    <a:pt x="44" y="49"/>
                    <a:pt x="43" y="49"/>
                    <a:pt x="43" y="49"/>
                  </a:cubicBezTo>
                  <a:cubicBezTo>
                    <a:pt x="42" y="49"/>
                    <a:pt x="41" y="48"/>
                    <a:pt x="41" y="47"/>
                  </a:cubicBezTo>
                  <a:cubicBezTo>
                    <a:pt x="41" y="47"/>
                    <a:pt x="41" y="46"/>
                    <a:pt x="41" y="45"/>
                  </a:cubicBezTo>
                  <a:cubicBezTo>
                    <a:pt x="41" y="45"/>
                    <a:pt x="41" y="44"/>
                    <a:pt x="41" y="44"/>
                  </a:cubicBezTo>
                  <a:cubicBezTo>
                    <a:pt x="40" y="43"/>
                    <a:pt x="40" y="42"/>
                    <a:pt x="39" y="42"/>
                  </a:cubicBezTo>
                  <a:cubicBezTo>
                    <a:pt x="38" y="43"/>
                    <a:pt x="37" y="44"/>
                    <a:pt x="36" y="44"/>
                  </a:cubicBezTo>
                  <a:cubicBezTo>
                    <a:pt x="36" y="44"/>
                    <a:pt x="36" y="44"/>
                    <a:pt x="36" y="45"/>
                  </a:cubicBezTo>
                  <a:cubicBezTo>
                    <a:pt x="35" y="45"/>
                    <a:pt x="35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7"/>
                    <a:pt x="32" y="49"/>
                    <a:pt x="31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29" y="52"/>
                  </a:cubicBezTo>
                  <a:cubicBezTo>
                    <a:pt x="29" y="53"/>
                    <a:pt x="28" y="54"/>
                    <a:pt x="28" y="54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7" y="57"/>
                    <a:pt x="27" y="58"/>
                    <a:pt x="27" y="58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0"/>
                    <a:pt x="24" y="59"/>
                    <a:pt x="24" y="59"/>
                  </a:cubicBezTo>
                  <a:cubicBezTo>
                    <a:pt x="24" y="57"/>
                    <a:pt x="23" y="56"/>
                    <a:pt x="23" y="55"/>
                  </a:cubicBezTo>
                  <a:cubicBezTo>
                    <a:pt x="23" y="55"/>
                    <a:pt x="24" y="53"/>
                    <a:pt x="24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19" y="54"/>
                    <a:pt x="17" y="56"/>
                    <a:pt x="17" y="56"/>
                  </a:cubicBezTo>
                  <a:cubicBezTo>
                    <a:pt x="15" y="58"/>
                    <a:pt x="13" y="62"/>
                    <a:pt x="12" y="64"/>
                  </a:cubicBezTo>
                  <a:cubicBezTo>
                    <a:pt x="12" y="66"/>
                    <a:pt x="11" y="67"/>
                    <a:pt x="10" y="69"/>
                  </a:cubicBezTo>
                  <a:cubicBezTo>
                    <a:pt x="10" y="70"/>
                    <a:pt x="10" y="71"/>
                    <a:pt x="9" y="71"/>
                  </a:cubicBezTo>
                  <a:cubicBezTo>
                    <a:pt x="8" y="72"/>
                    <a:pt x="7" y="71"/>
                    <a:pt x="6" y="71"/>
                  </a:cubicBezTo>
                  <a:cubicBezTo>
                    <a:pt x="5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2" y="70"/>
                    <a:pt x="2" y="70"/>
                  </a:cubicBezTo>
                  <a:cubicBezTo>
                    <a:pt x="2" y="70"/>
                    <a:pt x="1" y="70"/>
                    <a:pt x="1" y="69"/>
                  </a:cubicBezTo>
                  <a:cubicBezTo>
                    <a:pt x="1" y="69"/>
                    <a:pt x="0" y="69"/>
                    <a:pt x="0" y="69"/>
                  </a:cubicBezTo>
                  <a:cubicBezTo>
                    <a:pt x="0" y="69"/>
                    <a:pt x="0" y="69"/>
                    <a:pt x="0" y="68"/>
                  </a:cubicBezTo>
                  <a:cubicBezTo>
                    <a:pt x="0" y="68"/>
                    <a:pt x="0" y="66"/>
                    <a:pt x="0" y="65"/>
                  </a:cubicBezTo>
                  <a:cubicBezTo>
                    <a:pt x="0" y="65"/>
                    <a:pt x="1" y="62"/>
                    <a:pt x="1" y="60"/>
                  </a:cubicBezTo>
                  <a:cubicBezTo>
                    <a:pt x="1" y="60"/>
                    <a:pt x="1" y="59"/>
                    <a:pt x="1" y="58"/>
                  </a:cubicBezTo>
                  <a:cubicBezTo>
                    <a:pt x="1" y="57"/>
                    <a:pt x="0" y="57"/>
                    <a:pt x="2" y="57"/>
                  </a:cubicBezTo>
                  <a:cubicBezTo>
                    <a:pt x="3" y="57"/>
                    <a:pt x="3" y="58"/>
                    <a:pt x="4" y="58"/>
                  </a:cubicBezTo>
                  <a:cubicBezTo>
                    <a:pt x="4" y="58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8" y="59"/>
                    <a:pt x="10" y="57"/>
                    <a:pt x="10" y="56"/>
                  </a:cubicBezTo>
                  <a:cubicBezTo>
                    <a:pt x="10" y="56"/>
                    <a:pt x="12" y="55"/>
                    <a:pt x="13" y="55"/>
                  </a:cubicBezTo>
                  <a:cubicBezTo>
                    <a:pt x="15" y="53"/>
                    <a:pt x="17" y="50"/>
                    <a:pt x="17" y="50"/>
                  </a:cubicBezTo>
                  <a:cubicBezTo>
                    <a:pt x="18" y="49"/>
                    <a:pt x="19" y="48"/>
                    <a:pt x="20" y="48"/>
                  </a:cubicBezTo>
                  <a:cubicBezTo>
                    <a:pt x="20" y="47"/>
                    <a:pt x="21" y="47"/>
                    <a:pt x="21" y="47"/>
                  </a:cubicBezTo>
                  <a:cubicBezTo>
                    <a:pt x="21" y="47"/>
                    <a:pt x="24" y="44"/>
                    <a:pt x="25" y="43"/>
                  </a:cubicBezTo>
                  <a:cubicBezTo>
                    <a:pt x="26" y="42"/>
                    <a:pt x="27" y="42"/>
                    <a:pt x="27" y="41"/>
                  </a:cubicBezTo>
                  <a:cubicBezTo>
                    <a:pt x="27" y="41"/>
                    <a:pt x="27" y="41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8" y="36"/>
                    <a:pt x="28" y="35"/>
                    <a:pt x="27" y="33"/>
                  </a:cubicBezTo>
                  <a:cubicBezTo>
                    <a:pt x="27" y="33"/>
                    <a:pt x="28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8" y="29"/>
                  </a:cubicBezTo>
                  <a:cubicBezTo>
                    <a:pt x="28" y="29"/>
                    <a:pt x="28" y="28"/>
                    <a:pt x="28" y="28"/>
                  </a:cubicBezTo>
                  <a:cubicBezTo>
                    <a:pt x="28" y="28"/>
                    <a:pt x="28" y="28"/>
                    <a:pt x="28" y="27"/>
                  </a:cubicBezTo>
                  <a:cubicBezTo>
                    <a:pt x="28" y="27"/>
                    <a:pt x="29" y="27"/>
                    <a:pt x="29" y="26"/>
                  </a:cubicBezTo>
                  <a:cubicBezTo>
                    <a:pt x="31" y="25"/>
                    <a:pt x="32" y="24"/>
                    <a:pt x="33" y="23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2" y="20"/>
                    <a:pt x="32" y="20"/>
                  </a:cubicBezTo>
                  <a:cubicBezTo>
                    <a:pt x="31" y="20"/>
                    <a:pt x="30" y="20"/>
                    <a:pt x="30" y="19"/>
                  </a:cubicBezTo>
                  <a:cubicBezTo>
                    <a:pt x="29" y="19"/>
                    <a:pt x="26" y="17"/>
                    <a:pt x="26" y="16"/>
                  </a:cubicBezTo>
                  <a:cubicBezTo>
                    <a:pt x="25" y="15"/>
                    <a:pt x="24" y="14"/>
                    <a:pt x="26" y="14"/>
                  </a:cubicBezTo>
                  <a:cubicBezTo>
                    <a:pt x="27" y="14"/>
                    <a:pt x="31" y="14"/>
                    <a:pt x="33" y="15"/>
                  </a:cubicBezTo>
                  <a:cubicBezTo>
                    <a:pt x="35" y="14"/>
                    <a:pt x="35" y="15"/>
                    <a:pt x="37" y="14"/>
                  </a:cubicBezTo>
                  <a:cubicBezTo>
                    <a:pt x="37" y="14"/>
                    <a:pt x="40" y="13"/>
                    <a:pt x="41" y="13"/>
                  </a:cubicBezTo>
                  <a:cubicBezTo>
                    <a:pt x="43" y="12"/>
                    <a:pt x="45" y="11"/>
                    <a:pt x="47" y="10"/>
                  </a:cubicBezTo>
                  <a:cubicBezTo>
                    <a:pt x="48" y="10"/>
                    <a:pt x="50" y="9"/>
                    <a:pt x="51" y="8"/>
                  </a:cubicBezTo>
                  <a:cubicBezTo>
                    <a:pt x="51" y="8"/>
                    <a:pt x="52" y="8"/>
                    <a:pt x="52" y="7"/>
                  </a:cubicBezTo>
                  <a:cubicBezTo>
                    <a:pt x="53" y="7"/>
                    <a:pt x="54" y="7"/>
                    <a:pt x="54" y="6"/>
                  </a:cubicBezTo>
                  <a:cubicBezTo>
                    <a:pt x="56" y="5"/>
                    <a:pt x="57" y="5"/>
                    <a:pt x="59" y="4"/>
                  </a:cubicBezTo>
                  <a:cubicBezTo>
                    <a:pt x="59" y="3"/>
                    <a:pt x="60" y="3"/>
                    <a:pt x="61" y="2"/>
                  </a:cubicBezTo>
                  <a:cubicBezTo>
                    <a:pt x="61" y="2"/>
                    <a:pt x="63" y="1"/>
                    <a:pt x="63" y="1"/>
                  </a:cubicBezTo>
                  <a:cubicBezTo>
                    <a:pt x="64" y="0"/>
                    <a:pt x="64" y="1"/>
                    <a:pt x="65" y="1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7" y="3"/>
                    <a:pt x="68" y="3"/>
                  </a:cubicBezTo>
                  <a:cubicBezTo>
                    <a:pt x="68" y="4"/>
                    <a:pt x="68" y="5"/>
                    <a:pt x="68" y="6"/>
                  </a:cubicBezTo>
                  <a:cubicBezTo>
                    <a:pt x="68" y="6"/>
                    <a:pt x="68" y="8"/>
                    <a:pt x="67" y="9"/>
                  </a:cubicBezTo>
                  <a:cubicBezTo>
                    <a:pt x="66" y="9"/>
                    <a:pt x="65" y="10"/>
                    <a:pt x="63" y="10"/>
                  </a:cubicBezTo>
                  <a:cubicBezTo>
                    <a:pt x="62" y="11"/>
                    <a:pt x="61" y="12"/>
                    <a:pt x="60" y="12"/>
                  </a:cubicBezTo>
                  <a:cubicBezTo>
                    <a:pt x="56" y="14"/>
                    <a:pt x="53" y="16"/>
                    <a:pt x="51" y="18"/>
                  </a:cubicBezTo>
                  <a:cubicBezTo>
                    <a:pt x="50" y="18"/>
                    <a:pt x="50" y="18"/>
                    <a:pt x="50" y="19"/>
                  </a:cubicBezTo>
                  <a:cubicBezTo>
                    <a:pt x="50" y="19"/>
                    <a:pt x="50" y="20"/>
                    <a:pt x="50" y="20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3" y="24"/>
                    <a:pt x="52" y="26"/>
                    <a:pt x="52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5" y="29"/>
                    <a:pt x="55" y="29"/>
                    <a:pt x="56" y="28"/>
                  </a:cubicBezTo>
                  <a:cubicBezTo>
                    <a:pt x="58" y="27"/>
                    <a:pt x="60" y="27"/>
                    <a:pt x="62" y="26"/>
                  </a:cubicBezTo>
                  <a:cubicBezTo>
                    <a:pt x="63" y="25"/>
                    <a:pt x="66" y="23"/>
                    <a:pt x="66" y="23"/>
                  </a:cubicBezTo>
                  <a:cubicBezTo>
                    <a:pt x="66" y="23"/>
                    <a:pt x="67" y="22"/>
                    <a:pt x="68" y="22"/>
                  </a:cubicBezTo>
                  <a:cubicBezTo>
                    <a:pt x="68" y="22"/>
                    <a:pt x="69" y="22"/>
                    <a:pt x="69" y="22"/>
                  </a:cubicBezTo>
                  <a:cubicBezTo>
                    <a:pt x="70" y="22"/>
                    <a:pt x="71" y="23"/>
                    <a:pt x="72" y="23"/>
                  </a:cubicBezTo>
                  <a:cubicBezTo>
                    <a:pt x="73" y="24"/>
                    <a:pt x="74" y="24"/>
                    <a:pt x="74" y="25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7"/>
                    <a:pt x="75" y="29"/>
                    <a:pt x="74" y="30"/>
                  </a:cubicBezTo>
                  <a:cubicBezTo>
                    <a:pt x="74" y="30"/>
                    <a:pt x="74" y="31"/>
                    <a:pt x="74" y="31"/>
                  </a:cubicBezTo>
                  <a:cubicBezTo>
                    <a:pt x="72" y="33"/>
                    <a:pt x="72" y="34"/>
                    <a:pt x="71" y="35"/>
                  </a:cubicBezTo>
                  <a:cubicBezTo>
                    <a:pt x="71" y="36"/>
                    <a:pt x="71" y="36"/>
                    <a:pt x="70" y="37"/>
                  </a:cubicBezTo>
                  <a:cubicBezTo>
                    <a:pt x="70" y="38"/>
                    <a:pt x="69" y="39"/>
                    <a:pt x="69" y="40"/>
                  </a:cubicBezTo>
                  <a:cubicBezTo>
                    <a:pt x="68" y="42"/>
                    <a:pt x="67" y="43"/>
                    <a:pt x="66" y="45"/>
                  </a:cubicBezTo>
                  <a:cubicBezTo>
                    <a:pt x="65" y="45"/>
                    <a:pt x="65" y="46"/>
                    <a:pt x="65" y="47"/>
                  </a:cubicBezTo>
                  <a:cubicBezTo>
                    <a:pt x="63" y="50"/>
                    <a:pt x="63" y="52"/>
                    <a:pt x="62" y="55"/>
                  </a:cubicBezTo>
                  <a:cubicBezTo>
                    <a:pt x="61" y="56"/>
                    <a:pt x="61" y="56"/>
                    <a:pt x="61" y="57"/>
                  </a:cubicBezTo>
                  <a:cubicBezTo>
                    <a:pt x="60" y="59"/>
                    <a:pt x="59" y="61"/>
                    <a:pt x="59" y="64"/>
                  </a:cubicBezTo>
                  <a:cubicBezTo>
                    <a:pt x="58" y="65"/>
                    <a:pt x="58" y="66"/>
                    <a:pt x="57" y="68"/>
                  </a:cubicBezTo>
                  <a:cubicBezTo>
                    <a:pt x="57" y="68"/>
                    <a:pt x="57" y="69"/>
                    <a:pt x="56" y="70"/>
                  </a:cubicBezTo>
                  <a:cubicBezTo>
                    <a:pt x="56" y="70"/>
                    <a:pt x="55" y="70"/>
                    <a:pt x="55" y="70"/>
                  </a:cubicBezTo>
                  <a:cubicBezTo>
                    <a:pt x="54" y="71"/>
                    <a:pt x="53" y="71"/>
                    <a:pt x="53" y="71"/>
                  </a:cubicBezTo>
                  <a:cubicBezTo>
                    <a:pt x="52" y="72"/>
                    <a:pt x="51" y="71"/>
                    <a:pt x="50" y="71"/>
                  </a:cubicBezTo>
                  <a:cubicBezTo>
                    <a:pt x="49" y="71"/>
                    <a:pt x="48" y="72"/>
                    <a:pt x="48" y="71"/>
                  </a:cubicBezTo>
                  <a:cubicBezTo>
                    <a:pt x="47" y="70"/>
                    <a:pt x="46" y="68"/>
                    <a:pt x="46" y="67"/>
                  </a:cubicBezTo>
                  <a:cubicBezTo>
                    <a:pt x="45" y="67"/>
                    <a:pt x="45" y="66"/>
                    <a:pt x="45" y="66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2" y="65"/>
                    <a:pt x="40" y="66"/>
                    <a:pt x="40" y="68"/>
                  </a:cubicBezTo>
                  <a:cubicBezTo>
                    <a:pt x="40" y="68"/>
                    <a:pt x="40" y="70"/>
                    <a:pt x="40" y="70"/>
                  </a:cubicBezTo>
                  <a:close/>
                  <a:moveTo>
                    <a:pt x="31" y="28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1" y="34"/>
                    <a:pt x="32" y="35"/>
                  </a:cubicBezTo>
                  <a:cubicBezTo>
                    <a:pt x="33" y="36"/>
                    <a:pt x="34" y="37"/>
                    <a:pt x="34" y="37"/>
                  </a:cubicBezTo>
                  <a:cubicBezTo>
                    <a:pt x="34" y="37"/>
                    <a:pt x="36" y="37"/>
                    <a:pt x="36" y="37"/>
                  </a:cubicBezTo>
                  <a:cubicBezTo>
                    <a:pt x="36" y="37"/>
                    <a:pt x="39" y="36"/>
                    <a:pt x="41" y="35"/>
                  </a:cubicBezTo>
                  <a:cubicBezTo>
                    <a:pt x="44" y="34"/>
                    <a:pt x="45" y="32"/>
                    <a:pt x="45" y="32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7" y="29"/>
                    <a:pt x="47" y="27"/>
                  </a:cubicBezTo>
                  <a:cubicBezTo>
                    <a:pt x="47" y="24"/>
                    <a:pt x="46" y="24"/>
                    <a:pt x="46" y="24"/>
                  </a:cubicBezTo>
                  <a:cubicBezTo>
                    <a:pt x="46" y="24"/>
                    <a:pt x="45" y="22"/>
                    <a:pt x="44" y="22"/>
                  </a:cubicBezTo>
                  <a:cubicBezTo>
                    <a:pt x="44" y="22"/>
                    <a:pt x="42" y="22"/>
                    <a:pt x="42" y="22"/>
                  </a:cubicBezTo>
                  <a:cubicBezTo>
                    <a:pt x="41" y="22"/>
                    <a:pt x="40" y="22"/>
                    <a:pt x="38" y="24"/>
                  </a:cubicBezTo>
                  <a:cubicBezTo>
                    <a:pt x="36" y="24"/>
                    <a:pt x="35" y="25"/>
                    <a:pt x="34" y="26"/>
                  </a:cubicBezTo>
                  <a:cubicBezTo>
                    <a:pt x="33" y="27"/>
                    <a:pt x="32" y="27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7" name="文本框 26"/>
          <p:cNvSpPr txBox="1"/>
          <p:nvPr userDrawn="1"/>
        </p:nvSpPr>
        <p:spPr>
          <a:xfrm>
            <a:off x="10139081" y="657212"/>
            <a:ext cx="1525986" cy="107975"/>
          </a:xfrm>
          <a:custGeom>
            <a:avLst/>
            <a:gdLst>
              <a:gd name="connsiteX0" fmla="*/ 1072429 w 2414454"/>
              <a:gd name="connsiteY0" fmla="*/ 88859 h 170840"/>
              <a:gd name="connsiteX1" fmla="*/ 1052522 w 2414454"/>
              <a:gd name="connsiteY1" fmla="*/ 104604 h 170840"/>
              <a:gd name="connsiteX2" fmla="*/ 1057408 w 2414454"/>
              <a:gd name="connsiteY2" fmla="*/ 116095 h 170840"/>
              <a:gd name="connsiteX3" fmla="*/ 1072972 w 2414454"/>
              <a:gd name="connsiteY3" fmla="*/ 119805 h 170840"/>
              <a:gd name="connsiteX4" fmla="*/ 1083740 w 2414454"/>
              <a:gd name="connsiteY4" fmla="*/ 118901 h 170840"/>
              <a:gd name="connsiteX5" fmla="*/ 1092879 w 2414454"/>
              <a:gd name="connsiteY5" fmla="*/ 113833 h 170840"/>
              <a:gd name="connsiteX6" fmla="*/ 1097404 w 2414454"/>
              <a:gd name="connsiteY6" fmla="*/ 98450 h 170840"/>
              <a:gd name="connsiteX7" fmla="*/ 1097404 w 2414454"/>
              <a:gd name="connsiteY7" fmla="*/ 88859 h 170840"/>
              <a:gd name="connsiteX8" fmla="*/ 1515646 w 2414454"/>
              <a:gd name="connsiteY8" fmla="*/ 51397 h 170840"/>
              <a:gd name="connsiteX9" fmla="*/ 1503974 w 2414454"/>
              <a:gd name="connsiteY9" fmla="*/ 54292 h 170840"/>
              <a:gd name="connsiteX10" fmla="*/ 1497187 w 2414454"/>
              <a:gd name="connsiteY10" fmla="*/ 61803 h 170840"/>
              <a:gd name="connsiteX11" fmla="*/ 1494110 w 2414454"/>
              <a:gd name="connsiteY11" fmla="*/ 72480 h 170840"/>
              <a:gd name="connsiteX12" fmla="*/ 1493387 w 2414454"/>
              <a:gd name="connsiteY12" fmla="*/ 84696 h 170840"/>
              <a:gd name="connsiteX13" fmla="*/ 1494110 w 2414454"/>
              <a:gd name="connsiteY13" fmla="*/ 97003 h 170840"/>
              <a:gd name="connsiteX14" fmla="*/ 1497187 w 2414454"/>
              <a:gd name="connsiteY14" fmla="*/ 107590 h 170840"/>
              <a:gd name="connsiteX15" fmla="*/ 1503974 w 2414454"/>
              <a:gd name="connsiteY15" fmla="*/ 115100 h 170840"/>
              <a:gd name="connsiteX16" fmla="*/ 1515646 w 2414454"/>
              <a:gd name="connsiteY16" fmla="*/ 117996 h 170840"/>
              <a:gd name="connsiteX17" fmla="*/ 1527229 w 2414454"/>
              <a:gd name="connsiteY17" fmla="*/ 115100 h 170840"/>
              <a:gd name="connsiteX18" fmla="*/ 1533925 w 2414454"/>
              <a:gd name="connsiteY18" fmla="*/ 107590 h 170840"/>
              <a:gd name="connsiteX19" fmla="*/ 1537002 w 2414454"/>
              <a:gd name="connsiteY19" fmla="*/ 97003 h 170840"/>
              <a:gd name="connsiteX20" fmla="*/ 1537726 w 2414454"/>
              <a:gd name="connsiteY20" fmla="*/ 84696 h 170840"/>
              <a:gd name="connsiteX21" fmla="*/ 1537002 w 2414454"/>
              <a:gd name="connsiteY21" fmla="*/ 72480 h 170840"/>
              <a:gd name="connsiteX22" fmla="*/ 1533925 w 2414454"/>
              <a:gd name="connsiteY22" fmla="*/ 61803 h 170840"/>
              <a:gd name="connsiteX23" fmla="*/ 1527229 w 2414454"/>
              <a:gd name="connsiteY23" fmla="*/ 54292 h 170840"/>
              <a:gd name="connsiteX24" fmla="*/ 1515646 w 2414454"/>
              <a:gd name="connsiteY24" fmla="*/ 51397 h 170840"/>
              <a:gd name="connsiteX25" fmla="*/ 1326232 w 2414454"/>
              <a:gd name="connsiteY25" fmla="*/ 51397 h 170840"/>
              <a:gd name="connsiteX26" fmla="*/ 1310126 w 2414454"/>
              <a:gd name="connsiteY26" fmla="*/ 57912 h 170840"/>
              <a:gd name="connsiteX27" fmla="*/ 1306235 w 2414454"/>
              <a:gd name="connsiteY27" fmla="*/ 63613 h 170840"/>
              <a:gd name="connsiteX28" fmla="*/ 1304063 w 2414454"/>
              <a:gd name="connsiteY28" fmla="*/ 70399 h 170840"/>
              <a:gd name="connsiteX29" fmla="*/ 1303068 w 2414454"/>
              <a:gd name="connsiteY29" fmla="*/ 77819 h 170840"/>
              <a:gd name="connsiteX30" fmla="*/ 1302887 w 2414454"/>
              <a:gd name="connsiteY30" fmla="*/ 85420 h 170840"/>
              <a:gd name="connsiteX31" fmla="*/ 1303068 w 2414454"/>
              <a:gd name="connsiteY31" fmla="*/ 93021 h 170840"/>
              <a:gd name="connsiteX32" fmla="*/ 1304063 w 2414454"/>
              <a:gd name="connsiteY32" fmla="*/ 100441 h 170840"/>
              <a:gd name="connsiteX33" fmla="*/ 1306235 w 2414454"/>
              <a:gd name="connsiteY33" fmla="*/ 107318 h 170840"/>
              <a:gd name="connsiteX34" fmla="*/ 1310126 w 2414454"/>
              <a:gd name="connsiteY34" fmla="*/ 112928 h 170840"/>
              <a:gd name="connsiteX35" fmla="*/ 1326232 w 2414454"/>
              <a:gd name="connsiteY35" fmla="*/ 119443 h 170840"/>
              <a:gd name="connsiteX36" fmla="*/ 1342520 w 2414454"/>
              <a:gd name="connsiteY36" fmla="*/ 112928 h 170840"/>
              <a:gd name="connsiteX37" fmla="*/ 1346321 w 2414454"/>
              <a:gd name="connsiteY37" fmla="*/ 107318 h 170840"/>
              <a:gd name="connsiteX38" fmla="*/ 1348492 w 2414454"/>
              <a:gd name="connsiteY38" fmla="*/ 100441 h 170840"/>
              <a:gd name="connsiteX39" fmla="*/ 1349397 w 2414454"/>
              <a:gd name="connsiteY39" fmla="*/ 93021 h 170840"/>
              <a:gd name="connsiteX40" fmla="*/ 1349578 w 2414454"/>
              <a:gd name="connsiteY40" fmla="*/ 85420 h 170840"/>
              <a:gd name="connsiteX41" fmla="*/ 1349397 w 2414454"/>
              <a:gd name="connsiteY41" fmla="*/ 77819 h 170840"/>
              <a:gd name="connsiteX42" fmla="*/ 1348492 w 2414454"/>
              <a:gd name="connsiteY42" fmla="*/ 70399 h 170840"/>
              <a:gd name="connsiteX43" fmla="*/ 1346321 w 2414454"/>
              <a:gd name="connsiteY43" fmla="*/ 63613 h 170840"/>
              <a:gd name="connsiteX44" fmla="*/ 1342520 w 2414454"/>
              <a:gd name="connsiteY44" fmla="*/ 57912 h 170840"/>
              <a:gd name="connsiteX45" fmla="*/ 1326232 w 2414454"/>
              <a:gd name="connsiteY45" fmla="*/ 51397 h 170840"/>
              <a:gd name="connsiteX46" fmla="*/ 1173832 w 2414454"/>
              <a:gd name="connsiteY46" fmla="*/ 51397 h 170840"/>
              <a:gd name="connsiteX47" fmla="*/ 1157726 w 2414454"/>
              <a:gd name="connsiteY47" fmla="*/ 57912 h 170840"/>
              <a:gd name="connsiteX48" fmla="*/ 1153835 w 2414454"/>
              <a:gd name="connsiteY48" fmla="*/ 63613 h 170840"/>
              <a:gd name="connsiteX49" fmla="*/ 1151663 w 2414454"/>
              <a:gd name="connsiteY49" fmla="*/ 70399 h 170840"/>
              <a:gd name="connsiteX50" fmla="*/ 1150668 w 2414454"/>
              <a:gd name="connsiteY50" fmla="*/ 77819 h 170840"/>
              <a:gd name="connsiteX51" fmla="*/ 1150487 w 2414454"/>
              <a:gd name="connsiteY51" fmla="*/ 85420 h 170840"/>
              <a:gd name="connsiteX52" fmla="*/ 1150668 w 2414454"/>
              <a:gd name="connsiteY52" fmla="*/ 93021 h 170840"/>
              <a:gd name="connsiteX53" fmla="*/ 1151663 w 2414454"/>
              <a:gd name="connsiteY53" fmla="*/ 100441 h 170840"/>
              <a:gd name="connsiteX54" fmla="*/ 1153835 w 2414454"/>
              <a:gd name="connsiteY54" fmla="*/ 107318 h 170840"/>
              <a:gd name="connsiteX55" fmla="*/ 1157726 w 2414454"/>
              <a:gd name="connsiteY55" fmla="*/ 112928 h 170840"/>
              <a:gd name="connsiteX56" fmla="*/ 1173832 w 2414454"/>
              <a:gd name="connsiteY56" fmla="*/ 119443 h 170840"/>
              <a:gd name="connsiteX57" fmla="*/ 1190120 w 2414454"/>
              <a:gd name="connsiteY57" fmla="*/ 112928 h 170840"/>
              <a:gd name="connsiteX58" fmla="*/ 1193921 w 2414454"/>
              <a:gd name="connsiteY58" fmla="*/ 107318 h 170840"/>
              <a:gd name="connsiteX59" fmla="*/ 1196092 w 2414454"/>
              <a:gd name="connsiteY59" fmla="*/ 100441 h 170840"/>
              <a:gd name="connsiteX60" fmla="*/ 1196997 w 2414454"/>
              <a:gd name="connsiteY60" fmla="*/ 93021 h 170840"/>
              <a:gd name="connsiteX61" fmla="*/ 1197178 w 2414454"/>
              <a:gd name="connsiteY61" fmla="*/ 85420 h 170840"/>
              <a:gd name="connsiteX62" fmla="*/ 1196997 w 2414454"/>
              <a:gd name="connsiteY62" fmla="*/ 77819 h 170840"/>
              <a:gd name="connsiteX63" fmla="*/ 1196092 w 2414454"/>
              <a:gd name="connsiteY63" fmla="*/ 70399 h 170840"/>
              <a:gd name="connsiteX64" fmla="*/ 1193921 w 2414454"/>
              <a:gd name="connsiteY64" fmla="*/ 63613 h 170840"/>
              <a:gd name="connsiteX65" fmla="*/ 1190120 w 2414454"/>
              <a:gd name="connsiteY65" fmla="*/ 57912 h 170840"/>
              <a:gd name="connsiteX66" fmla="*/ 1173832 w 2414454"/>
              <a:gd name="connsiteY66" fmla="*/ 51397 h 170840"/>
              <a:gd name="connsiteX67" fmla="*/ 145132 w 2414454"/>
              <a:gd name="connsiteY67" fmla="*/ 51397 h 170840"/>
              <a:gd name="connsiteX68" fmla="*/ 129026 w 2414454"/>
              <a:gd name="connsiteY68" fmla="*/ 57912 h 170840"/>
              <a:gd name="connsiteX69" fmla="*/ 125135 w 2414454"/>
              <a:gd name="connsiteY69" fmla="*/ 63613 h 170840"/>
              <a:gd name="connsiteX70" fmla="*/ 122963 w 2414454"/>
              <a:gd name="connsiteY70" fmla="*/ 70399 h 170840"/>
              <a:gd name="connsiteX71" fmla="*/ 121968 w 2414454"/>
              <a:gd name="connsiteY71" fmla="*/ 77819 h 170840"/>
              <a:gd name="connsiteX72" fmla="*/ 121787 w 2414454"/>
              <a:gd name="connsiteY72" fmla="*/ 85420 h 170840"/>
              <a:gd name="connsiteX73" fmla="*/ 121968 w 2414454"/>
              <a:gd name="connsiteY73" fmla="*/ 93021 h 170840"/>
              <a:gd name="connsiteX74" fmla="*/ 122963 w 2414454"/>
              <a:gd name="connsiteY74" fmla="*/ 100441 h 170840"/>
              <a:gd name="connsiteX75" fmla="*/ 125135 w 2414454"/>
              <a:gd name="connsiteY75" fmla="*/ 107318 h 170840"/>
              <a:gd name="connsiteX76" fmla="*/ 129026 w 2414454"/>
              <a:gd name="connsiteY76" fmla="*/ 112928 h 170840"/>
              <a:gd name="connsiteX77" fmla="*/ 145132 w 2414454"/>
              <a:gd name="connsiteY77" fmla="*/ 119443 h 170840"/>
              <a:gd name="connsiteX78" fmla="*/ 161420 w 2414454"/>
              <a:gd name="connsiteY78" fmla="*/ 112928 h 170840"/>
              <a:gd name="connsiteX79" fmla="*/ 165221 w 2414454"/>
              <a:gd name="connsiteY79" fmla="*/ 107318 h 170840"/>
              <a:gd name="connsiteX80" fmla="*/ 167392 w 2414454"/>
              <a:gd name="connsiteY80" fmla="*/ 100441 h 170840"/>
              <a:gd name="connsiteX81" fmla="*/ 168297 w 2414454"/>
              <a:gd name="connsiteY81" fmla="*/ 93021 h 170840"/>
              <a:gd name="connsiteX82" fmla="*/ 168478 w 2414454"/>
              <a:gd name="connsiteY82" fmla="*/ 85420 h 170840"/>
              <a:gd name="connsiteX83" fmla="*/ 168297 w 2414454"/>
              <a:gd name="connsiteY83" fmla="*/ 77819 h 170840"/>
              <a:gd name="connsiteX84" fmla="*/ 167392 w 2414454"/>
              <a:gd name="connsiteY84" fmla="*/ 70399 h 170840"/>
              <a:gd name="connsiteX85" fmla="*/ 165221 w 2414454"/>
              <a:gd name="connsiteY85" fmla="*/ 63613 h 170840"/>
              <a:gd name="connsiteX86" fmla="*/ 161420 w 2414454"/>
              <a:gd name="connsiteY86" fmla="*/ 57912 h 170840"/>
              <a:gd name="connsiteX87" fmla="*/ 145132 w 2414454"/>
              <a:gd name="connsiteY87" fmla="*/ 51397 h 170840"/>
              <a:gd name="connsiteX88" fmla="*/ 2031082 w 2414454"/>
              <a:gd name="connsiteY88" fmla="*/ 51035 h 170840"/>
              <a:gd name="connsiteX89" fmla="*/ 2018414 w 2414454"/>
              <a:gd name="connsiteY89" fmla="*/ 54632 h 170840"/>
              <a:gd name="connsiteX90" fmla="*/ 2010270 w 2414454"/>
              <a:gd name="connsiteY90" fmla="*/ 64342 h 170840"/>
              <a:gd name="connsiteX91" fmla="*/ 2008280 w 2414454"/>
              <a:gd name="connsiteY91" fmla="*/ 70814 h 170840"/>
              <a:gd name="connsiteX92" fmla="*/ 2007556 w 2414454"/>
              <a:gd name="connsiteY92" fmla="*/ 79086 h 170840"/>
              <a:gd name="connsiteX93" fmla="*/ 2054609 w 2414454"/>
              <a:gd name="connsiteY93" fmla="*/ 79086 h 170840"/>
              <a:gd name="connsiteX94" fmla="*/ 2054247 w 2414454"/>
              <a:gd name="connsiteY94" fmla="*/ 74410 h 170840"/>
              <a:gd name="connsiteX95" fmla="*/ 2053795 w 2414454"/>
              <a:gd name="connsiteY95" fmla="*/ 70815 h 170840"/>
              <a:gd name="connsiteX96" fmla="*/ 2053071 w 2414454"/>
              <a:gd name="connsiteY96" fmla="*/ 67669 h 170840"/>
              <a:gd name="connsiteX97" fmla="*/ 2051894 w 2414454"/>
              <a:gd name="connsiteY97" fmla="*/ 64342 h 170840"/>
              <a:gd name="connsiteX98" fmla="*/ 2043750 w 2414454"/>
              <a:gd name="connsiteY98" fmla="*/ 54632 h 170840"/>
              <a:gd name="connsiteX99" fmla="*/ 2031082 w 2414454"/>
              <a:gd name="connsiteY99" fmla="*/ 51035 h 170840"/>
              <a:gd name="connsiteX100" fmla="*/ 630907 w 2414454"/>
              <a:gd name="connsiteY100" fmla="*/ 51035 h 170840"/>
              <a:gd name="connsiteX101" fmla="*/ 618239 w 2414454"/>
              <a:gd name="connsiteY101" fmla="*/ 54632 h 170840"/>
              <a:gd name="connsiteX102" fmla="*/ 610095 w 2414454"/>
              <a:gd name="connsiteY102" fmla="*/ 64342 h 170840"/>
              <a:gd name="connsiteX103" fmla="*/ 608104 w 2414454"/>
              <a:gd name="connsiteY103" fmla="*/ 70814 h 170840"/>
              <a:gd name="connsiteX104" fmla="*/ 607381 w 2414454"/>
              <a:gd name="connsiteY104" fmla="*/ 79086 h 170840"/>
              <a:gd name="connsiteX105" fmla="*/ 654434 w 2414454"/>
              <a:gd name="connsiteY105" fmla="*/ 79086 h 170840"/>
              <a:gd name="connsiteX106" fmla="*/ 654072 w 2414454"/>
              <a:gd name="connsiteY106" fmla="*/ 74410 h 170840"/>
              <a:gd name="connsiteX107" fmla="*/ 653620 w 2414454"/>
              <a:gd name="connsiteY107" fmla="*/ 70815 h 170840"/>
              <a:gd name="connsiteX108" fmla="*/ 652896 w 2414454"/>
              <a:gd name="connsiteY108" fmla="*/ 67669 h 170840"/>
              <a:gd name="connsiteX109" fmla="*/ 651720 w 2414454"/>
              <a:gd name="connsiteY109" fmla="*/ 64342 h 170840"/>
              <a:gd name="connsiteX110" fmla="*/ 643576 w 2414454"/>
              <a:gd name="connsiteY110" fmla="*/ 54632 h 170840"/>
              <a:gd name="connsiteX111" fmla="*/ 630907 w 2414454"/>
              <a:gd name="connsiteY111" fmla="*/ 51035 h 170840"/>
              <a:gd name="connsiteX112" fmla="*/ 2337540 w 2414454"/>
              <a:gd name="connsiteY112" fmla="*/ 40900 h 170840"/>
              <a:gd name="connsiteX113" fmla="*/ 2351656 w 2414454"/>
              <a:gd name="connsiteY113" fmla="*/ 40900 h 170840"/>
              <a:gd name="connsiteX114" fmla="*/ 2376087 w 2414454"/>
              <a:gd name="connsiteY114" fmla="*/ 112385 h 170840"/>
              <a:gd name="connsiteX115" fmla="*/ 2400338 w 2414454"/>
              <a:gd name="connsiteY115" fmla="*/ 40900 h 170840"/>
              <a:gd name="connsiteX116" fmla="*/ 2414454 w 2414454"/>
              <a:gd name="connsiteY116" fmla="*/ 40900 h 170840"/>
              <a:gd name="connsiteX117" fmla="*/ 2373916 w 2414454"/>
              <a:gd name="connsiteY117" fmla="*/ 151476 h 170840"/>
              <a:gd name="connsiteX118" fmla="*/ 2367582 w 2414454"/>
              <a:gd name="connsiteY118" fmla="*/ 161973 h 170840"/>
              <a:gd name="connsiteX119" fmla="*/ 2359438 w 2414454"/>
              <a:gd name="connsiteY119" fmla="*/ 166768 h 170840"/>
              <a:gd name="connsiteX120" fmla="*/ 2350208 w 2414454"/>
              <a:gd name="connsiteY120" fmla="*/ 168126 h 170840"/>
              <a:gd name="connsiteX121" fmla="*/ 2344598 w 2414454"/>
              <a:gd name="connsiteY121" fmla="*/ 168126 h 170840"/>
              <a:gd name="connsiteX122" fmla="*/ 2344598 w 2414454"/>
              <a:gd name="connsiteY122" fmla="*/ 156543 h 170840"/>
              <a:gd name="connsiteX123" fmla="*/ 2348579 w 2414454"/>
              <a:gd name="connsiteY123" fmla="*/ 156543 h 170840"/>
              <a:gd name="connsiteX124" fmla="*/ 2358171 w 2414454"/>
              <a:gd name="connsiteY124" fmla="*/ 154100 h 170840"/>
              <a:gd name="connsiteX125" fmla="*/ 2363238 w 2414454"/>
              <a:gd name="connsiteY125" fmla="*/ 145504 h 170840"/>
              <a:gd name="connsiteX126" fmla="*/ 2369572 w 2414454"/>
              <a:gd name="connsiteY126" fmla="*/ 128130 h 170840"/>
              <a:gd name="connsiteX127" fmla="*/ 2247062 w 2414454"/>
              <a:gd name="connsiteY127" fmla="*/ 40900 h 170840"/>
              <a:gd name="connsiteX128" fmla="*/ 2260092 w 2414454"/>
              <a:gd name="connsiteY128" fmla="*/ 40900 h 170840"/>
              <a:gd name="connsiteX129" fmla="*/ 2260092 w 2414454"/>
              <a:gd name="connsiteY129" fmla="*/ 129940 h 170840"/>
              <a:gd name="connsiteX130" fmla="*/ 2247062 w 2414454"/>
              <a:gd name="connsiteY130" fmla="*/ 129940 h 170840"/>
              <a:gd name="connsiteX131" fmla="*/ 1899390 w 2414454"/>
              <a:gd name="connsiteY131" fmla="*/ 40900 h 170840"/>
              <a:gd name="connsiteX132" fmla="*/ 1913506 w 2414454"/>
              <a:gd name="connsiteY132" fmla="*/ 40900 h 170840"/>
              <a:gd name="connsiteX133" fmla="*/ 1937756 w 2414454"/>
              <a:gd name="connsiteY133" fmla="*/ 112385 h 170840"/>
              <a:gd name="connsiteX134" fmla="*/ 1962188 w 2414454"/>
              <a:gd name="connsiteY134" fmla="*/ 40900 h 170840"/>
              <a:gd name="connsiteX135" fmla="*/ 1976304 w 2414454"/>
              <a:gd name="connsiteY135" fmla="*/ 40900 h 170840"/>
              <a:gd name="connsiteX136" fmla="*/ 1943548 w 2414454"/>
              <a:gd name="connsiteY136" fmla="*/ 129940 h 170840"/>
              <a:gd name="connsiteX137" fmla="*/ 1931965 w 2414454"/>
              <a:gd name="connsiteY137" fmla="*/ 129940 h 170840"/>
              <a:gd name="connsiteX138" fmla="*/ 1875587 w 2414454"/>
              <a:gd name="connsiteY138" fmla="*/ 40900 h 170840"/>
              <a:gd name="connsiteX139" fmla="*/ 1888617 w 2414454"/>
              <a:gd name="connsiteY139" fmla="*/ 40900 h 170840"/>
              <a:gd name="connsiteX140" fmla="*/ 1888617 w 2414454"/>
              <a:gd name="connsiteY140" fmla="*/ 129940 h 170840"/>
              <a:gd name="connsiteX141" fmla="*/ 1875587 w 2414454"/>
              <a:gd name="connsiteY141" fmla="*/ 129940 h 170840"/>
              <a:gd name="connsiteX142" fmla="*/ 999287 w 2414454"/>
              <a:gd name="connsiteY142" fmla="*/ 40900 h 170840"/>
              <a:gd name="connsiteX143" fmla="*/ 1012317 w 2414454"/>
              <a:gd name="connsiteY143" fmla="*/ 40900 h 170840"/>
              <a:gd name="connsiteX144" fmla="*/ 1012317 w 2414454"/>
              <a:gd name="connsiteY144" fmla="*/ 129940 h 170840"/>
              <a:gd name="connsiteX145" fmla="*/ 999287 w 2414454"/>
              <a:gd name="connsiteY145" fmla="*/ 129940 h 170840"/>
              <a:gd name="connsiteX146" fmla="*/ 451590 w 2414454"/>
              <a:gd name="connsiteY146" fmla="*/ 40900 h 170840"/>
              <a:gd name="connsiteX147" fmla="*/ 465706 w 2414454"/>
              <a:gd name="connsiteY147" fmla="*/ 40900 h 170840"/>
              <a:gd name="connsiteX148" fmla="*/ 486156 w 2414454"/>
              <a:gd name="connsiteY148" fmla="*/ 112385 h 170840"/>
              <a:gd name="connsiteX149" fmla="*/ 509502 w 2414454"/>
              <a:gd name="connsiteY149" fmla="*/ 40900 h 170840"/>
              <a:gd name="connsiteX150" fmla="*/ 520722 w 2414454"/>
              <a:gd name="connsiteY150" fmla="*/ 40900 h 170840"/>
              <a:gd name="connsiteX151" fmla="*/ 544249 w 2414454"/>
              <a:gd name="connsiteY151" fmla="*/ 112385 h 170840"/>
              <a:gd name="connsiteX152" fmla="*/ 564518 w 2414454"/>
              <a:gd name="connsiteY152" fmla="*/ 40900 h 170840"/>
              <a:gd name="connsiteX153" fmla="*/ 578634 w 2414454"/>
              <a:gd name="connsiteY153" fmla="*/ 40900 h 170840"/>
              <a:gd name="connsiteX154" fmla="*/ 550583 w 2414454"/>
              <a:gd name="connsiteY154" fmla="*/ 129940 h 170840"/>
              <a:gd name="connsiteX155" fmla="*/ 538458 w 2414454"/>
              <a:gd name="connsiteY155" fmla="*/ 129940 h 170840"/>
              <a:gd name="connsiteX156" fmla="*/ 515112 w 2414454"/>
              <a:gd name="connsiteY156" fmla="*/ 60808 h 170840"/>
              <a:gd name="connsiteX157" fmla="*/ 491947 w 2414454"/>
              <a:gd name="connsiteY157" fmla="*/ 129940 h 170840"/>
              <a:gd name="connsiteX158" fmla="*/ 479822 w 2414454"/>
              <a:gd name="connsiteY158" fmla="*/ 129940 h 170840"/>
              <a:gd name="connsiteX159" fmla="*/ 207807 w 2414454"/>
              <a:gd name="connsiteY159" fmla="*/ 40900 h 170840"/>
              <a:gd name="connsiteX160" fmla="*/ 220837 w 2414454"/>
              <a:gd name="connsiteY160" fmla="*/ 40900 h 170840"/>
              <a:gd name="connsiteX161" fmla="*/ 220837 w 2414454"/>
              <a:gd name="connsiteY161" fmla="*/ 95736 h 170840"/>
              <a:gd name="connsiteX162" fmla="*/ 226628 w 2414454"/>
              <a:gd name="connsiteY162" fmla="*/ 113562 h 170840"/>
              <a:gd name="connsiteX163" fmla="*/ 242554 w 2414454"/>
              <a:gd name="connsiteY163" fmla="*/ 119443 h 170840"/>
              <a:gd name="connsiteX164" fmla="*/ 258751 w 2414454"/>
              <a:gd name="connsiteY164" fmla="*/ 113471 h 170840"/>
              <a:gd name="connsiteX165" fmla="*/ 264814 w 2414454"/>
              <a:gd name="connsiteY165" fmla="*/ 95736 h 170840"/>
              <a:gd name="connsiteX166" fmla="*/ 264814 w 2414454"/>
              <a:gd name="connsiteY166" fmla="*/ 40900 h 170840"/>
              <a:gd name="connsiteX167" fmla="*/ 277844 w 2414454"/>
              <a:gd name="connsiteY167" fmla="*/ 40900 h 170840"/>
              <a:gd name="connsiteX168" fmla="*/ 277844 w 2414454"/>
              <a:gd name="connsiteY168" fmla="*/ 129940 h 170840"/>
              <a:gd name="connsiteX169" fmla="*/ 264995 w 2414454"/>
              <a:gd name="connsiteY169" fmla="*/ 129940 h 170840"/>
              <a:gd name="connsiteX170" fmla="*/ 264995 w 2414454"/>
              <a:gd name="connsiteY170" fmla="*/ 119986 h 170840"/>
              <a:gd name="connsiteX171" fmla="*/ 253865 w 2414454"/>
              <a:gd name="connsiteY171" fmla="*/ 128221 h 170840"/>
              <a:gd name="connsiteX172" fmla="*/ 239839 w 2414454"/>
              <a:gd name="connsiteY172" fmla="*/ 131026 h 170840"/>
              <a:gd name="connsiteX173" fmla="*/ 216856 w 2414454"/>
              <a:gd name="connsiteY173" fmla="*/ 122701 h 170840"/>
              <a:gd name="connsiteX174" fmla="*/ 209979 w 2414454"/>
              <a:gd name="connsiteY174" fmla="*/ 111752 h 170840"/>
              <a:gd name="connsiteX175" fmla="*/ 207807 w 2414454"/>
              <a:gd name="connsiteY175" fmla="*/ 97726 h 170840"/>
              <a:gd name="connsiteX176" fmla="*/ 2189569 w 2414454"/>
              <a:gd name="connsiteY176" fmla="*/ 39814 h 170840"/>
              <a:gd name="connsiteX177" fmla="*/ 2207395 w 2414454"/>
              <a:gd name="connsiteY177" fmla="*/ 42205 h 170840"/>
              <a:gd name="connsiteX178" fmla="*/ 2221601 w 2414454"/>
              <a:gd name="connsiteY178" fmla="*/ 49564 h 170840"/>
              <a:gd name="connsiteX179" fmla="*/ 2213096 w 2414454"/>
              <a:gd name="connsiteY179" fmla="*/ 58093 h 170840"/>
              <a:gd name="connsiteX180" fmla="*/ 2202328 w 2414454"/>
              <a:gd name="connsiteY180" fmla="*/ 52754 h 170840"/>
              <a:gd name="connsiteX181" fmla="*/ 2189388 w 2414454"/>
              <a:gd name="connsiteY181" fmla="*/ 51035 h 170840"/>
              <a:gd name="connsiteX182" fmla="*/ 2174548 w 2414454"/>
              <a:gd name="connsiteY182" fmla="*/ 54900 h 170840"/>
              <a:gd name="connsiteX183" fmla="*/ 2169480 w 2414454"/>
              <a:gd name="connsiteY183" fmla="*/ 65598 h 170840"/>
              <a:gd name="connsiteX184" fmla="*/ 2173010 w 2414454"/>
              <a:gd name="connsiteY184" fmla="*/ 74589 h 170840"/>
              <a:gd name="connsiteX185" fmla="*/ 2185044 w 2414454"/>
              <a:gd name="connsiteY185" fmla="*/ 78543 h 170840"/>
              <a:gd name="connsiteX186" fmla="*/ 2199342 w 2414454"/>
              <a:gd name="connsiteY186" fmla="*/ 79810 h 170840"/>
              <a:gd name="connsiteX187" fmla="*/ 2210019 w 2414454"/>
              <a:gd name="connsiteY187" fmla="*/ 81801 h 170840"/>
              <a:gd name="connsiteX188" fmla="*/ 2218344 w 2414454"/>
              <a:gd name="connsiteY188" fmla="*/ 86144 h 170840"/>
              <a:gd name="connsiteX189" fmla="*/ 2223683 w 2414454"/>
              <a:gd name="connsiteY189" fmla="*/ 93383 h 170840"/>
              <a:gd name="connsiteX190" fmla="*/ 2225583 w 2414454"/>
              <a:gd name="connsiteY190" fmla="*/ 103880 h 170840"/>
              <a:gd name="connsiteX191" fmla="*/ 2222959 w 2414454"/>
              <a:gd name="connsiteY191" fmla="*/ 115372 h 170840"/>
              <a:gd name="connsiteX192" fmla="*/ 2215539 w 2414454"/>
              <a:gd name="connsiteY192" fmla="*/ 123877 h 170840"/>
              <a:gd name="connsiteX193" fmla="*/ 2204137 w 2414454"/>
              <a:gd name="connsiteY193" fmla="*/ 129216 h 170840"/>
              <a:gd name="connsiteX194" fmla="*/ 2189388 w 2414454"/>
              <a:gd name="connsiteY194" fmla="*/ 131026 h 170840"/>
              <a:gd name="connsiteX195" fmla="*/ 2169119 w 2414454"/>
              <a:gd name="connsiteY195" fmla="*/ 128130 h 170840"/>
              <a:gd name="connsiteX196" fmla="*/ 2152831 w 2414454"/>
              <a:gd name="connsiteY196" fmla="*/ 118177 h 170840"/>
              <a:gd name="connsiteX197" fmla="*/ 2161518 w 2414454"/>
              <a:gd name="connsiteY197" fmla="*/ 109490 h 170840"/>
              <a:gd name="connsiteX198" fmla="*/ 2173824 w 2414454"/>
              <a:gd name="connsiteY198" fmla="*/ 117453 h 170840"/>
              <a:gd name="connsiteX199" fmla="*/ 2189207 w 2414454"/>
              <a:gd name="connsiteY199" fmla="*/ 119805 h 170840"/>
              <a:gd name="connsiteX200" fmla="*/ 2206580 w 2414454"/>
              <a:gd name="connsiteY200" fmla="*/ 115914 h 170840"/>
              <a:gd name="connsiteX201" fmla="*/ 2212915 w 2414454"/>
              <a:gd name="connsiteY201" fmla="*/ 104061 h 170840"/>
              <a:gd name="connsiteX202" fmla="*/ 2209386 w 2414454"/>
              <a:gd name="connsiteY202" fmla="*/ 95012 h 170840"/>
              <a:gd name="connsiteX203" fmla="*/ 2198074 w 2414454"/>
              <a:gd name="connsiteY203" fmla="*/ 91030 h 170840"/>
              <a:gd name="connsiteX204" fmla="*/ 2183416 w 2414454"/>
              <a:gd name="connsiteY204" fmla="*/ 89764 h 170840"/>
              <a:gd name="connsiteX205" fmla="*/ 2163599 w 2414454"/>
              <a:gd name="connsiteY205" fmla="*/ 82796 h 170840"/>
              <a:gd name="connsiteX206" fmla="*/ 2156812 w 2414454"/>
              <a:gd name="connsiteY206" fmla="*/ 65875 h 170840"/>
              <a:gd name="connsiteX207" fmla="*/ 2159256 w 2414454"/>
              <a:gd name="connsiteY207" fmla="*/ 54926 h 170840"/>
              <a:gd name="connsiteX208" fmla="*/ 2166042 w 2414454"/>
              <a:gd name="connsiteY208" fmla="*/ 46782 h 170840"/>
              <a:gd name="connsiteX209" fmla="*/ 2176448 w 2414454"/>
              <a:gd name="connsiteY209" fmla="*/ 41624 h 170840"/>
              <a:gd name="connsiteX210" fmla="*/ 2189569 w 2414454"/>
              <a:gd name="connsiteY210" fmla="*/ 39814 h 170840"/>
              <a:gd name="connsiteX211" fmla="*/ 2123142 w 2414454"/>
              <a:gd name="connsiteY211" fmla="*/ 39814 h 170840"/>
              <a:gd name="connsiteX212" fmla="*/ 2134634 w 2414454"/>
              <a:gd name="connsiteY212" fmla="*/ 41624 h 170840"/>
              <a:gd name="connsiteX213" fmla="*/ 2144496 w 2414454"/>
              <a:gd name="connsiteY213" fmla="*/ 48139 h 170840"/>
              <a:gd name="connsiteX214" fmla="*/ 2134905 w 2414454"/>
              <a:gd name="connsiteY214" fmla="*/ 57912 h 170840"/>
              <a:gd name="connsiteX215" fmla="*/ 2128028 w 2414454"/>
              <a:gd name="connsiteY215" fmla="*/ 52845 h 170840"/>
              <a:gd name="connsiteX216" fmla="*/ 2119522 w 2414454"/>
              <a:gd name="connsiteY216" fmla="*/ 51397 h 170840"/>
              <a:gd name="connsiteX217" fmla="*/ 2110654 w 2414454"/>
              <a:gd name="connsiteY217" fmla="*/ 53207 h 170840"/>
              <a:gd name="connsiteX218" fmla="*/ 2103958 w 2414454"/>
              <a:gd name="connsiteY218" fmla="*/ 58274 h 170840"/>
              <a:gd name="connsiteX219" fmla="*/ 2099705 w 2414454"/>
              <a:gd name="connsiteY219" fmla="*/ 65875 h 170840"/>
              <a:gd name="connsiteX220" fmla="*/ 2098167 w 2414454"/>
              <a:gd name="connsiteY220" fmla="*/ 75286 h 170840"/>
              <a:gd name="connsiteX221" fmla="*/ 2098167 w 2414454"/>
              <a:gd name="connsiteY221" fmla="*/ 129940 h 170840"/>
              <a:gd name="connsiteX222" fmla="*/ 2085137 w 2414454"/>
              <a:gd name="connsiteY222" fmla="*/ 129940 h 170840"/>
              <a:gd name="connsiteX223" fmla="*/ 2085137 w 2414454"/>
              <a:gd name="connsiteY223" fmla="*/ 40900 h 170840"/>
              <a:gd name="connsiteX224" fmla="*/ 2098167 w 2414454"/>
              <a:gd name="connsiteY224" fmla="*/ 40900 h 170840"/>
              <a:gd name="connsiteX225" fmla="*/ 2098167 w 2414454"/>
              <a:gd name="connsiteY225" fmla="*/ 51759 h 170840"/>
              <a:gd name="connsiteX226" fmla="*/ 2108573 w 2414454"/>
              <a:gd name="connsiteY226" fmla="*/ 42982 h 170840"/>
              <a:gd name="connsiteX227" fmla="*/ 2123142 w 2414454"/>
              <a:gd name="connsiteY227" fmla="*/ 39814 h 170840"/>
              <a:gd name="connsiteX228" fmla="*/ 2031082 w 2414454"/>
              <a:gd name="connsiteY228" fmla="*/ 39814 h 170840"/>
              <a:gd name="connsiteX229" fmla="*/ 2058048 w 2414454"/>
              <a:gd name="connsiteY229" fmla="*/ 51397 h 170840"/>
              <a:gd name="connsiteX230" fmla="*/ 2067640 w 2414454"/>
              <a:gd name="connsiteY230" fmla="*/ 82887 h 170840"/>
              <a:gd name="connsiteX231" fmla="*/ 2067640 w 2414454"/>
              <a:gd name="connsiteY231" fmla="*/ 88859 h 170840"/>
              <a:gd name="connsiteX232" fmla="*/ 2007556 w 2414454"/>
              <a:gd name="connsiteY232" fmla="*/ 88859 h 170840"/>
              <a:gd name="connsiteX233" fmla="*/ 2014252 w 2414454"/>
              <a:gd name="connsiteY233" fmla="*/ 111704 h 170840"/>
              <a:gd name="connsiteX234" fmla="*/ 2033797 w 2414454"/>
              <a:gd name="connsiteY234" fmla="*/ 119805 h 170840"/>
              <a:gd name="connsiteX235" fmla="*/ 2046737 w 2414454"/>
              <a:gd name="connsiteY235" fmla="*/ 117362 h 170840"/>
              <a:gd name="connsiteX236" fmla="*/ 2057143 w 2414454"/>
              <a:gd name="connsiteY236" fmla="*/ 109671 h 170840"/>
              <a:gd name="connsiteX237" fmla="*/ 2066010 w 2414454"/>
              <a:gd name="connsiteY237" fmla="*/ 117453 h 170840"/>
              <a:gd name="connsiteX238" fmla="*/ 2059224 w 2414454"/>
              <a:gd name="connsiteY238" fmla="*/ 123367 h 170840"/>
              <a:gd name="connsiteX239" fmla="*/ 2052076 w 2414454"/>
              <a:gd name="connsiteY239" fmla="*/ 127552 h 170840"/>
              <a:gd name="connsiteX240" fmla="*/ 2043660 w 2414454"/>
              <a:gd name="connsiteY240" fmla="*/ 130135 h 170840"/>
              <a:gd name="connsiteX241" fmla="*/ 2033435 w 2414454"/>
              <a:gd name="connsiteY241" fmla="*/ 131026 h 170840"/>
              <a:gd name="connsiteX242" fmla="*/ 2017419 w 2414454"/>
              <a:gd name="connsiteY242" fmla="*/ 128311 h 170840"/>
              <a:gd name="connsiteX243" fmla="*/ 2005203 w 2414454"/>
              <a:gd name="connsiteY243" fmla="*/ 119986 h 170840"/>
              <a:gd name="connsiteX244" fmla="*/ 1997331 w 2414454"/>
              <a:gd name="connsiteY244" fmla="*/ 105780 h 170840"/>
              <a:gd name="connsiteX245" fmla="*/ 1994525 w 2414454"/>
              <a:gd name="connsiteY245" fmla="*/ 85420 h 170840"/>
              <a:gd name="connsiteX246" fmla="*/ 2004298 w 2414454"/>
              <a:gd name="connsiteY246" fmla="*/ 51759 h 170840"/>
              <a:gd name="connsiteX247" fmla="*/ 2031082 w 2414454"/>
              <a:gd name="connsiteY247" fmla="*/ 39814 h 170840"/>
              <a:gd name="connsiteX248" fmla="*/ 1808816 w 2414454"/>
              <a:gd name="connsiteY248" fmla="*/ 39814 h 170840"/>
              <a:gd name="connsiteX249" fmla="*/ 1831619 w 2414454"/>
              <a:gd name="connsiteY249" fmla="*/ 48139 h 170840"/>
              <a:gd name="connsiteX250" fmla="*/ 1840849 w 2414454"/>
              <a:gd name="connsiteY250" fmla="*/ 72933 h 170840"/>
              <a:gd name="connsiteX251" fmla="*/ 1840849 w 2414454"/>
              <a:gd name="connsiteY251" fmla="*/ 129940 h 170840"/>
              <a:gd name="connsiteX252" fmla="*/ 1827819 w 2414454"/>
              <a:gd name="connsiteY252" fmla="*/ 129940 h 170840"/>
              <a:gd name="connsiteX253" fmla="*/ 1827819 w 2414454"/>
              <a:gd name="connsiteY253" fmla="*/ 75105 h 170840"/>
              <a:gd name="connsiteX254" fmla="*/ 1821937 w 2414454"/>
              <a:gd name="connsiteY254" fmla="*/ 57279 h 170840"/>
              <a:gd name="connsiteX255" fmla="*/ 1805921 w 2414454"/>
              <a:gd name="connsiteY255" fmla="*/ 51397 h 170840"/>
              <a:gd name="connsiteX256" fmla="*/ 1789814 w 2414454"/>
              <a:gd name="connsiteY256" fmla="*/ 57369 h 170840"/>
              <a:gd name="connsiteX257" fmla="*/ 1783842 w 2414454"/>
              <a:gd name="connsiteY257" fmla="*/ 75105 h 170840"/>
              <a:gd name="connsiteX258" fmla="*/ 1783842 w 2414454"/>
              <a:gd name="connsiteY258" fmla="*/ 129940 h 170840"/>
              <a:gd name="connsiteX259" fmla="*/ 1770812 w 2414454"/>
              <a:gd name="connsiteY259" fmla="*/ 129940 h 170840"/>
              <a:gd name="connsiteX260" fmla="*/ 1770812 w 2414454"/>
              <a:gd name="connsiteY260" fmla="*/ 40900 h 170840"/>
              <a:gd name="connsiteX261" fmla="*/ 1783842 w 2414454"/>
              <a:gd name="connsiteY261" fmla="*/ 40900 h 170840"/>
              <a:gd name="connsiteX262" fmla="*/ 1783842 w 2414454"/>
              <a:gd name="connsiteY262" fmla="*/ 50673 h 170840"/>
              <a:gd name="connsiteX263" fmla="*/ 1794882 w 2414454"/>
              <a:gd name="connsiteY263" fmla="*/ 42529 h 170840"/>
              <a:gd name="connsiteX264" fmla="*/ 1808816 w 2414454"/>
              <a:gd name="connsiteY264" fmla="*/ 39814 h 170840"/>
              <a:gd name="connsiteX265" fmla="*/ 1512932 w 2414454"/>
              <a:gd name="connsiteY265" fmla="*/ 39814 h 170840"/>
              <a:gd name="connsiteX266" fmla="*/ 1526415 w 2414454"/>
              <a:gd name="connsiteY266" fmla="*/ 42077 h 170840"/>
              <a:gd name="connsiteX267" fmla="*/ 1537906 w 2414454"/>
              <a:gd name="connsiteY267" fmla="*/ 51397 h 170840"/>
              <a:gd name="connsiteX268" fmla="*/ 1537906 w 2414454"/>
              <a:gd name="connsiteY268" fmla="*/ 40900 h 170840"/>
              <a:gd name="connsiteX269" fmla="*/ 1550756 w 2414454"/>
              <a:gd name="connsiteY269" fmla="*/ 40900 h 170840"/>
              <a:gd name="connsiteX270" fmla="*/ 1550756 w 2414454"/>
              <a:gd name="connsiteY270" fmla="*/ 132655 h 170840"/>
              <a:gd name="connsiteX271" fmla="*/ 1548222 w 2414454"/>
              <a:gd name="connsiteY271" fmla="*/ 147947 h 170840"/>
              <a:gd name="connsiteX272" fmla="*/ 1540983 w 2414454"/>
              <a:gd name="connsiteY272" fmla="*/ 159982 h 170840"/>
              <a:gd name="connsiteX273" fmla="*/ 1529310 w 2414454"/>
              <a:gd name="connsiteY273" fmla="*/ 167945 h 170840"/>
              <a:gd name="connsiteX274" fmla="*/ 1513656 w 2414454"/>
              <a:gd name="connsiteY274" fmla="*/ 170840 h 170840"/>
              <a:gd name="connsiteX275" fmla="*/ 1504607 w 2414454"/>
              <a:gd name="connsiteY275" fmla="*/ 170217 h 170840"/>
              <a:gd name="connsiteX276" fmla="*/ 1497097 w 2414454"/>
              <a:gd name="connsiteY276" fmla="*/ 168168 h 170840"/>
              <a:gd name="connsiteX277" fmla="*/ 1490220 w 2414454"/>
              <a:gd name="connsiteY277" fmla="*/ 164518 h 170840"/>
              <a:gd name="connsiteX278" fmla="*/ 1483433 w 2414454"/>
              <a:gd name="connsiteY278" fmla="*/ 159077 h 170840"/>
              <a:gd name="connsiteX279" fmla="*/ 1491939 w 2414454"/>
              <a:gd name="connsiteY279" fmla="*/ 150752 h 170840"/>
              <a:gd name="connsiteX280" fmla="*/ 1496554 w 2414454"/>
              <a:gd name="connsiteY280" fmla="*/ 154553 h 170840"/>
              <a:gd name="connsiteX281" fmla="*/ 1501259 w 2414454"/>
              <a:gd name="connsiteY281" fmla="*/ 157358 h 170840"/>
              <a:gd name="connsiteX282" fmla="*/ 1506598 w 2414454"/>
              <a:gd name="connsiteY282" fmla="*/ 159077 h 170840"/>
              <a:gd name="connsiteX283" fmla="*/ 1513294 w 2414454"/>
              <a:gd name="connsiteY283" fmla="*/ 159620 h 170840"/>
              <a:gd name="connsiteX284" fmla="*/ 1524424 w 2414454"/>
              <a:gd name="connsiteY284" fmla="*/ 157438 h 170840"/>
              <a:gd name="connsiteX285" fmla="*/ 1532025 w 2414454"/>
              <a:gd name="connsiteY285" fmla="*/ 151622 h 170840"/>
              <a:gd name="connsiteX286" fmla="*/ 1536368 w 2414454"/>
              <a:gd name="connsiteY286" fmla="*/ 142989 h 170840"/>
              <a:gd name="connsiteX287" fmla="*/ 1537726 w 2414454"/>
              <a:gd name="connsiteY287" fmla="*/ 132174 h 170840"/>
              <a:gd name="connsiteX288" fmla="*/ 1537726 w 2414454"/>
              <a:gd name="connsiteY288" fmla="*/ 118177 h 170840"/>
              <a:gd name="connsiteX289" fmla="*/ 1526143 w 2414454"/>
              <a:gd name="connsiteY289" fmla="*/ 127406 h 170840"/>
              <a:gd name="connsiteX290" fmla="*/ 1512751 w 2414454"/>
              <a:gd name="connsiteY290" fmla="*/ 129759 h 170840"/>
              <a:gd name="connsiteX291" fmla="*/ 1500354 w 2414454"/>
              <a:gd name="connsiteY291" fmla="*/ 127587 h 170840"/>
              <a:gd name="connsiteX292" fmla="*/ 1491215 w 2414454"/>
              <a:gd name="connsiteY292" fmla="*/ 121796 h 170840"/>
              <a:gd name="connsiteX293" fmla="*/ 1482438 w 2414454"/>
              <a:gd name="connsiteY293" fmla="*/ 105327 h 170840"/>
              <a:gd name="connsiteX294" fmla="*/ 1480356 w 2414454"/>
              <a:gd name="connsiteY294" fmla="*/ 84696 h 170840"/>
              <a:gd name="connsiteX295" fmla="*/ 1482438 w 2414454"/>
              <a:gd name="connsiteY295" fmla="*/ 64065 h 170840"/>
              <a:gd name="connsiteX296" fmla="*/ 1491215 w 2414454"/>
              <a:gd name="connsiteY296" fmla="*/ 47596 h 170840"/>
              <a:gd name="connsiteX297" fmla="*/ 1500445 w 2414454"/>
              <a:gd name="connsiteY297" fmla="*/ 41896 h 170840"/>
              <a:gd name="connsiteX298" fmla="*/ 1512932 w 2414454"/>
              <a:gd name="connsiteY298" fmla="*/ 39814 h 170840"/>
              <a:gd name="connsiteX299" fmla="*/ 1418292 w 2414454"/>
              <a:gd name="connsiteY299" fmla="*/ 39814 h 170840"/>
              <a:gd name="connsiteX300" fmla="*/ 1441094 w 2414454"/>
              <a:gd name="connsiteY300" fmla="*/ 48139 h 170840"/>
              <a:gd name="connsiteX301" fmla="*/ 1450324 w 2414454"/>
              <a:gd name="connsiteY301" fmla="*/ 72933 h 170840"/>
              <a:gd name="connsiteX302" fmla="*/ 1450324 w 2414454"/>
              <a:gd name="connsiteY302" fmla="*/ 129940 h 170840"/>
              <a:gd name="connsiteX303" fmla="*/ 1437294 w 2414454"/>
              <a:gd name="connsiteY303" fmla="*/ 129940 h 170840"/>
              <a:gd name="connsiteX304" fmla="*/ 1437294 w 2414454"/>
              <a:gd name="connsiteY304" fmla="*/ 75105 h 170840"/>
              <a:gd name="connsiteX305" fmla="*/ 1431412 w 2414454"/>
              <a:gd name="connsiteY305" fmla="*/ 57279 h 170840"/>
              <a:gd name="connsiteX306" fmla="*/ 1415396 w 2414454"/>
              <a:gd name="connsiteY306" fmla="*/ 51397 h 170840"/>
              <a:gd name="connsiteX307" fmla="*/ 1399289 w 2414454"/>
              <a:gd name="connsiteY307" fmla="*/ 57369 h 170840"/>
              <a:gd name="connsiteX308" fmla="*/ 1393317 w 2414454"/>
              <a:gd name="connsiteY308" fmla="*/ 75105 h 170840"/>
              <a:gd name="connsiteX309" fmla="*/ 1393317 w 2414454"/>
              <a:gd name="connsiteY309" fmla="*/ 129940 h 170840"/>
              <a:gd name="connsiteX310" fmla="*/ 1380287 w 2414454"/>
              <a:gd name="connsiteY310" fmla="*/ 129940 h 170840"/>
              <a:gd name="connsiteX311" fmla="*/ 1380287 w 2414454"/>
              <a:gd name="connsiteY311" fmla="*/ 40900 h 170840"/>
              <a:gd name="connsiteX312" fmla="*/ 1393317 w 2414454"/>
              <a:gd name="connsiteY312" fmla="*/ 40900 h 170840"/>
              <a:gd name="connsiteX313" fmla="*/ 1393317 w 2414454"/>
              <a:gd name="connsiteY313" fmla="*/ 50673 h 170840"/>
              <a:gd name="connsiteX314" fmla="*/ 1404356 w 2414454"/>
              <a:gd name="connsiteY314" fmla="*/ 42529 h 170840"/>
              <a:gd name="connsiteX315" fmla="*/ 1418292 w 2414454"/>
              <a:gd name="connsiteY315" fmla="*/ 39814 h 170840"/>
              <a:gd name="connsiteX316" fmla="*/ 1326232 w 2414454"/>
              <a:gd name="connsiteY316" fmla="*/ 39814 h 170840"/>
              <a:gd name="connsiteX317" fmla="*/ 1340710 w 2414454"/>
              <a:gd name="connsiteY317" fmla="*/ 42529 h 170840"/>
              <a:gd name="connsiteX318" fmla="*/ 1351750 w 2414454"/>
              <a:gd name="connsiteY318" fmla="*/ 49949 h 170840"/>
              <a:gd name="connsiteX319" fmla="*/ 1360527 w 2414454"/>
              <a:gd name="connsiteY319" fmla="*/ 65965 h 170840"/>
              <a:gd name="connsiteX320" fmla="*/ 1362608 w 2414454"/>
              <a:gd name="connsiteY320" fmla="*/ 85420 h 170840"/>
              <a:gd name="connsiteX321" fmla="*/ 1360527 w 2414454"/>
              <a:gd name="connsiteY321" fmla="*/ 104875 h 170840"/>
              <a:gd name="connsiteX322" fmla="*/ 1351750 w 2414454"/>
              <a:gd name="connsiteY322" fmla="*/ 120891 h 170840"/>
              <a:gd name="connsiteX323" fmla="*/ 1340710 w 2414454"/>
              <a:gd name="connsiteY323" fmla="*/ 128311 h 170840"/>
              <a:gd name="connsiteX324" fmla="*/ 1326232 w 2414454"/>
              <a:gd name="connsiteY324" fmla="*/ 131026 h 170840"/>
              <a:gd name="connsiteX325" fmla="*/ 1311754 w 2414454"/>
              <a:gd name="connsiteY325" fmla="*/ 128311 h 170840"/>
              <a:gd name="connsiteX326" fmla="*/ 1300715 w 2414454"/>
              <a:gd name="connsiteY326" fmla="*/ 120891 h 170840"/>
              <a:gd name="connsiteX327" fmla="*/ 1295195 w 2414454"/>
              <a:gd name="connsiteY327" fmla="*/ 113381 h 170840"/>
              <a:gd name="connsiteX328" fmla="*/ 1291938 w 2414454"/>
              <a:gd name="connsiteY328" fmla="*/ 104875 h 170840"/>
              <a:gd name="connsiteX329" fmla="*/ 1290309 w 2414454"/>
              <a:gd name="connsiteY329" fmla="*/ 95555 h 170840"/>
              <a:gd name="connsiteX330" fmla="*/ 1289856 w 2414454"/>
              <a:gd name="connsiteY330" fmla="*/ 85420 h 170840"/>
              <a:gd name="connsiteX331" fmla="*/ 1290309 w 2414454"/>
              <a:gd name="connsiteY331" fmla="*/ 75376 h 170840"/>
              <a:gd name="connsiteX332" fmla="*/ 1291938 w 2414454"/>
              <a:gd name="connsiteY332" fmla="*/ 65965 h 170840"/>
              <a:gd name="connsiteX333" fmla="*/ 1295195 w 2414454"/>
              <a:gd name="connsiteY333" fmla="*/ 57460 h 170840"/>
              <a:gd name="connsiteX334" fmla="*/ 1300715 w 2414454"/>
              <a:gd name="connsiteY334" fmla="*/ 49949 h 170840"/>
              <a:gd name="connsiteX335" fmla="*/ 1311754 w 2414454"/>
              <a:gd name="connsiteY335" fmla="*/ 42529 h 170840"/>
              <a:gd name="connsiteX336" fmla="*/ 1326232 w 2414454"/>
              <a:gd name="connsiteY336" fmla="*/ 39814 h 170840"/>
              <a:gd name="connsiteX337" fmla="*/ 1173832 w 2414454"/>
              <a:gd name="connsiteY337" fmla="*/ 39814 h 170840"/>
              <a:gd name="connsiteX338" fmla="*/ 1188310 w 2414454"/>
              <a:gd name="connsiteY338" fmla="*/ 42529 h 170840"/>
              <a:gd name="connsiteX339" fmla="*/ 1199350 w 2414454"/>
              <a:gd name="connsiteY339" fmla="*/ 49949 h 170840"/>
              <a:gd name="connsiteX340" fmla="*/ 1208127 w 2414454"/>
              <a:gd name="connsiteY340" fmla="*/ 65965 h 170840"/>
              <a:gd name="connsiteX341" fmla="*/ 1210208 w 2414454"/>
              <a:gd name="connsiteY341" fmla="*/ 85420 h 170840"/>
              <a:gd name="connsiteX342" fmla="*/ 1208127 w 2414454"/>
              <a:gd name="connsiteY342" fmla="*/ 104875 h 170840"/>
              <a:gd name="connsiteX343" fmla="*/ 1199350 w 2414454"/>
              <a:gd name="connsiteY343" fmla="*/ 120891 h 170840"/>
              <a:gd name="connsiteX344" fmla="*/ 1188310 w 2414454"/>
              <a:gd name="connsiteY344" fmla="*/ 128311 h 170840"/>
              <a:gd name="connsiteX345" fmla="*/ 1173832 w 2414454"/>
              <a:gd name="connsiteY345" fmla="*/ 131026 h 170840"/>
              <a:gd name="connsiteX346" fmla="*/ 1159354 w 2414454"/>
              <a:gd name="connsiteY346" fmla="*/ 128311 h 170840"/>
              <a:gd name="connsiteX347" fmla="*/ 1148315 w 2414454"/>
              <a:gd name="connsiteY347" fmla="*/ 120891 h 170840"/>
              <a:gd name="connsiteX348" fmla="*/ 1142795 w 2414454"/>
              <a:gd name="connsiteY348" fmla="*/ 113381 h 170840"/>
              <a:gd name="connsiteX349" fmla="*/ 1139538 w 2414454"/>
              <a:gd name="connsiteY349" fmla="*/ 104875 h 170840"/>
              <a:gd name="connsiteX350" fmla="*/ 1137909 w 2414454"/>
              <a:gd name="connsiteY350" fmla="*/ 95555 h 170840"/>
              <a:gd name="connsiteX351" fmla="*/ 1137456 w 2414454"/>
              <a:gd name="connsiteY351" fmla="*/ 85420 h 170840"/>
              <a:gd name="connsiteX352" fmla="*/ 1137909 w 2414454"/>
              <a:gd name="connsiteY352" fmla="*/ 75376 h 170840"/>
              <a:gd name="connsiteX353" fmla="*/ 1139538 w 2414454"/>
              <a:gd name="connsiteY353" fmla="*/ 65965 h 170840"/>
              <a:gd name="connsiteX354" fmla="*/ 1142795 w 2414454"/>
              <a:gd name="connsiteY354" fmla="*/ 57460 h 170840"/>
              <a:gd name="connsiteX355" fmla="*/ 1148315 w 2414454"/>
              <a:gd name="connsiteY355" fmla="*/ 49949 h 170840"/>
              <a:gd name="connsiteX356" fmla="*/ 1159354 w 2414454"/>
              <a:gd name="connsiteY356" fmla="*/ 42529 h 170840"/>
              <a:gd name="connsiteX357" fmla="*/ 1173832 w 2414454"/>
              <a:gd name="connsiteY357" fmla="*/ 39814 h 170840"/>
              <a:gd name="connsiteX358" fmla="*/ 1074782 w 2414454"/>
              <a:gd name="connsiteY358" fmla="*/ 39814 h 170840"/>
              <a:gd name="connsiteX359" fmla="*/ 1101657 w 2414454"/>
              <a:gd name="connsiteY359" fmla="*/ 47325 h 170840"/>
              <a:gd name="connsiteX360" fmla="*/ 1110434 w 2414454"/>
              <a:gd name="connsiteY360" fmla="*/ 69494 h 170840"/>
              <a:gd name="connsiteX361" fmla="*/ 1110434 w 2414454"/>
              <a:gd name="connsiteY361" fmla="*/ 129940 h 170840"/>
              <a:gd name="connsiteX362" fmla="*/ 1097404 w 2414454"/>
              <a:gd name="connsiteY362" fmla="*/ 129940 h 170840"/>
              <a:gd name="connsiteX363" fmla="*/ 1097404 w 2414454"/>
              <a:gd name="connsiteY363" fmla="*/ 121434 h 170840"/>
              <a:gd name="connsiteX364" fmla="*/ 1086274 w 2414454"/>
              <a:gd name="connsiteY364" fmla="*/ 128945 h 170840"/>
              <a:gd name="connsiteX365" fmla="*/ 1071705 w 2414454"/>
              <a:gd name="connsiteY365" fmla="*/ 131026 h 170840"/>
              <a:gd name="connsiteX366" fmla="*/ 1056594 w 2414454"/>
              <a:gd name="connsiteY366" fmla="*/ 129126 h 170840"/>
              <a:gd name="connsiteX367" fmla="*/ 1046550 w 2414454"/>
              <a:gd name="connsiteY367" fmla="*/ 122882 h 170840"/>
              <a:gd name="connsiteX368" fmla="*/ 1041573 w 2414454"/>
              <a:gd name="connsiteY368" fmla="*/ 114829 h 170840"/>
              <a:gd name="connsiteX369" fmla="*/ 1039854 w 2414454"/>
              <a:gd name="connsiteY369" fmla="*/ 104785 h 170840"/>
              <a:gd name="connsiteX370" fmla="*/ 1047726 w 2414454"/>
              <a:gd name="connsiteY370" fmla="*/ 86054 h 170840"/>
              <a:gd name="connsiteX371" fmla="*/ 1070620 w 2414454"/>
              <a:gd name="connsiteY371" fmla="*/ 79086 h 170840"/>
              <a:gd name="connsiteX372" fmla="*/ 1097404 w 2414454"/>
              <a:gd name="connsiteY372" fmla="*/ 79086 h 170840"/>
              <a:gd name="connsiteX373" fmla="*/ 1097404 w 2414454"/>
              <a:gd name="connsiteY373" fmla="*/ 70580 h 170840"/>
              <a:gd name="connsiteX374" fmla="*/ 1092156 w 2414454"/>
              <a:gd name="connsiteY374" fmla="*/ 55921 h 170840"/>
              <a:gd name="connsiteX375" fmla="*/ 1074601 w 2414454"/>
              <a:gd name="connsiteY375" fmla="*/ 51035 h 170840"/>
              <a:gd name="connsiteX376" fmla="*/ 1061028 w 2414454"/>
              <a:gd name="connsiteY376" fmla="*/ 53297 h 170840"/>
              <a:gd name="connsiteX377" fmla="*/ 1052160 w 2414454"/>
              <a:gd name="connsiteY377" fmla="*/ 61170 h 170840"/>
              <a:gd name="connsiteX378" fmla="*/ 1043292 w 2414454"/>
              <a:gd name="connsiteY378" fmla="*/ 53026 h 170840"/>
              <a:gd name="connsiteX379" fmla="*/ 1056594 w 2414454"/>
              <a:gd name="connsiteY379" fmla="*/ 42529 h 170840"/>
              <a:gd name="connsiteX380" fmla="*/ 1074782 w 2414454"/>
              <a:gd name="connsiteY380" fmla="*/ 39814 h 170840"/>
              <a:gd name="connsiteX381" fmla="*/ 722719 w 2414454"/>
              <a:gd name="connsiteY381" fmla="*/ 39814 h 170840"/>
              <a:gd name="connsiteX382" fmla="*/ 740545 w 2414454"/>
              <a:gd name="connsiteY382" fmla="*/ 42205 h 170840"/>
              <a:gd name="connsiteX383" fmla="*/ 754751 w 2414454"/>
              <a:gd name="connsiteY383" fmla="*/ 49564 h 170840"/>
              <a:gd name="connsiteX384" fmla="*/ 746246 w 2414454"/>
              <a:gd name="connsiteY384" fmla="*/ 58093 h 170840"/>
              <a:gd name="connsiteX385" fmla="*/ 735478 w 2414454"/>
              <a:gd name="connsiteY385" fmla="*/ 52754 h 170840"/>
              <a:gd name="connsiteX386" fmla="*/ 722538 w 2414454"/>
              <a:gd name="connsiteY386" fmla="*/ 51035 h 170840"/>
              <a:gd name="connsiteX387" fmla="*/ 707698 w 2414454"/>
              <a:gd name="connsiteY387" fmla="*/ 54900 h 170840"/>
              <a:gd name="connsiteX388" fmla="*/ 702631 w 2414454"/>
              <a:gd name="connsiteY388" fmla="*/ 65598 h 170840"/>
              <a:gd name="connsiteX389" fmla="*/ 706160 w 2414454"/>
              <a:gd name="connsiteY389" fmla="*/ 74589 h 170840"/>
              <a:gd name="connsiteX390" fmla="*/ 718194 w 2414454"/>
              <a:gd name="connsiteY390" fmla="*/ 78543 h 170840"/>
              <a:gd name="connsiteX391" fmla="*/ 732491 w 2414454"/>
              <a:gd name="connsiteY391" fmla="*/ 79810 h 170840"/>
              <a:gd name="connsiteX392" fmla="*/ 743169 w 2414454"/>
              <a:gd name="connsiteY392" fmla="*/ 81801 h 170840"/>
              <a:gd name="connsiteX393" fmla="*/ 751494 w 2414454"/>
              <a:gd name="connsiteY393" fmla="*/ 86144 h 170840"/>
              <a:gd name="connsiteX394" fmla="*/ 756833 w 2414454"/>
              <a:gd name="connsiteY394" fmla="*/ 93383 h 170840"/>
              <a:gd name="connsiteX395" fmla="*/ 758733 w 2414454"/>
              <a:gd name="connsiteY395" fmla="*/ 103880 h 170840"/>
              <a:gd name="connsiteX396" fmla="*/ 756109 w 2414454"/>
              <a:gd name="connsiteY396" fmla="*/ 115372 h 170840"/>
              <a:gd name="connsiteX397" fmla="*/ 748689 w 2414454"/>
              <a:gd name="connsiteY397" fmla="*/ 123877 h 170840"/>
              <a:gd name="connsiteX398" fmla="*/ 737287 w 2414454"/>
              <a:gd name="connsiteY398" fmla="*/ 129216 h 170840"/>
              <a:gd name="connsiteX399" fmla="*/ 722538 w 2414454"/>
              <a:gd name="connsiteY399" fmla="*/ 131026 h 170840"/>
              <a:gd name="connsiteX400" fmla="*/ 702269 w 2414454"/>
              <a:gd name="connsiteY400" fmla="*/ 128130 h 170840"/>
              <a:gd name="connsiteX401" fmla="*/ 685981 w 2414454"/>
              <a:gd name="connsiteY401" fmla="*/ 118177 h 170840"/>
              <a:gd name="connsiteX402" fmla="*/ 694668 w 2414454"/>
              <a:gd name="connsiteY402" fmla="*/ 109490 h 170840"/>
              <a:gd name="connsiteX403" fmla="*/ 706974 w 2414454"/>
              <a:gd name="connsiteY403" fmla="*/ 117453 h 170840"/>
              <a:gd name="connsiteX404" fmla="*/ 722357 w 2414454"/>
              <a:gd name="connsiteY404" fmla="*/ 119805 h 170840"/>
              <a:gd name="connsiteX405" fmla="*/ 739730 w 2414454"/>
              <a:gd name="connsiteY405" fmla="*/ 115914 h 170840"/>
              <a:gd name="connsiteX406" fmla="*/ 746065 w 2414454"/>
              <a:gd name="connsiteY406" fmla="*/ 104061 h 170840"/>
              <a:gd name="connsiteX407" fmla="*/ 742536 w 2414454"/>
              <a:gd name="connsiteY407" fmla="*/ 95012 h 170840"/>
              <a:gd name="connsiteX408" fmla="*/ 731225 w 2414454"/>
              <a:gd name="connsiteY408" fmla="*/ 91030 h 170840"/>
              <a:gd name="connsiteX409" fmla="*/ 716566 w 2414454"/>
              <a:gd name="connsiteY409" fmla="*/ 89764 h 170840"/>
              <a:gd name="connsiteX410" fmla="*/ 696749 w 2414454"/>
              <a:gd name="connsiteY410" fmla="*/ 82796 h 170840"/>
              <a:gd name="connsiteX411" fmla="*/ 689962 w 2414454"/>
              <a:gd name="connsiteY411" fmla="*/ 65875 h 170840"/>
              <a:gd name="connsiteX412" fmla="*/ 692406 w 2414454"/>
              <a:gd name="connsiteY412" fmla="*/ 54926 h 170840"/>
              <a:gd name="connsiteX413" fmla="*/ 699192 w 2414454"/>
              <a:gd name="connsiteY413" fmla="*/ 46782 h 170840"/>
              <a:gd name="connsiteX414" fmla="*/ 709598 w 2414454"/>
              <a:gd name="connsiteY414" fmla="*/ 41624 h 170840"/>
              <a:gd name="connsiteX415" fmla="*/ 722719 w 2414454"/>
              <a:gd name="connsiteY415" fmla="*/ 39814 h 170840"/>
              <a:gd name="connsiteX416" fmla="*/ 630907 w 2414454"/>
              <a:gd name="connsiteY416" fmla="*/ 39814 h 170840"/>
              <a:gd name="connsiteX417" fmla="*/ 657873 w 2414454"/>
              <a:gd name="connsiteY417" fmla="*/ 51397 h 170840"/>
              <a:gd name="connsiteX418" fmla="*/ 667464 w 2414454"/>
              <a:gd name="connsiteY418" fmla="*/ 82887 h 170840"/>
              <a:gd name="connsiteX419" fmla="*/ 667464 w 2414454"/>
              <a:gd name="connsiteY419" fmla="*/ 88859 h 170840"/>
              <a:gd name="connsiteX420" fmla="*/ 607381 w 2414454"/>
              <a:gd name="connsiteY420" fmla="*/ 88859 h 170840"/>
              <a:gd name="connsiteX421" fmla="*/ 614077 w 2414454"/>
              <a:gd name="connsiteY421" fmla="*/ 111704 h 170840"/>
              <a:gd name="connsiteX422" fmla="*/ 633622 w 2414454"/>
              <a:gd name="connsiteY422" fmla="*/ 119805 h 170840"/>
              <a:gd name="connsiteX423" fmla="*/ 646562 w 2414454"/>
              <a:gd name="connsiteY423" fmla="*/ 117362 h 170840"/>
              <a:gd name="connsiteX424" fmla="*/ 656968 w 2414454"/>
              <a:gd name="connsiteY424" fmla="*/ 109671 h 170840"/>
              <a:gd name="connsiteX425" fmla="*/ 665836 w 2414454"/>
              <a:gd name="connsiteY425" fmla="*/ 117453 h 170840"/>
              <a:gd name="connsiteX426" fmla="*/ 659049 w 2414454"/>
              <a:gd name="connsiteY426" fmla="*/ 123367 h 170840"/>
              <a:gd name="connsiteX427" fmla="*/ 651900 w 2414454"/>
              <a:gd name="connsiteY427" fmla="*/ 127552 h 170840"/>
              <a:gd name="connsiteX428" fmla="*/ 643485 w 2414454"/>
              <a:gd name="connsiteY428" fmla="*/ 130135 h 170840"/>
              <a:gd name="connsiteX429" fmla="*/ 633260 w 2414454"/>
              <a:gd name="connsiteY429" fmla="*/ 131026 h 170840"/>
              <a:gd name="connsiteX430" fmla="*/ 617244 w 2414454"/>
              <a:gd name="connsiteY430" fmla="*/ 128311 h 170840"/>
              <a:gd name="connsiteX431" fmla="*/ 605028 w 2414454"/>
              <a:gd name="connsiteY431" fmla="*/ 119986 h 170840"/>
              <a:gd name="connsiteX432" fmla="*/ 597156 w 2414454"/>
              <a:gd name="connsiteY432" fmla="*/ 105780 h 170840"/>
              <a:gd name="connsiteX433" fmla="*/ 594350 w 2414454"/>
              <a:gd name="connsiteY433" fmla="*/ 85420 h 170840"/>
              <a:gd name="connsiteX434" fmla="*/ 604123 w 2414454"/>
              <a:gd name="connsiteY434" fmla="*/ 51759 h 170840"/>
              <a:gd name="connsiteX435" fmla="*/ 630907 w 2414454"/>
              <a:gd name="connsiteY435" fmla="*/ 39814 h 170840"/>
              <a:gd name="connsiteX436" fmla="*/ 145132 w 2414454"/>
              <a:gd name="connsiteY436" fmla="*/ 39814 h 170840"/>
              <a:gd name="connsiteX437" fmla="*/ 159610 w 2414454"/>
              <a:gd name="connsiteY437" fmla="*/ 42529 h 170840"/>
              <a:gd name="connsiteX438" fmla="*/ 170650 w 2414454"/>
              <a:gd name="connsiteY438" fmla="*/ 49949 h 170840"/>
              <a:gd name="connsiteX439" fmla="*/ 179427 w 2414454"/>
              <a:gd name="connsiteY439" fmla="*/ 65965 h 170840"/>
              <a:gd name="connsiteX440" fmla="*/ 181508 w 2414454"/>
              <a:gd name="connsiteY440" fmla="*/ 85420 h 170840"/>
              <a:gd name="connsiteX441" fmla="*/ 179427 w 2414454"/>
              <a:gd name="connsiteY441" fmla="*/ 104875 h 170840"/>
              <a:gd name="connsiteX442" fmla="*/ 170650 w 2414454"/>
              <a:gd name="connsiteY442" fmla="*/ 120891 h 170840"/>
              <a:gd name="connsiteX443" fmla="*/ 159610 w 2414454"/>
              <a:gd name="connsiteY443" fmla="*/ 128311 h 170840"/>
              <a:gd name="connsiteX444" fmla="*/ 145132 w 2414454"/>
              <a:gd name="connsiteY444" fmla="*/ 131026 h 170840"/>
              <a:gd name="connsiteX445" fmla="*/ 130654 w 2414454"/>
              <a:gd name="connsiteY445" fmla="*/ 128311 h 170840"/>
              <a:gd name="connsiteX446" fmla="*/ 119615 w 2414454"/>
              <a:gd name="connsiteY446" fmla="*/ 120891 h 170840"/>
              <a:gd name="connsiteX447" fmla="*/ 114095 w 2414454"/>
              <a:gd name="connsiteY447" fmla="*/ 113381 h 170840"/>
              <a:gd name="connsiteX448" fmla="*/ 110838 w 2414454"/>
              <a:gd name="connsiteY448" fmla="*/ 104875 h 170840"/>
              <a:gd name="connsiteX449" fmla="*/ 109209 w 2414454"/>
              <a:gd name="connsiteY449" fmla="*/ 95555 h 170840"/>
              <a:gd name="connsiteX450" fmla="*/ 108756 w 2414454"/>
              <a:gd name="connsiteY450" fmla="*/ 85420 h 170840"/>
              <a:gd name="connsiteX451" fmla="*/ 109209 w 2414454"/>
              <a:gd name="connsiteY451" fmla="*/ 75376 h 170840"/>
              <a:gd name="connsiteX452" fmla="*/ 110838 w 2414454"/>
              <a:gd name="connsiteY452" fmla="*/ 65965 h 170840"/>
              <a:gd name="connsiteX453" fmla="*/ 114095 w 2414454"/>
              <a:gd name="connsiteY453" fmla="*/ 57460 h 170840"/>
              <a:gd name="connsiteX454" fmla="*/ 119615 w 2414454"/>
              <a:gd name="connsiteY454" fmla="*/ 49949 h 170840"/>
              <a:gd name="connsiteX455" fmla="*/ 130654 w 2414454"/>
              <a:gd name="connsiteY455" fmla="*/ 42529 h 170840"/>
              <a:gd name="connsiteX456" fmla="*/ 145132 w 2414454"/>
              <a:gd name="connsiteY456" fmla="*/ 39814 h 170840"/>
              <a:gd name="connsiteX457" fmla="*/ 2296858 w 2414454"/>
              <a:gd name="connsiteY457" fmla="*/ 13573 h 170840"/>
              <a:gd name="connsiteX458" fmla="*/ 2309889 w 2414454"/>
              <a:gd name="connsiteY458" fmla="*/ 13573 h 170840"/>
              <a:gd name="connsiteX459" fmla="*/ 2309889 w 2414454"/>
              <a:gd name="connsiteY459" fmla="*/ 41443 h 170840"/>
              <a:gd name="connsiteX460" fmla="*/ 2328891 w 2414454"/>
              <a:gd name="connsiteY460" fmla="*/ 41443 h 170840"/>
              <a:gd name="connsiteX461" fmla="*/ 2328891 w 2414454"/>
              <a:gd name="connsiteY461" fmla="*/ 51397 h 170840"/>
              <a:gd name="connsiteX462" fmla="*/ 2309889 w 2414454"/>
              <a:gd name="connsiteY462" fmla="*/ 51397 h 170840"/>
              <a:gd name="connsiteX463" fmla="*/ 2309889 w 2414454"/>
              <a:gd name="connsiteY463" fmla="*/ 105689 h 170840"/>
              <a:gd name="connsiteX464" fmla="*/ 2312784 w 2414454"/>
              <a:gd name="connsiteY464" fmla="*/ 115281 h 170840"/>
              <a:gd name="connsiteX465" fmla="*/ 2322014 w 2414454"/>
              <a:gd name="connsiteY465" fmla="*/ 118720 h 170840"/>
              <a:gd name="connsiteX466" fmla="*/ 2328891 w 2414454"/>
              <a:gd name="connsiteY466" fmla="*/ 118720 h 170840"/>
              <a:gd name="connsiteX467" fmla="*/ 2328891 w 2414454"/>
              <a:gd name="connsiteY467" fmla="*/ 129940 h 170840"/>
              <a:gd name="connsiteX468" fmla="*/ 2319661 w 2414454"/>
              <a:gd name="connsiteY468" fmla="*/ 129940 h 170840"/>
              <a:gd name="connsiteX469" fmla="*/ 2309617 w 2414454"/>
              <a:gd name="connsiteY469" fmla="*/ 128040 h 170840"/>
              <a:gd name="connsiteX470" fmla="*/ 2302559 w 2414454"/>
              <a:gd name="connsiteY470" fmla="*/ 122882 h 170840"/>
              <a:gd name="connsiteX471" fmla="*/ 2298306 w 2414454"/>
              <a:gd name="connsiteY471" fmla="*/ 115281 h 170840"/>
              <a:gd name="connsiteX472" fmla="*/ 2296858 w 2414454"/>
              <a:gd name="connsiteY472" fmla="*/ 106051 h 170840"/>
              <a:gd name="connsiteX473" fmla="*/ 2296858 w 2414454"/>
              <a:gd name="connsiteY473" fmla="*/ 51397 h 170840"/>
              <a:gd name="connsiteX474" fmla="*/ 2285638 w 2414454"/>
              <a:gd name="connsiteY474" fmla="*/ 51397 h 170840"/>
              <a:gd name="connsiteX475" fmla="*/ 2285638 w 2414454"/>
              <a:gd name="connsiteY475" fmla="*/ 41443 h 170840"/>
              <a:gd name="connsiteX476" fmla="*/ 2296858 w 2414454"/>
              <a:gd name="connsiteY476" fmla="*/ 41443 h 170840"/>
              <a:gd name="connsiteX477" fmla="*/ 1239583 w 2414454"/>
              <a:gd name="connsiteY477" fmla="*/ 13573 h 170840"/>
              <a:gd name="connsiteX478" fmla="*/ 1252614 w 2414454"/>
              <a:gd name="connsiteY478" fmla="*/ 13573 h 170840"/>
              <a:gd name="connsiteX479" fmla="*/ 1252614 w 2414454"/>
              <a:gd name="connsiteY479" fmla="*/ 41443 h 170840"/>
              <a:gd name="connsiteX480" fmla="*/ 1271616 w 2414454"/>
              <a:gd name="connsiteY480" fmla="*/ 41443 h 170840"/>
              <a:gd name="connsiteX481" fmla="*/ 1271616 w 2414454"/>
              <a:gd name="connsiteY481" fmla="*/ 51397 h 170840"/>
              <a:gd name="connsiteX482" fmla="*/ 1252614 w 2414454"/>
              <a:gd name="connsiteY482" fmla="*/ 51397 h 170840"/>
              <a:gd name="connsiteX483" fmla="*/ 1252614 w 2414454"/>
              <a:gd name="connsiteY483" fmla="*/ 105689 h 170840"/>
              <a:gd name="connsiteX484" fmla="*/ 1255509 w 2414454"/>
              <a:gd name="connsiteY484" fmla="*/ 115281 h 170840"/>
              <a:gd name="connsiteX485" fmla="*/ 1264739 w 2414454"/>
              <a:gd name="connsiteY485" fmla="*/ 118720 h 170840"/>
              <a:gd name="connsiteX486" fmla="*/ 1271616 w 2414454"/>
              <a:gd name="connsiteY486" fmla="*/ 118720 h 170840"/>
              <a:gd name="connsiteX487" fmla="*/ 1271616 w 2414454"/>
              <a:gd name="connsiteY487" fmla="*/ 129940 h 170840"/>
              <a:gd name="connsiteX488" fmla="*/ 1262386 w 2414454"/>
              <a:gd name="connsiteY488" fmla="*/ 129940 h 170840"/>
              <a:gd name="connsiteX489" fmla="*/ 1252342 w 2414454"/>
              <a:gd name="connsiteY489" fmla="*/ 128040 h 170840"/>
              <a:gd name="connsiteX490" fmla="*/ 1245284 w 2414454"/>
              <a:gd name="connsiteY490" fmla="*/ 122882 h 170840"/>
              <a:gd name="connsiteX491" fmla="*/ 1241031 w 2414454"/>
              <a:gd name="connsiteY491" fmla="*/ 115281 h 170840"/>
              <a:gd name="connsiteX492" fmla="*/ 1239583 w 2414454"/>
              <a:gd name="connsiteY492" fmla="*/ 106051 h 170840"/>
              <a:gd name="connsiteX493" fmla="*/ 1239583 w 2414454"/>
              <a:gd name="connsiteY493" fmla="*/ 51397 h 170840"/>
              <a:gd name="connsiteX494" fmla="*/ 1228363 w 2414454"/>
              <a:gd name="connsiteY494" fmla="*/ 51397 h 170840"/>
              <a:gd name="connsiteX495" fmla="*/ 1228363 w 2414454"/>
              <a:gd name="connsiteY495" fmla="*/ 41443 h 170840"/>
              <a:gd name="connsiteX496" fmla="*/ 1239583 w 2414454"/>
              <a:gd name="connsiteY496" fmla="*/ 41443 h 170840"/>
              <a:gd name="connsiteX497" fmla="*/ 782383 w 2414454"/>
              <a:gd name="connsiteY497" fmla="*/ 13573 h 170840"/>
              <a:gd name="connsiteX498" fmla="*/ 795414 w 2414454"/>
              <a:gd name="connsiteY498" fmla="*/ 13573 h 170840"/>
              <a:gd name="connsiteX499" fmla="*/ 795414 w 2414454"/>
              <a:gd name="connsiteY499" fmla="*/ 41443 h 170840"/>
              <a:gd name="connsiteX500" fmla="*/ 814416 w 2414454"/>
              <a:gd name="connsiteY500" fmla="*/ 41443 h 170840"/>
              <a:gd name="connsiteX501" fmla="*/ 814416 w 2414454"/>
              <a:gd name="connsiteY501" fmla="*/ 51397 h 170840"/>
              <a:gd name="connsiteX502" fmla="*/ 795414 w 2414454"/>
              <a:gd name="connsiteY502" fmla="*/ 51397 h 170840"/>
              <a:gd name="connsiteX503" fmla="*/ 795414 w 2414454"/>
              <a:gd name="connsiteY503" fmla="*/ 105689 h 170840"/>
              <a:gd name="connsiteX504" fmla="*/ 798309 w 2414454"/>
              <a:gd name="connsiteY504" fmla="*/ 115281 h 170840"/>
              <a:gd name="connsiteX505" fmla="*/ 807539 w 2414454"/>
              <a:gd name="connsiteY505" fmla="*/ 118720 h 170840"/>
              <a:gd name="connsiteX506" fmla="*/ 814416 w 2414454"/>
              <a:gd name="connsiteY506" fmla="*/ 118720 h 170840"/>
              <a:gd name="connsiteX507" fmla="*/ 814416 w 2414454"/>
              <a:gd name="connsiteY507" fmla="*/ 129940 h 170840"/>
              <a:gd name="connsiteX508" fmla="*/ 805186 w 2414454"/>
              <a:gd name="connsiteY508" fmla="*/ 129940 h 170840"/>
              <a:gd name="connsiteX509" fmla="*/ 795142 w 2414454"/>
              <a:gd name="connsiteY509" fmla="*/ 128040 h 170840"/>
              <a:gd name="connsiteX510" fmla="*/ 788084 w 2414454"/>
              <a:gd name="connsiteY510" fmla="*/ 122882 h 170840"/>
              <a:gd name="connsiteX511" fmla="*/ 783831 w 2414454"/>
              <a:gd name="connsiteY511" fmla="*/ 115281 h 170840"/>
              <a:gd name="connsiteX512" fmla="*/ 782383 w 2414454"/>
              <a:gd name="connsiteY512" fmla="*/ 106051 h 170840"/>
              <a:gd name="connsiteX513" fmla="*/ 782383 w 2414454"/>
              <a:gd name="connsiteY513" fmla="*/ 51397 h 170840"/>
              <a:gd name="connsiteX514" fmla="*/ 771163 w 2414454"/>
              <a:gd name="connsiteY514" fmla="*/ 51397 h 170840"/>
              <a:gd name="connsiteX515" fmla="*/ 771163 w 2414454"/>
              <a:gd name="connsiteY515" fmla="*/ 41443 h 170840"/>
              <a:gd name="connsiteX516" fmla="*/ 782383 w 2414454"/>
              <a:gd name="connsiteY516" fmla="*/ 41443 h 170840"/>
              <a:gd name="connsiteX517" fmla="*/ 315658 w 2414454"/>
              <a:gd name="connsiteY517" fmla="*/ 13573 h 170840"/>
              <a:gd name="connsiteX518" fmla="*/ 328689 w 2414454"/>
              <a:gd name="connsiteY518" fmla="*/ 13573 h 170840"/>
              <a:gd name="connsiteX519" fmla="*/ 328689 w 2414454"/>
              <a:gd name="connsiteY519" fmla="*/ 41443 h 170840"/>
              <a:gd name="connsiteX520" fmla="*/ 347691 w 2414454"/>
              <a:gd name="connsiteY520" fmla="*/ 41443 h 170840"/>
              <a:gd name="connsiteX521" fmla="*/ 347691 w 2414454"/>
              <a:gd name="connsiteY521" fmla="*/ 51397 h 170840"/>
              <a:gd name="connsiteX522" fmla="*/ 328689 w 2414454"/>
              <a:gd name="connsiteY522" fmla="*/ 51397 h 170840"/>
              <a:gd name="connsiteX523" fmla="*/ 328689 w 2414454"/>
              <a:gd name="connsiteY523" fmla="*/ 105689 h 170840"/>
              <a:gd name="connsiteX524" fmla="*/ 331584 w 2414454"/>
              <a:gd name="connsiteY524" fmla="*/ 115281 h 170840"/>
              <a:gd name="connsiteX525" fmla="*/ 340814 w 2414454"/>
              <a:gd name="connsiteY525" fmla="*/ 118720 h 170840"/>
              <a:gd name="connsiteX526" fmla="*/ 347691 w 2414454"/>
              <a:gd name="connsiteY526" fmla="*/ 118720 h 170840"/>
              <a:gd name="connsiteX527" fmla="*/ 347691 w 2414454"/>
              <a:gd name="connsiteY527" fmla="*/ 129940 h 170840"/>
              <a:gd name="connsiteX528" fmla="*/ 338461 w 2414454"/>
              <a:gd name="connsiteY528" fmla="*/ 129940 h 170840"/>
              <a:gd name="connsiteX529" fmla="*/ 328417 w 2414454"/>
              <a:gd name="connsiteY529" fmla="*/ 128040 h 170840"/>
              <a:gd name="connsiteX530" fmla="*/ 321359 w 2414454"/>
              <a:gd name="connsiteY530" fmla="*/ 122882 h 170840"/>
              <a:gd name="connsiteX531" fmla="*/ 317106 w 2414454"/>
              <a:gd name="connsiteY531" fmla="*/ 115281 h 170840"/>
              <a:gd name="connsiteX532" fmla="*/ 315658 w 2414454"/>
              <a:gd name="connsiteY532" fmla="*/ 106051 h 170840"/>
              <a:gd name="connsiteX533" fmla="*/ 315658 w 2414454"/>
              <a:gd name="connsiteY533" fmla="*/ 51397 h 170840"/>
              <a:gd name="connsiteX534" fmla="*/ 304438 w 2414454"/>
              <a:gd name="connsiteY534" fmla="*/ 51397 h 170840"/>
              <a:gd name="connsiteX535" fmla="*/ 304438 w 2414454"/>
              <a:gd name="connsiteY535" fmla="*/ 41443 h 170840"/>
              <a:gd name="connsiteX536" fmla="*/ 315658 w 2414454"/>
              <a:gd name="connsiteY536" fmla="*/ 41443 h 170840"/>
              <a:gd name="connsiteX537" fmla="*/ 1647530 w 2414454"/>
              <a:gd name="connsiteY537" fmla="*/ 1086 h 170840"/>
              <a:gd name="connsiteX538" fmla="*/ 1661284 w 2414454"/>
              <a:gd name="connsiteY538" fmla="*/ 1086 h 170840"/>
              <a:gd name="connsiteX539" fmla="*/ 1661284 w 2414454"/>
              <a:gd name="connsiteY539" fmla="*/ 86325 h 170840"/>
              <a:gd name="connsiteX540" fmla="*/ 1663456 w 2414454"/>
              <a:gd name="connsiteY540" fmla="*/ 99717 h 170840"/>
              <a:gd name="connsiteX541" fmla="*/ 1669699 w 2414454"/>
              <a:gd name="connsiteY541" fmla="*/ 109852 h 170840"/>
              <a:gd name="connsiteX542" fmla="*/ 1679562 w 2414454"/>
              <a:gd name="connsiteY542" fmla="*/ 116367 h 170840"/>
              <a:gd name="connsiteX543" fmla="*/ 1692411 w 2414454"/>
              <a:gd name="connsiteY543" fmla="*/ 118720 h 170840"/>
              <a:gd name="connsiteX544" fmla="*/ 1705261 w 2414454"/>
              <a:gd name="connsiteY544" fmla="*/ 116367 h 170840"/>
              <a:gd name="connsiteX545" fmla="*/ 1715124 w 2414454"/>
              <a:gd name="connsiteY545" fmla="*/ 109852 h 170840"/>
              <a:gd name="connsiteX546" fmla="*/ 1721458 w 2414454"/>
              <a:gd name="connsiteY546" fmla="*/ 99717 h 170840"/>
              <a:gd name="connsiteX547" fmla="*/ 1723720 w 2414454"/>
              <a:gd name="connsiteY547" fmla="*/ 86325 h 170840"/>
              <a:gd name="connsiteX548" fmla="*/ 1723720 w 2414454"/>
              <a:gd name="connsiteY548" fmla="*/ 1086 h 170840"/>
              <a:gd name="connsiteX549" fmla="*/ 1737474 w 2414454"/>
              <a:gd name="connsiteY549" fmla="*/ 1086 h 170840"/>
              <a:gd name="connsiteX550" fmla="*/ 1737474 w 2414454"/>
              <a:gd name="connsiteY550" fmla="*/ 87411 h 170840"/>
              <a:gd name="connsiteX551" fmla="*/ 1734126 w 2414454"/>
              <a:gd name="connsiteY551" fmla="*/ 105056 h 170840"/>
              <a:gd name="connsiteX552" fmla="*/ 1724716 w 2414454"/>
              <a:gd name="connsiteY552" fmla="*/ 118901 h 170840"/>
              <a:gd name="connsiteX553" fmla="*/ 1710418 w 2414454"/>
              <a:gd name="connsiteY553" fmla="*/ 127859 h 170840"/>
              <a:gd name="connsiteX554" fmla="*/ 1692411 w 2414454"/>
              <a:gd name="connsiteY554" fmla="*/ 131026 h 170840"/>
              <a:gd name="connsiteX555" fmla="*/ 1674404 w 2414454"/>
              <a:gd name="connsiteY555" fmla="*/ 127859 h 170840"/>
              <a:gd name="connsiteX556" fmla="*/ 1660198 w 2414454"/>
              <a:gd name="connsiteY556" fmla="*/ 118901 h 170840"/>
              <a:gd name="connsiteX557" fmla="*/ 1650878 w 2414454"/>
              <a:gd name="connsiteY557" fmla="*/ 105056 h 170840"/>
              <a:gd name="connsiteX558" fmla="*/ 1647530 w 2414454"/>
              <a:gd name="connsiteY558" fmla="*/ 87411 h 170840"/>
              <a:gd name="connsiteX559" fmla="*/ 947833 w 2414454"/>
              <a:gd name="connsiteY559" fmla="*/ 1086 h 170840"/>
              <a:gd name="connsiteX560" fmla="*/ 961587 w 2414454"/>
              <a:gd name="connsiteY560" fmla="*/ 1086 h 170840"/>
              <a:gd name="connsiteX561" fmla="*/ 961587 w 2414454"/>
              <a:gd name="connsiteY561" fmla="*/ 90849 h 170840"/>
              <a:gd name="connsiteX562" fmla="*/ 958601 w 2414454"/>
              <a:gd name="connsiteY562" fmla="*/ 107590 h 170840"/>
              <a:gd name="connsiteX563" fmla="*/ 950276 w 2414454"/>
              <a:gd name="connsiteY563" fmla="*/ 120258 h 170840"/>
              <a:gd name="connsiteX564" fmla="*/ 937608 w 2414454"/>
              <a:gd name="connsiteY564" fmla="*/ 128221 h 170840"/>
              <a:gd name="connsiteX565" fmla="*/ 921410 w 2414454"/>
              <a:gd name="connsiteY565" fmla="*/ 131026 h 170840"/>
              <a:gd name="connsiteX566" fmla="*/ 905032 w 2414454"/>
              <a:gd name="connsiteY566" fmla="*/ 128221 h 170840"/>
              <a:gd name="connsiteX567" fmla="*/ 891911 w 2414454"/>
              <a:gd name="connsiteY567" fmla="*/ 119443 h 170840"/>
              <a:gd name="connsiteX568" fmla="*/ 901141 w 2414454"/>
              <a:gd name="connsiteY568" fmla="*/ 110214 h 170840"/>
              <a:gd name="connsiteX569" fmla="*/ 909014 w 2414454"/>
              <a:gd name="connsiteY569" fmla="*/ 116276 h 170840"/>
              <a:gd name="connsiteX570" fmla="*/ 921410 w 2414454"/>
              <a:gd name="connsiteY570" fmla="*/ 118720 h 170840"/>
              <a:gd name="connsiteX571" fmla="*/ 940956 w 2414454"/>
              <a:gd name="connsiteY571" fmla="*/ 111028 h 170840"/>
              <a:gd name="connsiteX572" fmla="*/ 947833 w 2414454"/>
              <a:gd name="connsiteY572" fmla="*/ 89040 h 170840"/>
              <a:gd name="connsiteX573" fmla="*/ 370637 w 2414454"/>
              <a:gd name="connsiteY573" fmla="*/ 1086 h 170840"/>
              <a:gd name="connsiteX574" fmla="*/ 383667 w 2414454"/>
              <a:gd name="connsiteY574" fmla="*/ 1086 h 170840"/>
              <a:gd name="connsiteX575" fmla="*/ 383667 w 2414454"/>
              <a:gd name="connsiteY575" fmla="*/ 50673 h 170840"/>
              <a:gd name="connsiteX576" fmla="*/ 408642 w 2414454"/>
              <a:gd name="connsiteY576" fmla="*/ 39814 h 170840"/>
              <a:gd name="connsiteX577" fmla="*/ 432259 w 2414454"/>
              <a:gd name="connsiteY577" fmla="*/ 48682 h 170840"/>
              <a:gd name="connsiteX578" fmla="*/ 440674 w 2414454"/>
              <a:gd name="connsiteY578" fmla="*/ 72752 h 170840"/>
              <a:gd name="connsiteX579" fmla="*/ 440674 w 2414454"/>
              <a:gd name="connsiteY579" fmla="*/ 129940 h 170840"/>
              <a:gd name="connsiteX580" fmla="*/ 427644 w 2414454"/>
              <a:gd name="connsiteY580" fmla="*/ 129940 h 170840"/>
              <a:gd name="connsiteX581" fmla="*/ 427644 w 2414454"/>
              <a:gd name="connsiteY581" fmla="*/ 74924 h 170840"/>
              <a:gd name="connsiteX582" fmla="*/ 421853 w 2414454"/>
              <a:gd name="connsiteY582" fmla="*/ 57279 h 170840"/>
              <a:gd name="connsiteX583" fmla="*/ 405927 w 2414454"/>
              <a:gd name="connsiteY583" fmla="*/ 51397 h 170840"/>
              <a:gd name="connsiteX584" fmla="*/ 389730 w 2414454"/>
              <a:gd name="connsiteY584" fmla="*/ 57369 h 170840"/>
              <a:gd name="connsiteX585" fmla="*/ 383667 w 2414454"/>
              <a:gd name="connsiteY585" fmla="*/ 74924 h 170840"/>
              <a:gd name="connsiteX586" fmla="*/ 383667 w 2414454"/>
              <a:gd name="connsiteY586" fmla="*/ 129940 h 170840"/>
              <a:gd name="connsiteX587" fmla="*/ 370637 w 2414454"/>
              <a:gd name="connsiteY587" fmla="*/ 129940 h 170840"/>
              <a:gd name="connsiteX588" fmla="*/ 2246338 w 2414454"/>
              <a:gd name="connsiteY588" fmla="*/ 905 h 170840"/>
              <a:gd name="connsiteX589" fmla="*/ 2260997 w 2414454"/>
              <a:gd name="connsiteY589" fmla="*/ 905 h 170840"/>
              <a:gd name="connsiteX590" fmla="*/ 2260997 w 2414454"/>
              <a:gd name="connsiteY590" fmla="*/ 15564 h 170840"/>
              <a:gd name="connsiteX591" fmla="*/ 2246338 w 2414454"/>
              <a:gd name="connsiteY591" fmla="*/ 15564 h 170840"/>
              <a:gd name="connsiteX592" fmla="*/ 1874863 w 2414454"/>
              <a:gd name="connsiteY592" fmla="*/ 905 h 170840"/>
              <a:gd name="connsiteX593" fmla="*/ 1889522 w 2414454"/>
              <a:gd name="connsiteY593" fmla="*/ 905 h 170840"/>
              <a:gd name="connsiteX594" fmla="*/ 1889522 w 2414454"/>
              <a:gd name="connsiteY594" fmla="*/ 15564 h 170840"/>
              <a:gd name="connsiteX595" fmla="*/ 1874863 w 2414454"/>
              <a:gd name="connsiteY595" fmla="*/ 15564 h 170840"/>
              <a:gd name="connsiteX596" fmla="*/ 998563 w 2414454"/>
              <a:gd name="connsiteY596" fmla="*/ 905 h 170840"/>
              <a:gd name="connsiteX597" fmla="*/ 1013222 w 2414454"/>
              <a:gd name="connsiteY597" fmla="*/ 905 h 170840"/>
              <a:gd name="connsiteX598" fmla="*/ 1013222 w 2414454"/>
              <a:gd name="connsiteY598" fmla="*/ 15564 h 170840"/>
              <a:gd name="connsiteX599" fmla="*/ 998563 w 2414454"/>
              <a:gd name="connsiteY599" fmla="*/ 15564 h 170840"/>
              <a:gd name="connsiteX600" fmla="*/ 44701 w 2414454"/>
              <a:gd name="connsiteY600" fmla="*/ 0 h 170840"/>
              <a:gd name="connsiteX601" fmla="*/ 65875 w 2414454"/>
              <a:gd name="connsiteY601" fmla="*/ 3348 h 170840"/>
              <a:gd name="connsiteX602" fmla="*/ 83067 w 2414454"/>
              <a:gd name="connsiteY602" fmla="*/ 14116 h 170840"/>
              <a:gd name="connsiteX603" fmla="*/ 74200 w 2414454"/>
              <a:gd name="connsiteY603" fmla="*/ 22984 h 170840"/>
              <a:gd name="connsiteX604" fmla="*/ 61350 w 2414454"/>
              <a:gd name="connsiteY604" fmla="*/ 14749 h 170840"/>
              <a:gd name="connsiteX605" fmla="*/ 44158 w 2414454"/>
              <a:gd name="connsiteY605" fmla="*/ 11944 h 170840"/>
              <a:gd name="connsiteX606" fmla="*/ 24070 w 2414454"/>
              <a:gd name="connsiteY606" fmla="*/ 18459 h 170840"/>
              <a:gd name="connsiteX607" fmla="*/ 17012 w 2414454"/>
              <a:gd name="connsiteY607" fmla="*/ 35833 h 170840"/>
              <a:gd name="connsiteX608" fmla="*/ 22803 w 2414454"/>
              <a:gd name="connsiteY608" fmla="*/ 50673 h 170840"/>
              <a:gd name="connsiteX609" fmla="*/ 30494 w 2414454"/>
              <a:gd name="connsiteY609" fmla="*/ 55016 h 170840"/>
              <a:gd name="connsiteX610" fmla="*/ 40176 w 2414454"/>
              <a:gd name="connsiteY610" fmla="*/ 57731 h 170840"/>
              <a:gd name="connsiteX611" fmla="*/ 54292 w 2414454"/>
              <a:gd name="connsiteY611" fmla="*/ 59903 h 170840"/>
              <a:gd name="connsiteX612" fmla="*/ 62346 w 2414454"/>
              <a:gd name="connsiteY612" fmla="*/ 61441 h 170840"/>
              <a:gd name="connsiteX613" fmla="*/ 68589 w 2414454"/>
              <a:gd name="connsiteY613" fmla="*/ 63341 h 170840"/>
              <a:gd name="connsiteX614" fmla="*/ 73566 w 2414454"/>
              <a:gd name="connsiteY614" fmla="*/ 65784 h 170840"/>
              <a:gd name="connsiteX615" fmla="*/ 77819 w 2414454"/>
              <a:gd name="connsiteY615" fmla="*/ 68951 h 170840"/>
              <a:gd name="connsiteX616" fmla="*/ 88678 w 2414454"/>
              <a:gd name="connsiteY616" fmla="*/ 94469 h 170840"/>
              <a:gd name="connsiteX617" fmla="*/ 85511 w 2414454"/>
              <a:gd name="connsiteY617" fmla="*/ 109761 h 170840"/>
              <a:gd name="connsiteX618" fmla="*/ 76462 w 2414454"/>
              <a:gd name="connsiteY618" fmla="*/ 121253 h 170840"/>
              <a:gd name="connsiteX619" fmla="*/ 62346 w 2414454"/>
              <a:gd name="connsiteY619" fmla="*/ 128492 h 170840"/>
              <a:gd name="connsiteX620" fmla="*/ 44158 w 2414454"/>
              <a:gd name="connsiteY620" fmla="*/ 131026 h 170840"/>
              <a:gd name="connsiteX621" fmla="*/ 19364 w 2414454"/>
              <a:gd name="connsiteY621" fmla="*/ 127044 h 170840"/>
              <a:gd name="connsiteX622" fmla="*/ 0 w 2414454"/>
              <a:gd name="connsiteY622" fmla="*/ 114014 h 170840"/>
              <a:gd name="connsiteX623" fmla="*/ 9411 w 2414454"/>
              <a:gd name="connsiteY623" fmla="*/ 104604 h 170840"/>
              <a:gd name="connsiteX624" fmla="*/ 25517 w 2414454"/>
              <a:gd name="connsiteY624" fmla="*/ 115643 h 170840"/>
              <a:gd name="connsiteX625" fmla="*/ 44520 w 2414454"/>
              <a:gd name="connsiteY625" fmla="*/ 118720 h 170840"/>
              <a:gd name="connsiteX626" fmla="*/ 66780 w 2414454"/>
              <a:gd name="connsiteY626" fmla="*/ 112476 h 170840"/>
              <a:gd name="connsiteX627" fmla="*/ 74924 w 2414454"/>
              <a:gd name="connsiteY627" fmla="*/ 94831 h 170840"/>
              <a:gd name="connsiteX628" fmla="*/ 73385 w 2414454"/>
              <a:gd name="connsiteY628" fmla="*/ 85601 h 170840"/>
              <a:gd name="connsiteX629" fmla="*/ 68770 w 2414454"/>
              <a:gd name="connsiteY629" fmla="*/ 78724 h 170840"/>
              <a:gd name="connsiteX630" fmla="*/ 62346 w 2414454"/>
              <a:gd name="connsiteY630" fmla="*/ 74833 h 170840"/>
              <a:gd name="connsiteX631" fmla="*/ 51940 w 2414454"/>
              <a:gd name="connsiteY631" fmla="*/ 72571 h 170840"/>
              <a:gd name="connsiteX632" fmla="*/ 36919 w 2414454"/>
              <a:gd name="connsiteY632" fmla="*/ 70218 h 170840"/>
              <a:gd name="connsiteX633" fmla="*/ 13211 w 2414454"/>
              <a:gd name="connsiteY633" fmla="*/ 60446 h 170840"/>
              <a:gd name="connsiteX634" fmla="*/ 3438 w 2414454"/>
              <a:gd name="connsiteY634" fmla="*/ 36376 h 170840"/>
              <a:gd name="connsiteX635" fmla="*/ 6334 w 2414454"/>
              <a:gd name="connsiteY635" fmla="*/ 21446 h 170840"/>
              <a:gd name="connsiteX636" fmla="*/ 14568 w 2414454"/>
              <a:gd name="connsiteY636" fmla="*/ 9954 h 170840"/>
              <a:gd name="connsiteX637" fmla="*/ 27508 w 2414454"/>
              <a:gd name="connsiteY637" fmla="*/ 2624 h 170840"/>
              <a:gd name="connsiteX638" fmla="*/ 44701 w 2414454"/>
              <a:gd name="connsiteY638" fmla="*/ 0 h 1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</a:cxnLst>
            <a:rect l="l" t="t" r="r" b="b"/>
            <a:pathLst>
              <a:path w="2414454" h="170840">
                <a:moveTo>
                  <a:pt x="1072429" y="88859"/>
                </a:moveTo>
                <a:cubicBezTo>
                  <a:pt x="1059158" y="88859"/>
                  <a:pt x="1052522" y="94107"/>
                  <a:pt x="1052522" y="104604"/>
                </a:cubicBezTo>
                <a:cubicBezTo>
                  <a:pt x="1052522" y="109791"/>
                  <a:pt x="1054151" y="113622"/>
                  <a:pt x="1057408" y="116095"/>
                </a:cubicBezTo>
                <a:cubicBezTo>
                  <a:pt x="1060666" y="118569"/>
                  <a:pt x="1065854" y="119805"/>
                  <a:pt x="1072972" y="119805"/>
                </a:cubicBezTo>
                <a:cubicBezTo>
                  <a:pt x="1076833" y="119805"/>
                  <a:pt x="1080422" y="119504"/>
                  <a:pt x="1083740" y="118901"/>
                </a:cubicBezTo>
                <a:cubicBezTo>
                  <a:pt x="1087058" y="118297"/>
                  <a:pt x="1090104" y="116608"/>
                  <a:pt x="1092879" y="113833"/>
                </a:cubicBezTo>
                <a:cubicBezTo>
                  <a:pt x="1095896" y="110938"/>
                  <a:pt x="1097404" y="105810"/>
                  <a:pt x="1097404" y="98450"/>
                </a:cubicBezTo>
                <a:lnTo>
                  <a:pt x="1097404" y="88859"/>
                </a:lnTo>
                <a:close/>
                <a:moveTo>
                  <a:pt x="1515646" y="51397"/>
                </a:moveTo>
                <a:cubicBezTo>
                  <a:pt x="1510820" y="51397"/>
                  <a:pt x="1506930" y="52362"/>
                  <a:pt x="1503974" y="54292"/>
                </a:cubicBezTo>
                <a:cubicBezTo>
                  <a:pt x="1501018" y="56223"/>
                  <a:pt x="1498756" y="58726"/>
                  <a:pt x="1497187" y="61803"/>
                </a:cubicBezTo>
                <a:cubicBezTo>
                  <a:pt x="1495619" y="64880"/>
                  <a:pt x="1494593" y="68439"/>
                  <a:pt x="1494110" y="72480"/>
                </a:cubicBezTo>
                <a:cubicBezTo>
                  <a:pt x="1493628" y="76522"/>
                  <a:pt x="1493387" y="80594"/>
                  <a:pt x="1493387" y="84696"/>
                </a:cubicBezTo>
                <a:cubicBezTo>
                  <a:pt x="1493387" y="88919"/>
                  <a:pt x="1493628" y="93021"/>
                  <a:pt x="1494110" y="97003"/>
                </a:cubicBezTo>
                <a:cubicBezTo>
                  <a:pt x="1494593" y="100984"/>
                  <a:pt x="1495619" y="104513"/>
                  <a:pt x="1497187" y="107590"/>
                </a:cubicBezTo>
                <a:cubicBezTo>
                  <a:pt x="1498756" y="110666"/>
                  <a:pt x="1501018" y="113170"/>
                  <a:pt x="1503974" y="115100"/>
                </a:cubicBezTo>
                <a:cubicBezTo>
                  <a:pt x="1506930" y="117030"/>
                  <a:pt x="1510820" y="117996"/>
                  <a:pt x="1515646" y="117996"/>
                </a:cubicBezTo>
                <a:cubicBezTo>
                  <a:pt x="1520472" y="117996"/>
                  <a:pt x="1524333" y="117030"/>
                  <a:pt x="1527229" y="115100"/>
                </a:cubicBezTo>
                <a:cubicBezTo>
                  <a:pt x="1530124" y="113170"/>
                  <a:pt x="1532356" y="110666"/>
                  <a:pt x="1533925" y="107590"/>
                </a:cubicBezTo>
                <a:cubicBezTo>
                  <a:pt x="1535493" y="104513"/>
                  <a:pt x="1536519" y="100984"/>
                  <a:pt x="1537002" y="97003"/>
                </a:cubicBezTo>
                <a:cubicBezTo>
                  <a:pt x="1537484" y="93021"/>
                  <a:pt x="1537726" y="88919"/>
                  <a:pt x="1537726" y="84696"/>
                </a:cubicBezTo>
                <a:cubicBezTo>
                  <a:pt x="1537726" y="80594"/>
                  <a:pt x="1537484" y="76522"/>
                  <a:pt x="1537002" y="72480"/>
                </a:cubicBezTo>
                <a:cubicBezTo>
                  <a:pt x="1536519" y="68439"/>
                  <a:pt x="1535493" y="64880"/>
                  <a:pt x="1533925" y="61803"/>
                </a:cubicBezTo>
                <a:cubicBezTo>
                  <a:pt x="1532356" y="58726"/>
                  <a:pt x="1530124" y="56223"/>
                  <a:pt x="1527229" y="54292"/>
                </a:cubicBezTo>
                <a:cubicBezTo>
                  <a:pt x="1524333" y="52362"/>
                  <a:pt x="1520472" y="51397"/>
                  <a:pt x="1515646" y="51397"/>
                </a:cubicBezTo>
                <a:close/>
                <a:moveTo>
                  <a:pt x="1326232" y="51397"/>
                </a:moveTo>
                <a:cubicBezTo>
                  <a:pt x="1319838" y="51397"/>
                  <a:pt x="1314469" y="53569"/>
                  <a:pt x="1310126" y="57912"/>
                </a:cubicBezTo>
                <a:cubicBezTo>
                  <a:pt x="1308436" y="59601"/>
                  <a:pt x="1307140" y="61501"/>
                  <a:pt x="1306235" y="63613"/>
                </a:cubicBezTo>
                <a:cubicBezTo>
                  <a:pt x="1305330" y="65724"/>
                  <a:pt x="1304606" y="67986"/>
                  <a:pt x="1304063" y="70399"/>
                </a:cubicBezTo>
                <a:cubicBezTo>
                  <a:pt x="1303520" y="72812"/>
                  <a:pt x="1303188" y="75286"/>
                  <a:pt x="1303068" y="77819"/>
                </a:cubicBezTo>
                <a:cubicBezTo>
                  <a:pt x="1302947" y="80353"/>
                  <a:pt x="1302887" y="82887"/>
                  <a:pt x="1302887" y="85420"/>
                </a:cubicBezTo>
                <a:cubicBezTo>
                  <a:pt x="1302887" y="87954"/>
                  <a:pt x="1302947" y="90487"/>
                  <a:pt x="1303068" y="93021"/>
                </a:cubicBezTo>
                <a:cubicBezTo>
                  <a:pt x="1303188" y="95555"/>
                  <a:pt x="1303520" y="98028"/>
                  <a:pt x="1304063" y="100441"/>
                </a:cubicBezTo>
                <a:cubicBezTo>
                  <a:pt x="1304606" y="102854"/>
                  <a:pt x="1305330" y="105146"/>
                  <a:pt x="1306235" y="107318"/>
                </a:cubicBezTo>
                <a:cubicBezTo>
                  <a:pt x="1307140" y="109490"/>
                  <a:pt x="1308436" y="111360"/>
                  <a:pt x="1310126" y="112928"/>
                </a:cubicBezTo>
                <a:cubicBezTo>
                  <a:pt x="1314469" y="117272"/>
                  <a:pt x="1319838" y="119443"/>
                  <a:pt x="1326232" y="119443"/>
                </a:cubicBezTo>
                <a:cubicBezTo>
                  <a:pt x="1332748" y="119443"/>
                  <a:pt x="1338177" y="117272"/>
                  <a:pt x="1342520" y="112928"/>
                </a:cubicBezTo>
                <a:cubicBezTo>
                  <a:pt x="1344088" y="111360"/>
                  <a:pt x="1345355" y="109490"/>
                  <a:pt x="1346321" y="107318"/>
                </a:cubicBezTo>
                <a:cubicBezTo>
                  <a:pt x="1347286" y="105146"/>
                  <a:pt x="1348010" y="102854"/>
                  <a:pt x="1348492" y="100441"/>
                </a:cubicBezTo>
                <a:cubicBezTo>
                  <a:pt x="1348975" y="98028"/>
                  <a:pt x="1349276" y="95555"/>
                  <a:pt x="1349397" y="93021"/>
                </a:cubicBezTo>
                <a:cubicBezTo>
                  <a:pt x="1349518" y="90487"/>
                  <a:pt x="1349578" y="87954"/>
                  <a:pt x="1349578" y="85420"/>
                </a:cubicBezTo>
                <a:cubicBezTo>
                  <a:pt x="1349578" y="82887"/>
                  <a:pt x="1349518" y="80353"/>
                  <a:pt x="1349397" y="77819"/>
                </a:cubicBezTo>
                <a:cubicBezTo>
                  <a:pt x="1349276" y="75286"/>
                  <a:pt x="1348975" y="72812"/>
                  <a:pt x="1348492" y="70399"/>
                </a:cubicBezTo>
                <a:cubicBezTo>
                  <a:pt x="1348010" y="67986"/>
                  <a:pt x="1347286" y="65724"/>
                  <a:pt x="1346321" y="63613"/>
                </a:cubicBezTo>
                <a:cubicBezTo>
                  <a:pt x="1345355" y="61501"/>
                  <a:pt x="1344088" y="59601"/>
                  <a:pt x="1342520" y="57912"/>
                </a:cubicBezTo>
                <a:cubicBezTo>
                  <a:pt x="1338177" y="53569"/>
                  <a:pt x="1332748" y="51397"/>
                  <a:pt x="1326232" y="51397"/>
                </a:cubicBezTo>
                <a:close/>
                <a:moveTo>
                  <a:pt x="1173832" y="51397"/>
                </a:moveTo>
                <a:cubicBezTo>
                  <a:pt x="1167438" y="51397"/>
                  <a:pt x="1162069" y="53569"/>
                  <a:pt x="1157726" y="57912"/>
                </a:cubicBezTo>
                <a:cubicBezTo>
                  <a:pt x="1156036" y="59601"/>
                  <a:pt x="1154740" y="61501"/>
                  <a:pt x="1153835" y="63613"/>
                </a:cubicBezTo>
                <a:cubicBezTo>
                  <a:pt x="1152930" y="65724"/>
                  <a:pt x="1152206" y="67986"/>
                  <a:pt x="1151663" y="70399"/>
                </a:cubicBezTo>
                <a:cubicBezTo>
                  <a:pt x="1151120" y="72812"/>
                  <a:pt x="1150788" y="75286"/>
                  <a:pt x="1150668" y="77819"/>
                </a:cubicBezTo>
                <a:cubicBezTo>
                  <a:pt x="1150547" y="80353"/>
                  <a:pt x="1150487" y="82887"/>
                  <a:pt x="1150487" y="85420"/>
                </a:cubicBezTo>
                <a:cubicBezTo>
                  <a:pt x="1150487" y="87954"/>
                  <a:pt x="1150547" y="90487"/>
                  <a:pt x="1150668" y="93021"/>
                </a:cubicBezTo>
                <a:cubicBezTo>
                  <a:pt x="1150788" y="95555"/>
                  <a:pt x="1151120" y="98028"/>
                  <a:pt x="1151663" y="100441"/>
                </a:cubicBezTo>
                <a:cubicBezTo>
                  <a:pt x="1152206" y="102854"/>
                  <a:pt x="1152930" y="105146"/>
                  <a:pt x="1153835" y="107318"/>
                </a:cubicBezTo>
                <a:cubicBezTo>
                  <a:pt x="1154740" y="109490"/>
                  <a:pt x="1156036" y="111360"/>
                  <a:pt x="1157726" y="112928"/>
                </a:cubicBezTo>
                <a:cubicBezTo>
                  <a:pt x="1162069" y="117272"/>
                  <a:pt x="1167438" y="119443"/>
                  <a:pt x="1173832" y="119443"/>
                </a:cubicBezTo>
                <a:cubicBezTo>
                  <a:pt x="1180348" y="119443"/>
                  <a:pt x="1185777" y="117272"/>
                  <a:pt x="1190120" y="112928"/>
                </a:cubicBezTo>
                <a:cubicBezTo>
                  <a:pt x="1191689" y="111360"/>
                  <a:pt x="1192955" y="109490"/>
                  <a:pt x="1193921" y="107318"/>
                </a:cubicBezTo>
                <a:cubicBezTo>
                  <a:pt x="1194886" y="105146"/>
                  <a:pt x="1195610" y="102854"/>
                  <a:pt x="1196092" y="100441"/>
                </a:cubicBezTo>
                <a:cubicBezTo>
                  <a:pt x="1196575" y="98028"/>
                  <a:pt x="1196876" y="95555"/>
                  <a:pt x="1196997" y="93021"/>
                </a:cubicBezTo>
                <a:cubicBezTo>
                  <a:pt x="1197118" y="90487"/>
                  <a:pt x="1197178" y="87954"/>
                  <a:pt x="1197178" y="85420"/>
                </a:cubicBezTo>
                <a:cubicBezTo>
                  <a:pt x="1197178" y="82887"/>
                  <a:pt x="1197118" y="80353"/>
                  <a:pt x="1196997" y="77819"/>
                </a:cubicBezTo>
                <a:cubicBezTo>
                  <a:pt x="1196876" y="75286"/>
                  <a:pt x="1196575" y="72812"/>
                  <a:pt x="1196092" y="70399"/>
                </a:cubicBezTo>
                <a:cubicBezTo>
                  <a:pt x="1195610" y="67986"/>
                  <a:pt x="1194886" y="65724"/>
                  <a:pt x="1193921" y="63613"/>
                </a:cubicBezTo>
                <a:cubicBezTo>
                  <a:pt x="1192955" y="61501"/>
                  <a:pt x="1191689" y="59601"/>
                  <a:pt x="1190120" y="57912"/>
                </a:cubicBezTo>
                <a:cubicBezTo>
                  <a:pt x="1185777" y="53569"/>
                  <a:pt x="1180348" y="51397"/>
                  <a:pt x="1173832" y="51397"/>
                </a:cubicBezTo>
                <a:close/>
                <a:moveTo>
                  <a:pt x="145132" y="51397"/>
                </a:moveTo>
                <a:cubicBezTo>
                  <a:pt x="138738" y="51397"/>
                  <a:pt x="133369" y="53569"/>
                  <a:pt x="129026" y="57912"/>
                </a:cubicBezTo>
                <a:cubicBezTo>
                  <a:pt x="127336" y="59601"/>
                  <a:pt x="126040" y="61501"/>
                  <a:pt x="125135" y="63613"/>
                </a:cubicBezTo>
                <a:cubicBezTo>
                  <a:pt x="124230" y="65724"/>
                  <a:pt x="123506" y="67986"/>
                  <a:pt x="122963" y="70399"/>
                </a:cubicBezTo>
                <a:cubicBezTo>
                  <a:pt x="122420" y="72812"/>
                  <a:pt x="122088" y="75286"/>
                  <a:pt x="121968" y="77819"/>
                </a:cubicBezTo>
                <a:cubicBezTo>
                  <a:pt x="121847" y="80353"/>
                  <a:pt x="121787" y="82887"/>
                  <a:pt x="121787" y="85420"/>
                </a:cubicBezTo>
                <a:cubicBezTo>
                  <a:pt x="121787" y="87954"/>
                  <a:pt x="121847" y="90487"/>
                  <a:pt x="121968" y="93021"/>
                </a:cubicBezTo>
                <a:cubicBezTo>
                  <a:pt x="122088" y="95555"/>
                  <a:pt x="122420" y="98028"/>
                  <a:pt x="122963" y="100441"/>
                </a:cubicBezTo>
                <a:cubicBezTo>
                  <a:pt x="123506" y="102854"/>
                  <a:pt x="124230" y="105146"/>
                  <a:pt x="125135" y="107318"/>
                </a:cubicBezTo>
                <a:cubicBezTo>
                  <a:pt x="126040" y="109490"/>
                  <a:pt x="127336" y="111360"/>
                  <a:pt x="129026" y="112928"/>
                </a:cubicBezTo>
                <a:cubicBezTo>
                  <a:pt x="133369" y="117272"/>
                  <a:pt x="138738" y="119443"/>
                  <a:pt x="145132" y="119443"/>
                </a:cubicBezTo>
                <a:cubicBezTo>
                  <a:pt x="151648" y="119443"/>
                  <a:pt x="157077" y="117272"/>
                  <a:pt x="161420" y="112928"/>
                </a:cubicBezTo>
                <a:cubicBezTo>
                  <a:pt x="162989" y="111360"/>
                  <a:pt x="164255" y="109490"/>
                  <a:pt x="165221" y="107318"/>
                </a:cubicBezTo>
                <a:cubicBezTo>
                  <a:pt x="166186" y="105146"/>
                  <a:pt x="166910" y="102854"/>
                  <a:pt x="167392" y="100441"/>
                </a:cubicBezTo>
                <a:cubicBezTo>
                  <a:pt x="167875" y="98028"/>
                  <a:pt x="168177" y="95555"/>
                  <a:pt x="168297" y="93021"/>
                </a:cubicBezTo>
                <a:cubicBezTo>
                  <a:pt x="168418" y="90487"/>
                  <a:pt x="168478" y="87954"/>
                  <a:pt x="168478" y="85420"/>
                </a:cubicBezTo>
                <a:cubicBezTo>
                  <a:pt x="168478" y="82887"/>
                  <a:pt x="168418" y="80353"/>
                  <a:pt x="168297" y="77819"/>
                </a:cubicBezTo>
                <a:cubicBezTo>
                  <a:pt x="168177" y="75286"/>
                  <a:pt x="167875" y="72812"/>
                  <a:pt x="167392" y="70399"/>
                </a:cubicBezTo>
                <a:cubicBezTo>
                  <a:pt x="166910" y="67986"/>
                  <a:pt x="166186" y="65724"/>
                  <a:pt x="165221" y="63613"/>
                </a:cubicBezTo>
                <a:cubicBezTo>
                  <a:pt x="164255" y="61501"/>
                  <a:pt x="162989" y="59601"/>
                  <a:pt x="161420" y="57912"/>
                </a:cubicBezTo>
                <a:cubicBezTo>
                  <a:pt x="157077" y="53569"/>
                  <a:pt x="151648" y="51397"/>
                  <a:pt x="145132" y="51397"/>
                </a:cubicBezTo>
                <a:close/>
                <a:moveTo>
                  <a:pt x="2031082" y="51035"/>
                </a:moveTo>
                <a:cubicBezTo>
                  <a:pt x="2026377" y="51035"/>
                  <a:pt x="2022154" y="52234"/>
                  <a:pt x="2018414" y="54632"/>
                </a:cubicBezTo>
                <a:cubicBezTo>
                  <a:pt x="2014674" y="57030"/>
                  <a:pt x="2011959" y="60267"/>
                  <a:pt x="2010270" y="64342"/>
                </a:cubicBezTo>
                <a:cubicBezTo>
                  <a:pt x="2009305" y="66738"/>
                  <a:pt x="2008642" y="68895"/>
                  <a:pt x="2008280" y="70814"/>
                </a:cubicBezTo>
                <a:cubicBezTo>
                  <a:pt x="2007918" y="72732"/>
                  <a:pt x="2007676" y="75489"/>
                  <a:pt x="2007556" y="79086"/>
                </a:cubicBezTo>
                <a:lnTo>
                  <a:pt x="2054609" y="79086"/>
                </a:lnTo>
                <a:cubicBezTo>
                  <a:pt x="2054488" y="77288"/>
                  <a:pt x="2054368" y="75729"/>
                  <a:pt x="2054247" y="74410"/>
                </a:cubicBezTo>
                <a:cubicBezTo>
                  <a:pt x="2054126" y="73092"/>
                  <a:pt x="2053976" y="71893"/>
                  <a:pt x="2053795" y="70815"/>
                </a:cubicBezTo>
                <a:cubicBezTo>
                  <a:pt x="2053614" y="69737"/>
                  <a:pt x="2053372" y="68688"/>
                  <a:pt x="2053071" y="67669"/>
                </a:cubicBezTo>
                <a:cubicBezTo>
                  <a:pt x="2052769" y="66650"/>
                  <a:pt x="2052377" y="65541"/>
                  <a:pt x="2051894" y="64342"/>
                </a:cubicBezTo>
                <a:cubicBezTo>
                  <a:pt x="2050206" y="60267"/>
                  <a:pt x="2047491" y="57030"/>
                  <a:pt x="2043750" y="54632"/>
                </a:cubicBezTo>
                <a:cubicBezTo>
                  <a:pt x="2040010" y="52234"/>
                  <a:pt x="2035788" y="51035"/>
                  <a:pt x="2031082" y="51035"/>
                </a:cubicBezTo>
                <a:close/>
                <a:moveTo>
                  <a:pt x="630907" y="51035"/>
                </a:moveTo>
                <a:cubicBezTo>
                  <a:pt x="626202" y="51035"/>
                  <a:pt x="621979" y="52234"/>
                  <a:pt x="618239" y="54632"/>
                </a:cubicBezTo>
                <a:cubicBezTo>
                  <a:pt x="614499" y="57030"/>
                  <a:pt x="611784" y="60267"/>
                  <a:pt x="610095" y="64342"/>
                </a:cubicBezTo>
                <a:cubicBezTo>
                  <a:pt x="609130" y="66738"/>
                  <a:pt x="608466" y="68895"/>
                  <a:pt x="608104" y="70814"/>
                </a:cubicBezTo>
                <a:cubicBezTo>
                  <a:pt x="607743" y="72732"/>
                  <a:pt x="607501" y="75489"/>
                  <a:pt x="607381" y="79086"/>
                </a:cubicBezTo>
                <a:lnTo>
                  <a:pt x="654434" y="79086"/>
                </a:lnTo>
                <a:cubicBezTo>
                  <a:pt x="654313" y="77288"/>
                  <a:pt x="654193" y="75729"/>
                  <a:pt x="654072" y="74410"/>
                </a:cubicBezTo>
                <a:cubicBezTo>
                  <a:pt x="653952" y="73092"/>
                  <a:pt x="653801" y="71893"/>
                  <a:pt x="653620" y="70815"/>
                </a:cubicBezTo>
                <a:cubicBezTo>
                  <a:pt x="653439" y="69737"/>
                  <a:pt x="653197" y="68688"/>
                  <a:pt x="652896" y="67669"/>
                </a:cubicBezTo>
                <a:cubicBezTo>
                  <a:pt x="652594" y="66650"/>
                  <a:pt x="652202" y="65541"/>
                  <a:pt x="651720" y="64342"/>
                </a:cubicBezTo>
                <a:cubicBezTo>
                  <a:pt x="650030" y="60267"/>
                  <a:pt x="647316" y="57030"/>
                  <a:pt x="643576" y="54632"/>
                </a:cubicBezTo>
                <a:cubicBezTo>
                  <a:pt x="639836" y="52234"/>
                  <a:pt x="635613" y="51035"/>
                  <a:pt x="630907" y="51035"/>
                </a:cubicBezTo>
                <a:close/>
                <a:moveTo>
                  <a:pt x="2337540" y="40900"/>
                </a:moveTo>
                <a:lnTo>
                  <a:pt x="2351656" y="40900"/>
                </a:lnTo>
                <a:lnTo>
                  <a:pt x="2376087" y="112385"/>
                </a:lnTo>
                <a:lnTo>
                  <a:pt x="2400338" y="40900"/>
                </a:lnTo>
                <a:lnTo>
                  <a:pt x="2414454" y="40900"/>
                </a:lnTo>
                <a:lnTo>
                  <a:pt x="2373916" y="151476"/>
                </a:lnTo>
                <a:cubicBezTo>
                  <a:pt x="2372226" y="156181"/>
                  <a:pt x="2370115" y="159680"/>
                  <a:pt x="2367582" y="161973"/>
                </a:cubicBezTo>
                <a:cubicBezTo>
                  <a:pt x="2365168" y="164265"/>
                  <a:pt x="2362454" y="165864"/>
                  <a:pt x="2359438" y="166768"/>
                </a:cubicBezTo>
                <a:cubicBezTo>
                  <a:pt x="2356421" y="167673"/>
                  <a:pt x="2353345" y="168126"/>
                  <a:pt x="2350208" y="168126"/>
                </a:cubicBezTo>
                <a:lnTo>
                  <a:pt x="2344598" y="168126"/>
                </a:lnTo>
                <a:lnTo>
                  <a:pt x="2344598" y="156543"/>
                </a:lnTo>
                <a:lnTo>
                  <a:pt x="2348579" y="156543"/>
                </a:lnTo>
                <a:cubicBezTo>
                  <a:pt x="2353043" y="156543"/>
                  <a:pt x="2356240" y="155729"/>
                  <a:pt x="2358171" y="154100"/>
                </a:cubicBezTo>
                <a:cubicBezTo>
                  <a:pt x="2360101" y="152471"/>
                  <a:pt x="2361790" y="149606"/>
                  <a:pt x="2363238" y="145504"/>
                </a:cubicBezTo>
                <a:lnTo>
                  <a:pt x="2369572" y="128130"/>
                </a:lnTo>
                <a:close/>
                <a:moveTo>
                  <a:pt x="2247062" y="40900"/>
                </a:moveTo>
                <a:lnTo>
                  <a:pt x="2260092" y="40900"/>
                </a:lnTo>
                <a:lnTo>
                  <a:pt x="2260092" y="129940"/>
                </a:lnTo>
                <a:lnTo>
                  <a:pt x="2247062" y="129940"/>
                </a:lnTo>
                <a:close/>
                <a:moveTo>
                  <a:pt x="1899390" y="40900"/>
                </a:moveTo>
                <a:lnTo>
                  <a:pt x="1913506" y="40900"/>
                </a:lnTo>
                <a:lnTo>
                  <a:pt x="1937756" y="112385"/>
                </a:lnTo>
                <a:lnTo>
                  <a:pt x="1962188" y="40900"/>
                </a:lnTo>
                <a:lnTo>
                  <a:pt x="1976304" y="40900"/>
                </a:lnTo>
                <a:lnTo>
                  <a:pt x="1943548" y="129940"/>
                </a:lnTo>
                <a:lnTo>
                  <a:pt x="1931965" y="129940"/>
                </a:lnTo>
                <a:close/>
                <a:moveTo>
                  <a:pt x="1875587" y="40900"/>
                </a:moveTo>
                <a:lnTo>
                  <a:pt x="1888617" y="40900"/>
                </a:lnTo>
                <a:lnTo>
                  <a:pt x="1888617" y="129940"/>
                </a:lnTo>
                <a:lnTo>
                  <a:pt x="1875587" y="129940"/>
                </a:lnTo>
                <a:close/>
                <a:moveTo>
                  <a:pt x="999287" y="40900"/>
                </a:moveTo>
                <a:lnTo>
                  <a:pt x="1012317" y="40900"/>
                </a:lnTo>
                <a:lnTo>
                  <a:pt x="1012317" y="129940"/>
                </a:lnTo>
                <a:lnTo>
                  <a:pt x="999287" y="129940"/>
                </a:lnTo>
                <a:close/>
                <a:moveTo>
                  <a:pt x="451590" y="40900"/>
                </a:moveTo>
                <a:lnTo>
                  <a:pt x="465706" y="40900"/>
                </a:lnTo>
                <a:lnTo>
                  <a:pt x="486156" y="112385"/>
                </a:lnTo>
                <a:lnTo>
                  <a:pt x="509502" y="40900"/>
                </a:lnTo>
                <a:lnTo>
                  <a:pt x="520722" y="40900"/>
                </a:lnTo>
                <a:lnTo>
                  <a:pt x="544249" y="112385"/>
                </a:lnTo>
                <a:lnTo>
                  <a:pt x="564518" y="40900"/>
                </a:lnTo>
                <a:lnTo>
                  <a:pt x="578634" y="40900"/>
                </a:lnTo>
                <a:lnTo>
                  <a:pt x="550583" y="129940"/>
                </a:lnTo>
                <a:lnTo>
                  <a:pt x="538458" y="129940"/>
                </a:lnTo>
                <a:lnTo>
                  <a:pt x="515112" y="60808"/>
                </a:lnTo>
                <a:lnTo>
                  <a:pt x="491947" y="129940"/>
                </a:lnTo>
                <a:lnTo>
                  <a:pt x="479822" y="129940"/>
                </a:lnTo>
                <a:close/>
                <a:moveTo>
                  <a:pt x="207807" y="40900"/>
                </a:moveTo>
                <a:lnTo>
                  <a:pt x="220837" y="40900"/>
                </a:lnTo>
                <a:lnTo>
                  <a:pt x="220837" y="95736"/>
                </a:lnTo>
                <a:cubicBezTo>
                  <a:pt x="220837" y="103699"/>
                  <a:pt x="222767" y="109641"/>
                  <a:pt x="226628" y="113562"/>
                </a:cubicBezTo>
                <a:cubicBezTo>
                  <a:pt x="230489" y="117483"/>
                  <a:pt x="235798" y="119443"/>
                  <a:pt x="242554" y="119443"/>
                </a:cubicBezTo>
                <a:cubicBezTo>
                  <a:pt x="249310" y="119443"/>
                  <a:pt x="254710" y="117453"/>
                  <a:pt x="258751" y="113471"/>
                </a:cubicBezTo>
                <a:cubicBezTo>
                  <a:pt x="262793" y="109490"/>
                  <a:pt x="264814" y="103578"/>
                  <a:pt x="264814" y="95736"/>
                </a:cubicBezTo>
                <a:lnTo>
                  <a:pt x="264814" y="40900"/>
                </a:lnTo>
                <a:lnTo>
                  <a:pt x="277844" y="40900"/>
                </a:lnTo>
                <a:lnTo>
                  <a:pt x="277844" y="129940"/>
                </a:lnTo>
                <a:lnTo>
                  <a:pt x="264995" y="129940"/>
                </a:lnTo>
                <a:lnTo>
                  <a:pt x="264995" y="119986"/>
                </a:lnTo>
                <a:cubicBezTo>
                  <a:pt x="261858" y="123606"/>
                  <a:pt x="258148" y="126351"/>
                  <a:pt x="253865" y="128221"/>
                </a:cubicBezTo>
                <a:cubicBezTo>
                  <a:pt x="249582" y="130091"/>
                  <a:pt x="244907" y="131026"/>
                  <a:pt x="239839" y="131026"/>
                </a:cubicBezTo>
                <a:cubicBezTo>
                  <a:pt x="230067" y="131026"/>
                  <a:pt x="222406" y="128251"/>
                  <a:pt x="216856" y="122701"/>
                </a:cubicBezTo>
                <a:cubicBezTo>
                  <a:pt x="213719" y="119564"/>
                  <a:pt x="211426" y="115914"/>
                  <a:pt x="209979" y="111752"/>
                </a:cubicBezTo>
                <a:cubicBezTo>
                  <a:pt x="208531" y="107590"/>
                  <a:pt x="207807" y="102914"/>
                  <a:pt x="207807" y="97726"/>
                </a:cubicBezTo>
                <a:close/>
                <a:moveTo>
                  <a:pt x="2189569" y="39814"/>
                </a:moveTo>
                <a:cubicBezTo>
                  <a:pt x="2195964" y="39814"/>
                  <a:pt x="2201905" y="40611"/>
                  <a:pt x="2207395" y="42205"/>
                </a:cubicBezTo>
                <a:cubicBezTo>
                  <a:pt x="2212884" y="43799"/>
                  <a:pt x="2217620" y="46252"/>
                  <a:pt x="2221601" y="49564"/>
                </a:cubicBezTo>
                <a:lnTo>
                  <a:pt x="2213096" y="58093"/>
                </a:lnTo>
                <a:cubicBezTo>
                  <a:pt x="2209959" y="55680"/>
                  <a:pt x="2206370" y="53900"/>
                  <a:pt x="2202328" y="52754"/>
                </a:cubicBezTo>
                <a:cubicBezTo>
                  <a:pt x="2198286" y="51608"/>
                  <a:pt x="2193973" y="51035"/>
                  <a:pt x="2189388" y="51035"/>
                </a:cubicBezTo>
                <a:cubicBezTo>
                  <a:pt x="2182873" y="51035"/>
                  <a:pt x="2177926" y="52323"/>
                  <a:pt x="2174548" y="54900"/>
                </a:cubicBezTo>
                <a:cubicBezTo>
                  <a:pt x="2171170" y="57477"/>
                  <a:pt x="2169480" y="61043"/>
                  <a:pt x="2169480" y="65598"/>
                </a:cubicBezTo>
                <a:cubicBezTo>
                  <a:pt x="2169480" y="69434"/>
                  <a:pt x="2170657" y="72431"/>
                  <a:pt x="2173010" y="74589"/>
                </a:cubicBezTo>
                <a:cubicBezTo>
                  <a:pt x="2175362" y="76746"/>
                  <a:pt x="2179374" y="78064"/>
                  <a:pt x="2185044" y="78543"/>
                </a:cubicBezTo>
                <a:lnTo>
                  <a:pt x="2199342" y="79810"/>
                </a:lnTo>
                <a:cubicBezTo>
                  <a:pt x="2203202" y="80172"/>
                  <a:pt x="2206762" y="80835"/>
                  <a:pt x="2210019" y="81801"/>
                </a:cubicBezTo>
                <a:cubicBezTo>
                  <a:pt x="2213276" y="82766"/>
                  <a:pt x="2216052" y="84214"/>
                  <a:pt x="2218344" y="86144"/>
                </a:cubicBezTo>
                <a:cubicBezTo>
                  <a:pt x="2220636" y="88074"/>
                  <a:pt x="2222416" y="90487"/>
                  <a:pt x="2223683" y="93383"/>
                </a:cubicBezTo>
                <a:cubicBezTo>
                  <a:pt x="2224950" y="96279"/>
                  <a:pt x="2225583" y="99778"/>
                  <a:pt x="2225583" y="103880"/>
                </a:cubicBezTo>
                <a:cubicBezTo>
                  <a:pt x="2225583" y="108223"/>
                  <a:pt x="2224708" y="112054"/>
                  <a:pt x="2222959" y="115372"/>
                </a:cubicBezTo>
                <a:cubicBezTo>
                  <a:pt x="2221210" y="118689"/>
                  <a:pt x="2218736" y="121525"/>
                  <a:pt x="2215539" y="123877"/>
                </a:cubicBezTo>
                <a:cubicBezTo>
                  <a:pt x="2212342" y="126230"/>
                  <a:pt x="2208541" y="128010"/>
                  <a:pt x="2204137" y="129216"/>
                </a:cubicBezTo>
                <a:cubicBezTo>
                  <a:pt x="2199734" y="130423"/>
                  <a:pt x="2194817" y="131026"/>
                  <a:pt x="2189388" y="131026"/>
                </a:cubicBezTo>
                <a:cubicBezTo>
                  <a:pt x="2181787" y="131026"/>
                  <a:pt x="2175030" y="130061"/>
                  <a:pt x="2169119" y="128130"/>
                </a:cubicBezTo>
                <a:cubicBezTo>
                  <a:pt x="2163207" y="126200"/>
                  <a:pt x="2157778" y="122882"/>
                  <a:pt x="2152831" y="118177"/>
                </a:cubicBezTo>
                <a:lnTo>
                  <a:pt x="2161518" y="109490"/>
                </a:lnTo>
                <a:cubicBezTo>
                  <a:pt x="2165016" y="113230"/>
                  <a:pt x="2169119" y="115884"/>
                  <a:pt x="2173824" y="117453"/>
                </a:cubicBezTo>
                <a:cubicBezTo>
                  <a:pt x="2178530" y="119021"/>
                  <a:pt x="2183657" y="119805"/>
                  <a:pt x="2189207" y="119805"/>
                </a:cubicBezTo>
                <a:cubicBezTo>
                  <a:pt x="2196566" y="119805"/>
                  <a:pt x="2202358" y="118508"/>
                  <a:pt x="2206580" y="115914"/>
                </a:cubicBezTo>
                <a:cubicBezTo>
                  <a:pt x="2210803" y="113320"/>
                  <a:pt x="2212915" y="109369"/>
                  <a:pt x="2212915" y="104061"/>
                </a:cubicBezTo>
                <a:cubicBezTo>
                  <a:pt x="2212915" y="100200"/>
                  <a:pt x="2211738" y="97184"/>
                  <a:pt x="2209386" y="95012"/>
                </a:cubicBezTo>
                <a:cubicBezTo>
                  <a:pt x="2207033" y="92840"/>
                  <a:pt x="2203263" y="91513"/>
                  <a:pt x="2198074" y="91030"/>
                </a:cubicBezTo>
                <a:lnTo>
                  <a:pt x="2183416" y="89764"/>
                </a:lnTo>
                <a:cubicBezTo>
                  <a:pt x="2174729" y="89040"/>
                  <a:pt x="2168124" y="86717"/>
                  <a:pt x="2163599" y="82796"/>
                </a:cubicBezTo>
                <a:cubicBezTo>
                  <a:pt x="2159074" y="78875"/>
                  <a:pt x="2156812" y="73235"/>
                  <a:pt x="2156812" y="65875"/>
                </a:cubicBezTo>
                <a:cubicBezTo>
                  <a:pt x="2156812" y="61773"/>
                  <a:pt x="2157627" y="58123"/>
                  <a:pt x="2159256" y="54926"/>
                </a:cubicBezTo>
                <a:cubicBezTo>
                  <a:pt x="2160884" y="51729"/>
                  <a:pt x="2163146" y="49014"/>
                  <a:pt x="2166042" y="46782"/>
                </a:cubicBezTo>
                <a:cubicBezTo>
                  <a:pt x="2168938" y="44550"/>
                  <a:pt x="2172406" y="42831"/>
                  <a:pt x="2176448" y="41624"/>
                </a:cubicBezTo>
                <a:cubicBezTo>
                  <a:pt x="2180490" y="40418"/>
                  <a:pt x="2184864" y="39814"/>
                  <a:pt x="2189569" y="39814"/>
                </a:cubicBezTo>
                <a:close/>
                <a:moveTo>
                  <a:pt x="2123142" y="39814"/>
                </a:moveTo>
                <a:cubicBezTo>
                  <a:pt x="2127364" y="39814"/>
                  <a:pt x="2131195" y="40418"/>
                  <a:pt x="2134634" y="41624"/>
                </a:cubicBezTo>
                <a:cubicBezTo>
                  <a:pt x="2138072" y="42831"/>
                  <a:pt x="2141360" y="45002"/>
                  <a:pt x="2144496" y="48139"/>
                </a:cubicBezTo>
                <a:lnTo>
                  <a:pt x="2134905" y="57912"/>
                </a:lnTo>
                <a:cubicBezTo>
                  <a:pt x="2132492" y="55499"/>
                  <a:pt x="2130200" y="53810"/>
                  <a:pt x="2128028" y="52845"/>
                </a:cubicBezTo>
                <a:cubicBezTo>
                  <a:pt x="2125856" y="51879"/>
                  <a:pt x="2123021" y="51397"/>
                  <a:pt x="2119522" y="51397"/>
                </a:cubicBezTo>
                <a:cubicBezTo>
                  <a:pt x="2116264" y="51397"/>
                  <a:pt x="2113308" y="52000"/>
                  <a:pt x="2110654" y="53207"/>
                </a:cubicBezTo>
                <a:cubicBezTo>
                  <a:pt x="2108000" y="54413"/>
                  <a:pt x="2105768" y="56102"/>
                  <a:pt x="2103958" y="58274"/>
                </a:cubicBezTo>
                <a:cubicBezTo>
                  <a:pt x="2102148" y="60446"/>
                  <a:pt x="2100731" y="62979"/>
                  <a:pt x="2099705" y="65875"/>
                </a:cubicBezTo>
                <a:cubicBezTo>
                  <a:pt x="2098680" y="68770"/>
                  <a:pt x="2098167" y="71907"/>
                  <a:pt x="2098167" y="75286"/>
                </a:cubicBezTo>
                <a:lnTo>
                  <a:pt x="2098167" y="129940"/>
                </a:lnTo>
                <a:lnTo>
                  <a:pt x="2085137" y="129940"/>
                </a:lnTo>
                <a:lnTo>
                  <a:pt x="2085137" y="40900"/>
                </a:lnTo>
                <a:lnTo>
                  <a:pt x="2098167" y="40900"/>
                </a:lnTo>
                <a:lnTo>
                  <a:pt x="2098167" y="51759"/>
                </a:lnTo>
                <a:cubicBezTo>
                  <a:pt x="2100580" y="48019"/>
                  <a:pt x="2104049" y="45093"/>
                  <a:pt x="2108573" y="42982"/>
                </a:cubicBezTo>
                <a:cubicBezTo>
                  <a:pt x="2113097" y="40870"/>
                  <a:pt x="2117954" y="39814"/>
                  <a:pt x="2123142" y="39814"/>
                </a:cubicBezTo>
                <a:close/>
                <a:moveTo>
                  <a:pt x="2031082" y="39814"/>
                </a:moveTo>
                <a:cubicBezTo>
                  <a:pt x="2042665" y="39814"/>
                  <a:pt x="2051653" y="43675"/>
                  <a:pt x="2058048" y="51397"/>
                </a:cubicBezTo>
                <a:cubicBezTo>
                  <a:pt x="2064442" y="59118"/>
                  <a:pt x="2067640" y="69615"/>
                  <a:pt x="2067640" y="82887"/>
                </a:cubicBezTo>
                <a:lnTo>
                  <a:pt x="2067640" y="88859"/>
                </a:lnTo>
                <a:lnTo>
                  <a:pt x="2007556" y="88859"/>
                </a:lnTo>
                <a:cubicBezTo>
                  <a:pt x="2007556" y="98688"/>
                  <a:pt x="2009788" y="106303"/>
                  <a:pt x="2014252" y="111704"/>
                </a:cubicBezTo>
                <a:cubicBezTo>
                  <a:pt x="2018716" y="117105"/>
                  <a:pt x="2025231" y="119805"/>
                  <a:pt x="2033797" y="119805"/>
                </a:cubicBezTo>
                <a:cubicBezTo>
                  <a:pt x="2038985" y="119805"/>
                  <a:pt x="2043298" y="118991"/>
                  <a:pt x="2046737" y="117362"/>
                </a:cubicBezTo>
                <a:cubicBezTo>
                  <a:pt x="2050175" y="115733"/>
                  <a:pt x="2053644" y="113170"/>
                  <a:pt x="2057143" y="109671"/>
                </a:cubicBezTo>
                <a:lnTo>
                  <a:pt x="2066010" y="117453"/>
                </a:lnTo>
                <a:cubicBezTo>
                  <a:pt x="2063718" y="119734"/>
                  <a:pt x="2061456" y="121705"/>
                  <a:pt x="2059224" y="123367"/>
                </a:cubicBezTo>
                <a:cubicBezTo>
                  <a:pt x="2056992" y="125029"/>
                  <a:pt x="2054609" y="126424"/>
                  <a:pt x="2052076" y="127552"/>
                </a:cubicBezTo>
                <a:cubicBezTo>
                  <a:pt x="2049542" y="128680"/>
                  <a:pt x="2046737" y="129541"/>
                  <a:pt x="2043660" y="130135"/>
                </a:cubicBezTo>
                <a:cubicBezTo>
                  <a:pt x="2040584" y="130729"/>
                  <a:pt x="2037175" y="131026"/>
                  <a:pt x="2033435" y="131026"/>
                </a:cubicBezTo>
                <a:cubicBezTo>
                  <a:pt x="2027523" y="131026"/>
                  <a:pt x="2022184" y="130121"/>
                  <a:pt x="2017419" y="128311"/>
                </a:cubicBezTo>
                <a:cubicBezTo>
                  <a:pt x="2012653" y="126501"/>
                  <a:pt x="2008581" y="123727"/>
                  <a:pt x="2005203" y="119986"/>
                </a:cubicBezTo>
                <a:cubicBezTo>
                  <a:pt x="2001825" y="116246"/>
                  <a:pt x="1999201" y="111511"/>
                  <a:pt x="1997331" y="105780"/>
                </a:cubicBezTo>
                <a:cubicBezTo>
                  <a:pt x="1995460" y="100049"/>
                  <a:pt x="1994525" y="93262"/>
                  <a:pt x="1994525" y="85420"/>
                </a:cubicBezTo>
                <a:cubicBezTo>
                  <a:pt x="1994525" y="70942"/>
                  <a:pt x="1997783" y="59722"/>
                  <a:pt x="2004298" y="51759"/>
                </a:cubicBezTo>
                <a:cubicBezTo>
                  <a:pt x="2010813" y="43796"/>
                  <a:pt x="2019741" y="39814"/>
                  <a:pt x="2031082" y="39814"/>
                </a:cubicBezTo>
                <a:close/>
                <a:moveTo>
                  <a:pt x="1808816" y="39814"/>
                </a:moveTo>
                <a:cubicBezTo>
                  <a:pt x="1818468" y="39814"/>
                  <a:pt x="1826069" y="42589"/>
                  <a:pt x="1831619" y="48139"/>
                </a:cubicBezTo>
                <a:cubicBezTo>
                  <a:pt x="1837772" y="54172"/>
                  <a:pt x="1840849" y="62436"/>
                  <a:pt x="1840849" y="72933"/>
                </a:cubicBezTo>
                <a:lnTo>
                  <a:pt x="1840849" y="129940"/>
                </a:lnTo>
                <a:lnTo>
                  <a:pt x="1827819" y="129940"/>
                </a:lnTo>
                <a:lnTo>
                  <a:pt x="1827819" y="75105"/>
                </a:lnTo>
                <a:cubicBezTo>
                  <a:pt x="1827819" y="67142"/>
                  <a:pt x="1825858" y="61200"/>
                  <a:pt x="1821937" y="57279"/>
                </a:cubicBezTo>
                <a:cubicBezTo>
                  <a:pt x="1818016" y="53357"/>
                  <a:pt x="1812677" y="51397"/>
                  <a:pt x="1805921" y="51397"/>
                </a:cubicBezTo>
                <a:cubicBezTo>
                  <a:pt x="1799164" y="51397"/>
                  <a:pt x="1793796" y="53388"/>
                  <a:pt x="1789814" y="57369"/>
                </a:cubicBezTo>
                <a:cubicBezTo>
                  <a:pt x="1785833" y="61350"/>
                  <a:pt x="1783842" y="67262"/>
                  <a:pt x="1783842" y="75105"/>
                </a:cubicBezTo>
                <a:lnTo>
                  <a:pt x="1783842" y="129940"/>
                </a:lnTo>
                <a:lnTo>
                  <a:pt x="1770812" y="129940"/>
                </a:lnTo>
                <a:lnTo>
                  <a:pt x="1770812" y="40900"/>
                </a:lnTo>
                <a:lnTo>
                  <a:pt x="1783842" y="40900"/>
                </a:lnTo>
                <a:lnTo>
                  <a:pt x="1783842" y="50673"/>
                </a:lnTo>
                <a:cubicBezTo>
                  <a:pt x="1786979" y="47053"/>
                  <a:pt x="1790659" y="44339"/>
                  <a:pt x="1794882" y="42529"/>
                </a:cubicBezTo>
                <a:cubicBezTo>
                  <a:pt x="1799104" y="40719"/>
                  <a:pt x="1803749" y="39814"/>
                  <a:pt x="1808816" y="39814"/>
                </a:cubicBezTo>
                <a:close/>
                <a:moveTo>
                  <a:pt x="1512932" y="39814"/>
                </a:moveTo>
                <a:cubicBezTo>
                  <a:pt x="1517879" y="39814"/>
                  <a:pt x="1522373" y="40569"/>
                  <a:pt x="1526415" y="42077"/>
                </a:cubicBezTo>
                <a:cubicBezTo>
                  <a:pt x="1530456" y="43585"/>
                  <a:pt x="1534287" y="46692"/>
                  <a:pt x="1537906" y="51397"/>
                </a:cubicBezTo>
                <a:lnTo>
                  <a:pt x="1537906" y="40900"/>
                </a:lnTo>
                <a:lnTo>
                  <a:pt x="1550756" y="40900"/>
                </a:lnTo>
                <a:lnTo>
                  <a:pt x="1550756" y="132655"/>
                </a:lnTo>
                <a:cubicBezTo>
                  <a:pt x="1550756" y="138205"/>
                  <a:pt x="1549911" y="143302"/>
                  <a:pt x="1548222" y="147947"/>
                </a:cubicBezTo>
                <a:cubicBezTo>
                  <a:pt x="1546533" y="152592"/>
                  <a:pt x="1544120" y="156604"/>
                  <a:pt x="1540983" y="159982"/>
                </a:cubicBezTo>
                <a:cubicBezTo>
                  <a:pt x="1537846" y="163360"/>
                  <a:pt x="1533955" y="166014"/>
                  <a:pt x="1529310" y="167945"/>
                </a:cubicBezTo>
                <a:cubicBezTo>
                  <a:pt x="1524665" y="169875"/>
                  <a:pt x="1519447" y="170840"/>
                  <a:pt x="1513656" y="170840"/>
                </a:cubicBezTo>
                <a:cubicBezTo>
                  <a:pt x="1510278" y="170840"/>
                  <a:pt x="1507261" y="170633"/>
                  <a:pt x="1504607" y="170217"/>
                </a:cubicBezTo>
                <a:cubicBezTo>
                  <a:pt x="1501953" y="169801"/>
                  <a:pt x="1499449" y="169118"/>
                  <a:pt x="1497097" y="168168"/>
                </a:cubicBezTo>
                <a:cubicBezTo>
                  <a:pt x="1494744" y="167218"/>
                  <a:pt x="1492452" y="166001"/>
                  <a:pt x="1490220" y="164518"/>
                </a:cubicBezTo>
                <a:cubicBezTo>
                  <a:pt x="1487988" y="163034"/>
                  <a:pt x="1485725" y="161220"/>
                  <a:pt x="1483433" y="159077"/>
                </a:cubicBezTo>
                <a:lnTo>
                  <a:pt x="1491939" y="150752"/>
                </a:lnTo>
                <a:cubicBezTo>
                  <a:pt x="1493507" y="152200"/>
                  <a:pt x="1495046" y="153467"/>
                  <a:pt x="1496554" y="154553"/>
                </a:cubicBezTo>
                <a:cubicBezTo>
                  <a:pt x="1498062" y="155638"/>
                  <a:pt x="1499630" y="156574"/>
                  <a:pt x="1501259" y="157358"/>
                </a:cubicBezTo>
                <a:cubicBezTo>
                  <a:pt x="1502888" y="158142"/>
                  <a:pt x="1504667" y="158715"/>
                  <a:pt x="1506598" y="159077"/>
                </a:cubicBezTo>
                <a:cubicBezTo>
                  <a:pt x="1508528" y="159439"/>
                  <a:pt x="1510760" y="159620"/>
                  <a:pt x="1513294" y="159620"/>
                </a:cubicBezTo>
                <a:cubicBezTo>
                  <a:pt x="1517637" y="159620"/>
                  <a:pt x="1521347" y="158893"/>
                  <a:pt x="1524424" y="157438"/>
                </a:cubicBezTo>
                <a:cubicBezTo>
                  <a:pt x="1527500" y="155984"/>
                  <a:pt x="1530034" y="154045"/>
                  <a:pt x="1532025" y="151622"/>
                </a:cubicBezTo>
                <a:cubicBezTo>
                  <a:pt x="1534016" y="149198"/>
                  <a:pt x="1535463" y="146321"/>
                  <a:pt x="1536368" y="142989"/>
                </a:cubicBezTo>
                <a:cubicBezTo>
                  <a:pt x="1537273" y="139657"/>
                  <a:pt x="1537726" y="136052"/>
                  <a:pt x="1537726" y="132174"/>
                </a:cubicBezTo>
                <a:lnTo>
                  <a:pt x="1537726" y="118177"/>
                </a:lnTo>
                <a:cubicBezTo>
                  <a:pt x="1534106" y="122761"/>
                  <a:pt x="1530245" y="125838"/>
                  <a:pt x="1526143" y="127406"/>
                </a:cubicBezTo>
                <a:cubicBezTo>
                  <a:pt x="1522041" y="128975"/>
                  <a:pt x="1517577" y="129759"/>
                  <a:pt x="1512751" y="129759"/>
                </a:cubicBezTo>
                <a:cubicBezTo>
                  <a:pt x="1508166" y="129759"/>
                  <a:pt x="1504034" y="129035"/>
                  <a:pt x="1500354" y="127587"/>
                </a:cubicBezTo>
                <a:cubicBezTo>
                  <a:pt x="1496674" y="126140"/>
                  <a:pt x="1493628" y="124209"/>
                  <a:pt x="1491215" y="121796"/>
                </a:cubicBezTo>
                <a:cubicBezTo>
                  <a:pt x="1486751" y="117332"/>
                  <a:pt x="1483825" y="111843"/>
                  <a:pt x="1482438" y="105327"/>
                </a:cubicBezTo>
                <a:cubicBezTo>
                  <a:pt x="1481050" y="98812"/>
                  <a:pt x="1480356" y="91935"/>
                  <a:pt x="1480356" y="84696"/>
                </a:cubicBezTo>
                <a:cubicBezTo>
                  <a:pt x="1480356" y="77457"/>
                  <a:pt x="1481050" y="70580"/>
                  <a:pt x="1482438" y="64065"/>
                </a:cubicBezTo>
                <a:cubicBezTo>
                  <a:pt x="1483825" y="57550"/>
                  <a:pt x="1486751" y="52060"/>
                  <a:pt x="1491215" y="47596"/>
                </a:cubicBezTo>
                <a:cubicBezTo>
                  <a:pt x="1493628" y="45183"/>
                  <a:pt x="1496704" y="43283"/>
                  <a:pt x="1500445" y="41896"/>
                </a:cubicBezTo>
                <a:cubicBezTo>
                  <a:pt x="1504185" y="40508"/>
                  <a:pt x="1508347" y="39814"/>
                  <a:pt x="1512932" y="39814"/>
                </a:cubicBezTo>
                <a:close/>
                <a:moveTo>
                  <a:pt x="1418292" y="39814"/>
                </a:moveTo>
                <a:cubicBezTo>
                  <a:pt x="1427944" y="39814"/>
                  <a:pt x="1435544" y="42589"/>
                  <a:pt x="1441094" y="48139"/>
                </a:cubicBezTo>
                <a:cubicBezTo>
                  <a:pt x="1447248" y="54172"/>
                  <a:pt x="1450324" y="62436"/>
                  <a:pt x="1450324" y="72933"/>
                </a:cubicBezTo>
                <a:lnTo>
                  <a:pt x="1450324" y="129940"/>
                </a:lnTo>
                <a:lnTo>
                  <a:pt x="1437294" y="129940"/>
                </a:lnTo>
                <a:lnTo>
                  <a:pt x="1437294" y="75105"/>
                </a:lnTo>
                <a:cubicBezTo>
                  <a:pt x="1437294" y="67142"/>
                  <a:pt x="1435333" y="61200"/>
                  <a:pt x="1431412" y="57279"/>
                </a:cubicBezTo>
                <a:cubicBezTo>
                  <a:pt x="1427491" y="53357"/>
                  <a:pt x="1422152" y="51397"/>
                  <a:pt x="1415396" y="51397"/>
                </a:cubicBezTo>
                <a:cubicBezTo>
                  <a:pt x="1408640" y="51397"/>
                  <a:pt x="1403270" y="53388"/>
                  <a:pt x="1399289" y="57369"/>
                </a:cubicBezTo>
                <a:cubicBezTo>
                  <a:pt x="1395308" y="61350"/>
                  <a:pt x="1393317" y="67262"/>
                  <a:pt x="1393317" y="75105"/>
                </a:cubicBezTo>
                <a:lnTo>
                  <a:pt x="1393317" y="129940"/>
                </a:lnTo>
                <a:lnTo>
                  <a:pt x="1380287" y="129940"/>
                </a:lnTo>
                <a:lnTo>
                  <a:pt x="1380287" y="40900"/>
                </a:lnTo>
                <a:lnTo>
                  <a:pt x="1393317" y="40900"/>
                </a:lnTo>
                <a:lnTo>
                  <a:pt x="1393317" y="50673"/>
                </a:lnTo>
                <a:cubicBezTo>
                  <a:pt x="1396454" y="47053"/>
                  <a:pt x="1400134" y="44339"/>
                  <a:pt x="1404356" y="42529"/>
                </a:cubicBezTo>
                <a:cubicBezTo>
                  <a:pt x="1408579" y="40719"/>
                  <a:pt x="1413224" y="39814"/>
                  <a:pt x="1418292" y="39814"/>
                </a:cubicBezTo>
                <a:close/>
                <a:moveTo>
                  <a:pt x="1326232" y="39814"/>
                </a:moveTo>
                <a:cubicBezTo>
                  <a:pt x="1331662" y="39814"/>
                  <a:pt x="1336488" y="40719"/>
                  <a:pt x="1340710" y="42529"/>
                </a:cubicBezTo>
                <a:cubicBezTo>
                  <a:pt x="1344933" y="44339"/>
                  <a:pt x="1348613" y="46812"/>
                  <a:pt x="1351750" y="49949"/>
                </a:cubicBezTo>
                <a:cubicBezTo>
                  <a:pt x="1356214" y="54534"/>
                  <a:pt x="1359140" y="59873"/>
                  <a:pt x="1360527" y="65965"/>
                </a:cubicBezTo>
                <a:cubicBezTo>
                  <a:pt x="1361915" y="72058"/>
                  <a:pt x="1362608" y="78543"/>
                  <a:pt x="1362608" y="85420"/>
                </a:cubicBezTo>
                <a:cubicBezTo>
                  <a:pt x="1362608" y="92297"/>
                  <a:pt x="1361915" y="98782"/>
                  <a:pt x="1360527" y="104875"/>
                </a:cubicBezTo>
                <a:cubicBezTo>
                  <a:pt x="1359140" y="110968"/>
                  <a:pt x="1356214" y="116307"/>
                  <a:pt x="1351750" y="120891"/>
                </a:cubicBezTo>
                <a:cubicBezTo>
                  <a:pt x="1348613" y="124028"/>
                  <a:pt x="1344933" y="126501"/>
                  <a:pt x="1340710" y="128311"/>
                </a:cubicBezTo>
                <a:cubicBezTo>
                  <a:pt x="1336488" y="130121"/>
                  <a:pt x="1331662" y="131026"/>
                  <a:pt x="1326232" y="131026"/>
                </a:cubicBezTo>
                <a:cubicBezTo>
                  <a:pt x="1320803" y="131026"/>
                  <a:pt x="1315977" y="130121"/>
                  <a:pt x="1311754" y="128311"/>
                </a:cubicBezTo>
                <a:cubicBezTo>
                  <a:pt x="1307532" y="126501"/>
                  <a:pt x="1303852" y="124028"/>
                  <a:pt x="1300715" y="120891"/>
                </a:cubicBezTo>
                <a:cubicBezTo>
                  <a:pt x="1298422" y="118599"/>
                  <a:pt x="1296583" y="116095"/>
                  <a:pt x="1295195" y="113381"/>
                </a:cubicBezTo>
                <a:cubicBezTo>
                  <a:pt x="1293808" y="110666"/>
                  <a:pt x="1292722" y="107831"/>
                  <a:pt x="1291938" y="104875"/>
                </a:cubicBezTo>
                <a:cubicBezTo>
                  <a:pt x="1291153" y="101919"/>
                  <a:pt x="1290610" y="98812"/>
                  <a:pt x="1290309" y="95555"/>
                </a:cubicBezTo>
                <a:cubicBezTo>
                  <a:pt x="1290007" y="92297"/>
                  <a:pt x="1289856" y="88919"/>
                  <a:pt x="1289856" y="85420"/>
                </a:cubicBezTo>
                <a:cubicBezTo>
                  <a:pt x="1289856" y="82042"/>
                  <a:pt x="1290007" y="78694"/>
                  <a:pt x="1290309" y="75376"/>
                </a:cubicBezTo>
                <a:cubicBezTo>
                  <a:pt x="1290610" y="72058"/>
                  <a:pt x="1291153" y="68921"/>
                  <a:pt x="1291938" y="65965"/>
                </a:cubicBezTo>
                <a:cubicBezTo>
                  <a:pt x="1292722" y="63009"/>
                  <a:pt x="1293808" y="60174"/>
                  <a:pt x="1295195" y="57460"/>
                </a:cubicBezTo>
                <a:cubicBezTo>
                  <a:pt x="1296583" y="54745"/>
                  <a:pt x="1298422" y="52241"/>
                  <a:pt x="1300715" y="49949"/>
                </a:cubicBezTo>
                <a:cubicBezTo>
                  <a:pt x="1303852" y="46812"/>
                  <a:pt x="1307532" y="44339"/>
                  <a:pt x="1311754" y="42529"/>
                </a:cubicBezTo>
                <a:cubicBezTo>
                  <a:pt x="1315977" y="40719"/>
                  <a:pt x="1320803" y="39814"/>
                  <a:pt x="1326232" y="39814"/>
                </a:cubicBezTo>
                <a:close/>
                <a:moveTo>
                  <a:pt x="1173832" y="39814"/>
                </a:moveTo>
                <a:cubicBezTo>
                  <a:pt x="1179262" y="39814"/>
                  <a:pt x="1184088" y="40719"/>
                  <a:pt x="1188310" y="42529"/>
                </a:cubicBezTo>
                <a:cubicBezTo>
                  <a:pt x="1192533" y="44339"/>
                  <a:pt x="1196213" y="46812"/>
                  <a:pt x="1199350" y="49949"/>
                </a:cubicBezTo>
                <a:cubicBezTo>
                  <a:pt x="1203814" y="54534"/>
                  <a:pt x="1206740" y="59873"/>
                  <a:pt x="1208127" y="65965"/>
                </a:cubicBezTo>
                <a:cubicBezTo>
                  <a:pt x="1209515" y="72058"/>
                  <a:pt x="1210208" y="78543"/>
                  <a:pt x="1210208" y="85420"/>
                </a:cubicBezTo>
                <a:cubicBezTo>
                  <a:pt x="1210208" y="92297"/>
                  <a:pt x="1209515" y="98782"/>
                  <a:pt x="1208127" y="104875"/>
                </a:cubicBezTo>
                <a:cubicBezTo>
                  <a:pt x="1206740" y="110968"/>
                  <a:pt x="1203814" y="116307"/>
                  <a:pt x="1199350" y="120891"/>
                </a:cubicBezTo>
                <a:cubicBezTo>
                  <a:pt x="1196213" y="124028"/>
                  <a:pt x="1192533" y="126501"/>
                  <a:pt x="1188310" y="128311"/>
                </a:cubicBezTo>
                <a:cubicBezTo>
                  <a:pt x="1184088" y="130121"/>
                  <a:pt x="1179262" y="131026"/>
                  <a:pt x="1173832" y="131026"/>
                </a:cubicBezTo>
                <a:cubicBezTo>
                  <a:pt x="1168403" y="131026"/>
                  <a:pt x="1163577" y="130121"/>
                  <a:pt x="1159354" y="128311"/>
                </a:cubicBezTo>
                <a:cubicBezTo>
                  <a:pt x="1155132" y="126501"/>
                  <a:pt x="1151452" y="124028"/>
                  <a:pt x="1148315" y="120891"/>
                </a:cubicBezTo>
                <a:cubicBezTo>
                  <a:pt x="1146022" y="118599"/>
                  <a:pt x="1144183" y="116095"/>
                  <a:pt x="1142795" y="113381"/>
                </a:cubicBezTo>
                <a:cubicBezTo>
                  <a:pt x="1141408" y="110666"/>
                  <a:pt x="1140322" y="107831"/>
                  <a:pt x="1139538" y="104875"/>
                </a:cubicBezTo>
                <a:cubicBezTo>
                  <a:pt x="1138753" y="101919"/>
                  <a:pt x="1138210" y="98812"/>
                  <a:pt x="1137909" y="95555"/>
                </a:cubicBezTo>
                <a:cubicBezTo>
                  <a:pt x="1137607" y="92297"/>
                  <a:pt x="1137456" y="88919"/>
                  <a:pt x="1137456" y="85420"/>
                </a:cubicBezTo>
                <a:cubicBezTo>
                  <a:pt x="1137456" y="82042"/>
                  <a:pt x="1137607" y="78694"/>
                  <a:pt x="1137909" y="75376"/>
                </a:cubicBezTo>
                <a:cubicBezTo>
                  <a:pt x="1138210" y="72058"/>
                  <a:pt x="1138753" y="68921"/>
                  <a:pt x="1139538" y="65965"/>
                </a:cubicBezTo>
                <a:cubicBezTo>
                  <a:pt x="1140322" y="63009"/>
                  <a:pt x="1141408" y="60174"/>
                  <a:pt x="1142795" y="57460"/>
                </a:cubicBezTo>
                <a:cubicBezTo>
                  <a:pt x="1144183" y="54745"/>
                  <a:pt x="1146022" y="52241"/>
                  <a:pt x="1148315" y="49949"/>
                </a:cubicBezTo>
                <a:cubicBezTo>
                  <a:pt x="1151452" y="46812"/>
                  <a:pt x="1155132" y="44339"/>
                  <a:pt x="1159354" y="42529"/>
                </a:cubicBezTo>
                <a:cubicBezTo>
                  <a:pt x="1163577" y="40719"/>
                  <a:pt x="1168403" y="39814"/>
                  <a:pt x="1173832" y="39814"/>
                </a:cubicBezTo>
                <a:close/>
                <a:moveTo>
                  <a:pt x="1074782" y="39814"/>
                </a:moveTo>
                <a:cubicBezTo>
                  <a:pt x="1086847" y="39814"/>
                  <a:pt x="1095805" y="42318"/>
                  <a:pt x="1101657" y="47325"/>
                </a:cubicBezTo>
                <a:cubicBezTo>
                  <a:pt x="1107508" y="52332"/>
                  <a:pt x="1110434" y="59722"/>
                  <a:pt x="1110434" y="69494"/>
                </a:cubicBezTo>
                <a:lnTo>
                  <a:pt x="1110434" y="129940"/>
                </a:lnTo>
                <a:lnTo>
                  <a:pt x="1097404" y="129940"/>
                </a:lnTo>
                <a:lnTo>
                  <a:pt x="1097404" y="121434"/>
                </a:lnTo>
                <a:cubicBezTo>
                  <a:pt x="1093784" y="125054"/>
                  <a:pt x="1090074" y="127557"/>
                  <a:pt x="1086274" y="128945"/>
                </a:cubicBezTo>
                <a:cubicBezTo>
                  <a:pt x="1082473" y="130332"/>
                  <a:pt x="1077617" y="131026"/>
                  <a:pt x="1071705" y="131026"/>
                </a:cubicBezTo>
                <a:cubicBezTo>
                  <a:pt x="1065552" y="131026"/>
                  <a:pt x="1060515" y="130392"/>
                  <a:pt x="1056594" y="129126"/>
                </a:cubicBezTo>
                <a:cubicBezTo>
                  <a:pt x="1052673" y="127859"/>
                  <a:pt x="1049325" y="125778"/>
                  <a:pt x="1046550" y="122882"/>
                </a:cubicBezTo>
                <a:cubicBezTo>
                  <a:pt x="1044378" y="120710"/>
                  <a:pt x="1042719" y="118026"/>
                  <a:pt x="1041573" y="114829"/>
                </a:cubicBezTo>
                <a:cubicBezTo>
                  <a:pt x="1040427" y="111631"/>
                  <a:pt x="1039854" y="108283"/>
                  <a:pt x="1039854" y="104785"/>
                </a:cubicBezTo>
                <a:cubicBezTo>
                  <a:pt x="1039854" y="96942"/>
                  <a:pt x="1042478" y="90699"/>
                  <a:pt x="1047726" y="86054"/>
                </a:cubicBezTo>
                <a:cubicBezTo>
                  <a:pt x="1052974" y="81409"/>
                  <a:pt x="1060606" y="79086"/>
                  <a:pt x="1070620" y="79086"/>
                </a:cubicBezTo>
                <a:lnTo>
                  <a:pt x="1097404" y="79086"/>
                </a:lnTo>
                <a:lnTo>
                  <a:pt x="1097404" y="70580"/>
                </a:lnTo>
                <a:cubicBezTo>
                  <a:pt x="1097404" y="64065"/>
                  <a:pt x="1095654" y="59179"/>
                  <a:pt x="1092156" y="55921"/>
                </a:cubicBezTo>
                <a:cubicBezTo>
                  <a:pt x="1088657" y="52664"/>
                  <a:pt x="1082805" y="51035"/>
                  <a:pt x="1074601" y="51035"/>
                </a:cubicBezTo>
                <a:cubicBezTo>
                  <a:pt x="1068810" y="51035"/>
                  <a:pt x="1064285" y="51789"/>
                  <a:pt x="1061028" y="53297"/>
                </a:cubicBezTo>
                <a:cubicBezTo>
                  <a:pt x="1057770" y="54805"/>
                  <a:pt x="1054814" y="57429"/>
                  <a:pt x="1052160" y="61170"/>
                </a:cubicBezTo>
                <a:lnTo>
                  <a:pt x="1043292" y="53026"/>
                </a:lnTo>
                <a:cubicBezTo>
                  <a:pt x="1047274" y="47838"/>
                  <a:pt x="1051708" y="44339"/>
                  <a:pt x="1056594" y="42529"/>
                </a:cubicBezTo>
                <a:cubicBezTo>
                  <a:pt x="1061480" y="40719"/>
                  <a:pt x="1067543" y="39814"/>
                  <a:pt x="1074782" y="39814"/>
                </a:cubicBezTo>
                <a:close/>
                <a:moveTo>
                  <a:pt x="722719" y="39814"/>
                </a:moveTo>
                <a:cubicBezTo>
                  <a:pt x="729113" y="39814"/>
                  <a:pt x="735055" y="40611"/>
                  <a:pt x="740545" y="42205"/>
                </a:cubicBezTo>
                <a:cubicBezTo>
                  <a:pt x="746034" y="43799"/>
                  <a:pt x="750770" y="46252"/>
                  <a:pt x="754751" y="49564"/>
                </a:cubicBezTo>
                <a:lnTo>
                  <a:pt x="746246" y="58093"/>
                </a:lnTo>
                <a:cubicBezTo>
                  <a:pt x="743109" y="55680"/>
                  <a:pt x="739519" y="53900"/>
                  <a:pt x="735478" y="52754"/>
                </a:cubicBezTo>
                <a:cubicBezTo>
                  <a:pt x="731436" y="51608"/>
                  <a:pt x="727123" y="51035"/>
                  <a:pt x="722538" y="51035"/>
                </a:cubicBezTo>
                <a:cubicBezTo>
                  <a:pt x="716023" y="51035"/>
                  <a:pt x="711076" y="52323"/>
                  <a:pt x="707698" y="54900"/>
                </a:cubicBezTo>
                <a:cubicBezTo>
                  <a:pt x="704320" y="57477"/>
                  <a:pt x="702631" y="61043"/>
                  <a:pt x="702631" y="65598"/>
                </a:cubicBezTo>
                <a:cubicBezTo>
                  <a:pt x="702631" y="69434"/>
                  <a:pt x="703807" y="72431"/>
                  <a:pt x="706160" y="74589"/>
                </a:cubicBezTo>
                <a:cubicBezTo>
                  <a:pt x="708512" y="76746"/>
                  <a:pt x="712524" y="78064"/>
                  <a:pt x="718194" y="78543"/>
                </a:cubicBezTo>
                <a:lnTo>
                  <a:pt x="732491" y="79810"/>
                </a:lnTo>
                <a:cubicBezTo>
                  <a:pt x="736352" y="80172"/>
                  <a:pt x="739911" y="80835"/>
                  <a:pt x="743169" y="81801"/>
                </a:cubicBezTo>
                <a:cubicBezTo>
                  <a:pt x="746427" y="82766"/>
                  <a:pt x="749202" y="84214"/>
                  <a:pt x="751494" y="86144"/>
                </a:cubicBezTo>
                <a:cubicBezTo>
                  <a:pt x="753786" y="88074"/>
                  <a:pt x="755566" y="90487"/>
                  <a:pt x="756833" y="93383"/>
                </a:cubicBezTo>
                <a:cubicBezTo>
                  <a:pt x="758099" y="96279"/>
                  <a:pt x="758733" y="99778"/>
                  <a:pt x="758733" y="103880"/>
                </a:cubicBezTo>
                <a:cubicBezTo>
                  <a:pt x="758733" y="108223"/>
                  <a:pt x="757858" y="112054"/>
                  <a:pt x="756109" y="115372"/>
                </a:cubicBezTo>
                <a:cubicBezTo>
                  <a:pt x="754359" y="118689"/>
                  <a:pt x="751886" y="121525"/>
                  <a:pt x="748689" y="123877"/>
                </a:cubicBezTo>
                <a:cubicBezTo>
                  <a:pt x="745492" y="126230"/>
                  <a:pt x="741691" y="128010"/>
                  <a:pt x="737287" y="129216"/>
                </a:cubicBezTo>
                <a:cubicBezTo>
                  <a:pt x="732884" y="130423"/>
                  <a:pt x="727967" y="131026"/>
                  <a:pt x="722538" y="131026"/>
                </a:cubicBezTo>
                <a:cubicBezTo>
                  <a:pt x="714937" y="131026"/>
                  <a:pt x="708180" y="130061"/>
                  <a:pt x="702269" y="128130"/>
                </a:cubicBezTo>
                <a:cubicBezTo>
                  <a:pt x="696357" y="126200"/>
                  <a:pt x="690928" y="122882"/>
                  <a:pt x="685981" y="118177"/>
                </a:cubicBezTo>
                <a:lnTo>
                  <a:pt x="694668" y="109490"/>
                </a:lnTo>
                <a:cubicBezTo>
                  <a:pt x="698167" y="113230"/>
                  <a:pt x="702269" y="115884"/>
                  <a:pt x="706974" y="117453"/>
                </a:cubicBezTo>
                <a:cubicBezTo>
                  <a:pt x="711679" y="119021"/>
                  <a:pt x="716807" y="119805"/>
                  <a:pt x="722357" y="119805"/>
                </a:cubicBezTo>
                <a:cubicBezTo>
                  <a:pt x="729717" y="119805"/>
                  <a:pt x="735508" y="118508"/>
                  <a:pt x="739730" y="115914"/>
                </a:cubicBezTo>
                <a:cubicBezTo>
                  <a:pt x="743953" y="113320"/>
                  <a:pt x="746065" y="109369"/>
                  <a:pt x="746065" y="104061"/>
                </a:cubicBezTo>
                <a:cubicBezTo>
                  <a:pt x="746065" y="100200"/>
                  <a:pt x="744888" y="97184"/>
                  <a:pt x="742536" y="95012"/>
                </a:cubicBezTo>
                <a:cubicBezTo>
                  <a:pt x="740183" y="92840"/>
                  <a:pt x="736413" y="91513"/>
                  <a:pt x="731225" y="91030"/>
                </a:cubicBezTo>
                <a:lnTo>
                  <a:pt x="716566" y="89764"/>
                </a:lnTo>
                <a:cubicBezTo>
                  <a:pt x="707879" y="89040"/>
                  <a:pt x="701273" y="86717"/>
                  <a:pt x="696749" y="82796"/>
                </a:cubicBezTo>
                <a:cubicBezTo>
                  <a:pt x="692224" y="78875"/>
                  <a:pt x="689962" y="73235"/>
                  <a:pt x="689962" y="65875"/>
                </a:cubicBezTo>
                <a:cubicBezTo>
                  <a:pt x="689962" y="61773"/>
                  <a:pt x="690777" y="58123"/>
                  <a:pt x="692406" y="54926"/>
                </a:cubicBezTo>
                <a:cubicBezTo>
                  <a:pt x="694034" y="51729"/>
                  <a:pt x="696296" y="49014"/>
                  <a:pt x="699192" y="46782"/>
                </a:cubicBezTo>
                <a:cubicBezTo>
                  <a:pt x="702088" y="44550"/>
                  <a:pt x="705556" y="42831"/>
                  <a:pt x="709598" y="41624"/>
                </a:cubicBezTo>
                <a:cubicBezTo>
                  <a:pt x="713640" y="40418"/>
                  <a:pt x="718014" y="39814"/>
                  <a:pt x="722719" y="39814"/>
                </a:cubicBezTo>
                <a:close/>
                <a:moveTo>
                  <a:pt x="630907" y="39814"/>
                </a:moveTo>
                <a:cubicBezTo>
                  <a:pt x="642490" y="39814"/>
                  <a:pt x="651478" y="43675"/>
                  <a:pt x="657873" y="51397"/>
                </a:cubicBezTo>
                <a:cubicBezTo>
                  <a:pt x="664267" y="59118"/>
                  <a:pt x="667464" y="69615"/>
                  <a:pt x="667464" y="82887"/>
                </a:cubicBezTo>
                <a:lnTo>
                  <a:pt x="667464" y="88859"/>
                </a:lnTo>
                <a:lnTo>
                  <a:pt x="607381" y="88859"/>
                </a:lnTo>
                <a:cubicBezTo>
                  <a:pt x="607381" y="98688"/>
                  <a:pt x="609613" y="106303"/>
                  <a:pt x="614077" y="111704"/>
                </a:cubicBezTo>
                <a:cubicBezTo>
                  <a:pt x="618541" y="117105"/>
                  <a:pt x="625056" y="119805"/>
                  <a:pt x="633622" y="119805"/>
                </a:cubicBezTo>
                <a:cubicBezTo>
                  <a:pt x="638810" y="119805"/>
                  <a:pt x="643123" y="118991"/>
                  <a:pt x="646562" y="117362"/>
                </a:cubicBezTo>
                <a:cubicBezTo>
                  <a:pt x="650000" y="115733"/>
                  <a:pt x="653469" y="113170"/>
                  <a:pt x="656968" y="109671"/>
                </a:cubicBezTo>
                <a:lnTo>
                  <a:pt x="665836" y="117453"/>
                </a:lnTo>
                <a:cubicBezTo>
                  <a:pt x="663543" y="119734"/>
                  <a:pt x="661281" y="121705"/>
                  <a:pt x="659049" y="123367"/>
                </a:cubicBezTo>
                <a:cubicBezTo>
                  <a:pt x="656817" y="125029"/>
                  <a:pt x="654434" y="126424"/>
                  <a:pt x="651900" y="127552"/>
                </a:cubicBezTo>
                <a:cubicBezTo>
                  <a:pt x="649367" y="128680"/>
                  <a:pt x="646562" y="129541"/>
                  <a:pt x="643485" y="130135"/>
                </a:cubicBezTo>
                <a:cubicBezTo>
                  <a:pt x="640409" y="130729"/>
                  <a:pt x="637000" y="131026"/>
                  <a:pt x="633260" y="131026"/>
                </a:cubicBezTo>
                <a:cubicBezTo>
                  <a:pt x="627348" y="131026"/>
                  <a:pt x="622009" y="130121"/>
                  <a:pt x="617244" y="128311"/>
                </a:cubicBezTo>
                <a:cubicBezTo>
                  <a:pt x="612478" y="126501"/>
                  <a:pt x="608406" y="123727"/>
                  <a:pt x="605028" y="119986"/>
                </a:cubicBezTo>
                <a:cubicBezTo>
                  <a:pt x="601650" y="116246"/>
                  <a:pt x="599026" y="111511"/>
                  <a:pt x="597156" y="105780"/>
                </a:cubicBezTo>
                <a:cubicBezTo>
                  <a:pt x="595285" y="100049"/>
                  <a:pt x="594350" y="93262"/>
                  <a:pt x="594350" y="85420"/>
                </a:cubicBezTo>
                <a:cubicBezTo>
                  <a:pt x="594350" y="70942"/>
                  <a:pt x="597608" y="59722"/>
                  <a:pt x="604123" y="51759"/>
                </a:cubicBezTo>
                <a:cubicBezTo>
                  <a:pt x="610638" y="43796"/>
                  <a:pt x="619566" y="39814"/>
                  <a:pt x="630907" y="39814"/>
                </a:cubicBezTo>
                <a:close/>
                <a:moveTo>
                  <a:pt x="145132" y="39814"/>
                </a:moveTo>
                <a:cubicBezTo>
                  <a:pt x="150562" y="39814"/>
                  <a:pt x="155388" y="40719"/>
                  <a:pt x="159610" y="42529"/>
                </a:cubicBezTo>
                <a:cubicBezTo>
                  <a:pt x="163833" y="44339"/>
                  <a:pt x="167513" y="46812"/>
                  <a:pt x="170650" y="49949"/>
                </a:cubicBezTo>
                <a:cubicBezTo>
                  <a:pt x="175114" y="54534"/>
                  <a:pt x="178040" y="59873"/>
                  <a:pt x="179427" y="65965"/>
                </a:cubicBezTo>
                <a:cubicBezTo>
                  <a:pt x="180815" y="72058"/>
                  <a:pt x="181508" y="78543"/>
                  <a:pt x="181508" y="85420"/>
                </a:cubicBezTo>
                <a:cubicBezTo>
                  <a:pt x="181508" y="92297"/>
                  <a:pt x="180815" y="98782"/>
                  <a:pt x="179427" y="104875"/>
                </a:cubicBezTo>
                <a:cubicBezTo>
                  <a:pt x="178040" y="110968"/>
                  <a:pt x="175114" y="116307"/>
                  <a:pt x="170650" y="120891"/>
                </a:cubicBezTo>
                <a:cubicBezTo>
                  <a:pt x="167513" y="124028"/>
                  <a:pt x="163833" y="126501"/>
                  <a:pt x="159610" y="128311"/>
                </a:cubicBezTo>
                <a:cubicBezTo>
                  <a:pt x="155388" y="130121"/>
                  <a:pt x="150562" y="131026"/>
                  <a:pt x="145132" y="131026"/>
                </a:cubicBezTo>
                <a:cubicBezTo>
                  <a:pt x="139703" y="131026"/>
                  <a:pt x="134877" y="130121"/>
                  <a:pt x="130654" y="128311"/>
                </a:cubicBezTo>
                <a:cubicBezTo>
                  <a:pt x="126432" y="126501"/>
                  <a:pt x="122752" y="124028"/>
                  <a:pt x="119615" y="120891"/>
                </a:cubicBezTo>
                <a:cubicBezTo>
                  <a:pt x="117323" y="118599"/>
                  <a:pt x="115483" y="116095"/>
                  <a:pt x="114095" y="113381"/>
                </a:cubicBezTo>
                <a:cubicBezTo>
                  <a:pt x="112708" y="110666"/>
                  <a:pt x="111622" y="107831"/>
                  <a:pt x="110838" y="104875"/>
                </a:cubicBezTo>
                <a:cubicBezTo>
                  <a:pt x="110053" y="101919"/>
                  <a:pt x="109510" y="98812"/>
                  <a:pt x="109209" y="95555"/>
                </a:cubicBezTo>
                <a:cubicBezTo>
                  <a:pt x="108907" y="92297"/>
                  <a:pt x="108756" y="88919"/>
                  <a:pt x="108756" y="85420"/>
                </a:cubicBezTo>
                <a:cubicBezTo>
                  <a:pt x="108756" y="82042"/>
                  <a:pt x="108907" y="78694"/>
                  <a:pt x="109209" y="75376"/>
                </a:cubicBezTo>
                <a:cubicBezTo>
                  <a:pt x="109510" y="72058"/>
                  <a:pt x="110053" y="68921"/>
                  <a:pt x="110838" y="65965"/>
                </a:cubicBezTo>
                <a:cubicBezTo>
                  <a:pt x="111622" y="63009"/>
                  <a:pt x="112708" y="60174"/>
                  <a:pt x="114095" y="57460"/>
                </a:cubicBezTo>
                <a:cubicBezTo>
                  <a:pt x="115483" y="54745"/>
                  <a:pt x="117323" y="52241"/>
                  <a:pt x="119615" y="49949"/>
                </a:cubicBezTo>
                <a:cubicBezTo>
                  <a:pt x="122752" y="46812"/>
                  <a:pt x="126432" y="44339"/>
                  <a:pt x="130654" y="42529"/>
                </a:cubicBezTo>
                <a:cubicBezTo>
                  <a:pt x="134877" y="40719"/>
                  <a:pt x="139703" y="39814"/>
                  <a:pt x="145132" y="39814"/>
                </a:cubicBezTo>
                <a:close/>
                <a:moveTo>
                  <a:pt x="2296858" y="13573"/>
                </a:moveTo>
                <a:lnTo>
                  <a:pt x="2309889" y="13573"/>
                </a:lnTo>
                <a:lnTo>
                  <a:pt x="2309889" y="41443"/>
                </a:lnTo>
                <a:lnTo>
                  <a:pt x="2328891" y="41443"/>
                </a:lnTo>
                <a:lnTo>
                  <a:pt x="2328891" y="51397"/>
                </a:lnTo>
                <a:lnTo>
                  <a:pt x="2309889" y="51397"/>
                </a:lnTo>
                <a:lnTo>
                  <a:pt x="2309889" y="105689"/>
                </a:lnTo>
                <a:cubicBezTo>
                  <a:pt x="2309889" y="109791"/>
                  <a:pt x="2310854" y="112989"/>
                  <a:pt x="2312784" y="115281"/>
                </a:cubicBezTo>
                <a:cubicBezTo>
                  <a:pt x="2314715" y="117573"/>
                  <a:pt x="2317791" y="118720"/>
                  <a:pt x="2322014" y="118720"/>
                </a:cubicBezTo>
                <a:lnTo>
                  <a:pt x="2328891" y="118720"/>
                </a:lnTo>
                <a:lnTo>
                  <a:pt x="2328891" y="129940"/>
                </a:lnTo>
                <a:lnTo>
                  <a:pt x="2319661" y="129940"/>
                </a:lnTo>
                <a:cubicBezTo>
                  <a:pt x="2315800" y="129940"/>
                  <a:pt x="2312452" y="129307"/>
                  <a:pt x="2309617" y="128040"/>
                </a:cubicBezTo>
                <a:cubicBezTo>
                  <a:pt x="2306782" y="126773"/>
                  <a:pt x="2304429" y="125054"/>
                  <a:pt x="2302559" y="122882"/>
                </a:cubicBezTo>
                <a:cubicBezTo>
                  <a:pt x="2300689" y="120710"/>
                  <a:pt x="2299272" y="118177"/>
                  <a:pt x="2298306" y="115281"/>
                </a:cubicBezTo>
                <a:cubicBezTo>
                  <a:pt x="2297341" y="112385"/>
                  <a:pt x="2296858" y="109309"/>
                  <a:pt x="2296858" y="106051"/>
                </a:cubicBezTo>
                <a:lnTo>
                  <a:pt x="2296858" y="51397"/>
                </a:lnTo>
                <a:lnTo>
                  <a:pt x="2285638" y="51397"/>
                </a:lnTo>
                <a:lnTo>
                  <a:pt x="2285638" y="41443"/>
                </a:lnTo>
                <a:lnTo>
                  <a:pt x="2296858" y="41443"/>
                </a:lnTo>
                <a:close/>
                <a:moveTo>
                  <a:pt x="1239583" y="13573"/>
                </a:moveTo>
                <a:lnTo>
                  <a:pt x="1252614" y="13573"/>
                </a:lnTo>
                <a:lnTo>
                  <a:pt x="1252614" y="41443"/>
                </a:lnTo>
                <a:lnTo>
                  <a:pt x="1271616" y="41443"/>
                </a:lnTo>
                <a:lnTo>
                  <a:pt x="1271616" y="51397"/>
                </a:lnTo>
                <a:lnTo>
                  <a:pt x="1252614" y="51397"/>
                </a:lnTo>
                <a:lnTo>
                  <a:pt x="1252614" y="105689"/>
                </a:lnTo>
                <a:cubicBezTo>
                  <a:pt x="1252614" y="109791"/>
                  <a:pt x="1253579" y="112989"/>
                  <a:pt x="1255509" y="115281"/>
                </a:cubicBezTo>
                <a:cubicBezTo>
                  <a:pt x="1257440" y="117573"/>
                  <a:pt x="1260516" y="118720"/>
                  <a:pt x="1264739" y="118720"/>
                </a:cubicBezTo>
                <a:lnTo>
                  <a:pt x="1271616" y="118720"/>
                </a:lnTo>
                <a:lnTo>
                  <a:pt x="1271616" y="129940"/>
                </a:lnTo>
                <a:lnTo>
                  <a:pt x="1262386" y="129940"/>
                </a:lnTo>
                <a:cubicBezTo>
                  <a:pt x="1258526" y="129940"/>
                  <a:pt x="1255178" y="129307"/>
                  <a:pt x="1252342" y="128040"/>
                </a:cubicBezTo>
                <a:cubicBezTo>
                  <a:pt x="1249507" y="126773"/>
                  <a:pt x="1247154" y="125054"/>
                  <a:pt x="1245284" y="122882"/>
                </a:cubicBezTo>
                <a:cubicBezTo>
                  <a:pt x="1243414" y="120710"/>
                  <a:pt x="1241996" y="118177"/>
                  <a:pt x="1241031" y="115281"/>
                </a:cubicBezTo>
                <a:cubicBezTo>
                  <a:pt x="1240066" y="112385"/>
                  <a:pt x="1239583" y="109309"/>
                  <a:pt x="1239583" y="106051"/>
                </a:cubicBezTo>
                <a:lnTo>
                  <a:pt x="1239583" y="51397"/>
                </a:lnTo>
                <a:lnTo>
                  <a:pt x="1228363" y="51397"/>
                </a:lnTo>
                <a:lnTo>
                  <a:pt x="1228363" y="41443"/>
                </a:lnTo>
                <a:lnTo>
                  <a:pt x="1239583" y="41443"/>
                </a:lnTo>
                <a:close/>
                <a:moveTo>
                  <a:pt x="782383" y="13573"/>
                </a:moveTo>
                <a:lnTo>
                  <a:pt x="795414" y="13573"/>
                </a:lnTo>
                <a:lnTo>
                  <a:pt x="795414" y="41443"/>
                </a:lnTo>
                <a:lnTo>
                  <a:pt x="814416" y="41443"/>
                </a:lnTo>
                <a:lnTo>
                  <a:pt x="814416" y="51397"/>
                </a:lnTo>
                <a:lnTo>
                  <a:pt x="795414" y="51397"/>
                </a:lnTo>
                <a:lnTo>
                  <a:pt x="795414" y="105689"/>
                </a:lnTo>
                <a:cubicBezTo>
                  <a:pt x="795414" y="109791"/>
                  <a:pt x="796379" y="112989"/>
                  <a:pt x="798309" y="115281"/>
                </a:cubicBezTo>
                <a:cubicBezTo>
                  <a:pt x="800240" y="117573"/>
                  <a:pt x="803316" y="118720"/>
                  <a:pt x="807539" y="118720"/>
                </a:cubicBezTo>
                <a:lnTo>
                  <a:pt x="814416" y="118720"/>
                </a:lnTo>
                <a:lnTo>
                  <a:pt x="814416" y="129940"/>
                </a:lnTo>
                <a:lnTo>
                  <a:pt x="805186" y="129940"/>
                </a:lnTo>
                <a:cubicBezTo>
                  <a:pt x="801326" y="129940"/>
                  <a:pt x="797978" y="129307"/>
                  <a:pt x="795142" y="128040"/>
                </a:cubicBezTo>
                <a:cubicBezTo>
                  <a:pt x="792307" y="126773"/>
                  <a:pt x="789954" y="125054"/>
                  <a:pt x="788084" y="122882"/>
                </a:cubicBezTo>
                <a:cubicBezTo>
                  <a:pt x="786214" y="120710"/>
                  <a:pt x="784796" y="118177"/>
                  <a:pt x="783831" y="115281"/>
                </a:cubicBezTo>
                <a:cubicBezTo>
                  <a:pt x="782866" y="112385"/>
                  <a:pt x="782383" y="109309"/>
                  <a:pt x="782383" y="106051"/>
                </a:cubicBezTo>
                <a:lnTo>
                  <a:pt x="782383" y="51397"/>
                </a:lnTo>
                <a:lnTo>
                  <a:pt x="771163" y="51397"/>
                </a:lnTo>
                <a:lnTo>
                  <a:pt x="771163" y="41443"/>
                </a:lnTo>
                <a:lnTo>
                  <a:pt x="782383" y="41443"/>
                </a:lnTo>
                <a:close/>
                <a:moveTo>
                  <a:pt x="315658" y="13573"/>
                </a:moveTo>
                <a:lnTo>
                  <a:pt x="328689" y="13573"/>
                </a:lnTo>
                <a:lnTo>
                  <a:pt x="328689" y="41443"/>
                </a:lnTo>
                <a:lnTo>
                  <a:pt x="347691" y="41443"/>
                </a:lnTo>
                <a:lnTo>
                  <a:pt x="347691" y="51397"/>
                </a:lnTo>
                <a:lnTo>
                  <a:pt x="328689" y="51397"/>
                </a:lnTo>
                <a:lnTo>
                  <a:pt x="328689" y="105689"/>
                </a:lnTo>
                <a:cubicBezTo>
                  <a:pt x="328689" y="109791"/>
                  <a:pt x="329654" y="112989"/>
                  <a:pt x="331584" y="115281"/>
                </a:cubicBezTo>
                <a:cubicBezTo>
                  <a:pt x="333515" y="117573"/>
                  <a:pt x="336591" y="118720"/>
                  <a:pt x="340814" y="118720"/>
                </a:cubicBezTo>
                <a:lnTo>
                  <a:pt x="347691" y="118720"/>
                </a:lnTo>
                <a:lnTo>
                  <a:pt x="347691" y="129940"/>
                </a:lnTo>
                <a:lnTo>
                  <a:pt x="338461" y="129940"/>
                </a:lnTo>
                <a:cubicBezTo>
                  <a:pt x="334600" y="129940"/>
                  <a:pt x="331252" y="129307"/>
                  <a:pt x="328417" y="128040"/>
                </a:cubicBezTo>
                <a:cubicBezTo>
                  <a:pt x="325582" y="126773"/>
                  <a:pt x="323229" y="125054"/>
                  <a:pt x="321359" y="122882"/>
                </a:cubicBezTo>
                <a:cubicBezTo>
                  <a:pt x="319489" y="120710"/>
                  <a:pt x="318071" y="118177"/>
                  <a:pt x="317106" y="115281"/>
                </a:cubicBezTo>
                <a:cubicBezTo>
                  <a:pt x="316141" y="112385"/>
                  <a:pt x="315658" y="109309"/>
                  <a:pt x="315658" y="106051"/>
                </a:cubicBezTo>
                <a:lnTo>
                  <a:pt x="315658" y="51397"/>
                </a:lnTo>
                <a:lnTo>
                  <a:pt x="304438" y="51397"/>
                </a:lnTo>
                <a:lnTo>
                  <a:pt x="304438" y="41443"/>
                </a:lnTo>
                <a:lnTo>
                  <a:pt x="315658" y="41443"/>
                </a:lnTo>
                <a:close/>
                <a:moveTo>
                  <a:pt x="1647530" y="1086"/>
                </a:moveTo>
                <a:lnTo>
                  <a:pt x="1661284" y="1086"/>
                </a:lnTo>
                <a:lnTo>
                  <a:pt x="1661284" y="86325"/>
                </a:lnTo>
                <a:cubicBezTo>
                  <a:pt x="1661284" y="91272"/>
                  <a:pt x="1662008" y="95736"/>
                  <a:pt x="1663456" y="99717"/>
                </a:cubicBezTo>
                <a:cubicBezTo>
                  <a:pt x="1664903" y="103699"/>
                  <a:pt x="1666984" y="107077"/>
                  <a:pt x="1669699" y="109852"/>
                </a:cubicBezTo>
                <a:cubicBezTo>
                  <a:pt x="1672414" y="112627"/>
                  <a:pt x="1675701" y="114798"/>
                  <a:pt x="1679562" y="116367"/>
                </a:cubicBezTo>
                <a:cubicBezTo>
                  <a:pt x="1683423" y="117935"/>
                  <a:pt x="1687706" y="118720"/>
                  <a:pt x="1692411" y="118720"/>
                </a:cubicBezTo>
                <a:cubicBezTo>
                  <a:pt x="1697117" y="118720"/>
                  <a:pt x="1701400" y="117935"/>
                  <a:pt x="1705261" y="116367"/>
                </a:cubicBezTo>
                <a:cubicBezTo>
                  <a:pt x="1709122" y="114798"/>
                  <a:pt x="1712409" y="112627"/>
                  <a:pt x="1715124" y="109852"/>
                </a:cubicBezTo>
                <a:cubicBezTo>
                  <a:pt x="1717838" y="107077"/>
                  <a:pt x="1719950" y="103699"/>
                  <a:pt x="1721458" y="99717"/>
                </a:cubicBezTo>
                <a:cubicBezTo>
                  <a:pt x="1722966" y="95736"/>
                  <a:pt x="1723720" y="91272"/>
                  <a:pt x="1723720" y="86325"/>
                </a:cubicBezTo>
                <a:lnTo>
                  <a:pt x="1723720" y="1086"/>
                </a:lnTo>
                <a:lnTo>
                  <a:pt x="1737474" y="1086"/>
                </a:lnTo>
                <a:lnTo>
                  <a:pt x="1737474" y="87411"/>
                </a:lnTo>
                <a:cubicBezTo>
                  <a:pt x="1737474" y="93805"/>
                  <a:pt x="1736358" y="99687"/>
                  <a:pt x="1734126" y="105056"/>
                </a:cubicBezTo>
                <a:cubicBezTo>
                  <a:pt x="1731894" y="110425"/>
                  <a:pt x="1728757" y="115040"/>
                  <a:pt x="1724716" y="118901"/>
                </a:cubicBezTo>
                <a:cubicBezTo>
                  <a:pt x="1720674" y="122761"/>
                  <a:pt x="1715908" y="125747"/>
                  <a:pt x="1710418" y="127859"/>
                </a:cubicBezTo>
                <a:cubicBezTo>
                  <a:pt x="1704929" y="129970"/>
                  <a:pt x="1698927" y="131026"/>
                  <a:pt x="1692411" y="131026"/>
                </a:cubicBezTo>
                <a:cubicBezTo>
                  <a:pt x="1685896" y="131026"/>
                  <a:pt x="1679894" y="129970"/>
                  <a:pt x="1674404" y="127859"/>
                </a:cubicBezTo>
                <a:cubicBezTo>
                  <a:pt x="1668915" y="125747"/>
                  <a:pt x="1664179" y="122761"/>
                  <a:pt x="1660198" y="118901"/>
                </a:cubicBezTo>
                <a:cubicBezTo>
                  <a:pt x="1656216" y="115040"/>
                  <a:pt x="1653110" y="110425"/>
                  <a:pt x="1650878" y="105056"/>
                </a:cubicBezTo>
                <a:cubicBezTo>
                  <a:pt x="1648646" y="99687"/>
                  <a:pt x="1647530" y="93805"/>
                  <a:pt x="1647530" y="87411"/>
                </a:cubicBezTo>
                <a:close/>
                <a:moveTo>
                  <a:pt x="947833" y="1086"/>
                </a:moveTo>
                <a:lnTo>
                  <a:pt x="961587" y="1086"/>
                </a:lnTo>
                <a:lnTo>
                  <a:pt x="961587" y="90849"/>
                </a:lnTo>
                <a:cubicBezTo>
                  <a:pt x="961587" y="97003"/>
                  <a:pt x="960592" y="102583"/>
                  <a:pt x="958601" y="107590"/>
                </a:cubicBezTo>
                <a:cubicBezTo>
                  <a:pt x="956610" y="112597"/>
                  <a:pt x="953835" y="116819"/>
                  <a:pt x="950276" y="120258"/>
                </a:cubicBezTo>
                <a:cubicBezTo>
                  <a:pt x="946717" y="123696"/>
                  <a:pt x="942494" y="126351"/>
                  <a:pt x="937608" y="128221"/>
                </a:cubicBezTo>
                <a:cubicBezTo>
                  <a:pt x="932721" y="130091"/>
                  <a:pt x="927322" y="131026"/>
                  <a:pt x="921410" y="131026"/>
                </a:cubicBezTo>
                <a:cubicBezTo>
                  <a:pt x="915257" y="131026"/>
                  <a:pt x="909798" y="130091"/>
                  <a:pt x="905032" y="128221"/>
                </a:cubicBezTo>
                <a:cubicBezTo>
                  <a:pt x="900266" y="126351"/>
                  <a:pt x="895893" y="123425"/>
                  <a:pt x="891911" y="119443"/>
                </a:cubicBezTo>
                <a:lnTo>
                  <a:pt x="901141" y="110214"/>
                </a:lnTo>
                <a:cubicBezTo>
                  <a:pt x="903434" y="112627"/>
                  <a:pt x="906058" y="114648"/>
                  <a:pt x="909014" y="116276"/>
                </a:cubicBezTo>
                <a:cubicBezTo>
                  <a:pt x="911970" y="117905"/>
                  <a:pt x="916102" y="118720"/>
                  <a:pt x="921410" y="118720"/>
                </a:cubicBezTo>
                <a:cubicBezTo>
                  <a:pt x="929856" y="118720"/>
                  <a:pt x="936371" y="116156"/>
                  <a:pt x="940956" y="111028"/>
                </a:cubicBezTo>
                <a:cubicBezTo>
                  <a:pt x="945540" y="105901"/>
                  <a:pt x="947833" y="98571"/>
                  <a:pt x="947833" y="89040"/>
                </a:cubicBezTo>
                <a:close/>
                <a:moveTo>
                  <a:pt x="370637" y="1086"/>
                </a:moveTo>
                <a:lnTo>
                  <a:pt x="383667" y="1086"/>
                </a:lnTo>
                <a:lnTo>
                  <a:pt x="383667" y="50673"/>
                </a:lnTo>
                <a:cubicBezTo>
                  <a:pt x="390061" y="43434"/>
                  <a:pt x="398386" y="39814"/>
                  <a:pt x="408642" y="39814"/>
                </a:cubicBezTo>
                <a:cubicBezTo>
                  <a:pt x="418776" y="39814"/>
                  <a:pt x="426648" y="42770"/>
                  <a:pt x="432259" y="48682"/>
                </a:cubicBezTo>
                <a:cubicBezTo>
                  <a:pt x="437869" y="54594"/>
                  <a:pt x="440674" y="62617"/>
                  <a:pt x="440674" y="72752"/>
                </a:cubicBezTo>
                <a:lnTo>
                  <a:pt x="440674" y="129940"/>
                </a:lnTo>
                <a:lnTo>
                  <a:pt x="427644" y="129940"/>
                </a:lnTo>
                <a:lnTo>
                  <a:pt x="427644" y="74924"/>
                </a:lnTo>
                <a:cubicBezTo>
                  <a:pt x="427644" y="67081"/>
                  <a:pt x="425713" y="61200"/>
                  <a:pt x="421853" y="57279"/>
                </a:cubicBezTo>
                <a:cubicBezTo>
                  <a:pt x="417992" y="53357"/>
                  <a:pt x="412683" y="51397"/>
                  <a:pt x="405927" y="51397"/>
                </a:cubicBezTo>
                <a:cubicBezTo>
                  <a:pt x="399170" y="51397"/>
                  <a:pt x="393771" y="53388"/>
                  <a:pt x="389730" y="57369"/>
                </a:cubicBezTo>
                <a:cubicBezTo>
                  <a:pt x="385688" y="61350"/>
                  <a:pt x="383667" y="67202"/>
                  <a:pt x="383667" y="74924"/>
                </a:cubicBezTo>
                <a:lnTo>
                  <a:pt x="383667" y="129940"/>
                </a:lnTo>
                <a:lnTo>
                  <a:pt x="370637" y="129940"/>
                </a:lnTo>
                <a:close/>
                <a:moveTo>
                  <a:pt x="2246338" y="905"/>
                </a:moveTo>
                <a:lnTo>
                  <a:pt x="2260997" y="905"/>
                </a:lnTo>
                <a:lnTo>
                  <a:pt x="2260997" y="15564"/>
                </a:lnTo>
                <a:lnTo>
                  <a:pt x="2246338" y="15564"/>
                </a:lnTo>
                <a:close/>
                <a:moveTo>
                  <a:pt x="1874863" y="905"/>
                </a:moveTo>
                <a:lnTo>
                  <a:pt x="1889522" y="905"/>
                </a:lnTo>
                <a:lnTo>
                  <a:pt x="1889522" y="15564"/>
                </a:lnTo>
                <a:lnTo>
                  <a:pt x="1874863" y="15564"/>
                </a:lnTo>
                <a:close/>
                <a:moveTo>
                  <a:pt x="998563" y="905"/>
                </a:moveTo>
                <a:lnTo>
                  <a:pt x="1013222" y="905"/>
                </a:lnTo>
                <a:lnTo>
                  <a:pt x="1013222" y="15564"/>
                </a:lnTo>
                <a:lnTo>
                  <a:pt x="998563" y="15564"/>
                </a:lnTo>
                <a:close/>
                <a:moveTo>
                  <a:pt x="44701" y="0"/>
                </a:moveTo>
                <a:cubicBezTo>
                  <a:pt x="52905" y="0"/>
                  <a:pt x="59963" y="1116"/>
                  <a:pt x="65875" y="3348"/>
                </a:cubicBezTo>
                <a:cubicBezTo>
                  <a:pt x="71787" y="5580"/>
                  <a:pt x="77518" y="9169"/>
                  <a:pt x="83067" y="14116"/>
                </a:cubicBezTo>
                <a:lnTo>
                  <a:pt x="74200" y="22984"/>
                </a:lnTo>
                <a:cubicBezTo>
                  <a:pt x="70218" y="19364"/>
                  <a:pt x="65935" y="16620"/>
                  <a:pt x="61350" y="14749"/>
                </a:cubicBezTo>
                <a:cubicBezTo>
                  <a:pt x="56766" y="12879"/>
                  <a:pt x="51035" y="11944"/>
                  <a:pt x="44158" y="11944"/>
                </a:cubicBezTo>
                <a:cubicBezTo>
                  <a:pt x="35471" y="11944"/>
                  <a:pt x="28775" y="14116"/>
                  <a:pt x="24070" y="18459"/>
                </a:cubicBezTo>
                <a:cubicBezTo>
                  <a:pt x="19364" y="22803"/>
                  <a:pt x="17012" y="28594"/>
                  <a:pt x="17012" y="35833"/>
                </a:cubicBezTo>
                <a:cubicBezTo>
                  <a:pt x="17012" y="42348"/>
                  <a:pt x="18942" y="47295"/>
                  <a:pt x="22803" y="50673"/>
                </a:cubicBezTo>
                <a:cubicBezTo>
                  <a:pt x="24854" y="52362"/>
                  <a:pt x="27418" y="53810"/>
                  <a:pt x="30494" y="55016"/>
                </a:cubicBezTo>
                <a:cubicBezTo>
                  <a:pt x="33571" y="56223"/>
                  <a:pt x="36798" y="57128"/>
                  <a:pt x="40176" y="57731"/>
                </a:cubicBezTo>
                <a:lnTo>
                  <a:pt x="54292" y="59903"/>
                </a:lnTo>
                <a:cubicBezTo>
                  <a:pt x="57309" y="60385"/>
                  <a:pt x="59993" y="60898"/>
                  <a:pt x="62346" y="61441"/>
                </a:cubicBezTo>
                <a:cubicBezTo>
                  <a:pt x="64699" y="61984"/>
                  <a:pt x="66780" y="62617"/>
                  <a:pt x="68589" y="63341"/>
                </a:cubicBezTo>
                <a:cubicBezTo>
                  <a:pt x="70399" y="64065"/>
                  <a:pt x="72058" y="64880"/>
                  <a:pt x="73566" y="65784"/>
                </a:cubicBezTo>
                <a:cubicBezTo>
                  <a:pt x="75074" y="66689"/>
                  <a:pt x="76492" y="67745"/>
                  <a:pt x="77819" y="68951"/>
                </a:cubicBezTo>
                <a:cubicBezTo>
                  <a:pt x="85058" y="75105"/>
                  <a:pt x="88678" y="83610"/>
                  <a:pt x="88678" y="94469"/>
                </a:cubicBezTo>
                <a:cubicBezTo>
                  <a:pt x="88678" y="100139"/>
                  <a:pt x="87622" y="105237"/>
                  <a:pt x="85511" y="109761"/>
                </a:cubicBezTo>
                <a:cubicBezTo>
                  <a:pt x="83399" y="114286"/>
                  <a:pt x="80383" y="118116"/>
                  <a:pt x="76462" y="121253"/>
                </a:cubicBezTo>
                <a:cubicBezTo>
                  <a:pt x="72541" y="124390"/>
                  <a:pt x="67835" y="126803"/>
                  <a:pt x="62346" y="128492"/>
                </a:cubicBezTo>
                <a:cubicBezTo>
                  <a:pt x="56856" y="130181"/>
                  <a:pt x="50794" y="131026"/>
                  <a:pt x="44158" y="131026"/>
                </a:cubicBezTo>
                <a:cubicBezTo>
                  <a:pt x="34506" y="131026"/>
                  <a:pt x="26241" y="129699"/>
                  <a:pt x="19364" y="127044"/>
                </a:cubicBezTo>
                <a:cubicBezTo>
                  <a:pt x="12487" y="124390"/>
                  <a:pt x="6032" y="120047"/>
                  <a:pt x="0" y="114014"/>
                </a:cubicBezTo>
                <a:lnTo>
                  <a:pt x="9411" y="104604"/>
                </a:lnTo>
                <a:cubicBezTo>
                  <a:pt x="14719" y="109912"/>
                  <a:pt x="20088" y="113592"/>
                  <a:pt x="25517" y="115643"/>
                </a:cubicBezTo>
                <a:cubicBezTo>
                  <a:pt x="30947" y="117694"/>
                  <a:pt x="37281" y="118720"/>
                  <a:pt x="44520" y="118720"/>
                </a:cubicBezTo>
                <a:cubicBezTo>
                  <a:pt x="53931" y="118720"/>
                  <a:pt x="61350" y="116638"/>
                  <a:pt x="66780" y="112476"/>
                </a:cubicBezTo>
                <a:cubicBezTo>
                  <a:pt x="72209" y="108314"/>
                  <a:pt x="74924" y="102432"/>
                  <a:pt x="74924" y="94831"/>
                </a:cubicBezTo>
                <a:cubicBezTo>
                  <a:pt x="74924" y="91453"/>
                  <a:pt x="74411" y="88376"/>
                  <a:pt x="73385" y="85601"/>
                </a:cubicBezTo>
                <a:cubicBezTo>
                  <a:pt x="72360" y="82826"/>
                  <a:pt x="70822" y="80534"/>
                  <a:pt x="68770" y="78724"/>
                </a:cubicBezTo>
                <a:cubicBezTo>
                  <a:pt x="66719" y="76914"/>
                  <a:pt x="64578" y="75617"/>
                  <a:pt x="62346" y="74833"/>
                </a:cubicBezTo>
                <a:cubicBezTo>
                  <a:pt x="60114" y="74049"/>
                  <a:pt x="56645" y="73295"/>
                  <a:pt x="51940" y="72571"/>
                </a:cubicBezTo>
                <a:lnTo>
                  <a:pt x="36919" y="70218"/>
                </a:lnTo>
                <a:cubicBezTo>
                  <a:pt x="26664" y="68529"/>
                  <a:pt x="18761" y="65272"/>
                  <a:pt x="13211" y="60446"/>
                </a:cubicBezTo>
                <a:cubicBezTo>
                  <a:pt x="6696" y="54654"/>
                  <a:pt x="3438" y="46631"/>
                  <a:pt x="3438" y="36376"/>
                </a:cubicBezTo>
                <a:cubicBezTo>
                  <a:pt x="3438" y="30947"/>
                  <a:pt x="4404" y="25970"/>
                  <a:pt x="6334" y="21446"/>
                </a:cubicBezTo>
                <a:cubicBezTo>
                  <a:pt x="8264" y="16921"/>
                  <a:pt x="11009" y="13090"/>
                  <a:pt x="14568" y="9954"/>
                </a:cubicBezTo>
                <a:cubicBezTo>
                  <a:pt x="18128" y="6817"/>
                  <a:pt x="22441" y="4374"/>
                  <a:pt x="27508" y="2624"/>
                </a:cubicBezTo>
                <a:cubicBezTo>
                  <a:pt x="32575" y="875"/>
                  <a:pt x="38306" y="0"/>
                  <a:pt x="44701" y="0"/>
                </a:cubicBezTo>
                <a:close/>
              </a:path>
            </a:pathLst>
          </a:custGeom>
          <a:solidFill>
            <a:srgbClr val="0254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4761699" y="6358858"/>
            <a:ext cx="26686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精勤求学  敦笃励志</a:t>
            </a:r>
            <a:r>
              <a:rPr lang="en-US" altLang="zh-CN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  </a:t>
            </a:r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果毅力行</a:t>
            </a:r>
            <a:r>
              <a:rPr lang="en-US" altLang="zh-CN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  </a:t>
            </a:r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忠恕任事</a:t>
            </a:r>
            <a:endParaRPr lang="zh-CN" altLang="en-US" sz="1050" dirty="0">
              <a:solidFill>
                <a:srgbClr val="025483">
                  <a:alpha val="50000"/>
                </a:srgbClr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29" name="椭圆 28"/>
          <p:cNvSpPr/>
          <p:nvPr userDrawn="1"/>
        </p:nvSpPr>
        <p:spPr>
          <a:xfrm flipV="1">
            <a:off x="4779832" y="6462956"/>
            <a:ext cx="36000" cy="36000"/>
          </a:xfrm>
          <a:prstGeom prst="ellipse">
            <a:avLst/>
          </a:prstGeom>
          <a:solidFill>
            <a:srgbClr val="025483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 userDrawn="1"/>
        </p:nvSpPr>
        <p:spPr>
          <a:xfrm flipV="1">
            <a:off x="7376168" y="6462956"/>
            <a:ext cx="36000" cy="36000"/>
          </a:xfrm>
          <a:prstGeom prst="ellipse">
            <a:avLst/>
          </a:prstGeom>
          <a:solidFill>
            <a:srgbClr val="025483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25483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 userDrawn="1"/>
        </p:nvPicPr>
        <p:blipFill rotWithShape="1">
          <a:blip r:embed="rId8"/>
          <a:srcRect t="162" b="16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33492" y="365126"/>
            <a:ext cx="5062508" cy="465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D6001955-AF15-4158-8D86-DB683E4E1E1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267381C3-B195-488B-87CA-F4F0074DC201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06940" y="832655"/>
            <a:ext cx="10742148" cy="0"/>
          </a:xfrm>
          <a:prstGeom prst="line">
            <a:avLst/>
          </a:prstGeom>
          <a:ln w="6350">
            <a:solidFill>
              <a:srgbClr val="007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456860" y="282575"/>
            <a:ext cx="428625" cy="428625"/>
          </a:xfrm>
          <a:prstGeom prst="rect">
            <a:avLst/>
          </a:prstGeom>
          <a:noFill/>
          <a:ln w="15875">
            <a:solidFill>
              <a:srgbClr val="0254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50547" y="576262"/>
            <a:ext cx="256393" cy="256393"/>
          </a:xfrm>
          <a:prstGeom prst="rect">
            <a:avLst/>
          </a:prstGeom>
          <a:noFill/>
          <a:ln w="12700">
            <a:solidFill>
              <a:srgbClr val="0254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0" name="î$ļidê"/>
          <p:cNvGrpSpPr/>
          <p:nvPr userDrawn="1"/>
        </p:nvGrpSpPr>
        <p:grpSpPr>
          <a:xfrm>
            <a:off x="10136115" y="291345"/>
            <a:ext cx="1614134" cy="338536"/>
            <a:chOff x="5472113" y="3055938"/>
            <a:chExt cx="2316163" cy="485775"/>
          </a:xfrm>
          <a:solidFill>
            <a:srgbClr val="025483"/>
          </a:solidFill>
        </p:grpSpPr>
        <p:sp>
          <p:nvSpPr>
            <p:cNvPr id="11" name="i$liďê"/>
            <p:cNvSpPr/>
            <p:nvPr/>
          </p:nvSpPr>
          <p:spPr bwMode="auto">
            <a:xfrm>
              <a:off x="7018338" y="3143250"/>
              <a:ext cx="342900" cy="361950"/>
            </a:xfrm>
            <a:custGeom>
              <a:avLst/>
              <a:gdLst>
                <a:gd name="T0" fmla="*/ 48 w 64"/>
                <a:gd name="T1" fmla="*/ 0 h 67"/>
                <a:gd name="T2" fmla="*/ 54 w 64"/>
                <a:gd name="T3" fmla="*/ 4 h 67"/>
                <a:gd name="T4" fmla="*/ 54 w 64"/>
                <a:gd name="T5" fmla="*/ 7 h 67"/>
                <a:gd name="T6" fmla="*/ 52 w 64"/>
                <a:gd name="T7" fmla="*/ 10 h 67"/>
                <a:gd name="T8" fmla="*/ 50 w 64"/>
                <a:gd name="T9" fmla="*/ 15 h 67"/>
                <a:gd name="T10" fmla="*/ 47 w 64"/>
                <a:gd name="T11" fmla="*/ 21 h 67"/>
                <a:gd name="T12" fmla="*/ 51 w 64"/>
                <a:gd name="T13" fmla="*/ 21 h 67"/>
                <a:gd name="T14" fmla="*/ 51 w 64"/>
                <a:gd name="T15" fmla="*/ 20 h 67"/>
                <a:gd name="T16" fmla="*/ 60 w 64"/>
                <a:gd name="T17" fmla="*/ 20 h 67"/>
                <a:gd name="T18" fmla="*/ 60 w 64"/>
                <a:gd name="T19" fmla="*/ 22 h 67"/>
                <a:gd name="T20" fmla="*/ 58 w 64"/>
                <a:gd name="T21" fmla="*/ 24 h 67"/>
                <a:gd name="T22" fmla="*/ 51 w 64"/>
                <a:gd name="T23" fmla="*/ 27 h 67"/>
                <a:gd name="T24" fmla="*/ 45 w 64"/>
                <a:gd name="T25" fmla="*/ 29 h 67"/>
                <a:gd name="T26" fmla="*/ 37 w 64"/>
                <a:gd name="T27" fmla="*/ 40 h 67"/>
                <a:gd name="T28" fmla="*/ 52 w 64"/>
                <a:gd name="T29" fmla="*/ 51 h 67"/>
                <a:gd name="T30" fmla="*/ 64 w 64"/>
                <a:gd name="T31" fmla="*/ 52 h 67"/>
                <a:gd name="T32" fmla="*/ 64 w 64"/>
                <a:gd name="T33" fmla="*/ 53 h 67"/>
                <a:gd name="T34" fmla="*/ 64 w 64"/>
                <a:gd name="T35" fmla="*/ 54 h 67"/>
                <a:gd name="T36" fmla="*/ 58 w 64"/>
                <a:gd name="T37" fmla="*/ 56 h 67"/>
                <a:gd name="T38" fmla="*/ 56 w 64"/>
                <a:gd name="T39" fmla="*/ 59 h 67"/>
                <a:gd name="T40" fmla="*/ 50 w 64"/>
                <a:gd name="T41" fmla="*/ 60 h 67"/>
                <a:gd name="T42" fmla="*/ 45 w 64"/>
                <a:gd name="T43" fmla="*/ 56 h 67"/>
                <a:gd name="T44" fmla="*/ 41 w 64"/>
                <a:gd name="T45" fmla="*/ 49 h 67"/>
                <a:gd name="T46" fmla="*/ 38 w 64"/>
                <a:gd name="T47" fmla="*/ 45 h 67"/>
                <a:gd name="T48" fmla="*/ 35 w 64"/>
                <a:gd name="T49" fmla="*/ 42 h 67"/>
                <a:gd name="T50" fmla="*/ 29 w 64"/>
                <a:gd name="T51" fmla="*/ 49 h 67"/>
                <a:gd name="T52" fmla="*/ 14 w 64"/>
                <a:gd name="T53" fmla="*/ 61 h 67"/>
                <a:gd name="T54" fmla="*/ 0 w 64"/>
                <a:gd name="T55" fmla="*/ 67 h 67"/>
                <a:gd name="T56" fmla="*/ 0 w 64"/>
                <a:gd name="T57" fmla="*/ 66 h 67"/>
                <a:gd name="T58" fmla="*/ 9 w 64"/>
                <a:gd name="T59" fmla="*/ 60 h 67"/>
                <a:gd name="T60" fmla="*/ 27 w 64"/>
                <a:gd name="T61" fmla="*/ 40 h 67"/>
                <a:gd name="T62" fmla="*/ 33 w 64"/>
                <a:gd name="T63" fmla="*/ 31 h 67"/>
                <a:gd name="T64" fmla="*/ 25 w 64"/>
                <a:gd name="T65" fmla="*/ 23 h 67"/>
                <a:gd name="T66" fmla="*/ 26 w 64"/>
                <a:gd name="T67" fmla="*/ 23 h 67"/>
                <a:gd name="T68" fmla="*/ 38 w 64"/>
                <a:gd name="T69" fmla="*/ 23 h 67"/>
                <a:gd name="T70" fmla="*/ 42 w 64"/>
                <a:gd name="T71" fmla="*/ 16 h 67"/>
                <a:gd name="T72" fmla="*/ 45 w 64"/>
                <a:gd name="T73" fmla="*/ 10 h 67"/>
                <a:gd name="T74" fmla="*/ 48 w 64"/>
                <a:gd name="T7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7">
                  <a:moveTo>
                    <a:pt x="48" y="0"/>
                  </a:moveTo>
                  <a:cubicBezTo>
                    <a:pt x="52" y="0"/>
                    <a:pt x="52" y="2"/>
                    <a:pt x="54" y="4"/>
                  </a:cubicBezTo>
                  <a:cubicBezTo>
                    <a:pt x="54" y="5"/>
                    <a:pt x="54" y="6"/>
                    <a:pt x="54" y="7"/>
                  </a:cubicBezTo>
                  <a:cubicBezTo>
                    <a:pt x="54" y="8"/>
                    <a:pt x="53" y="9"/>
                    <a:pt x="52" y="10"/>
                  </a:cubicBezTo>
                  <a:cubicBezTo>
                    <a:pt x="51" y="12"/>
                    <a:pt x="51" y="13"/>
                    <a:pt x="50" y="15"/>
                  </a:cubicBezTo>
                  <a:cubicBezTo>
                    <a:pt x="49" y="17"/>
                    <a:pt x="48" y="19"/>
                    <a:pt x="47" y="21"/>
                  </a:cubicBezTo>
                  <a:cubicBezTo>
                    <a:pt x="49" y="21"/>
                    <a:pt x="50" y="21"/>
                    <a:pt x="51" y="2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4" y="20"/>
                    <a:pt x="57" y="20"/>
                    <a:pt x="60" y="20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59" y="22"/>
                    <a:pt x="59" y="23"/>
                    <a:pt x="58" y="24"/>
                  </a:cubicBezTo>
                  <a:cubicBezTo>
                    <a:pt x="56" y="25"/>
                    <a:pt x="53" y="26"/>
                    <a:pt x="51" y="27"/>
                  </a:cubicBezTo>
                  <a:cubicBezTo>
                    <a:pt x="49" y="28"/>
                    <a:pt x="47" y="28"/>
                    <a:pt x="45" y="29"/>
                  </a:cubicBezTo>
                  <a:cubicBezTo>
                    <a:pt x="43" y="30"/>
                    <a:pt x="38" y="38"/>
                    <a:pt x="37" y="40"/>
                  </a:cubicBezTo>
                  <a:cubicBezTo>
                    <a:pt x="42" y="43"/>
                    <a:pt x="46" y="48"/>
                    <a:pt x="52" y="51"/>
                  </a:cubicBezTo>
                  <a:cubicBezTo>
                    <a:pt x="55" y="52"/>
                    <a:pt x="60" y="52"/>
                    <a:pt x="64" y="52"/>
                  </a:cubicBezTo>
                  <a:cubicBezTo>
                    <a:pt x="64" y="52"/>
                    <a:pt x="64" y="52"/>
                    <a:pt x="64" y="53"/>
                  </a:cubicBezTo>
                  <a:cubicBezTo>
                    <a:pt x="64" y="53"/>
                    <a:pt x="64" y="53"/>
                    <a:pt x="64" y="54"/>
                  </a:cubicBezTo>
                  <a:cubicBezTo>
                    <a:pt x="62" y="54"/>
                    <a:pt x="59" y="55"/>
                    <a:pt x="58" y="56"/>
                  </a:cubicBezTo>
                  <a:cubicBezTo>
                    <a:pt x="57" y="57"/>
                    <a:pt x="57" y="58"/>
                    <a:pt x="56" y="59"/>
                  </a:cubicBezTo>
                  <a:cubicBezTo>
                    <a:pt x="55" y="60"/>
                    <a:pt x="52" y="60"/>
                    <a:pt x="50" y="60"/>
                  </a:cubicBezTo>
                  <a:cubicBezTo>
                    <a:pt x="49" y="58"/>
                    <a:pt x="46" y="58"/>
                    <a:pt x="45" y="56"/>
                  </a:cubicBezTo>
                  <a:cubicBezTo>
                    <a:pt x="44" y="54"/>
                    <a:pt x="43" y="51"/>
                    <a:pt x="41" y="49"/>
                  </a:cubicBezTo>
                  <a:cubicBezTo>
                    <a:pt x="41" y="47"/>
                    <a:pt x="39" y="46"/>
                    <a:pt x="38" y="45"/>
                  </a:cubicBezTo>
                  <a:cubicBezTo>
                    <a:pt x="38" y="44"/>
                    <a:pt x="37" y="42"/>
                    <a:pt x="35" y="42"/>
                  </a:cubicBezTo>
                  <a:cubicBezTo>
                    <a:pt x="34" y="45"/>
                    <a:pt x="31" y="47"/>
                    <a:pt x="29" y="49"/>
                  </a:cubicBezTo>
                  <a:cubicBezTo>
                    <a:pt x="25" y="55"/>
                    <a:pt x="20" y="58"/>
                    <a:pt x="14" y="61"/>
                  </a:cubicBezTo>
                  <a:cubicBezTo>
                    <a:pt x="10" y="64"/>
                    <a:pt x="6" y="67"/>
                    <a:pt x="0" y="67"/>
                  </a:cubicBezTo>
                  <a:cubicBezTo>
                    <a:pt x="0" y="67"/>
                    <a:pt x="0" y="67"/>
                    <a:pt x="0" y="66"/>
                  </a:cubicBezTo>
                  <a:cubicBezTo>
                    <a:pt x="4" y="65"/>
                    <a:pt x="6" y="62"/>
                    <a:pt x="9" y="60"/>
                  </a:cubicBezTo>
                  <a:cubicBezTo>
                    <a:pt x="16" y="55"/>
                    <a:pt x="22" y="48"/>
                    <a:pt x="27" y="40"/>
                  </a:cubicBezTo>
                  <a:cubicBezTo>
                    <a:pt x="29" y="37"/>
                    <a:pt x="32" y="34"/>
                    <a:pt x="33" y="31"/>
                  </a:cubicBezTo>
                  <a:cubicBezTo>
                    <a:pt x="30" y="30"/>
                    <a:pt x="25" y="26"/>
                    <a:pt x="25" y="23"/>
                  </a:cubicBezTo>
                  <a:cubicBezTo>
                    <a:pt x="25" y="23"/>
                    <a:pt x="26" y="23"/>
                    <a:pt x="26" y="23"/>
                  </a:cubicBezTo>
                  <a:cubicBezTo>
                    <a:pt x="29" y="25"/>
                    <a:pt x="34" y="24"/>
                    <a:pt x="38" y="23"/>
                  </a:cubicBezTo>
                  <a:cubicBezTo>
                    <a:pt x="39" y="21"/>
                    <a:pt x="41" y="19"/>
                    <a:pt x="42" y="16"/>
                  </a:cubicBezTo>
                  <a:cubicBezTo>
                    <a:pt x="43" y="14"/>
                    <a:pt x="44" y="12"/>
                    <a:pt x="45" y="10"/>
                  </a:cubicBezTo>
                  <a:cubicBezTo>
                    <a:pt x="46" y="7"/>
                    <a:pt x="48" y="4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2" name="í$ḷîḍê"/>
            <p:cNvSpPr/>
            <p:nvPr/>
          </p:nvSpPr>
          <p:spPr bwMode="auto">
            <a:xfrm>
              <a:off x="6408738" y="3132138"/>
              <a:ext cx="171450" cy="85725"/>
            </a:xfrm>
            <a:custGeom>
              <a:avLst/>
              <a:gdLst>
                <a:gd name="T0" fmla="*/ 6 w 32"/>
                <a:gd name="T1" fmla="*/ 0 h 16"/>
                <a:gd name="T2" fmla="*/ 17 w 32"/>
                <a:gd name="T3" fmla="*/ 4 h 16"/>
                <a:gd name="T4" fmla="*/ 18 w 32"/>
                <a:gd name="T5" fmla="*/ 8 h 16"/>
                <a:gd name="T6" fmla="*/ 24 w 32"/>
                <a:gd name="T7" fmla="*/ 7 h 16"/>
                <a:gd name="T8" fmla="*/ 25 w 32"/>
                <a:gd name="T9" fmla="*/ 5 h 16"/>
                <a:gd name="T10" fmla="*/ 31 w 32"/>
                <a:gd name="T11" fmla="*/ 6 h 16"/>
                <a:gd name="T12" fmla="*/ 32 w 32"/>
                <a:gd name="T13" fmla="*/ 8 h 16"/>
                <a:gd name="T14" fmla="*/ 31 w 32"/>
                <a:gd name="T15" fmla="*/ 9 h 16"/>
                <a:gd name="T16" fmla="*/ 14 w 32"/>
                <a:gd name="T17" fmla="*/ 15 h 16"/>
                <a:gd name="T18" fmla="*/ 14 w 32"/>
                <a:gd name="T19" fmla="*/ 14 h 16"/>
                <a:gd name="T20" fmla="*/ 16 w 32"/>
                <a:gd name="T21" fmla="*/ 13 h 16"/>
                <a:gd name="T22" fmla="*/ 16 w 32"/>
                <a:gd name="T23" fmla="*/ 13 h 16"/>
                <a:gd name="T24" fmla="*/ 15 w 32"/>
                <a:gd name="T25" fmla="*/ 13 h 16"/>
                <a:gd name="T26" fmla="*/ 13 w 32"/>
                <a:gd name="T27" fmla="*/ 14 h 16"/>
                <a:gd name="T28" fmla="*/ 0 w 32"/>
                <a:gd name="T29" fmla="*/ 16 h 16"/>
                <a:gd name="T30" fmla="*/ 0 w 32"/>
                <a:gd name="T31" fmla="*/ 15 h 16"/>
                <a:gd name="T32" fmla="*/ 9 w 32"/>
                <a:gd name="T33" fmla="*/ 6 h 16"/>
                <a:gd name="T34" fmla="*/ 6 w 32"/>
                <a:gd name="T3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6">
                  <a:moveTo>
                    <a:pt x="6" y="0"/>
                  </a:moveTo>
                  <a:cubicBezTo>
                    <a:pt x="9" y="0"/>
                    <a:pt x="16" y="2"/>
                    <a:pt x="17" y="4"/>
                  </a:cubicBezTo>
                  <a:cubicBezTo>
                    <a:pt x="18" y="5"/>
                    <a:pt x="18" y="7"/>
                    <a:pt x="18" y="8"/>
                  </a:cubicBezTo>
                  <a:cubicBezTo>
                    <a:pt x="19" y="8"/>
                    <a:pt x="23" y="7"/>
                    <a:pt x="24" y="7"/>
                  </a:cubicBezTo>
                  <a:cubicBezTo>
                    <a:pt x="24" y="6"/>
                    <a:pt x="24" y="6"/>
                    <a:pt x="25" y="5"/>
                  </a:cubicBezTo>
                  <a:cubicBezTo>
                    <a:pt x="25" y="5"/>
                    <a:pt x="30" y="6"/>
                    <a:pt x="31" y="6"/>
                  </a:cubicBezTo>
                  <a:cubicBezTo>
                    <a:pt x="32" y="6"/>
                    <a:pt x="32" y="7"/>
                    <a:pt x="32" y="8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25" y="10"/>
                    <a:pt x="21" y="15"/>
                    <a:pt x="14" y="15"/>
                  </a:cubicBezTo>
                  <a:cubicBezTo>
                    <a:pt x="14" y="15"/>
                    <a:pt x="14" y="15"/>
                    <a:pt x="14" y="14"/>
                  </a:cubicBezTo>
                  <a:cubicBezTo>
                    <a:pt x="15" y="14"/>
                    <a:pt x="15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4" y="13"/>
                    <a:pt x="14" y="13"/>
                    <a:pt x="13" y="14"/>
                  </a:cubicBezTo>
                  <a:cubicBezTo>
                    <a:pt x="9" y="15"/>
                    <a:pt x="5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4" y="15"/>
                    <a:pt x="9" y="11"/>
                    <a:pt x="9" y="6"/>
                  </a:cubicBezTo>
                  <a:cubicBezTo>
                    <a:pt x="8" y="6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3" name="iṣ1îḓê"/>
            <p:cNvSpPr/>
            <p:nvPr/>
          </p:nvSpPr>
          <p:spPr bwMode="auto">
            <a:xfrm>
              <a:off x="6376988" y="3235325"/>
              <a:ext cx="160338" cy="90488"/>
            </a:xfrm>
            <a:custGeom>
              <a:avLst/>
              <a:gdLst>
                <a:gd name="T0" fmla="*/ 21 w 30"/>
                <a:gd name="T1" fmla="*/ 8 h 17"/>
                <a:gd name="T2" fmla="*/ 22 w 30"/>
                <a:gd name="T3" fmla="*/ 3 h 17"/>
                <a:gd name="T4" fmla="*/ 22 w 30"/>
                <a:gd name="T5" fmla="*/ 3 h 17"/>
                <a:gd name="T6" fmla="*/ 21 w 30"/>
                <a:gd name="T7" fmla="*/ 3 h 17"/>
                <a:gd name="T8" fmla="*/ 16 w 30"/>
                <a:gd name="T9" fmla="*/ 9 h 17"/>
                <a:gd name="T10" fmla="*/ 6 w 30"/>
                <a:gd name="T11" fmla="*/ 13 h 17"/>
                <a:gd name="T12" fmla="*/ 0 w 30"/>
                <a:gd name="T13" fmla="*/ 13 h 17"/>
                <a:gd name="T14" fmla="*/ 1 w 30"/>
                <a:gd name="T15" fmla="*/ 11 h 17"/>
                <a:gd name="T16" fmla="*/ 4 w 30"/>
                <a:gd name="T17" fmla="*/ 9 h 17"/>
                <a:gd name="T18" fmla="*/ 11 w 30"/>
                <a:gd name="T19" fmla="*/ 3 h 17"/>
                <a:gd name="T20" fmla="*/ 11 w 30"/>
                <a:gd name="T21" fmla="*/ 6 h 17"/>
                <a:gd name="T22" fmla="*/ 11 w 30"/>
                <a:gd name="T23" fmla="*/ 6 h 17"/>
                <a:gd name="T24" fmla="*/ 15 w 30"/>
                <a:gd name="T25" fmla="*/ 5 h 17"/>
                <a:gd name="T26" fmla="*/ 25 w 30"/>
                <a:gd name="T27" fmla="*/ 1 h 17"/>
                <a:gd name="T28" fmla="*/ 29 w 30"/>
                <a:gd name="T29" fmla="*/ 2 h 17"/>
                <a:gd name="T30" fmla="*/ 30 w 30"/>
                <a:gd name="T31" fmla="*/ 3 h 17"/>
                <a:gd name="T32" fmla="*/ 28 w 30"/>
                <a:gd name="T33" fmla="*/ 7 h 17"/>
                <a:gd name="T34" fmla="*/ 21 w 30"/>
                <a:gd name="T3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7">
                  <a:moveTo>
                    <a:pt x="21" y="8"/>
                  </a:moveTo>
                  <a:cubicBezTo>
                    <a:pt x="21" y="6"/>
                    <a:pt x="23" y="4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4"/>
                    <a:pt x="18" y="7"/>
                    <a:pt x="16" y="9"/>
                  </a:cubicBezTo>
                  <a:cubicBezTo>
                    <a:pt x="13" y="11"/>
                    <a:pt x="9" y="12"/>
                    <a:pt x="6" y="13"/>
                  </a:cubicBezTo>
                  <a:cubicBezTo>
                    <a:pt x="4" y="14"/>
                    <a:pt x="0" y="17"/>
                    <a:pt x="0" y="13"/>
                  </a:cubicBezTo>
                  <a:cubicBezTo>
                    <a:pt x="1" y="13"/>
                    <a:pt x="1" y="12"/>
                    <a:pt x="1" y="11"/>
                  </a:cubicBezTo>
                  <a:cubicBezTo>
                    <a:pt x="2" y="10"/>
                    <a:pt x="3" y="9"/>
                    <a:pt x="4" y="9"/>
                  </a:cubicBezTo>
                  <a:cubicBezTo>
                    <a:pt x="6" y="7"/>
                    <a:pt x="9" y="4"/>
                    <a:pt x="11" y="3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8" y="3"/>
                    <a:pt x="21" y="0"/>
                    <a:pt x="25" y="1"/>
                  </a:cubicBezTo>
                  <a:cubicBezTo>
                    <a:pt x="26" y="1"/>
                    <a:pt x="28" y="2"/>
                    <a:pt x="29" y="2"/>
                  </a:cubicBezTo>
                  <a:cubicBezTo>
                    <a:pt x="29" y="3"/>
                    <a:pt x="29" y="3"/>
                    <a:pt x="30" y="3"/>
                  </a:cubicBezTo>
                  <a:cubicBezTo>
                    <a:pt x="30" y="5"/>
                    <a:pt x="30" y="7"/>
                    <a:pt x="28" y="7"/>
                  </a:cubicBezTo>
                  <a:cubicBezTo>
                    <a:pt x="28" y="8"/>
                    <a:pt x="23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4" name="îšḷídè"/>
            <p:cNvSpPr/>
            <p:nvPr/>
          </p:nvSpPr>
          <p:spPr bwMode="auto">
            <a:xfrm>
              <a:off x="6307138" y="3316288"/>
              <a:ext cx="300038" cy="198438"/>
            </a:xfrm>
            <a:custGeom>
              <a:avLst/>
              <a:gdLst>
                <a:gd name="T0" fmla="*/ 29 w 56"/>
                <a:gd name="T1" fmla="*/ 0 h 37"/>
                <a:gd name="T2" fmla="*/ 31 w 56"/>
                <a:gd name="T3" fmla="*/ 0 h 37"/>
                <a:gd name="T4" fmla="*/ 34 w 56"/>
                <a:gd name="T5" fmla="*/ 2 h 37"/>
                <a:gd name="T6" fmla="*/ 36 w 56"/>
                <a:gd name="T7" fmla="*/ 6 h 37"/>
                <a:gd name="T8" fmla="*/ 35 w 56"/>
                <a:gd name="T9" fmla="*/ 10 h 37"/>
                <a:gd name="T10" fmla="*/ 33 w 56"/>
                <a:gd name="T11" fmla="*/ 13 h 37"/>
                <a:gd name="T12" fmla="*/ 36 w 56"/>
                <a:gd name="T13" fmla="*/ 17 h 37"/>
                <a:gd name="T14" fmla="*/ 44 w 56"/>
                <a:gd name="T15" fmla="*/ 27 h 37"/>
                <a:gd name="T16" fmla="*/ 47 w 56"/>
                <a:gd name="T17" fmla="*/ 30 h 37"/>
                <a:gd name="T18" fmla="*/ 56 w 56"/>
                <a:gd name="T19" fmla="*/ 34 h 37"/>
                <a:gd name="T20" fmla="*/ 53 w 56"/>
                <a:gd name="T21" fmla="*/ 35 h 37"/>
                <a:gd name="T22" fmla="*/ 50 w 56"/>
                <a:gd name="T23" fmla="*/ 35 h 37"/>
                <a:gd name="T24" fmla="*/ 46 w 56"/>
                <a:gd name="T25" fmla="*/ 36 h 37"/>
                <a:gd name="T26" fmla="*/ 39 w 56"/>
                <a:gd name="T27" fmla="*/ 35 h 37"/>
                <a:gd name="T28" fmla="*/ 33 w 56"/>
                <a:gd name="T29" fmla="*/ 26 h 37"/>
                <a:gd name="T30" fmla="*/ 28 w 56"/>
                <a:gd name="T31" fmla="*/ 17 h 37"/>
                <a:gd name="T32" fmla="*/ 28 w 56"/>
                <a:gd name="T33" fmla="*/ 17 h 37"/>
                <a:gd name="T34" fmla="*/ 12 w 56"/>
                <a:gd name="T35" fmla="*/ 32 h 37"/>
                <a:gd name="T36" fmla="*/ 0 w 56"/>
                <a:gd name="T37" fmla="*/ 35 h 37"/>
                <a:gd name="T38" fmla="*/ 0 w 56"/>
                <a:gd name="T39" fmla="*/ 34 h 37"/>
                <a:gd name="T40" fmla="*/ 0 w 56"/>
                <a:gd name="T41" fmla="*/ 34 h 37"/>
                <a:gd name="T42" fmla="*/ 3 w 56"/>
                <a:gd name="T43" fmla="*/ 34 h 37"/>
                <a:gd name="T44" fmla="*/ 9 w 56"/>
                <a:gd name="T45" fmla="*/ 30 h 37"/>
                <a:gd name="T46" fmla="*/ 15 w 56"/>
                <a:gd name="T47" fmla="*/ 24 h 37"/>
                <a:gd name="T48" fmla="*/ 19 w 56"/>
                <a:gd name="T49" fmla="*/ 19 h 37"/>
                <a:gd name="T50" fmla="*/ 24 w 56"/>
                <a:gd name="T51" fmla="*/ 11 h 37"/>
                <a:gd name="T52" fmla="*/ 18 w 56"/>
                <a:gd name="T53" fmla="*/ 1 h 37"/>
                <a:gd name="T54" fmla="*/ 26 w 56"/>
                <a:gd name="T55" fmla="*/ 7 h 37"/>
                <a:gd name="T56" fmla="*/ 26 w 56"/>
                <a:gd name="T57" fmla="*/ 7 h 37"/>
                <a:gd name="T58" fmla="*/ 26 w 56"/>
                <a:gd name="T59" fmla="*/ 7 h 37"/>
                <a:gd name="T60" fmla="*/ 29 w 56"/>
                <a:gd name="T6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37">
                  <a:moveTo>
                    <a:pt x="29" y="0"/>
                  </a:moveTo>
                  <a:cubicBezTo>
                    <a:pt x="30" y="0"/>
                    <a:pt x="30" y="0"/>
                    <a:pt x="31" y="0"/>
                  </a:cubicBezTo>
                  <a:cubicBezTo>
                    <a:pt x="31" y="1"/>
                    <a:pt x="33" y="1"/>
                    <a:pt x="34" y="2"/>
                  </a:cubicBezTo>
                  <a:cubicBezTo>
                    <a:pt x="35" y="4"/>
                    <a:pt x="35" y="5"/>
                    <a:pt x="36" y="6"/>
                  </a:cubicBezTo>
                  <a:cubicBezTo>
                    <a:pt x="36" y="7"/>
                    <a:pt x="36" y="9"/>
                    <a:pt x="35" y="10"/>
                  </a:cubicBezTo>
                  <a:cubicBezTo>
                    <a:pt x="34" y="11"/>
                    <a:pt x="33" y="11"/>
                    <a:pt x="33" y="13"/>
                  </a:cubicBezTo>
                  <a:cubicBezTo>
                    <a:pt x="34" y="15"/>
                    <a:pt x="35" y="16"/>
                    <a:pt x="36" y="17"/>
                  </a:cubicBezTo>
                  <a:cubicBezTo>
                    <a:pt x="38" y="21"/>
                    <a:pt x="41" y="24"/>
                    <a:pt x="44" y="27"/>
                  </a:cubicBezTo>
                  <a:cubicBezTo>
                    <a:pt x="45" y="28"/>
                    <a:pt x="46" y="29"/>
                    <a:pt x="47" y="30"/>
                  </a:cubicBezTo>
                  <a:cubicBezTo>
                    <a:pt x="49" y="31"/>
                    <a:pt x="56" y="32"/>
                    <a:pt x="56" y="34"/>
                  </a:cubicBezTo>
                  <a:cubicBezTo>
                    <a:pt x="55" y="34"/>
                    <a:pt x="54" y="35"/>
                    <a:pt x="53" y="35"/>
                  </a:cubicBezTo>
                  <a:cubicBezTo>
                    <a:pt x="52" y="35"/>
                    <a:pt x="51" y="35"/>
                    <a:pt x="50" y="35"/>
                  </a:cubicBezTo>
                  <a:cubicBezTo>
                    <a:pt x="48" y="35"/>
                    <a:pt x="47" y="36"/>
                    <a:pt x="46" y="36"/>
                  </a:cubicBezTo>
                  <a:cubicBezTo>
                    <a:pt x="43" y="37"/>
                    <a:pt x="41" y="36"/>
                    <a:pt x="39" y="35"/>
                  </a:cubicBezTo>
                  <a:cubicBezTo>
                    <a:pt x="35" y="32"/>
                    <a:pt x="35" y="31"/>
                    <a:pt x="33" y="26"/>
                  </a:cubicBezTo>
                  <a:cubicBezTo>
                    <a:pt x="31" y="23"/>
                    <a:pt x="30" y="20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3" y="24"/>
                    <a:pt x="19" y="27"/>
                    <a:pt x="12" y="32"/>
                  </a:cubicBezTo>
                  <a:cubicBezTo>
                    <a:pt x="9" y="34"/>
                    <a:pt x="6" y="36"/>
                    <a:pt x="0" y="35"/>
                  </a:cubicBezTo>
                  <a:cubicBezTo>
                    <a:pt x="0" y="35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4"/>
                    <a:pt x="3" y="34"/>
                  </a:cubicBezTo>
                  <a:cubicBezTo>
                    <a:pt x="5" y="33"/>
                    <a:pt x="7" y="32"/>
                    <a:pt x="9" y="30"/>
                  </a:cubicBezTo>
                  <a:cubicBezTo>
                    <a:pt x="11" y="29"/>
                    <a:pt x="13" y="26"/>
                    <a:pt x="15" y="24"/>
                  </a:cubicBezTo>
                  <a:cubicBezTo>
                    <a:pt x="16" y="22"/>
                    <a:pt x="18" y="21"/>
                    <a:pt x="19" y="19"/>
                  </a:cubicBezTo>
                  <a:cubicBezTo>
                    <a:pt x="21" y="16"/>
                    <a:pt x="22" y="13"/>
                    <a:pt x="24" y="11"/>
                  </a:cubicBezTo>
                  <a:cubicBezTo>
                    <a:pt x="23" y="7"/>
                    <a:pt x="18" y="4"/>
                    <a:pt x="18" y="1"/>
                  </a:cubicBezTo>
                  <a:cubicBezTo>
                    <a:pt x="21" y="1"/>
                    <a:pt x="25" y="5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8" y="5"/>
                    <a:pt x="29" y="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5" name="íṧḷide"/>
            <p:cNvSpPr/>
            <p:nvPr/>
          </p:nvSpPr>
          <p:spPr bwMode="auto">
            <a:xfrm>
              <a:off x="6751638" y="3121025"/>
              <a:ext cx="185738" cy="134938"/>
            </a:xfrm>
            <a:custGeom>
              <a:avLst/>
              <a:gdLst>
                <a:gd name="T0" fmla="*/ 17 w 35"/>
                <a:gd name="T1" fmla="*/ 25 h 25"/>
                <a:gd name="T2" fmla="*/ 17 w 35"/>
                <a:gd name="T3" fmla="*/ 24 h 25"/>
                <a:gd name="T4" fmla="*/ 22 w 35"/>
                <a:gd name="T5" fmla="*/ 19 h 25"/>
                <a:gd name="T6" fmla="*/ 22 w 35"/>
                <a:gd name="T7" fmla="*/ 19 h 25"/>
                <a:gd name="T8" fmla="*/ 21 w 35"/>
                <a:gd name="T9" fmla="*/ 15 h 25"/>
                <a:gd name="T10" fmla="*/ 27 w 35"/>
                <a:gd name="T11" fmla="*/ 8 h 25"/>
                <a:gd name="T12" fmla="*/ 26 w 35"/>
                <a:gd name="T13" fmla="*/ 8 h 25"/>
                <a:gd name="T14" fmla="*/ 22 w 35"/>
                <a:gd name="T15" fmla="*/ 10 h 25"/>
                <a:gd name="T16" fmla="*/ 15 w 35"/>
                <a:gd name="T17" fmla="*/ 17 h 25"/>
                <a:gd name="T18" fmla="*/ 11 w 35"/>
                <a:gd name="T19" fmla="*/ 21 h 25"/>
                <a:gd name="T20" fmla="*/ 0 w 35"/>
                <a:gd name="T21" fmla="*/ 20 h 25"/>
                <a:gd name="T22" fmla="*/ 10 w 35"/>
                <a:gd name="T23" fmla="*/ 13 h 25"/>
                <a:gd name="T24" fmla="*/ 22 w 35"/>
                <a:gd name="T25" fmla="*/ 5 h 25"/>
                <a:gd name="T26" fmla="*/ 24 w 35"/>
                <a:gd name="T27" fmla="*/ 3 h 25"/>
                <a:gd name="T28" fmla="*/ 28 w 35"/>
                <a:gd name="T29" fmla="*/ 2 h 25"/>
                <a:gd name="T30" fmla="*/ 29 w 35"/>
                <a:gd name="T31" fmla="*/ 0 h 25"/>
                <a:gd name="T32" fmla="*/ 34 w 35"/>
                <a:gd name="T33" fmla="*/ 0 h 25"/>
                <a:gd name="T34" fmla="*/ 34 w 35"/>
                <a:gd name="T35" fmla="*/ 0 h 25"/>
                <a:gd name="T36" fmla="*/ 35 w 35"/>
                <a:gd name="T37" fmla="*/ 4 h 25"/>
                <a:gd name="T38" fmla="*/ 33 w 35"/>
                <a:gd name="T39" fmla="*/ 7 h 25"/>
                <a:gd name="T40" fmla="*/ 31 w 35"/>
                <a:gd name="T41" fmla="*/ 9 h 25"/>
                <a:gd name="T42" fmla="*/ 26 w 35"/>
                <a:gd name="T43" fmla="*/ 15 h 25"/>
                <a:gd name="T44" fmla="*/ 26 w 35"/>
                <a:gd name="T45" fmla="*/ 15 h 25"/>
                <a:gd name="T46" fmla="*/ 29 w 35"/>
                <a:gd name="T47" fmla="*/ 18 h 25"/>
                <a:gd name="T48" fmla="*/ 29 w 35"/>
                <a:gd name="T49" fmla="*/ 19 h 25"/>
                <a:gd name="T50" fmla="*/ 17 w 35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" h="25">
                  <a:moveTo>
                    <a:pt x="17" y="25"/>
                  </a:moveTo>
                  <a:cubicBezTo>
                    <a:pt x="17" y="24"/>
                    <a:pt x="17" y="24"/>
                    <a:pt x="17" y="24"/>
                  </a:cubicBezTo>
                  <a:cubicBezTo>
                    <a:pt x="19" y="23"/>
                    <a:pt x="21" y="21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8"/>
                    <a:pt x="21" y="16"/>
                    <a:pt x="21" y="15"/>
                  </a:cubicBezTo>
                  <a:cubicBezTo>
                    <a:pt x="23" y="12"/>
                    <a:pt x="25" y="10"/>
                    <a:pt x="27" y="8"/>
                  </a:cubicBezTo>
                  <a:cubicBezTo>
                    <a:pt x="27" y="8"/>
                    <a:pt x="26" y="8"/>
                    <a:pt x="26" y="8"/>
                  </a:cubicBezTo>
                  <a:cubicBezTo>
                    <a:pt x="25" y="9"/>
                    <a:pt x="24" y="10"/>
                    <a:pt x="22" y="10"/>
                  </a:cubicBezTo>
                  <a:cubicBezTo>
                    <a:pt x="20" y="12"/>
                    <a:pt x="18" y="15"/>
                    <a:pt x="15" y="17"/>
                  </a:cubicBezTo>
                  <a:cubicBezTo>
                    <a:pt x="14" y="18"/>
                    <a:pt x="13" y="20"/>
                    <a:pt x="11" y="21"/>
                  </a:cubicBezTo>
                  <a:cubicBezTo>
                    <a:pt x="9" y="22"/>
                    <a:pt x="0" y="23"/>
                    <a:pt x="0" y="20"/>
                  </a:cubicBezTo>
                  <a:cubicBezTo>
                    <a:pt x="4" y="19"/>
                    <a:pt x="6" y="16"/>
                    <a:pt x="10" y="13"/>
                  </a:cubicBezTo>
                  <a:cubicBezTo>
                    <a:pt x="14" y="10"/>
                    <a:pt x="18" y="8"/>
                    <a:pt x="22" y="5"/>
                  </a:cubicBezTo>
                  <a:cubicBezTo>
                    <a:pt x="23" y="5"/>
                    <a:pt x="24" y="4"/>
                    <a:pt x="24" y="3"/>
                  </a:cubicBezTo>
                  <a:cubicBezTo>
                    <a:pt x="26" y="3"/>
                    <a:pt x="27" y="3"/>
                    <a:pt x="28" y="2"/>
                  </a:cubicBezTo>
                  <a:cubicBezTo>
                    <a:pt x="28" y="1"/>
                    <a:pt x="29" y="1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2"/>
                    <a:pt x="35" y="4"/>
                  </a:cubicBezTo>
                  <a:cubicBezTo>
                    <a:pt x="34" y="5"/>
                    <a:pt x="34" y="6"/>
                    <a:pt x="33" y="7"/>
                  </a:cubicBezTo>
                  <a:cubicBezTo>
                    <a:pt x="32" y="8"/>
                    <a:pt x="31" y="9"/>
                    <a:pt x="31" y="9"/>
                  </a:cubicBezTo>
                  <a:cubicBezTo>
                    <a:pt x="29" y="11"/>
                    <a:pt x="28" y="13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16"/>
                    <a:pt x="28" y="17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7" y="22"/>
                    <a:pt x="22" y="25"/>
                    <a:pt x="1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6" name="ïśḷïdé"/>
            <p:cNvSpPr/>
            <p:nvPr/>
          </p:nvSpPr>
          <p:spPr bwMode="auto">
            <a:xfrm>
              <a:off x="6713538" y="3325813"/>
              <a:ext cx="42863" cy="60325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0 h 11"/>
                <a:gd name="T4" fmla="*/ 4 w 8"/>
                <a:gd name="T5" fmla="*/ 11 h 11"/>
                <a:gd name="T6" fmla="*/ 2 w 8"/>
                <a:gd name="T7" fmla="*/ 10 h 11"/>
                <a:gd name="T8" fmla="*/ 2 w 8"/>
                <a:gd name="T9" fmla="*/ 8 h 11"/>
                <a:gd name="T10" fmla="*/ 0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4" y="0"/>
                    <a:pt x="8" y="5"/>
                    <a:pt x="8" y="10"/>
                  </a:cubicBezTo>
                  <a:cubicBezTo>
                    <a:pt x="7" y="10"/>
                    <a:pt x="6" y="11"/>
                    <a:pt x="4" y="11"/>
                  </a:cubicBezTo>
                  <a:cubicBezTo>
                    <a:pt x="4" y="10"/>
                    <a:pt x="3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1" y="6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7" name="iṩḷïḓé"/>
            <p:cNvSpPr/>
            <p:nvPr/>
          </p:nvSpPr>
          <p:spPr bwMode="auto">
            <a:xfrm>
              <a:off x="6734175" y="3413125"/>
              <a:ext cx="26988" cy="38100"/>
            </a:xfrm>
            <a:custGeom>
              <a:avLst/>
              <a:gdLst>
                <a:gd name="T0" fmla="*/ 0 w 5"/>
                <a:gd name="T1" fmla="*/ 0 h 7"/>
                <a:gd name="T2" fmla="*/ 1 w 5"/>
                <a:gd name="T3" fmla="*/ 0 h 7"/>
                <a:gd name="T4" fmla="*/ 5 w 5"/>
                <a:gd name="T5" fmla="*/ 6 h 7"/>
                <a:gd name="T6" fmla="*/ 3 w 5"/>
                <a:gd name="T7" fmla="*/ 7 h 7"/>
                <a:gd name="T8" fmla="*/ 1 w 5"/>
                <a:gd name="T9" fmla="*/ 6 h 7"/>
                <a:gd name="T10" fmla="*/ 1 w 5"/>
                <a:gd name="T11" fmla="*/ 5 h 7"/>
                <a:gd name="T12" fmla="*/ 0 w 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2"/>
                    <a:pt x="5" y="6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2" y="7"/>
                    <a:pt x="2" y="7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3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8" name="ïšľîde"/>
            <p:cNvSpPr/>
            <p:nvPr/>
          </p:nvSpPr>
          <p:spPr bwMode="auto">
            <a:xfrm>
              <a:off x="6681788" y="3440113"/>
              <a:ext cx="266700" cy="101600"/>
            </a:xfrm>
            <a:custGeom>
              <a:avLst/>
              <a:gdLst>
                <a:gd name="T0" fmla="*/ 0 w 50"/>
                <a:gd name="T1" fmla="*/ 0 h 19"/>
                <a:gd name="T2" fmla="*/ 9 w 50"/>
                <a:gd name="T3" fmla="*/ 2 h 19"/>
                <a:gd name="T4" fmla="*/ 18 w 50"/>
                <a:gd name="T5" fmla="*/ 4 h 19"/>
                <a:gd name="T6" fmla="*/ 37 w 50"/>
                <a:gd name="T7" fmla="*/ 10 h 19"/>
                <a:gd name="T8" fmla="*/ 50 w 50"/>
                <a:gd name="T9" fmla="*/ 9 h 19"/>
                <a:gd name="T10" fmla="*/ 50 w 50"/>
                <a:gd name="T11" fmla="*/ 10 h 19"/>
                <a:gd name="T12" fmla="*/ 50 w 50"/>
                <a:gd name="T13" fmla="*/ 11 h 19"/>
                <a:gd name="T14" fmla="*/ 46 w 50"/>
                <a:gd name="T15" fmla="*/ 13 h 19"/>
                <a:gd name="T16" fmla="*/ 42 w 50"/>
                <a:gd name="T17" fmla="*/ 14 h 19"/>
                <a:gd name="T18" fmla="*/ 38 w 50"/>
                <a:gd name="T19" fmla="*/ 18 h 19"/>
                <a:gd name="T20" fmla="*/ 25 w 50"/>
                <a:gd name="T21" fmla="*/ 13 h 19"/>
                <a:gd name="T22" fmla="*/ 11 w 50"/>
                <a:gd name="T23" fmla="*/ 6 h 19"/>
                <a:gd name="T24" fmla="*/ 0 w 5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19">
                  <a:moveTo>
                    <a:pt x="0" y="0"/>
                  </a:moveTo>
                  <a:cubicBezTo>
                    <a:pt x="3" y="0"/>
                    <a:pt x="7" y="1"/>
                    <a:pt x="9" y="2"/>
                  </a:cubicBezTo>
                  <a:cubicBezTo>
                    <a:pt x="12" y="3"/>
                    <a:pt x="15" y="3"/>
                    <a:pt x="18" y="4"/>
                  </a:cubicBezTo>
                  <a:cubicBezTo>
                    <a:pt x="24" y="6"/>
                    <a:pt x="30" y="8"/>
                    <a:pt x="37" y="10"/>
                  </a:cubicBezTo>
                  <a:cubicBezTo>
                    <a:pt x="40" y="11"/>
                    <a:pt x="46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0"/>
                    <a:pt x="50" y="11"/>
                  </a:cubicBezTo>
                  <a:cubicBezTo>
                    <a:pt x="49" y="11"/>
                    <a:pt x="48" y="12"/>
                    <a:pt x="46" y="13"/>
                  </a:cubicBezTo>
                  <a:cubicBezTo>
                    <a:pt x="45" y="14"/>
                    <a:pt x="43" y="14"/>
                    <a:pt x="42" y="14"/>
                  </a:cubicBezTo>
                  <a:cubicBezTo>
                    <a:pt x="41" y="15"/>
                    <a:pt x="38" y="18"/>
                    <a:pt x="38" y="18"/>
                  </a:cubicBezTo>
                  <a:cubicBezTo>
                    <a:pt x="31" y="19"/>
                    <a:pt x="29" y="15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7" y="4"/>
                    <a:pt x="1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9" name="iṩḷîḑê"/>
            <p:cNvSpPr/>
            <p:nvPr/>
          </p:nvSpPr>
          <p:spPr bwMode="auto">
            <a:xfrm>
              <a:off x="6761163" y="3240088"/>
              <a:ext cx="171450" cy="215900"/>
            </a:xfrm>
            <a:custGeom>
              <a:avLst/>
              <a:gdLst>
                <a:gd name="T0" fmla="*/ 7 w 32"/>
                <a:gd name="T1" fmla="*/ 13 h 40"/>
                <a:gd name="T2" fmla="*/ 7 w 32"/>
                <a:gd name="T3" fmla="*/ 17 h 40"/>
                <a:gd name="T4" fmla="*/ 7 w 32"/>
                <a:gd name="T5" fmla="*/ 17 h 40"/>
                <a:gd name="T6" fmla="*/ 11 w 32"/>
                <a:gd name="T7" fmla="*/ 12 h 40"/>
                <a:gd name="T8" fmla="*/ 20 w 32"/>
                <a:gd name="T9" fmla="*/ 3 h 40"/>
                <a:gd name="T10" fmla="*/ 30 w 32"/>
                <a:gd name="T11" fmla="*/ 3 h 40"/>
                <a:gd name="T12" fmla="*/ 25 w 32"/>
                <a:gd name="T13" fmla="*/ 18 h 40"/>
                <a:gd name="T14" fmla="*/ 25 w 32"/>
                <a:gd name="T15" fmla="*/ 22 h 40"/>
                <a:gd name="T16" fmla="*/ 23 w 32"/>
                <a:gd name="T17" fmla="*/ 32 h 40"/>
                <a:gd name="T18" fmla="*/ 20 w 32"/>
                <a:gd name="T19" fmla="*/ 40 h 40"/>
                <a:gd name="T20" fmla="*/ 18 w 32"/>
                <a:gd name="T21" fmla="*/ 39 h 40"/>
                <a:gd name="T22" fmla="*/ 15 w 32"/>
                <a:gd name="T23" fmla="*/ 36 h 40"/>
                <a:gd name="T24" fmla="*/ 12 w 32"/>
                <a:gd name="T25" fmla="*/ 38 h 40"/>
                <a:gd name="T26" fmla="*/ 11 w 32"/>
                <a:gd name="T27" fmla="*/ 37 h 40"/>
                <a:gd name="T28" fmla="*/ 12 w 32"/>
                <a:gd name="T29" fmla="*/ 28 h 40"/>
                <a:gd name="T30" fmla="*/ 12 w 32"/>
                <a:gd name="T31" fmla="*/ 28 h 40"/>
                <a:gd name="T32" fmla="*/ 9 w 32"/>
                <a:gd name="T33" fmla="*/ 28 h 40"/>
                <a:gd name="T34" fmla="*/ 8 w 32"/>
                <a:gd name="T35" fmla="*/ 26 h 40"/>
                <a:gd name="T36" fmla="*/ 12 w 32"/>
                <a:gd name="T37" fmla="*/ 18 h 40"/>
                <a:gd name="T38" fmla="*/ 12 w 32"/>
                <a:gd name="T39" fmla="*/ 17 h 40"/>
                <a:gd name="T40" fmla="*/ 14 w 32"/>
                <a:gd name="T41" fmla="*/ 13 h 40"/>
                <a:gd name="T42" fmla="*/ 13 w 32"/>
                <a:gd name="T43" fmla="*/ 13 h 40"/>
                <a:gd name="T44" fmla="*/ 7 w 32"/>
                <a:gd name="T45" fmla="*/ 25 h 40"/>
                <a:gd name="T46" fmla="*/ 7 w 32"/>
                <a:gd name="T47" fmla="*/ 34 h 40"/>
                <a:gd name="T48" fmla="*/ 4 w 32"/>
                <a:gd name="T49" fmla="*/ 34 h 40"/>
                <a:gd name="T50" fmla="*/ 1 w 32"/>
                <a:gd name="T51" fmla="*/ 30 h 40"/>
                <a:gd name="T52" fmla="*/ 3 w 32"/>
                <a:gd name="T53" fmla="*/ 19 h 40"/>
                <a:gd name="T54" fmla="*/ 7 w 32"/>
                <a:gd name="T55" fmla="*/ 13 h 40"/>
                <a:gd name="T56" fmla="*/ 23 w 32"/>
                <a:gd name="T57" fmla="*/ 5 h 40"/>
                <a:gd name="T58" fmla="*/ 20 w 32"/>
                <a:gd name="T59" fmla="*/ 6 h 40"/>
                <a:gd name="T60" fmla="*/ 15 w 32"/>
                <a:gd name="T61" fmla="*/ 11 h 40"/>
                <a:gd name="T62" fmla="*/ 15 w 32"/>
                <a:gd name="T63" fmla="*/ 11 h 40"/>
                <a:gd name="T64" fmla="*/ 17 w 32"/>
                <a:gd name="T65" fmla="*/ 18 h 40"/>
                <a:gd name="T66" fmla="*/ 21 w 32"/>
                <a:gd name="T67" fmla="*/ 21 h 40"/>
                <a:gd name="T68" fmla="*/ 23 w 32"/>
                <a:gd name="T69" fmla="*/ 10 h 40"/>
                <a:gd name="T70" fmla="*/ 23 w 32"/>
                <a:gd name="T71" fmla="*/ 5 h 40"/>
                <a:gd name="T72" fmla="*/ 23 w 32"/>
                <a:gd name="T73" fmla="*/ 5 h 40"/>
                <a:gd name="T74" fmla="*/ 20 w 32"/>
                <a:gd name="T75" fmla="*/ 22 h 40"/>
                <a:gd name="T76" fmla="*/ 17 w 32"/>
                <a:gd name="T77" fmla="*/ 26 h 40"/>
                <a:gd name="T78" fmla="*/ 16 w 32"/>
                <a:gd name="T79" fmla="*/ 35 h 40"/>
                <a:gd name="T80" fmla="*/ 19 w 32"/>
                <a:gd name="T81" fmla="*/ 35 h 40"/>
                <a:gd name="T82" fmla="*/ 19 w 32"/>
                <a:gd name="T83" fmla="*/ 32 h 40"/>
                <a:gd name="T84" fmla="*/ 20 w 32"/>
                <a:gd name="T8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" h="40">
                  <a:moveTo>
                    <a:pt x="7" y="13"/>
                  </a:moveTo>
                  <a:cubicBezTo>
                    <a:pt x="7" y="15"/>
                    <a:pt x="7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6"/>
                    <a:pt x="10" y="13"/>
                    <a:pt x="11" y="12"/>
                  </a:cubicBezTo>
                  <a:cubicBezTo>
                    <a:pt x="13" y="9"/>
                    <a:pt x="17" y="5"/>
                    <a:pt x="20" y="3"/>
                  </a:cubicBezTo>
                  <a:cubicBezTo>
                    <a:pt x="22" y="2"/>
                    <a:pt x="28" y="0"/>
                    <a:pt x="30" y="3"/>
                  </a:cubicBezTo>
                  <a:cubicBezTo>
                    <a:pt x="32" y="6"/>
                    <a:pt x="26" y="10"/>
                    <a:pt x="25" y="18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5"/>
                    <a:pt x="24" y="29"/>
                    <a:pt x="23" y="32"/>
                  </a:cubicBezTo>
                  <a:cubicBezTo>
                    <a:pt x="22" y="35"/>
                    <a:pt x="23" y="40"/>
                    <a:pt x="20" y="40"/>
                  </a:cubicBezTo>
                  <a:cubicBezTo>
                    <a:pt x="19" y="40"/>
                    <a:pt x="18" y="40"/>
                    <a:pt x="18" y="39"/>
                  </a:cubicBezTo>
                  <a:cubicBezTo>
                    <a:pt x="17" y="38"/>
                    <a:pt x="17" y="37"/>
                    <a:pt x="15" y="36"/>
                  </a:cubicBezTo>
                  <a:cubicBezTo>
                    <a:pt x="15" y="38"/>
                    <a:pt x="14" y="38"/>
                    <a:pt x="12" y="38"/>
                  </a:cubicBezTo>
                  <a:cubicBezTo>
                    <a:pt x="12" y="38"/>
                    <a:pt x="11" y="38"/>
                    <a:pt x="11" y="37"/>
                  </a:cubicBezTo>
                  <a:cubicBezTo>
                    <a:pt x="13" y="35"/>
                    <a:pt x="12" y="31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9"/>
                    <a:pt x="9" y="28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9" y="25"/>
                    <a:pt x="12" y="19"/>
                    <a:pt x="12" y="18"/>
                  </a:cubicBezTo>
                  <a:cubicBezTo>
                    <a:pt x="11" y="17"/>
                    <a:pt x="11" y="17"/>
                    <a:pt x="12" y="17"/>
                  </a:cubicBezTo>
                  <a:cubicBezTo>
                    <a:pt x="13" y="16"/>
                    <a:pt x="14" y="15"/>
                    <a:pt x="14" y="13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1" y="17"/>
                    <a:pt x="8" y="20"/>
                    <a:pt x="7" y="25"/>
                  </a:cubicBezTo>
                  <a:cubicBezTo>
                    <a:pt x="6" y="28"/>
                    <a:pt x="9" y="31"/>
                    <a:pt x="7" y="34"/>
                  </a:cubicBezTo>
                  <a:cubicBezTo>
                    <a:pt x="6" y="34"/>
                    <a:pt x="5" y="34"/>
                    <a:pt x="4" y="34"/>
                  </a:cubicBezTo>
                  <a:cubicBezTo>
                    <a:pt x="3" y="33"/>
                    <a:pt x="2" y="32"/>
                    <a:pt x="1" y="30"/>
                  </a:cubicBezTo>
                  <a:cubicBezTo>
                    <a:pt x="0" y="27"/>
                    <a:pt x="3" y="22"/>
                    <a:pt x="3" y="19"/>
                  </a:cubicBezTo>
                  <a:cubicBezTo>
                    <a:pt x="4" y="17"/>
                    <a:pt x="4" y="14"/>
                    <a:pt x="7" y="13"/>
                  </a:cubicBezTo>
                  <a:close/>
                  <a:moveTo>
                    <a:pt x="23" y="5"/>
                  </a:moveTo>
                  <a:cubicBezTo>
                    <a:pt x="22" y="5"/>
                    <a:pt x="21" y="6"/>
                    <a:pt x="20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7" y="12"/>
                    <a:pt x="17" y="16"/>
                    <a:pt x="17" y="18"/>
                  </a:cubicBezTo>
                  <a:cubicBezTo>
                    <a:pt x="20" y="18"/>
                    <a:pt x="20" y="19"/>
                    <a:pt x="21" y="21"/>
                  </a:cubicBezTo>
                  <a:cubicBezTo>
                    <a:pt x="21" y="17"/>
                    <a:pt x="23" y="14"/>
                    <a:pt x="23" y="10"/>
                  </a:cubicBezTo>
                  <a:cubicBezTo>
                    <a:pt x="24" y="9"/>
                    <a:pt x="24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lose/>
                  <a:moveTo>
                    <a:pt x="20" y="22"/>
                  </a:moveTo>
                  <a:cubicBezTo>
                    <a:pt x="19" y="24"/>
                    <a:pt x="18" y="25"/>
                    <a:pt x="17" y="26"/>
                  </a:cubicBezTo>
                  <a:cubicBezTo>
                    <a:pt x="16" y="29"/>
                    <a:pt x="16" y="32"/>
                    <a:pt x="16" y="35"/>
                  </a:cubicBezTo>
                  <a:cubicBezTo>
                    <a:pt x="17" y="35"/>
                    <a:pt x="18" y="36"/>
                    <a:pt x="19" y="35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20" y="31"/>
                    <a:pt x="21" y="23"/>
                    <a:pt x="2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0" name="íşlïḑe"/>
            <p:cNvSpPr/>
            <p:nvPr/>
          </p:nvSpPr>
          <p:spPr bwMode="auto">
            <a:xfrm>
              <a:off x="7505700" y="3190875"/>
              <a:ext cx="41275" cy="71438"/>
            </a:xfrm>
            <a:custGeom>
              <a:avLst/>
              <a:gdLst>
                <a:gd name="T0" fmla="*/ 0 w 8"/>
                <a:gd name="T1" fmla="*/ 0 h 13"/>
                <a:gd name="T2" fmla="*/ 1 w 8"/>
                <a:gd name="T3" fmla="*/ 0 h 13"/>
                <a:gd name="T4" fmla="*/ 7 w 8"/>
                <a:gd name="T5" fmla="*/ 6 h 13"/>
                <a:gd name="T6" fmla="*/ 7 w 8"/>
                <a:gd name="T7" fmla="*/ 11 h 13"/>
                <a:gd name="T8" fmla="*/ 5 w 8"/>
                <a:gd name="T9" fmla="*/ 12 h 13"/>
                <a:gd name="T10" fmla="*/ 3 w 8"/>
                <a:gd name="T11" fmla="*/ 12 h 13"/>
                <a:gd name="T12" fmla="*/ 0 w 8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2"/>
                    <a:pt x="6" y="4"/>
                    <a:pt x="7" y="6"/>
                  </a:cubicBezTo>
                  <a:cubicBezTo>
                    <a:pt x="7" y="8"/>
                    <a:pt x="8" y="10"/>
                    <a:pt x="7" y="11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1" name="ïślîḓe"/>
            <p:cNvSpPr/>
            <p:nvPr/>
          </p:nvSpPr>
          <p:spPr bwMode="auto">
            <a:xfrm>
              <a:off x="7569200" y="3325813"/>
              <a:ext cx="85725" cy="38100"/>
            </a:xfrm>
            <a:custGeom>
              <a:avLst/>
              <a:gdLst>
                <a:gd name="T0" fmla="*/ 0 w 16"/>
                <a:gd name="T1" fmla="*/ 3 h 7"/>
                <a:gd name="T2" fmla="*/ 9 w 16"/>
                <a:gd name="T3" fmla="*/ 2 h 7"/>
                <a:gd name="T4" fmla="*/ 12 w 16"/>
                <a:gd name="T5" fmla="*/ 0 h 7"/>
                <a:gd name="T6" fmla="*/ 16 w 16"/>
                <a:gd name="T7" fmla="*/ 0 h 7"/>
                <a:gd name="T8" fmla="*/ 16 w 16"/>
                <a:gd name="T9" fmla="*/ 2 h 7"/>
                <a:gd name="T10" fmla="*/ 15 w 16"/>
                <a:gd name="T11" fmla="*/ 4 h 7"/>
                <a:gd name="T12" fmla="*/ 11 w 16"/>
                <a:gd name="T13" fmla="*/ 7 h 7"/>
                <a:gd name="T14" fmla="*/ 7 w 16"/>
                <a:gd name="T15" fmla="*/ 7 h 7"/>
                <a:gd name="T16" fmla="*/ 7 w 16"/>
                <a:gd name="T17" fmla="*/ 6 h 7"/>
                <a:gd name="T18" fmla="*/ 9 w 16"/>
                <a:gd name="T19" fmla="*/ 5 h 7"/>
                <a:gd name="T20" fmla="*/ 9 w 16"/>
                <a:gd name="T21" fmla="*/ 5 h 7"/>
                <a:gd name="T22" fmla="*/ 8 w 16"/>
                <a:gd name="T23" fmla="*/ 5 h 7"/>
                <a:gd name="T24" fmla="*/ 0 w 16"/>
                <a:gd name="T2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7">
                  <a:moveTo>
                    <a:pt x="0" y="3"/>
                  </a:moveTo>
                  <a:cubicBezTo>
                    <a:pt x="3" y="3"/>
                    <a:pt x="6" y="3"/>
                    <a:pt x="9" y="2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4" y="0"/>
                    <a:pt x="16" y="0"/>
                  </a:cubicBezTo>
                  <a:cubicBezTo>
                    <a:pt x="16" y="0"/>
                    <a:pt x="16" y="1"/>
                    <a:pt x="16" y="2"/>
                  </a:cubicBezTo>
                  <a:cubicBezTo>
                    <a:pt x="15" y="2"/>
                    <a:pt x="15" y="3"/>
                    <a:pt x="15" y="4"/>
                  </a:cubicBezTo>
                  <a:cubicBezTo>
                    <a:pt x="14" y="5"/>
                    <a:pt x="12" y="6"/>
                    <a:pt x="11" y="7"/>
                  </a:cubicBezTo>
                  <a:cubicBezTo>
                    <a:pt x="10" y="7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6" y="7"/>
                    <a:pt x="0" y="6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2" name="iśľîḑè"/>
            <p:cNvSpPr/>
            <p:nvPr/>
          </p:nvSpPr>
          <p:spPr bwMode="auto">
            <a:xfrm>
              <a:off x="7510463" y="3352800"/>
              <a:ext cx="207963" cy="184150"/>
            </a:xfrm>
            <a:custGeom>
              <a:avLst/>
              <a:gdLst>
                <a:gd name="T0" fmla="*/ 25 w 39"/>
                <a:gd name="T1" fmla="*/ 7 h 34"/>
                <a:gd name="T2" fmla="*/ 25 w 39"/>
                <a:gd name="T3" fmla="*/ 7 h 34"/>
                <a:gd name="T4" fmla="*/ 27 w 39"/>
                <a:gd name="T5" fmla="*/ 6 h 34"/>
                <a:gd name="T6" fmla="*/ 27 w 39"/>
                <a:gd name="T7" fmla="*/ 5 h 34"/>
                <a:gd name="T8" fmla="*/ 24 w 39"/>
                <a:gd name="T9" fmla="*/ 6 h 34"/>
                <a:gd name="T10" fmla="*/ 24 w 39"/>
                <a:gd name="T11" fmla="*/ 7 h 34"/>
                <a:gd name="T12" fmla="*/ 25 w 39"/>
                <a:gd name="T13" fmla="*/ 13 h 34"/>
                <a:gd name="T14" fmla="*/ 26 w 39"/>
                <a:gd name="T15" fmla="*/ 25 h 34"/>
                <a:gd name="T16" fmla="*/ 25 w 39"/>
                <a:gd name="T17" fmla="*/ 32 h 34"/>
                <a:gd name="T18" fmla="*/ 24 w 39"/>
                <a:gd name="T19" fmla="*/ 33 h 34"/>
                <a:gd name="T20" fmla="*/ 21 w 39"/>
                <a:gd name="T21" fmla="*/ 33 h 34"/>
                <a:gd name="T22" fmla="*/ 17 w 39"/>
                <a:gd name="T23" fmla="*/ 31 h 34"/>
                <a:gd name="T24" fmla="*/ 5 w 39"/>
                <a:gd name="T25" fmla="*/ 24 h 34"/>
                <a:gd name="T26" fmla="*/ 0 w 39"/>
                <a:gd name="T27" fmla="*/ 21 h 34"/>
                <a:gd name="T28" fmla="*/ 8 w 39"/>
                <a:gd name="T29" fmla="*/ 23 h 34"/>
                <a:gd name="T30" fmla="*/ 15 w 39"/>
                <a:gd name="T31" fmla="*/ 24 h 34"/>
                <a:gd name="T32" fmla="*/ 19 w 39"/>
                <a:gd name="T33" fmla="*/ 25 h 34"/>
                <a:gd name="T34" fmla="*/ 20 w 39"/>
                <a:gd name="T35" fmla="*/ 18 h 34"/>
                <a:gd name="T36" fmla="*/ 21 w 39"/>
                <a:gd name="T37" fmla="*/ 7 h 34"/>
                <a:gd name="T38" fmla="*/ 21 w 39"/>
                <a:gd name="T39" fmla="*/ 7 h 34"/>
                <a:gd name="T40" fmla="*/ 17 w 39"/>
                <a:gd name="T41" fmla="*/ 9 h 34"/>
                <a:gd name="T42" fmla="*/ 5 w 39"/>
                <a:gd name="T43" fmla="*/ 13 h 34"/>
                <a:gd name="T44" fmla="*/ 3 w 39"/>
                <a:gd name="T45" fmla="*/ 9 h 34"/>
                <a:gd name="T46" fmla="*/ 7 w 39"/>
                <a:gd name="T47" fmla="*/ 10 h 34"/>
                <a:gd name="T48" fmla="*/ 11 w 39"/>
                <a:gd name="T49" fmla="*/ 8 h 34"/>
                <a:gd name="T50" fmla="*/ 19 w 39"/>
                <a:gd name="T51" fmla="*/ 4 h 34"/>
                <a:gd name="T52" fmla="*/ 29 w 39"/>
                <a:gd name="T53" fmla="*/ 2 h 34"/>
                <a:gd name="T54" fmla="*/ 33 w 39"/>
                <a:gd name="T55" fmla="*/ 0 h 34"/>
                <a:gd name="T56" fmla="*/ 37 w 39"/>
                <a:gd name="T57" fmla="*/ 1 h 34"/>
                <a:gd name="T58" fmla="*/ 39 w 39"/>
                <a:gd name="T59" fmla="*/ 3 h 34"/>
                <a:gd name="T60" fmla="*/ 39 w 39"/>
                <a:gd name="T61" fmla="*/ 5 h 34"/>
                <a:gd name="T62" fmla="*/ 25 w 39"/>
                <a:gd name="T6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" h="34"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7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6" y="8"/>
                    <a:pt x="25" y="10"/>
                    <a:pt x="25" y="13"/>
                  </a:cubicBezTo>
                  <a:cubicBezTo>
                    <a:pt x="26" y="17"/>
                    <a:pt x="26" y="21"/>
                    <a:pt x="26" y="25"/>
                  </a:cubicBezTo>
                  <a:cubicBezTo>
                    <a:pt x="26" y="26"/>
                    <a:pt x="26" y="31"/>
                    <a:pt x="25" y="32"/>
                  </a:cubicBezTo>
                  <a:cubicBezTo>
                    <a:pt x="25" y="32"/>
                    <a:pt x="25" y="33"/>
                    <a:pt x="24" y="33"/>
                  </a:cubicBezTo>
                  <a:cubicBezTo>
                    <a:pt x="23" y="34"/>
                    <a:pt x="22" y="33"/>
                    <a:pt x="21" y="33"/>
                  </a:cubicBezTo>
                  <a:cubicBezTo>
                    <a:pt x="20" y="32"/>
                    <a:pt x="18" y="32"/>
                    <a:pt x="17" y="31"/>
                  </a:cubicBezTo>
                  <a:cubicBezTo>
                    <a:pt x="13" y="29"/>
                    <a:pt x="8" y="26"/>
                    <a:pt x="5" y="24"/>
                  </a:cubicBezTo>
                  <a:cubicBezTo>
                    <a:pt x="3" y="23"/>
                    <a:pt x="0" y="23"/>
                    <a:pt x="0" y="21"/>
                  </a:cubicBezTo>
                  <a:cubicBezTo>
                    <a:pt x="3" y="21"/>
                    <a:pt x="5" y="23"/>
                    <a:pt x="8" y="23"/>
                  </a:cubicBezTo>
                  <a:cubicBezTo>
                    <a:pt x="10" y="24"/>
                    <a:pt x="12" y="24"/>
                    <a:pt x="15" y="24"/>
                  </a:cubicBezTo>
                  <a:cubicBezTo>
                    <a:pt x="16" y="24"/>
                    <a:pt x="19" y="25"/>
                    <a:pt x="19" y="25"/>
                  </a:cubicBezTo>
                  <a:cubicBezTo>
                    <a:pt x="21" y="23"/>
                    <a:pt x="20" y="21"/>
                    <a:pt x="20" y="18"/>
                  </a:cubicBezTo>
                  <a:cubicBezTo>
                    <a:pt x="21" y="16"/>
                    <a:pt x="22" y="9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8"/>
                    <a:pt x="18" y="9"/>
                    <a:pt x="17" y="9"/>
                  </a:cubicBezTo>
                  <a:cubicBezTo>
                    <a:pt x="14" y="11"/>
                    <a:pt x="10" y="14"/>
                    <a:pt x="5" y="13"/>
                  </a:cubicBezTo>
                  <a:cubicBezTo>
                    <a:pt x="4" y="12"/>
                    <a:pt x="3" y="11"/>
                    <a:pt x="3" y="9"/>
                  </a:cubicBezTo>
                  <a:cubicBezTo>
                    <a:pt x="4" y="9"/>
                    <a:pt x="5" y="10"/>
                    <a:pt x="7" y="10"/>
                  </a:cubicBezTo>
                  <a:cubicBezTo>
                    <a:pt x="8" y="9"/>
                    <a:pt x="10" y="8"/>
                    <a:pt x="11" y="8"/>
                  </a:cubicBezTo>
                  <a:cubicBezTo>
                    <a:pt x="14" y="6"/>
                    <a:pt x="17" y="5"/>
                    <a:pt x="19" y="4"/>
                  </a:cubicBezTo>
                  <a:cubicBezTo>
                    <a:pt x="22" y="3"/>
                    <a:pt x="25" y="3"/>
                    <a:pt x="29" y="2"/>
                  </a:cubicBezTo>
                  <a:cubicBezTo>
                    <a:pt x="30" y="1"/>
                    <a:pt x="31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8" y="2"/>
                    <a:pt x="38" y="2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6" y="7"/>
                    <a:pt x="30" y="8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3" name="iŝ1iḍe"/>
            <p:cNvSpPr/>
            <p:nvPr/>
          </p:nvSpPr>
          <p:spPr bwMode="auto">
            <a:xfrm>
              <a:off x="7472363" y="3055938"/>
              <a:ext cx="315913" cy="334963"/>
            </a:xfrm>
            <a:custGeom>
              <a:avLst/>
              <a:gdLst>
                <a:gd name="T0" fmla="*/ 41 w 59"/>
                <a:gd name="T1" fmla="*/ 7 h 62"/>
                <a:gd name="T2" fmla="*/ 31 w 59"/>
                <a:gd name="T3" fmla="*/ 15 h 62"/>
                <a:gd name="T4" fmla="*/ 29 w 59"/>
                <a:gd name="T5" fmla="*/ 18 h 62"/>
                <a:gd name="T6" fmla="*/ 48 w 59"/>
                <a:gd name="T7" fmla="*/ 10 h 62"/>
                <a:gd name="T8" fmla="*/ 57 w 59"/>
                <a:gd name="T9" fmla="*/ 10 h 62"/>
                <a:gd name="T10" fmla="*/ 43 w 59"/>
                <a:gd name="T11" fmla="*/ 30 h 62"/>
                <a:gd name="T12" fmla="*/ 39 w 59"/>
                <a:gd name="T13" fmla="*/ 37 h 62"/>
                <a:gd name="T14" fmla="*/ 51 w 59"/>
                <a:gd name="T15" fmla="*/ 34 h 62"/>
                <a:gd name="T16" fmla="*/ 52 w 59"/>
                <a:gd name="T17" fmla="*/ 41 h 62"/>
                <a:gd name="T18" fmla="*/ 38 w 59"/>
                <a:gd name="T19" fmla="*/ 46 h 62"/>
                <a:gd name="T20" fmla="*/ 26 w 59"/>
                <a:gd name="T21" fmla="*/ 48 h 62"/>
                <a:gd name="T22" fmla="*/ 45 w 59"/>
                <a:gd name="T23" fmla="*/ 40 h 62"/>
                <a:gd name="T24" fmla="*/ 50 w 59"/>
                <a:gd name="T25" fmla="*/ 36 h 62"/>
                <a:gd name="T26" fmla="*/ 39 w 59"/>
                <a:gd name="T27" fmla="*/ 39 h 62"/>
                <a:gd name="T28" fmla="*/ 33 w 59"/>
                <a:gd name="T29" fmla="*/ 42 h 62"/>
                <a:gd name="T30" fmla="*/ 26 w 59"/>
                <a:gd name="T31" fmla="*/ 43 h 62"/>
                <a:gd name="T32" fmla="*/ 2 w 59"/>
                <a:gd name="T33" fmla="*/ 62 h 62"/>
                <a:gd name="T34" fmla="*/ 1 w 59"/>
                <a:gd name="T35" fmla="*/ 56 h 62"/>
                <a:gd name="T36" fmla="*/ 9 w 59"/>
                <a:gd name="T37" fmla="*/ 45 h 62"/>
                <a:gd name="T38" fmla="*/ 3 w 59"/>
                <a:gd name="T39" fmla="*/ 57 h 62"/>
                <a:gd name="T40" fmla="*/ 7 w 59"/>
                <a:gd name="T41" fmla="*/ 54 h 62"/>
                <a:gd name="T42" fmla="*/ 20 w 59"/>
                <a:gd name="T43" fmla="*/ 44 h 62"/>
                <a:gd name="T44" fmla="*/ 28 w 59"/>
                <a:gd name="T45" fmla="*/ 40 h 62"/>
                <a:gd name="T46" fmla="*/ 23 w 59"/>
                <a:gd name="T47" fmla="*/ 34 h 62"/>
                <a:gd name="T48" fmla="*/ 15 w 59"/>
                <a:gd name="T49" fmla="*/ 40 h 62"/>
                <a:gd name="T50" fmla="*/ 20 w 59"/>
                <a:gd name="T51" fmla="*/ 31 h 62"/>
                <a:gd name="T52" fmla="*/ 15 w 59"/>
                <a:gd name="T53" fmla="*/ 30 h 62"/>
                <a:gd name="T54" fmla="*/ 13 w 59"/>
                <a:gd name="T55" fmla="*/ 18 h 62"/>
                <a:gd name="T56" fmla="*/ 12 w 59"/>
                <a:gd name="T57" fmla="*/ 14 h 62"/>
                <a:gd name="T58" fmla="*/ 18 w 59"/>
                <a:gd name="T59" fmla="*/ 22 h 62"/>
                <a:gd name="T60" fmla="*/ 21 w 59"/>
                <a:gd name="T61" fmla="*/ 29 h 62"/>
                <a:gd name="T62" fmla="*/ 23 w 59"/>
                <a:gd name="T63" fmla="*/ 16 h 62"/>
                <a:gd name="T64" fmla="*/ 35 w 59"/>
                <a:gd name="T65" fmla="*/ 3 h 62"/>
                <a:gd name="T66" fmla="*/ 52 w 59"/>
                <a:gd name="T67" fmla="*/ 11 h 62"/>
                <a:gd name="T68" fmla="*/ 35 w 59"/>
                <a:gd name="T69" fmla="*/ 17 h 62"/>
                <a:gd name="T70" fmla="*/ 40 w 59"/>
                <a:gd name="T71" fmla="*/ 28 h 62"/>
                <a:gd name="T72" fmla="*/ 40 w 59"/>
                <a:gd name="T73" fmla="*/ 28 h 62"/>
                <a:gd name="T74" fmla="*/ 49 w 59"/>
                <a:gd name="T75" fmla="*/ 17 h 62"/>
                <a:gd name="T76" fmla="*/ 39 w 59"/>
                <a:gd name="T77" fmla="*/ 29 h 62"/>
                <a:gd name="T78" fmla="*/ 30 w 59"/>
                <a:gd name="T79" fmla="*/ 32 h 62"/>
                <a:gd name="T80" fmla="*/ 32 w 59"/>
                <a:gd name="T81" fmla="*/ 38 h 62"/>
                <a:gd name="T82" fmla="*/ 39 w 59"/>
                <a:gd name="T83" fmla="*/ 29 h 62"/>
                <a:gd name="T84" fmla="*/ 29 w 59"/>
                <a:gd name="T85" fmla="*/ 28 h 62"/>
                <a:gd name="T86" fmla="*/ 30 w 59"/>
                <a:gd name="T87" fmla="*/ 30 h 62"/>
                <a:gd name="T88" fmla="*/ 35 w 59"/>
                <a:gd name="T89" fmla="*/ 20 h 62"/>
                <a:gd name="T90" fmla="*/ 31 w 59"/>
                <a:gd name="T91" fmla="*/ 19 h 62"/>
                <a:gd name="T92" fmla="*/ 31 w 59"/>
                <a:gd name="T93" fmla="*/ 24 h 62"/>
                <a:gd name="T94" fmla="*/ 28 w 59"/>
                <a:gd name="T95" fmla="*/ 31 h 62"/>
                <a:gd name="T96" fmla="*/ 28 w 59"/>
                <a:gd name="T97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62">
                  <a:moveTo>
                    <a:pt x="33" y="0"/>
                  </a:moveTo>
                  <a:cubicBezTo>
                    <a:pt x="37" y="0"/>
                    <a:pt x="41" y="3"/>
                    <a:pt x="41" y="7"/>
                  </a:cubicBezTo>
                  <a:cubicBezTo>
                    <a:pt x="40" y="8"/>
                    <a:pt x="39" y="9"/>
                    <a:pt x="38" y="10"/>
                  </a:cubicBezTo>
                  <a:cubicBezTo>
                    <a:pt x="36" y="12"/>
                    <a:pt x="34" y="13"/>
                    <a:pt x="31" y="15"/>
                  </a:cubicBezTo>
                  <a:cubicBezTo>
                    <a:pt x="30" y="15"/>
                    <a:pt x="28" y="16"/>
                    <a:pt x="28" y="17"/>
                  </a:cubicBezTo>
                  <a:cubicBezTo>
                    <a:pt x="28" y="17"/>
                    <a:pt x="29" y="18"/>
                    <a:pt x="29" y="18"/>
                  </a:cubicBezTo>
                  <a:cubicBezTo>
                    <a:pt x="31" y="17"/>
                    <a:pt x="32" y="16"/>
                    <a:pt x="34" y="15"/>
                  </a:cubicBezTo>
                  <a:cubicBezTo>
                    <a:pt x="39" y="13"/>
                    <a:pt x="43" y="11"/>
                    <a:pt x="48" y="10"/>
                  </a:cubicBezTo>
                  <a:cubicBezTo>
                    <a:pt x="51" y="9"/>
                    <a:pt x="54" y="8"/>
                    <a:pt x="57" y="9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7" y="14"/>
                    <a:pt x="53" y="16"/>
                    <a:pt x="51" y="19"/>
                  </a:cubicBezTo>
                  <a:cubicBezTo>
                    <a:pt x="48" y="22"/>
                    <a:pt x="46" y="26"/>
                    <a:pt x="43" y="30"/>
                  </a:cubicBezTo>
                  <a:cubicBezTo>
                    <a:pt x="43" y="31"/>
                    <a:pt x="43" y="31"/>
                    <a:pt x="42" y="32"/>
                  </a:cubicBezTo>
                  <a:cubicBezTo>
                    <a:pt x="41" y="33"/>
                    <a:pt x="40" y="35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2" y="35"/>
                    <a:pt x="49" y="34"/>
                    <a:pt x="51" y="34"/>
                  </a:cubicBezTo>
                  <a:cubicBezTo>
                    <a:pt x="53" y="33"/>
                    <a:pt x="56" y="34"/>
                    <a:pt x="56" y="35"/>
                  </a:cubicBezTo>
                  <a:cubicBezTo>
                    <a:pt x="59" y="37"/>
                    <a:pt x="54" y="40"/>
                    <a:pt x="52" y="41"/>
                  </a:cubicBezTo>
                  <a:cubicBezTo>
                    <a:pt x="50" y="43"/>
                    <a:pt x="46" y="44"/>
                    <a:pt x="43" y="45"/>
                  </a:cubicBezTo>
                  <a:cubicBezTo>
                    <a:pt x="41" y="45"/>
                    <a:pt x="39" y="45"/>
                    <a:pt x="38" y="46"/>
                  </a:cubicBezTo>
                  <a:cubicBezTo>
                    <a:pt x="34" y="47"/>
                    <a:pt x="31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7" y="47"/>
                    <a:pt x="29" y="47"/>
                    <a:pt x="30" y="46"/>
                  </a:cubicBezTo>
                  <a:cubicBezTo>
                    <a:pt x="34" y="44"/>
                    <a:pt x="40" y="42"/>
                    <a:pt x="45" y="40"/>
                  </a:cubicBezTo>
                  <a:cubicBezTo>
                    <a:pt x="47" y="39"/>
                    <a:pt x="50" y="38"/>
                    <a:pt x="51" y="36"/>
                  </a:cubicBezTo>
                  <a:cubicBezTo>
                    <a:pt x="51" y="36"/>
                    <a:pt x="50" y="36"/>
                    <a:pt x="50" y="36"/>
                  </a:cubicBezTo>
                  <a:cubicBezTo>
                    <a:pt x="49" y="37"/>
                    <a:pt x="48" y="37"/>
                    <a:pt x="47" y="37"/>
                  </a:cubicBezTo>
                  <a:cubicBezTo>
                    <a:pt x="45" y="38"/>
                    <a:pt x="42" y="38"/>
                    <a:pt x="39" y="39"/>
                  </a:cubicBezTo>
                  <a:cubicBezTo>
                    <a:pt x="38" y="39"/>
                    <a:pt x="37" y="40"/>
                    <a:pt x="36" y="40"/>
                  </a:cubicBezTo>
                  <a:cubicBezTo>
                    <a:pt x="35" y="41"/>
                    <a:pt x="34" y="42"/>
                    <a:pt x="33" y="42"/>
                  </a:cubicBezTo>
                  <a:cubicBezTo>
                    <a:pt x="31" y="43"/>
                    <a:pt x="30" y="42"/>
                    <a:pt x="29" y="42"/>
                  </a:cubicBezTo>
                  <a:cubicBezTo>
                    <a:pt x="28" y="42"/>
                    <a:pt x="27" y="43"/>
                    <a:pt x="26" y="43"/>
                  </a:cubicBezTo>
                  <a:cubicBezTo>
                    <a:pt x="22" y="45"/>
                    <a:pt x="18" y="46"/>
                    <a:pt x="15" y="48"/>
                  </a:cubicBezTo>
                  <a:cubicBezTo>
                    <a:pt x="11" y="51"/>
                    <a:pt x="8" y="60"/>
                    <a:pt x="2" y="62"/>
                  </a:cubicBezTo>
                  <a:cubicBezTo>
                    <a:pt x="1" y="62"/>
                    <a:pt x="0" y="62"/>
                    <a:pt x="0" y="61"/>
                  </a:cubicBezTo>
                  <a:cubicBezTo>
                    <a:pt x="0" y="60"/>
                    <a:pt x="0" y="57"/>
                    <a:pt x="1" y="56"/>
                  </a:cubicBezTo>
                  <a:cubicBezTo>
                    <a:pt x="3" y="53"/>
                    <a:pt x="5" y="50"/>
                    <a:pt x="7" y="47"/>
                  </a:cubicBezTo>
                  <a:cubicBezTo>
                    <a:pt x="8" y="46"/>
                    <a:pt x="8" y="45"/>
                    <a:pt x="9" y="45"/>
                  </a:cubicBezTo>
                  <a:cubicBezTo>
                    <a:pt x="9" y="46"/>
                    <a:pt x="8" y="47"/>
                    <a:pt x="8" y="48"/>
                  </a:cubicBezTo>
                  <a:cubicBezTo>
                    <a:pt x="6" y="51"/>
                    <a:pt x="4" y="5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9" y="52"/>
                    <a:pt x="10" y="50"/>
                    <a:pt x="12" y="49"/>
                  </a:cubicBezTo>
                  <a:cubicBezTo>
                    <a:pt x="15" y="47"/>
                    <a:pt x="17" y="45"/>
                    <a:pt x="20" y="44"/>
                  </a:cubicBezTo>
                  <a:cubicBezTo>
                    <a:pt x="22" y="43"/>
                    <a:pt x="24" y="42"/>
                    <a:pt x="26" y="41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6" y="36"/>
                    <a:pt x="25" y="35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0" y="36"/>
                    <a:pt x="19" y="40"/>
                    <a:pt x="15" y="40"/>
                  </a:cubicBezTo>
                  <a:cubicBezTo>
                    <a:pt x="15" y="40"/>
                    <a:pt x="15" y="40"/>
                    <a:pt x="15" y="39"/>
                  </a:cubicBezTo>
                  <a:cubicBezTo>
                    <a:pt x="17" y="38"/>
                    <a:pt x="20" y="34"/>
                    <a:pt x="20" y="31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8" y="31"/>
                    <a:pt x="15" y="32"/>
                    <a:pt x="15" y="30"/>
                  </a:cubicBezTo>
                  <a:cubicBezTo>
                    <a:pt x="16" y="29"/>
                    <a:pt x="15" y="27"/>
                    <a:pt x="15" y="26"/>
                  </a:cubicBezTo>
                  <a:cubicBezTo>
                    <a:pt x="14" y="23"/>
                    <a:pt x="14" y="21"/>
                    <a:pt x="13" y="18"/>
                  </a:cubicBezTo>
                  <a:cubicBezTo>
                    <a:pt x="12" y="17"/>
                    <a:pt x="12" y="16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6" y="18"/>
                    <a:pt x="17" y="20"/>
                    <a:pt x="18" y="22"/>
                  </a:cubicBezTo>
                  <a:cubicBezTo>
                    <a:pt x="19" y="23"/>
                    <a:pt x="20" y="25"/>
                    <a:pt x="21" y="27"/>
                  </a:cubicBezTo>
                  <a:cubicBezTo>
                    <a:pt x="21" y="28"/>
                    <a:pt x="21" y="28"/>
                    <a:pt x="21" y="29"/>
                  </a:cubicBezTo>
                  <a:cubicBezTo>
                    <a:pt x="23" y="27"/>
                    <a:pt x="25" y="24"/>
                    <a:pt x="25" y="21"/>
                  </a:cubicBezTo>
                  <a:cubicBezTo>
                    <a:pt x="24" y="20"/>
                    <a:pt x="23" y="18"/>
                    <a:pt x="23" y="16"/>
                  </a:cubicBezTo>
                  <a:cubicBezTo>
                    <a:pt x="24" y="16"/>
                    <a:pt x="25" y="16"/>
                    <a:pt x="26" y="17"/>
                  </a:cubicBezTo>
                  <a:cubicBezTo>
                    <a:pt x="28" y="13"/>
                    <a:pt x="34" y="7"/>
                    <a:pt x="35" y="3"/>
                  </a:cubicBezTo>
                  <a:cubicBezTo>
                    <a:pt x="34" y="2"/>
                    <a:pt x="33" y="1"/>
                    <a:pt x="33" y="0"/>
                  </a:cubicBezTo>
                  <a:close/>
                  <a:moveTo>
                    <a:pt x="52" y="11"/>
                  </a:moveTo>
                  <a:cubicBezTo>
                    <a:pt x="47" y="11"/>
                    <a:pt x="44" y="13"/>
                    <a:pt x="41" y="15"/>
                  </a:cubicBezTo>
                  <a:cubicBezTo>
                    <a:pt x="39" y="16"/>
                    <a:pt x="37" y="16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8" y="20"/>
                    <a:pt x="41" y="22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2" y="25"/>
                    <a:pt x="43" y="24"/>
                  </a:cubicBezTo>
                  <a:cubicBezTo>
                    <a:pt x="45" y="22"/>
                    <a:pt x="47" y="19"/>
                    <a:pt x="49" y="17"/>
                  </a:cubicBezTo>
                  <a:cubicBezTo>
                    <a:pt x="50" y="15"/>
                    <a:pt x="51" y="13"/>
                    <a:pt x="52" y="11"/>
                  </a:cubicBezTo>
                  <a:close/>
                  <a:moveTo>
                    <a:pt x="39" y="29"/>
                  </a:moveTo>
                  <a:cubicBezTo>
                    <a:pt x="39" y="29"/>
                    <a:pt x="33" y="31"/>
                    <a:pt x="33" y="32"/>
                  </a:cubicBezTo>
                  <a:cubicBezTo>
                    <a:pt x="32" y="32"/>
                    <a:pt x="30" y="32"/>
                    <a:pt x="30" y="32"/>
                  </a:cubicBezTo>
                  <a:cubicBezTo>
                    <a:pt x="30" y="33"/>
                    <a:pt x="30" y="34"/>
                    <a:pt x="30" y="34"/>
                  </a:cubicBezTo>
                  <a:cubicBezTo>
                    <a:pt x="31" y="36"/>
                    <a:pt x="30" y="37"/>
                    <a:pt x="32" y="38"/>
                  </a:cubicBezTo>
                  <a:cubicBezTo>
                    <a:pt x="34" y="34"/>
                    <a:pt x="37" y="32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lose/>
                  <a:moveTo>
                    <a:pt x="28" y="28"/>
                  </a:moveTo>
                  <a:cubicBezTo>
                    <a:pt x="28" y="28"/>
                    <a:pt x="29" y="28"/>
                    <a:pt x="29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9"/>
                    <a:pt x="29" y="30"/>
                    <a:pt x="30" y="30"/>
                  </a:cubicBezTo>
                  <a:cubicBezTo>
                    <a:pt x="32" y="28"/>
                    <a:pt x="37" y="28"/>
                    <a:pt x="37" y="24"/>
                  </a:cubicBezTo>
                  <a:cubicBezTo>
                    <a:pt x="36" y="23"/>
                    <a:pt x="36" y="21"/>
                    <a:pt x="35" y="20"/>
                  </a:cubicBezTo>
                  <a:cubicBezTo>
                    <a:pt x="35" y="19"/>
                    <a:pt x="34" y="19"/>
                    <a:pt x="33" y="18"/>
                  </a:cubicBezTo>
                  <a:cubicBezTo>
                    <a:pt x="33" y="18"/>
                    <a:pt x="32" y="18"/>
                    <a:pt x="31" y="19"/>
                  </a:cubicBezTo>
                  <a:cubicBezTo>
                    <a:pt x="32" y="19"/>
                    <a:pt x="34" y="21"/>
                    <a:pt x="33" y="22"/>
                  </a:cubicBezTo>
                  <a:cubicBezTo>
                    <a:pt x="33" y="23"/>
                    <a:pt x="32" y="23"/>
                    <a:pt x="31" y="24"/>
                  </a:cubicBezTo>
                  <a:cubicBezTo>
                    <a:pt x="30" y="25"/>
                    <a:pt x="27" y="28"/>
                    <a:pt x="27" y="30"/>
                  </a:cubicBezTo>
                  <a:cubicBezTo>
                    <a:pt x="27" y="30"/>
                    <a:pt x="27" y="31"/>
                    <a:pt x="28" y="31"/>
                  </a:cubicBezTo>
                  <a:cubicBezTo>
                    <a:pt x="28" y="31"/>
                    <a:pt x="28" y="31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29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4" name="ïŝḷîďé"/>
            <p:cNvSpPr/>
            <p:nvPr/>
          </p:nvSpPr>
          <p:spPr bwMode="auto">
            <a:xfrm>
              <a:off x="6002338" y="3148013"/>
              <a:ext cx="223838" cy="346075"/>
            </a:xfrm>
            <a:custGeom>
              <a:avLst/>
              <a:gdLst>
                <a:gd name="T0" fmla="*/ 31 w 42"/>
                <a:gd name="T1" fmla="*/ 43 h 64"/>
                <a:gd name="T2" fmla="*/ 33 w 42"/>
                <a:gd name="T3" fmla="*/ 34 h 64"/>
                <a:gd name="T4" fmla="*/ 32 w 42"/>
                <a:gd name="T5" fmla="*/ 28 h 64"/>
                <a:gd name="T6" fmla="*/ 29 w 42"/>
                <a:gd name="T7" fmla="*/ 29 h 64"/>
                <a:gd name="T8" fmla="*/ 23 w 42"/>
                <a:gd name="T9" fmla="*/ 34 h 64"/>
                <a:gd name="T10" fmla="*/ 23 w 42"/>
                <a:gd name="T11" fmla="*/ 40 h 64"/>
                <a:gd name="T12" fmla="*/ 11 w 42"/>
                <a:gd name="T13" fmla="*/ 45 h 64"/>
                <a:gd name="T14" fmla="*/ 1 w 42"/>
                <a:gd name="T15" fmla="*/ 44 h 64"/>
                <a:gd name="T16" fmla="*/ 1 w 42"/>
                <a:gd name="T17" fmla="*/ 40 h 64"/>
                <a:gd name="T18" fmla="*/ 6 w 42"/>
                <a:gd name="T19" fmla="*/ 39 h 64"/>
                <a:gd name="T20" fmla="*/ 13 w 42"/>
                <a:gd name="T21" fmla="*/ 34 h 64"/>
                <a:gd name="T22" fmla="*/ 11 w 42"/>
                <a:gd name="T23" fmla="*/ 31 h 64"/>
                <a:gd name="T24" fmla="*/ 6 w 42"/>
                <a:gd name="T25" fmla="*/ 33 h 64"/>
                <a:gd name="T26" fmla="*/ 1 w 42"/>
                <a:gd name="T27" fmla="*/ 29 h 64"/>
                <a:gd name="T28" fmla="*/ 1 w 42"/>
                <a:gd name="T29" fmla="*/ 28 h 64"/>
                <a:gd name="T30" fmla="*/ 5 w 42"/>
                <a:gd name="T31" fmla="*/ 26 h 64"/>
                <a:gd name="T32" fmla="*/ 8 w 42"/>
                <a:gd name="T33" fmla="*/ 25 h 64"/>
                <a:gd name="T34" fmla="*/ 17 w 42"/>
                <a:gd name="T35" fmla="*/ 21 h 64"/>
                <a:gd name="T36" fmla="*/ 21 w 42"/>
                <a:gd name="T37" fmla="*/ 12 h 64"/>
                <a:gd name="T38" fmla="*/ 22 w 42"/>
                <a:gd name="T39" fmla="*/ 8 h 64"/>
                <a:gd name="T40" fmla="*/ 25 w 42"/>
                <a:gd name="T41" fmla="*/ 0 h 64"/>
                <a:gd name="T42" fmla="*/ 28 w 42"/>
                <a:gd name="T43" fmla="*/ 1 h 64"/>
                <a:gd name="T44" fmla="*/ 29 w 42"/>
                <a:gd name="T45" fmla="*/ 13 h 64"/>
                <a:gd name="T46" fmla="*/ 33 w 42"/>
                <a:gd name="T47" fmla="*/ 13 h 64"/>
                <a:gd name="T48" fmla="*/ 36 w 42"/>
                <a:gd name="T49" fmla="*/ 9 h 64"/>
                <a:gd name="T50" fmla="*/ 41 w 42"/>
                <a:gd name="T51" fmla="*/ 12 h 64"/>
                <a:gd name="T52" fmla="*/ 26 w 42"/>
                <a:gd name="T53" fmla="*/ 21 h 64"/>
                <a:gd name="T54" fmla="*/ 17 w 42"/>
                <a:gd name="T55" fmla="*/ 29 h 64"/>
                <a:gd name="T56" fmla="*/ 25 w 42"/>
                <a:gd name="T57" fmla="*/ 28 h 64"/>
                <a:gd name="T58" fmla="*/ 33 w 42"/>
                <a:gd name="T59" fmla="*/ 24 h 64"/>
                <a:gd name="T60" fmla="*/ 37 w 42"/>
                <a:gd name="T61" fmla="*/ 21 h 64"/>
                <a:gd name="T62" fmla="*/ 42 w 42"/>
                <a:gd name="T63" fmla="*/ 26 h 64"/>
                <a:gd name="T64" fmla="*/ 38 w 42"/>
                <a:gd name="T65" fmla="*/ 38 h 64"/>
                <a:gd name="T66" fmla="*/ 32 w 42"/>
                <a:gd name="T67" fmla="*/ 63 h 64"/>
                <a:gd name="T68" fmla="*/ 25 w 42"/>
                <a:gd name="T69" fmla="*/ 57 h 64"/>
                <a:gd name="T70" fmla="*/ 22 w 42"/>
                <a:gd name="T71" fmla="*/ 55 h 64"/>
                <a:gd name="T72" fmla="*/ 17 w 42"/>
                <a:gd name="T73" fmla="*/ 62 h 64"/>
                <a:gd name="T74" fmla="*/ 15 w 42"/>
                <a:gd name="T75" fmla="*/ 64 h 64"/>
                <a:gd name="T76" fmla="*/ 12 w 42"/>
                <a:gd name="T77" fmla="*/ 64 h 64"/>
                <a:gd name="T78" fmla="*/ 9 w 42"/>
                <a:gd name="T79" fmla="*/ 58 h 64"/>
                <a:gd name="T80" fmla="*/ 11 w 42"/>
                <a:gd name="T81" fmla="*/ 54 h 64"/>
                <a:gd name="T82" fmla="*/ 10 w 42"/>
                <a:gd name="T83" fmla="*/ 52 h 64"/>
                <a:gd name="T84" fmla="*/ 15 w 42"/>
                <a:gd name="T85" fmla="*/ 47 h 64"/>
                <a:gd name="T86" fmla="*/ 22 w 42"/>
                <a:gd name="T87" fmla="*/ 48 h 64"/>
                <a:gd name="T88" fmla="*/ 24 w 42"/>
                <a:gd name="T89" fmla="*/ 53 h 64"/>
                <a:gd name="T90" fmla="*/ 31 w 42"/>
                <a:gd name="T91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" h="64">
                  <a:moveTo>
                    <a:pt x="31" y="50"/>
                  </a:moveTo>
                  <a:cubicBezTo>
                    <a:pt x="31" y="46"/>
                    <a:pt x="31" y="46"/>
                    <a:pt x="31" y="43"/>
                  </a:cubicBezTo>
                  <a:cubicBezTo>
                    <a:pt x="31" y="42"/>
                    <a:pt x="32" y="40"/>
                    <a:pt x="32" y="38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3"/>
                    <a:pt x="34" y="30"/>
                    <a:pt x="33" y="30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1" y="28"/>
                    <a:pt x="31" y="28"/>
                    <a:pt x="30" y="28"/>
                  </a:cubicBezTo>
                  <a:cubicBezTo>
                    <a:pt x="30" y="29"/>
                    <a:pt x="29" y="29"/>
                    <a:pt x="29" y="29"/>
                  </a:cubicBezTo>
                  <a:cubicBezTo>
                    <a:pt x="28" y="29"/>
                    <a:pt x="28" y="30"/>
                    <a:pt x="27" y="30"/>
                  </a:cubicBezTo>
                  <a:cubicBezTo>
                    <a:pt x="25" y="31"/>
                    <a:pt x="24" y="32"/>
                    <a:pt x="23" y="34"/>
                  </a:cubicBezTo>
                  <a:cubicBezTo>
                    <a:pt x="23" y="35"/>
                    <a:pt x="24" y="38"/>
                    <a:pt x="23" y="39"/>
                  </a:cubicBezTo>
                  <a:cubicBezTo>
                    <a:pt x="23" y="39"/>
                    <a:pt x="23" y="40"/>
                    <a:pt x="23" y="40"/>
                  </a:cubicBezTo>
                  <a:cubicBezTo>
                    <a:pt x="21" y="40"/>
                    <a:pt x="18" y="40"/>
                    <a:pt x="17" y="41"/>
                  </a:cubicBezTo>
                  <a:cubicBezTo>
                    <a:pt x="15" y="43"/>
                    <a:pt x="12" y="45"/>
                    <a:pt x="11" y="45"/>
                  </a:cubicBezTo>
                  <a:cubicBezTo>
                    <a:pt x="10" y="46"/>
                    <a:pt x="5" y="46"/>
                    <a:pt x="3" y="45"/>
                  </a:cubicBezTo>
                  <a:cubicBezTo>
                    <a:pt x="3" y="45"/>
                    <a:pt x="2" y="44"/>
                    <a:pt x="1" y="44"/>
                  </a:cubicBezTo>
                  <a:cubicBezTo>
                    <a:pt x="1" y="43"/>
                    <a:pt x="0" y="41"/>
                    <a:pt x="0" y="41"/>
                  </a:cubicBezTo>
                  <a:cubicBezTo>
                    <a:pt x="1" y="40"/>
                    <a:pt x="0" y="40"/>
                    <a:pt x="1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5" y="39"/>
                    <a:pt x="6" y="39"/>
                  </a:cubicBezTo>
                  <a:cubicBezTo>
                    <a:pt x="8" y="38"/>
                    <a:pt x="10" y="37"/>
                    <a:pt x="11" y="37"/>
                  </a:cubicBezTo>
                  <a:cubicBezTo>
                    <a:pt x="12" y="36"/>
                    <a:pt x="13" y="35"/>
                    <a:pt x="13" y="34"/>
                  </a:cubicBezTo>
                  <a:cubicBezTo>
                    <a:pt x="13" y="34"/>
                    <a:pt x="13" y="34"/>
                    <a:pt x="13" y="33"/>
                  </a:cubicBezTo>
                  <a:cubicBezTo>
                    <a:pt x="13" y="32"/>
                    <a:pt x="12" y="32"/>
                    <a:pt x="11" y="31"/>
                  </a:cubicBezTo>
                  <a:cubicBezTo>
                    <a:pt x="10" y="31"/>
                    <a:pt x="9" y="31"/>
                    <a:pt x="8" y="32"/>
                  </a:cubicBezTo>
                  <a:cubicBezTo>
                    <a:pt x="8" y="32"/>
                    <a:pt x="7" y="33"/>
                    <a:pt x="6" y="33"/>
                  </a:cubicBezTo>
                  <a:cubicBezTo>
                    <a:pt x="5" y="32"/>
                    <a:pt x="3" y="32"/>
                    <a:pt x="2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2" y="26"/>
                    <a:pt x="0" y="26"/>
                    <a:pt x="5" y="26"/>
                  </a:cubicBezTo>
                  <a:cubicBezTo>
                    <a:pt x="6" y="26"/>
                    <a:pt x="6" y="26"/>
                    <a:pt x="7" y="26"/>
                  </a:cubicBezTo>
                  <a:cubicBezTo>
                    <a:pt x="7" y="25"/>
                    <a:pt x="7" y="25"/>
                    <a:pt x="8" y="25"/>
                  </a:cubicBezTo>
                  <a:cubicBezTo>
                    <a:pt x="9" y="25"/>
                    <a:pt x="10" y="25"/>
                    <a:pt x="12" y="24"/>
                  </a:cubicBezTo>
                  <a:cubicBezTo>
                    <a:pt x="14" y="23"/>
                    <a:pt x="16" y="22"/>
                    <a:pt x="17" y="21"/>
                  </a:cubicBezTo>
                  <a:cubicBezTo>
                    <a:pt x="18" y="20"/>
                    <a:pt x="19" y="18"/>
                    <a:pt x="19" y="16"/>
                  </a:cubicBezTo>
                  <a:cubicBezTo>
                    <a:pt x="20" y="15"/>
                    <a:pt x="20" y="13"/>
                    <a:pt x="21" y="12"/>
                  </a:cubicBezTo>
                  <a:cubicBezTo>
                    <a:pt x="21" y="11"/>
                    <a:pt x="21" y="10"/>
                    <a:pt x="21" y="9"/>
                  </a:cubicBezTo>
                  <a:cubicBezTo>
                    <a:pt x="21" y="9"/>
                    <a:pt x="22" y="8"/>
                    <a:pt x="22" y="8"/>
                  </a:cubicBezTo>
                  <a:cubicBezTo>
                    <a:pt x="22" y="7"/>
                    <a:pt x="22" y="6"/>
                    <a:pt x="23" y="5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5"/>
                    <a:pt x="30" y="6"/>
                    <a:pt x="30" y="7"/>
                  </a:cubicBezTo>
                  <a:cubicBezTo>
                    <a:pt x="31" y="8"/>
                    <a:pt x="30" y="10"/>
                    <a:pt x="29" y="13"/>
                  </a:cubicBezTo>
                  <a:cubicBezTo>
                    <a:pt x="29" y="14"/>
                    <a:pt x="30" y="14"/>
                    <a:pt x="31" y="13"/>
                  </a:cubicBezTo>
                  <a:cubicBezTo>
                    <a:pt x="32" y="13"/>
                    <a:pt x="33" y="12"/>
                    <a:pt x="33" y="13"/>
                  </a:cubicBezTo>
                  <a:cubicBezTo>
                    <a:pt x="32" y="13"/>
                    <a:pt x="34" y="11"/>
                    <a:pt x="34" y="11"/>
                  </a:cubicBezTo>
                  <a:cubicBezTo>
                    <a:pt x="35" y="10"/>
                    <a:pt x="36" y="9"/>
                    <a:pt x="36" y="9"/>
                  </a:cubicBezTo>
                  <a:cubicBezTo>
                    <a:pt x="37" y="9"/>
                    <a:pt x="39" y="8"/>
                    <a:pt x="40" y="9"/>
                  </a:cubicBezTo>
                  <a:cubicBezTo>
                    <a:pt x="41" y="10"/>
                    <a:pt x="42" y="11"/>
                    <a:pt x="41" y="12"/>
                  </a:cubicBezTo>
                  <a:cubicBezTo>
                    <a:pt x="39" y="15"/>
                    <a:pt x="38" y="15"/>
                    <a:pt x="37" y="15"/>
                  </a:cubicBezTo>
                  <a:cubicBezTo>
                    <a:pt x="30" y="18"/>
                    <a:pt x="28" y="19"/>
                    <a:pt x="26" y="21"/>
                  </a:cubicBezTo>
                  <a:cubicBezTo>
                    <a:pt x="23" y="22"/>
                    <a:pt x="23" y="24"/>
                    <a:pt x="20" y="27"/>
                  </a:cubicBezTo>
                  <a:cubicBezTo>
                    <a:pt x="19" y="28"/>
                    <a:pt x="18" y="29"/>
                    <a:pt x="17" y="29"/>
                  </a:cubicBezTo>
                  <a:cubicBezTo>
                    <a:pt x="17" y="30"/>
                    <a:pt x="18" y="32"/>
                    <a:pt x="19" y="32"/>
                  </a:cubicBezTo>
                  <a:cubicBezTo>
                    <a:pt x="20" y="32"/>
                    <a:pt x="23" y="29"/>
                    <a:pt x="25" y="28"/>
                  </a:cubicBezTo>
                  <a:cubicBezTo>
                    <a:pt x="26" y="27"/>
                    <a:pt x="28" y="26"/>
                    <a:pt x="30" y="25"/>
                  </a:cubicBezTo>
                  <a:cubicBezTo>
                    <a:pt x="31" y="25"/>
                    <a:pt x="32" y="25"/>
                    <a:pt x="33" y="24"/>
                  </a:cubicBezTo>
                  <a:cubicBezTo>
                    <a:pt x="34" y="23"/>
                    <a:pt x="35" y="22"/>
                    <a:pt x="36" y="22"/>
                  </a:cubicBezTo>
                  <a:cubicBezTo>
                    <a:pt x="36" y="21"/>
                    <a:pt x="36" y="21"/>
                    <a:pt x="37" y="21"/>
                  </a:cubicBezTo>
                  <a:cubicBezTo>
                    <a:pt x="38" y="21"/>
                    <a:pt x="42" y="21"/>
                    <a:pt x="42" y="22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2" y="27"/>
                    <a:pt x="42" y="31"/>
                    <a:pt x="40" y="33"/>
                  </a:cubicBezTo>
                  <a:cubicBezTo>
                    <a:pt x="39" y="35"/>
                    <a:pt x="39" y="36"/>
                    <a:pt x="38" y="38"/>
                  </a:cubicBezTo>
                  <a:cubicBezTo>
                    <a:pt x="35" y="47"/>
                    <a:pt x="35" y="55"/>
                    <a:pt x="33" y="62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0" y="63"/>
                    <a:pt x="28" y="62"/>
                    <a:pt x="27" y="60"/>
                  </a:cubicBezTo>
                  <a:cubicBezTo>
                    <a:pt x="26" y="59"/>
                    <a:pt x="26" y="58"/>
                    <a:pt x="25" y="57"/>
                  </a:cubicBezTo>
                  <a:cubicBezTo>
                    <a:pt x="24" y="57"/>
                    <a:pt x="24" y="56"/>
                    <a:pt x="23" y="56"/>
                  </a:cubicBezTo>
                  <a:cubicBezTo>
                    <a:pt x="23" y="56"/>
                    <a:pt x="22" y="55"/>
                    <a:pt x="22" y="55"/>
                  </a:cubicBezTo>
                  <a:cubicBezTo>
                    <a:pt x="21" y="54"/>
                    <a:pt x="20" y="55"/>
                    <a:pt x="19" y="55"/>
                  </a:cubicBezTo>
                  <a:cubicBezTo>
                    <a:pt x="18" y="57"/>
                    <a:pt x="19" y="55"/>
                    <a:pt x="17" y="62"/>
                  </a:cubicBezTo>
                  <a:cubicBezTo>
                    <a:pt x="17" y="62"/>
                    <a:pt x="17" y="63"/>
                    <a:pt x="16" y="63"/>
                  </a:cubicBezTo>
                  <a:cubicBezTo>
                    <a:pt x="16" y="64"/>
                    <a:pt x="16" y="64"/>
                    <a:pt x="15" y="64"/>
                  </a:cubicBezTo>
                  <a:cubicBezTo>
                    <a:pt x="15" y="64"/>
                    <a:pt x="14" y="64"/>
                    <a:pt x="13" y="64"/>
                  </a:cubicBezTo>
                  <a:cubicBezTo>
                    <a:pt x="13" y="64"/>
                    <a:pt x="12" y="64"/>
                    <a:pt x="12" y="64"/>
                  </a:cubicBezTo>
                  <a:cubicBezTo>
                    <a:pt x="12" y="63"/>
                    <a:pt x="13" y="60"/>
                    <a:pt x="12" y="59"/>
                  </a:cubicBezTo>
                  <a:cubicBezTo>
                    <a:pt x="11" y="57"/>
                    <a:pt x="9" y="58"/>
                    <a:pt x="9" y="58"/>
                  </a:cubicBezTo>
                  <a:cubicBezTo>
                    <a:pt x="8" y="57"/>
                    <a:pt x="8" y="56"/>
                    <a:pt x="9" y="55"/>
                  </a:cubicBezTo>
                  <a:cubicBezTo>
                    <a:pt x="10" y="54"/>
                    <a:pt x="10" y="55"/>
                    <a:pt x="11" y="54"/>
                  </a:cubicBezTo>
                  <a:cubicBezTo>
                    <a:pt x="12" y="54"/>
                    <a:pt x="12" y="53"/>
                    <a:pt x="11" y="53"/>
                  </a:cubicBezTo>
                  <a:cubicBezTo>
                    <a:pt x="11" y="52"/>
                    <a:pt x="11" y="52"/>
                    <a:pt x="10" y="52"/>
                  </a:cubicBezTo>
                  <a:cubicBezTo>
                    <a:pt x="9" y="51"/>
                    <a:pt x="9" y="49"/>
                    <a:pt x="10" y="49"/>
                  </a:cubicBezTo>
                  <a:cubicBezTo>
                    <a:pt x="11" y="48"/>
                    <a:pt x="13" y="48"/>
                    <a:pt x="15" y="47"/>
                  </a:cubicBezTo>
                  <a:cubicBezTo>
                    <a:pt x="18" y="46"/>
                    <a:pt x="21" y="46"/>
                    <a:pt x="21" y="46"/>
                  </a:cubicBezTo>
                  <a:cubicBezTo>
                    <a:pt x="22" y="46"/>
                    <a:pt x="23" y="47"/>
                    <a:pt x="22" y="48"/>
                  </a:cubicBezTo>
                  <a:cubicBezTo>
                    <a:pt x="21" y="48"/>
                    <a:pt x="21" y="49"/>
                    <a:pt x="21" y="50"/>
                  </a:cubicBezTo>
                  <a:cubicBezTo>
                    <a:pt x="21" y="52"/>
                    <a:pt x="23" y="53"/>
                    <a:pt x="24" y="53"/>
                  </a:cubicBezTo>
                  <a:cubicBezTo>
                    <a:pt x="26" y="55"/>
                    <a:pt x="28" y="53"/>
                    <a:pt x="29" y="52"/>
                  </a:cubicBezTo>
                  <a:cubicBezTo>
                    <a:pt x="29" y="52"/>
                    <a:pt x="30" y="50"/>
                    <a:pt x="31" y="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5" name="íśḷïḍe"/>
            <p:cNvSpPr/>
            <p:nvPr/>
          </p:nvSpPr>
          <p:spPr bwMode="auto">
            <a:xfrm>
              <a:off x="5970588" y="3390900"/>
              <a:ext cx="52388" cy="119063"/>
            </a:xfrm>
            <a:custGeom>
              <a:avLst/>
              <a:gdLst>
                <a:gd name="T0" fmla="*/ 1 w 10"/>
                <a:gd name="T1" fmla="*/ 17 h 22"/>
                <a:gd name="T2" fmla="*/ 1 w 10"/>
                <a:gd name="T3" fmla="*/ 8 h 22"/>
                <a:gd name="T4" fmla="*/ 2 w 10"/>
                <a:gd name="T5" fmla="*/ 2 h 22"/>
                <a:gd name="T6" fmla="*/ 2 w 10"/>
                <a:gd name="T7" fmla="*/ 1 h 22"/>
                <a:gd name="T8" fmla="*/ 3 w 10"/>
                <a:gd name="T9" fmla="*/ 1 h 22"/>
                <a:gd name="T10" fmla="*/ 5 w 10"/>
                <a:gd name="T11" fmla="*/ 2 h 22"/>
                <a:gd name="T12" fmla="*/ 7 w 10"/>
                <a:gd name="T13" fmla="*/ 5 h 22"/>
                <a:gd name="T14" fmla="*/ 9 w 10"/>
                <a:gd name="T15" fmla="*/ 8 h 22"/>
                <a:gd name="T16" fmla="*/ 10 w 10"/>
                <a:gd name="T17" fmla="*/ 12 h 22"/>
                <a:gd name="T18" fmla="*/ 10 w 10"/>
                <a:gd name="T19" fmla="*/ 17 h 22"/>
                <a:gd name="T20" fmla="*/ 9 w 10"/>
                <a:gd name="T21" fmla="*/ 21 h 22"/>
                <a:gd name="T22" fmla="*/ 7 w 10"/>
                <a:gd name="T23" fmla="*/ 22 h 22"/>
                <a:gd name="T24" fmla="*/ 4 w 10"/>
                <a:gd name="T25" fmla="*/ 21 h 22"/>
                <a:gd name="T26" fmla="*/ 1 w 10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2">
                  <a:moveTo>
                    <a:pt x="1" y="17"/>
                  </a:moveTo>
                  <a:cubicBezTo>
                    <a:pt x="0" y="14"/>
                    <a:pt x="1" y="11"/>
                    <a:pt x="1" y="8"/>
                  </a:cubicBezTo>
                  <a:cubicBezTo>
                    <a:pt x="1" y="6"/>
                    <a:pt x="2" y="4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4" y="1"/>
                    <a:pt x="4" y="1"/>
                    <a:pt x="5" y="2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6"/>
                    <a:pt x="8" y="7"/>
                    <a:pt x="9" y="8"/>
                  </a:cubicBezTo>
                  <a:cubicBezTo>
                    <a:pt x="9" y="9"/>
                    <a:pt x="10" y="11"/>
                    <a:pt x="10" y="12"/>
                  </a:cubicBezTo>
                  <a:cubicBezTo>
                    <a:pt x="10" y="14"/>
                    <a:pt x="10" y="16"/>
                    <a:pt x="10" y="17"/>
                  </a:cubicBezTo>
                  <a:cubicBezTo>
                    <a:pt x="10" y="19"/>
                    <a:pt x="9" y="21"/>
                    <a:pt x="9" y="21"/>
                  </a:cubicBezTo>
                  <a:cubicBezTo>
                    <a:pt x="8" y="22"/>
                    <a:pt x="7" y="22"/>
                    <a:pt x="7" y="22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3" y="19"/>
                    <a:pt x="1" y="1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6" name="íSḻîďè"/>
            <p:cNvSpPr/>
            <p:nvPr/>
          </p:nvSpPr>
          <p:spPr bwMode="auto">
            <a:xfrm>
              <a:off x="5472113" y="3132138"/>
              <a:ext cx="401638" cy="388938"/>
            </a:xfrm>
            <a:custGeom>
              <a:avLst/>
              <a:gdLst>
                <a:gd name="T0" fmla="*/ 32 w 75"/>
                <a:gd name="T1" fmla="*/ 71 h 72"/>
                <a:gd name="T2" fmla="*/ 25 w 75"/>
                <a:gd name="T3" fmla="*/ 68 h 72"/>
                <a:gd name="T4" fmla="*/ 28 w 75"/>
                <a:gd name="T5" fmla="*/ 65 h 72"/>
                <a:gd name="T6" fmla="*/ 40 w 75"/>
                <a:gd name="T7" fmla="*/ 61 h 72"/>
                <a:gd name="T8" fmla="*/ 43 w 75"/>
                <a:gd name="T9" fmla="*/ 61 h 72"/>
                <a:gd name="T10" fmla="*/ 47 w 75"/>
                <a:gd name="T11" fmla="*/ 63 h 72"/>
                <a:gd name="T12" fmla="*/ 51 w 75"/>
                <a:gd name="T13" fmla="*/ 53 h 72"/>
                <a:gd name="T14" fmla="*/ 58 w 75"/>
                <a:gd name="T15" fmla="*/ 40 h 72"/>
                <a:gd name="T16" fmla="*/ 62 w 75"/>
                <a:gd name="T17" fmla="*/ 33 h 72"/>
                <a:gd name="T18" fmla="*/ 59 w 75"/>
                <a:gd name="T19" fmla="*/ 32 h 72"/>
                <a:gd name="T20" fmla="*/ 56 w 75"/>
                <a:gd name="T21" fmla="*/ 33 h 72"/>
                <a:gd name="T22" fmla="*/ 48 w 75"/>
                <a:gd name="T23" fmla="*/ 40 h 72"/>
                <a:gd name="T24" fmla="*/ 47 w 75"/>
                <a:gd name="T25" fmla="*/ 45 h 72"/>
                <a:gd name="T26" fmla="*/ 43 w 75"/>
                <a:gd name="T27" fmla="*/ 49 h 72"/>
                <a:gd name="T28" fmla="*/ 41 w 75"/>
                <a:gd name="T29" fmla="*/ 44 h 72"/>
                <a:gd name="T30" fmla="*/ 36 w 75"/>
                <a:gd name="T31" fmla="*/ 45 h 72"/>
                <a:gd name="T32" fmla="*/ 31 w 75"/>
                <a:gd name="T33" fmla="*/ 49 h 72"/>
                <a:gd name="T34" fmla="*/ 29 w 75"/>
                <a:gd name="T35" fmla="*/ 52 h 72"/>
                <a:gd name="T36" fmla="*/ 27 w 75"/>
                <a:gd name="T37" fmla="*/ 58 h 72"/>
                <a:gd name="T38" fmla="*/ 24 w 75"/>
                <a:gd name="T39" fmla="*/ 60 h 72"/>
                <a:gd name="T40" fmla="*/ 24 w 75"/>
                <a:gd name="T41" fmla="*/ 53 h 72"/>
                <a:gd name="T42" fmla="*/ 22 w 75"/>
                <a:gd name="T43" fmla="*/ 52 h 72"/>
                <a:gd name="T44" fmla="*/ 20 w 75"/>
                <a:gd name="T45" fmla="*/ 53 h 72"/>
                <a:gd name="T46" fmla="*/ 10 w 75"/>
                <a:gd name="T47" fmla="*/ 69 h 72"/>
                <a:gd name="T48" fmla="*/ 4 w 75"/>
                <a:gd name="T49" fmla="*/ 71 h 72"/>
                <a:gd name="T50" fmla="*/ 1 w 75"/>
                <a:gd name="T51" fmla="*/ 69 h 72"/>
                <a:gd name="T52" fmla="*/ 0 w 75"/>
                <a:gd name="T53" fmla="*/ 65 h 72"/>
                <a:gd name="T54" fmla="*/ 2 w 75"/>
                <a:gd name="T55" fmla="*/ 57 h 72"/>
                <a:gd name="T56" fmla="*/ 6 w 75"/>
                <a:gd name="T57" fmla="*/ 59 h 72"/>
                <a:gd name="T58" fmla="*/ 13 w 75"/>
                <a:gd name="T59" fmla="*/ 55 h 72"/>
                <a:gd name="T60" fmla="*/ 21 w 75"/>
                <a:gd name="T61" fmla="*/ 47 h 72"/>
                <a:gd name="T62" fmla="*/ 28 w 75"/>
                <a:gd name="T63" fmla="*/ 40 h 72"/>
                <a:gd name="T64" fmla="*/ 27 w 75"/>
                <a:gd name="T65" fmla="*/ 31 h 72"/>
                <a:gd name="T66" fmla="*/ 28 w 75"/>
                <a:gd name="T67" fmla="*/ 28 h 72"/>
                <a:gd name="T68" fmla="*/ 33 w 75"/>
                <a:gd name="T69" fmla="*/ 23 h 72"/>
                <a:gd name="T70" fmla="*/ 32 w 75"/>
                <a:gd name="T71" fmla="*/ 20 h 72"/>
                <a:gd name="T72" fmla="*/ 26 w 75"/>
                <a:gd name="T73" fmla="*/ 14 h 72"/>
                <a:gd name="T74" fmla="*/ 41 w 75"/>
                <a:gd name="T75" fmla="*/ 13 h 72"/>
                <a:gd name="T76" fmla="*/ 52 w 75"/>
                <a:gd name="T77" fmla="*/ 7 h 72"/>
                <a:gd name="T78" fmla="*/ 61 w 75"/>
                <a:gd name="T79" fmla="*/ 2 h 72"/>
                <a:gd name="T80" fmla="*/ 66 w 75"/>
                <a:gd name="T81" fmla="*/ 2 h 72"/>
                <a:gd name="T82" fmla="*/ 67 w 75"/>
                <a:gd name="T83" fmla="*/ 9 h 72"/>
                <a:gd name="T84" fmla="*/ 51 w 75"/>
                <a:gd name="T85" fmla="*/ 18 h 72"/>
                <a:gd name="T86" fmla="*/ 52 w 75"/>
                <a:gd name="T87" fmla="*/ 22 h 72"/>
                <a:gd name="T88" fmla="*/ 56 w 75"/>
                <a:gd name="T89" fmla="*/ 28 h 72"/>
                <a:gd name="T90" fmla="*/ 68 w 75"/>
                <a:gd name="T91" fmla="*/ 22 h 72"/>
                <a:gd name="T92" fmla="*/ 74 w 75"/>
                <a:gd name="T93" fmla="*/ 25 h 72"/>
                <a:gd name="T94" fmla="*/ 74 w 75"/>
                <a:gd name="T95" fmla="*/ 31 h 72"/>
                <a:gd name="T96" fmla="*/ 69 w 75"/>
                <a:gd name="T97" fmla="*/ 40 h 72"/>
                <a:gd name="T98" fmla="*/ 62 w 75"/>
                <a:gd name="T99" fmla="*/ 55 h 72"/>
                <a:gd name="T100" fmla="*/ 57 w 75"/>
                <a:gd name="T101" fmla="*/ 68 h 72"/>
                <a:gd name="T102" fmla="*/ 53 w 75"/>
                <a:gd name="T103" fmla="*/ 71 h 72"/>
                <a:gd name="T104" fmla="*/ 46 w 75"/>
                <a:gd name="T105" fmla="*/ 67 h 72"/>
                <a:gd name="T106" fmla="*/ 40 w 75"/>
                <a:gd name="T107" fmla="*/ 68 h 72"/>
                <a:gd name="T108" fmla="*/ 30 w 75"/>
                <a:gd name="T109" fmla="*/ 29 h 72"/>
                <a:gd name="T110" fmla="*/ 34 w 75"/>
                <a:gd name="T111" fmla="*/ 37 h 72"/>
                <a:gd name="T112" fmla="*/ 45 w 75"/>
                <a:gd name="T113" fmla="*/ 32 h 72"/>
                <a:gd name="T114" fmla="*/ 46 w 75"/>
                <a:gd name="T115" fmla="*/ 24 h 72"/>
                <a:gd name="T116" fmla="*/ 38 w 75"/>
                <a:gd name="T117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72">
                  <a:moveTo>
                    <a:pt x="40" y="70"/>
                  </a:moveTo>
                  <a:cubicBezTo>
                    <a:pt x="39" y="71"/>
                    <a:pt x="38" y="71"/>
                    <a:pt x="37" y="71"/>
                  </a:cubicBezTo>
                  <a:cubicBezTo>
                    <a:pt x="36" y="71"/>
                    <a:pt x="33" y="71"/>
                    <a:pt x="32" y="71"/>
                  </a:cubicBezTo>
                  <a:cubicBezTo>
                    <a:pt x="30" y="71"/>
                    <a:pt x="29" y="71"/>
                    <a:pt x="28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5" y="69"/>
                    <a:pt x="25" y="69"/>
                    <a:pt x="25" y="68"/>
                  </a:cubicBezTo>
                  <a:cubicBezTo>
                    <a:pt x="25" y="68"/>
                    <a:pt x="25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7" y="66"/>
                    <a:pt x="27" y="65"/>
                    <a:pt x="28" y="65"/>
                  </a:cubicBezTo>
                  <a:cubicBezTo>
                    <a:pt x="30" y="64"/>
                    <a:pt x="36" y="62"/>
                    <a:pt x="35" y="62"/>
                  </a:cubicBezTo>
                  <a:cubicBezTo>
                    <a:pt x="34" y="62"/>
                    <a:pt x="37" y="62"/>
                    <a:pt x="37" y="62"/>
                  </a:cubicBezTo>
                  <a:cubicBezTo>
                    <a:pt x="38" y="61"/>
                    <a:pt x="40" y="61"/>
                    <a:pt x="40" y="61"/>
                  </a:cubicBezTo>
                  <a:cubicBezTo>
                    <a:pt x="40" y="61"/>
                    <a:pt x="41" y="60"/>
                    <a:pt x="41" y="60"/>
                  </a:cubicBezTo>
                  <a:cubicBezTo>
                    <a:pt x="42" y="60"/>
                    <a:pt x="42" y="61"/>
                    <a:pt x="42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4" y="61"/>
                    <a:pt x="44" y="61"/>
                    <a:pt x="45" y="62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8" y="63"/>
                    <a:pt x="50" y="62"/>
                    <a:pt x="50" y="61"/>
                  </a:cubicBezTo>
                  <a:cubicBezTo>
                    <a:pt x="51" y="60"/>
                    <a:pt x="51" y="60"/>
                    <a:pt x="51" y="58"/>
                  </a:cubicBezTo>
                  <a:cubicBezTo>
                    <a:pt x="51" y="56"/>
                    <a:pt x="51" y="55"/>
                    <a:pt x="51" y="53"/>
                  </a:cubicBezTo>
                  <a:cubicBezTo>
                    <a:pt x="52" y="51"/>
                    <a:pt x="53" y="48"/>
                    <a:pt x="54" y="48"/>
                  </a:cubicBezTo>
                  <a:cubicBezTo>
                    <a:pt x="54" y="48"/>
                    <a:pt x="55" y="46"/>
                    <a:pt x="55" y="45"/>
                  </a:cubicBezTo>
                  <a:cubicBezTo>
                    <a:pt x="56" y="43"/>
                    <a:pt x="57" y="41"/>
                    <a:pt x="58" y="40"/>
                  </a:cubicBezTo>
                  <a:cubicBezTo>
                    <a:pt x="58" y="39"/>
                    <a:pt x="59" y="38"/>
                    <a:pt x="59" y="38"/>
                  </a:cubicBezTo>
                  <a:cubicBezTo>
                    <a:pt x="60" y="37"/>
                    <a:pt x="61" y="36"/>
                    <a:pt x="61" y="35"/>
                  </a:cubicBezTo>
                  <a:cubicBezTo>
                    <a:pt x="62" y="34"/>
                    <a:pt x="62" y="33"/>
                    <a:pt x="62" y="33"/>
                  </a:cubicBezTo>
                  <a:cubicBezTo>
                    <a:pt x="62" y="33"/>
                    <a:pt x="62" y="32"/>
                    <a:pt x="62" y="32"/>
                  </a:cubicBezTo>
                  <a:cubicBezTo>
                    <a:pt x="62" y="32"/>
                    <a:pt x="61" y="31"/>
                    <a:pt x="61" y="31"/>
                  </a:cubicBezTo>
                  <a:cubicBezTo>
                    <a:pt x="61" y="31"/>
                    <a:pt x="59" y="31"/>
                    <a:pt x="59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6" y="33"/>
                    <a:pt x="57" y="33"/>
                  </a:cubicBezTo>
                  <a:cubicBezTo>
                    <a:pt x="59" y="32"/>
                    <a:pt x="58" y="32"/>
                    <a:pt x="56" y="33"/>
                  </a:cubicBezTo>
                  <a:cubicBezTo>
                    <a:pt x="56" y="33"/>
                    <a:pt x="55" y="34"/>
                    <a:pt x="54" y="34"/>
                  </a:cubicBezTo>
                  <a:cubicBezTo>
                    <a:pt x="53" y="34"/>
                    <a:pt x="52" y="36"/>
                    <a:pt x="51" y="37"/>
                  </a:cubicBezTo>
                  <a:cubicBezTo>
                    <a:pt x="50" y="38"/>
                    <a:pt x="49" y="39"/>
                    <a:pt x="48" y="40"/>
                  </a:cubicBezTo>
                  <a:cubicBezTo>
                    <a:pt x="48" y="41"/>
                    <a:pt x="47" y="41"/>
                    <a:pt x="47" y="41"/>
                  </a:cubicBezTo>
                  <a:cubicBezTo>
                    <a:pt x="47" y="41"/>
                    <a:pt x="47" y="42"/>
                    <a:pt x="47" y="42"/>
                  </a:cubicBezTo>
                  <a:cubicBezTo>
                    <a:pt x="47" y="43"/>
                    <a:pt x="47" y="44"/>
                    <a:pt x="47" y="45"/>
                  </a:cubicBezTo>
                  <a:cubicBezTo>
                    <a:pt x="47" y="45"/>
                    <a:pt x="46" y="45"/>
                    <a:pt x="46" y="46"/>
                  </a:cubicBezTo>
                  <a:cubicBezTo>
                    <a:pt x="46" y="48"/>
                    <a:pt x="45" y="48"/>
                    <a:pt x="45" y="49"/>
                  </a:cubicBezTo>
                  <a:cubicBezTo>
                    <a:pt x="44" y="49"/>
                    <a:pt x="43" y="49"/>
                    <a:pt x="43" y="49"/>
                  </a:cubicBezTo>
                  <a:cubicBezTo>
                    <a:pt x="42" y="49"/>
                    <a:pt x="41" y="48"/>
                    <a:pt x="41" y="47"/>
                  </a:cubicBezTo>
                  <a:cubicBezTo>
                    <a:pt x="41" y="47"/>
                    <a:pt x="41" y="46"/>
                    <a:pt x="41" y="45"/>
                  </a:cubicBezTo>
                  <a:cubicBezTo>
                    <a:pt x="41" y="45"/>
                    <a:pt x="41" y="44"/>
                    <a:pt x="41" y="44"/>
                  </a:cubicBezTo>
                  <a:cubicBezTo>
                    <a:pt x="40" y="43"/>
                    <a:pt x="40" y="42"/>
                    <a:pt x="39" y="42"/>
                  </a:cubicBezTo>
                  <a:cubicBezTo>
                    <a:pt x="38" y="43"/>
                    <a:pt x="37" y="44"/>
                    <a:pt x="36" y="44"/>
                  </a:cubicBezTo>
                  <a:cubicBezTo>
                    <a:pt x="36" y="44"/>
                    <a:pt x="36" y="44"/>
                    <a:pt x="36" y="45"/>
                  </a:cubicBezTo>
                  <a:cubicBezTo>
                    <a:pt x="35" y="45"/>
                    <a:pt x="35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7"/>
                    <a:pt x="32" y="49"/>
                    <a:pt x="31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29" y="52"/>
                  </a:cubicBezTo>
                  <a:cubicBezTo>
                    <a:pt x="29" y="53"/>
                    <a:pt x="28" y="54"/>
                    <a:pt x="28" y="54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7" y="57"/>
                    <a:pt x="27" y="58"/>
                    <a:pt x="27" y="58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0"/>
                    <a:pt x="24" y="59"/>
                    <a:pt x="24" y="59"/>
                  </a:cubicBezTo>
                  <a:cubicBezTo>
                    <a:pt x="24" y="57"/>
                    <a:pt x="23" y="56"/>
                    <a:pt x="23" y="55"/>
                  </a:cubicBezTo>
                  <a:cubicBezTo>
                    <a:pt x="23" y="55"/>
                    <a:pt x="24" y="53"/>
                    <a:pt x="24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19" y="54"/>
                    <a:pt x="17" y="56"/>
                    <a:pt x="17" y="56"/>
                  </a:cubicBezTo>
                  <a:cubicBezTo>
                    <a:pt x="15" y="58"/>
                    <a:pt x="13" y="62"/>
                    <a:pt x="12" y="64"/>
                  </a:cubicBezTo>
                  <a:cubicBezTo>
                    <a:pt x="12" y="66"/>
                    <a:pt x="11" y="67"/>
                    <a:pt x="10" y="69"/>
                  </a:cubicBezTo>
                  <a:cubicBezTo>
                    <a:pt x="10" y="70"/>
                    <a:pt x="10" y="71"/>
                    <a:pt x="9" y="71"/>
                  </a:cubicBezTo>
                  <a:cubicBezTo>
                    <a:pt x="8" y="72"/>
                    <a:pt x="7" y="71"/>
                    <a:pt x="6" y="71"/>
                  </a:cubicBezTo>
                  <a:cubicBezTo>
                    <a:pt x="5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2" y="70"/>
                    <a:pt x="2" y="70"/>
                  </a:cubicBezTo>
                  <a:cubicBezTo>
                    <a:pt x="2" y="70"/>
                    <a:pt x="1" y="70"/>
                    <a:pt x="1" y="69"/>
                  </a:cubicBezTo>
                  <a:cubicBezTo>
                    <a:pt x="1" y="69"/>
                    <a:pt x="0" y="69"/>
                    <a:pt x="0" y="69"/>
                  </a:cubicBezTo>
                  <a:cubicBezTo>
                    <a:pt x="0" y="69"/>
                    <a:pt x="0" y="69"/>
                    <a:pt x="0" y="68"/>
                  </a:cubicBezTo>
                  <a:cubicBezTo>
                    <a:pt x="0" y="68"/>
                    <a:pt x="0" y="66"/>
                    <a:pt x="0" y="65"/>
                  </a:cubicBezTo>
                  <a:cubicBezTo>
                    <a:pt x="0" y="65"/>
                    <a:pt x="1" y="62"/>
                    <a:pt x="1" y="60"/>
                  </a:cubicBezTo>
                  <a:cubicBezTo>
                    <a:pt x="1" y="60"/>
                    <a:pt x="1" y="59"/>
                    <a:pt x="1" y="58"/>
                  </a:cubicBezTo>
                  <a:cubicBezTo>
                    <a:pt x="1" y="57"/>
                    <a:pt x="0" y="57"/>
                    <a:pt x="2" y="57"/>
                  </a:cubicBezTo>
                  <a:cubicBezTo>
                    <a:pt x="3" y="57"/>
                    <a:pt x="3" y="58"/>
                    <a:pt x="4" y="58"/>
                  </a:cubicBezTo>
                  <a:cubicBezTo>
                    <a:pt x="4" y="58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8" y="59"/>
                    <a:pt x="10" y="57"/>
                    <a:pt x="10" y="56"/>
                  </a:cubicBezTo>
                  <a:cubicBezTo>
                    <a:pt x="10" y="56"/>
                    <a:pt x="12" y="55"/>
                    <a:pt x="13" y="55"/>
                  </a:cubicBezTo>
                  <a:cubicBezTo>
                    <a:pt x="15" y="53"/>
                    <a:pt x="17" y="50"/>
                    <a:pt x="17" y="50"/>
                  </a:cubicBezTo>
                  <a:cubicBezTo>
                    <a:pt x="18" y="49"/>
                    <a:pt x="19" y="48"/>
                    <a:pt x="20" y="48"/>
                  </a:cubicBezTo>
                  <a:cubicBezTo>
                    <a:pt x="20" y="47"/>
                    <a:pt x="21" y="47"/>
                    <a:pt x="21" y="47"/>
                  </a:cubicBezTo>
                  <a:cubicBezTo>
                    <a:pt x="21" y="47"/>
                    <a:pt x="24" y="44"/>
                    <a:pt x="25" y="43"/>
                  </a:cubicBezTo>
                  <a:cubicBezTo>
                    <a:pt x="26" y="42"/>
                    <a:pt x="27" y="42"/>
                    <a:pt x="27" y="41"/>
                  </a:cubicBezTo>
                  <a:cubicBezTo>
                    <a:pt x="27" y="41"/>
                    <a:pt x="27" y="41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8" y="36"/>
                    <a:pt x="28" y="35"/>
                    <a:pt x="27" y="33"/>
                  </a:cubicBezTo>
                  <a:cubicBezTo>
                    <a:pt x="27" y="33"/>
                    <a:pt x="28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8" y="29"/>
                  </a:cubicBezTo>
                  <a:cubicBezTo>
                    <a:pt x="28" y="29"/>
                    <a:pt x="28" y="28"/>
                    <a:pt x="28" y="28"/>
                  </a:cubicBezTo>
                  <a:cubicBezTo>
                    <a:pt x="28" y="28"/>
                    <a:pt x="28" y="28"/>
                    <a:pt x="28" y="27"/>
                  </a:cubicBezTo>
                  <a:cubicBezTo>
                    <a:pt x="28" y="27"/>
                    <a:pt x="29" y="27"/>
                    <a:pt x="29" y="26"/>
                  </a:cubicBezTo>
                  <a:cubicBezTo>
                    <a:pt x="31" y="25"/>
                    <a:pt x="32" y="24"/>
                    <a:pt x="33" y="23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2" y="20"/>
                    <a:pt x="32" y="20"/>
                  </a:cubicBezTo>
                  <a:cubicBezTo>
                    <a:pt x="31" y="20"/>
                    <a:pt x="30" y="20"/>
                    <a:pt x="30" y="19"/>
                  </a:cubicBezTo>
                  <a:cubicBezTo>
                    <a:pt x="29" y="19"/>
                    <a:pt x="26" y="17"/>
                    <a:pt x="26" y="16"/>
                  </a:cubicBezTo>
                  <a:cubicBezTo>
                    <a:pt x="25" y="15"/>
                    <a:pt x="24" y="14"/>
                    <a:pt x="26" y="14"/>
                  </a:cubicBezTo>
                  <a:cubicBezTo>
                    <a:pt x="27" y="14"/>
                    <a:pt x="31" y="14"/>
                    <a:pt x="33" y="15"/>
                  </a:cubicBezTo>
                  <a:cubicBezTo>
                    <a:pt x="35" y="14"/>
                    <a:pt x="35" y="15"/>
                    <a:pt x="37" y="14"/>
                  </a:cubicBezTo>
                  <a:cubicBezTo>
                    <a:pt x="37" y="14"/>
                    <a:pt x="40" y="13"/>
                    <a:pt x="41" y="13"/>
                  </a:cubicBezTo>
                  <a:cubicBezTo>
                    <a:pt x="43" y="12"/>
                    <a:pt x="45" y="11"/>
                    <a:pt x="47" y="10"/>
                  </a:cubicBezTo>
                  <a:cubicBezTo>
                    <a:pt x="48" y="10"/>
                    <a:pt x="50" y="9"/>
                    <a:pt x="51" y="8"/>
                  </a:cubicBezTo>
                  <a:cubicBezTo>
                    <a:pt x="51" y="8"/>
                    <a:pt x="52" y="8"/>
                    <a:pt x="52" y="7"/>
                  </a:cubicBezTo>
                  <a:cubicBezTo>
                    <a:pt x="53" y="7"/>
                    <a:pt x="54" y="7"/>
                    <a:pt x="54" y="6"/>
                  </a:cubicBezTo>
                  <a:cubicBezTo>
                    <a:pt x="56" y="5"/>
                    <a:pt x="57" y="5"/>
                    <a:pt x="59" y="4"/>
                  </a:cubicBezTo>
                  <a:cubicBezTo>
                    <a:pt x="59" y="3"/>
                    <a:pt x="60" y="3"/>
                    <a:pt x="61" y="2"/>
                  </a:cubicBezTo>
                  <a:cubicBezTo>
                    <a:pt x="61" y="2"/>
                    <a:pt x="63" y="1"/>
                    <a:pt x="63" y="1"/>
                  </a:cubicBezTo>
                  <a:cubicBezTo>
                    <a:pt x="64" y="0"/>
                    <a:pt x="64" y="1"/>
                    <a:pt x="65" y="1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7" y="3"/>
                    <a:pt x="68" y="3"/>
                  </a:cubicBezTo>
                  <a:cubicBezTo>
                    <a:pt x="68" y="4"/>
                    <a:pt x="68" y="5"/>
                    <a:pt x="68" y="6"/>
                  </a:cubicBezTo>
                  <a:cubicBezTo>
                    <a:pt x="68" y="6"/>
                    <a:pt x="68" y="8"/>
                    <a:pt x="67" y="9"/>
                  </a:cubicBezTo>
                  <a:cubicBezTo>
                    <a:pt x="66" y="9"/>
                    <a:pt x="65" y="10"/>
                    <a:pt x="63" y="10"/>
                  </a:cubicBezTo>
                  <a:cubicBezTo>
                    <a:pt x="62" y="11"/>
                    <a:pt x="61" y="12"/>
                    <a:pt x="60" y="12"/>
                  </a:cubicBezTo>
                  <a:cubicBezTo>
                    <a:pt x="56" y="14"/>
                    <a:pt x="53" y="16"/>
                    <a:pt x="51" y="18"/>
                  </a:cubicBezTo>
                  <a:cubicBezTo>
                    <a:pt x="50" y="18"/>
                    <a:pt x="50" y="18"/>
                    <a:pt x="50" y="19"/>
                  </a:cubicBezTo>
                  <a:cubicBezTo>
                    <a:pt x="50" y="19"/>
                    <a:pt x="50" y="20"/>
                    <a:pt x="50" y="20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3" y="24"/>
                    <a:pt x="52" y="26"/>
                    <a:pt x="52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5" y="29"/>
                    <a:pt x="55" y="29"/>
                    <a:pt x="56" y="28"/>
                  </a:cubicBezTo>
                  <a:cubicBezTo>
                    <a:pt x="58" y="27"/>
                    <a:pt x="60" y="27"/>
                    <a:pt x="62" y="26"/>
                  </a:cubicBezTo>
                  <a:cubicBezTo>
                    <a:pt x="63" y="25"/>
                    <a:pt x="66" y="23"/>
                    <a:pt x="66" y="23"/>
                  </a:cubicBezTo>
                  <a:cubicBezTo>
                    <a:pt x="66" y="23"/>
                    <a:pt x="67" y="22"/>
                    <a:pt x="68" y="22"/>
                  </a:cubicBezTo>
                  <a:cubicBezTo>
                    <a:pt x="68" y="22"/>
                    <a:pt x="69" y="22"/>
                    <a:pt x="69" y="22"/>
                  </a:cubicBezTo>
                  <a:cubicBezTo>
                    <a:pt x="70" y="22"/>
                    <a:pt x="71" y="23"/>
                    <a:pt x="72" y="23"/>
                  </a:cubicBezTo>
                  <a:cubicBezTo>
                    <a:pt x="73" y="24"/>
                    <a:pt x="74" y="24"/>
                    <a:pt x="74" y="25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7"/>
                    <a:pt x="75" y="29"/>
                    <a:pt x="74" y="30"/>
                  </a:cubicBezTo>
                  <a:cubicBezTo>
                    <a:pt x="74" y="30"/>
                    <a:pt x="74" y="31"/>
                    <a:pt x="74" y="31"/>
                  </a:cubicBezTo>
                  <a:cubicBezTo>
                    <a:pt x="72" y="33"/>
                    <a:pt x="72" y="34"/>
                    <a:pt x="71" y="35"/>
                  </a:cubicBezTo>
                  <a:cubicBezTo>
                    <a:pt x="71" y="36"/>
                    <a:pt x="71" y="36"/>
                    <a:pt x="70" y="37"/>
                  </a:cubicBezTo>
                  <a:cubicBezTo>
                    <a:pt x="70" y="38"/>
                    <a:pt x="69" y="39"/>
                    <a:pt x="69" y="40"/>
                  </a:cubicBezTo>
                  <a:cubicBezTo>
                    <a:pt x="68" y="42"/>
                    <a:pt x="67" y="43"/>
                    <a:pt x="66" y="45"/>
                  </a:cubicBezTo>
                  <a:cubicBezTo>
                    <a:pt x="65" y="45"/>
                    <a:pt x="65" y="46"/>
                    <a:pt x="65" y="47"/>
                  </a:cubicBezTo>
                  <a:cubicBezTo>
                    <a:pt x="63" y="50"/>
                    <a:pt x="63" y="52"/>
                    <a:pt x="62" y="55"/>
                  </a:cubicBezTo>
                  <a:cubicBezTo>
                    <a:pt x="61" y="56"/>
                    <a:pt x="61" y="56"/>
                    <a:pt x="61" y="57"/>
                  </a:cubicBezTo>
                  <a:cubicBezTo>
                    <a:pt x="60" y="59"/>
                    <a:pt x="59" y="61"/>
                    <a:pt x="59" y="64"/>
                  </a:cubicBezTo>
                  <a:cubicBezTo>
                    <a:pt x="58" y="65"/>
                    <a:pt x="58" y="66"/>
                    <a:pt x="57" y="68"/>
                  </a:cubicBezTo>
                  <a:cubicBezTo>
                    <a:pt x="57" y="68"/>
                    <a:pt x="57" y="69"/>
                    <a:pt x="56" y="70"/>
                  </a:cubicBezTo>
                  <a:cubicBezTo>
                    <a:pt x="56" y="70"/>
                    <a:pt x="55" y="70"/>
                    <a:pt x="55" y="70"/>
                  </a:cubicBezTo>
                  <a:cubicBezTo>
                    <a:pt x="54" y="71"/>
                    <a:pt x="53" y="71"/>
                    <a:pt x="53" y="71"/>
                  </a:cubicBezTo>
                  <a:cubicBezTo>
                    <a:pt x="52" y="72"/>
                    <a:pt x="51" y="71"/>
                    <a:pt x="50" y="71"/>
                  </a:cubicBezTo>
                  <a:cubicBezTo>
                    <a:pt x="49" y="71"/>
                    <a:pt x="48" y="72"/>
                    <a:pt x="48" y="71"/>
                  </a:cubicBezTo>
                  <a:cubicBezTo>
                    <a:pt x="47" y="70"/>
                    <a:pt x="46" y="68"/>
                    <a:pt x="46" y="67"/>
                  </a:cubicBezTo>
                  <a:cubicBezTo>
                    <a:pt x="45" y="67"/>
                    <a:pt x="45" y="66"/>
                    <a:pt x="45" y="66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2" y="65"/>
                    <a:pt x="40" y="66"/>
                    <a:pt x="40" y="68"/>
                  </a:cubicBezTo>
                  <a:cubicBezTo>
                    <a:pt x="40" y="68"/>
                    <a:pt x="40" y="70"/>
                    <a:pt x="40" y="70"/>
                  </a:cubicBezTo>
                  <a:close/>
                  <a:moveTo>
                    <a:pt x="31" y="28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1" y="34"/>
                    <a:pt x="32" y="35"/>
                  </a:cubicBezTo>
                  <a:cubicBezTo>
                    <a:pt x="33" y="36"/>
                    <a:pt x="34" y="37"/>
                    <a:pt x="34" y="37"/>
                  </a:cubicBezTo>
                  <a:cubicBezTo>
                    <a:pt x="34" y="37"/>
                    <a:pt x="36" y="37"/>
                    <a:pt x="36" y="37"/>
                  </a:cubicBezTo>
                  <a:cubicBezTo>
                    <a:pt x="36" y="37"/>
                    <a:pt x="39" y="36"/>
                    <a:pt x="41" y="35"/>
                  </a:cubicBezTo>
                  <a:cubicBezTo>
                    <a:pt x="44" y="34"/>
                    <a:pt x="45" y="32"/>
                    <a:pt x="45" y="32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7" y="29"/>
                    <a:pt x="47" y="27"/>
                  </a:cubicBezTo>
                  <a:cubicBezTo>
                    <a:pt x="47" y="24"/>
                    <a:pt x="46" y="24"/>
                    <a:pt x="46" y="24"/>
                  </a:cubicBezTo>
                  <a:cubicBezTo>
                    <a:pt x="46" y="24"/>
                    <a:pt x="45" y="22"/>
                    <a:pt x="44" y="22"/>
                  </a:cubicBezTo>
                  <a:cubicBezTo>
                    <a:pt x="44" y="22"/>
                    <a:pt x="42" y="22"/>
                    <a:pt x="42" y="22"/>
                  </a:cubicBezTo>
                  <a:cubicBezTo>
                    <a:pt x="41" y="22"/>
                    <a:pt x="40" y="22"/>
                    <a:pt x="38" y="24"/>
                  </a:cubicBezTo>
                  <a:cubicBezTo>
                    <a:pt x="36" y="24"/>
                    <a:pt x="35" y="25"/>
                    <a:pt x="34" y="26"/>
                  </a:cubicBezTo>
                  <a:cubicBezTo>
                    <a:pt x="33" y="27"/>
                    <a:pt x="32" y="27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7" name="文本框 26"/>
          <p:cNvSpPr txBox="1"/>
          <p:nvPr userDrawn="1"/>
        </p:nvSpPr>
        <p:spPr>
          <a:xfrm>
            <a:off x="10139081" y="657212"/>
            <a:ext cx="1525986" cy="107975"/>
          </a:xfrm>
          <a:custGeom>
            <a:avLst/>
            <a:gdLst>
              <a:gd name="connsiteX0" fmla="*/ 1072429 w 2414454"/>
              <a:gd name="connsiteY0" fmla="*/ 88859 h 170840"/>
              <a:gd name="connsiteX1" fmla="*/ 1052522 w 2414454"/>
              <a:gd name="connsiteY1" fmla="*/ 104604 h 170840"/>
              <a:gd name="connsiteX2" fmla="*/ 1057408 w 2414454"/>
              <a:gd name="connsiteY2" fmla="*/ 116095 h 170840"/>
              <a:gd name="connsiteX3" fmla="*/ 1072972 w 2414454"/>
              <a:gd name="connsiteY3" fmla="*/ 119805 h 170840"/>
              <a:gd name="connsiteX4" fmla="*/ 1083740 w 2414454"/>
              <a:gd name="connsiteY4" fmla="*/ 118901 h 170840"/>
              <a:gd name="connsiteX5" fmla="*/ 1092879 w 2414454"/>
              <a:gd name="connsiteY5" fmla="*/ 113833 h 170840"/>
              <a:gd name="connsiteX6" fmla="*/ 1097404 w 2414454"/>
              <a:gd name="connsiteY6" fmla="*/ 98450 h 170840"/>
              <a:gd name="connsiteX7" fmla="*/ 1097404 w 2414454"/>
              <a:gd name="connsiteY7" fmla="*/ 88859 h 170840"/>
              <a:gd name="connsiteX8" fmla="*/ 1515646 w 2414454"/>
              <a:gd name="connsiteY8" fmla="*/ 51397 h 170840"/>
              <a:gd name="connsiteX9" fmla="*/ 1503974 w 2414454"/>
              <a:gd name="connsiteY9" fmla="*/ 54292 h 170840"/>
              <a:gd name="connsiteX10" fmla="*/ 1497187 w 2414454"/>
              <a:gd name="connsiteY10" fmla="*/ 61803 h 170840"/>
              <a:gd name="connsiteX11" fmla="*/ 1494110 w 2414454"/>
              <a:gd name="connsiteY11" fmla="*/ 72480 h 170840"/>
              <a:gd name="connsiteX12" fmla="*/ 1493387 w 2414454"/>
              <a:gd name="connsiteY12" fmla="*/ 84696 h 170840"/>
              <a:gd name="connsiteX13" fmla="*/ 1494110 w 2414454"/>
              <a:gd name="connsiteY13" fmla="*/ 97003 h 170840"/>
              <a:gd name="connsiteX14" fmla="*/ 1497187 w 2414454"/>
              <a:gd name="connsiteY14" fmla="*/ 107590 h 170840"/>
              <a:gd name="connsiteX15" fmla="*/ 1503974 w 2414454"/>
              <a:gd name="connsiteY15" fmla="*/ 115100 h 170840"/>
              <a:gd name="connsiteX16" fmla="*/ 1515646 w 2414454"/>
              <a:gd name="connsiteY16" fmla="*/ 117996 h 170840"/>
              <a:gd name="connsiteX17" fmla="*/ 1527229 w 2414454"/>
              <a:gd name="connsiteY17" fmla="*/ 115100 h 170840"/>
              <a:gd name="connsiteX18" fmla="*/ 1533925 w 2414454"/>
              <a:gd name="connsiteY18" fmla="*/ 107590 h 170840"/>
              <a:gd name="connsiteX19" fmla="*/ 1537002 w 2414454"/>
              <a:gd name="connsiteY19" fmla="*/ 97003 h 170840"/>
              <a:gd name="connsiteX20" fmla="*/ 1537726 w 2414454"/>
              <a:gd name="connsiteY20" fmla="*/ 84696 h 170840"/>
              <a:gd name="connsiteX21" fmla="*/ 1537002 w 2414454"/>
              <a:gd name="connsiteY21" fmla="*/ 72480 h 170840"/>
              <a:gd name="connsiteX22" fmla="*/ 1533925 w 2414454"/>
              <a:gd name="connsiteY22" fmla="*/ 61803 h 170840"/>
              <a:gd name="connsiteX23" fmla="*/ 1527229 w 2414454"/>
              <a:gd name="connsiteY23" fmla="*/ 54292 h 170840"/>
              <a:gd name="connsiteX24" fmla="*/ 1515646 w 2414454"/>
              <a:gd name="connsiteY24" fmla="*/ 51397 h 170840"/>
              <a:gd name="connsiteX25" fmla="*/ 1326232 w 2414454"/>
              <a:gd name="connsiteY25" fmla="*/ 51397 h 170840"/>
              <a:gd name="connsiteX26" fmla="*/ 1310126 w 2414454"/>
              <a:gd name="connsiteY26" fmla="*/ 57912 h 170840"/>
              <a:gd name="connsiteX27" fmla="*/ 1306235 w 2414454"/>
              <a:gd name="connsiteY27" fmla="*/ 63613 h 170840"/>
              <a:gd name="connsiteX28" fmla="*/ 1304063 w 2414454"/>
              <a:gd name="connsiteY28" fmla="*/ 70399 h 170840"/>
              <a:gd name="connsiteX29" fmla="*/ 1303068 w 2414454"/>
              <a:gd name="connsiteY29" fmla="*/ 77819 h 170840"/>
              <a:gd name="connsiteX30" fmla="*/ 1302887 w 2414454"/>
              <a:gd name="connsiteY30" fmla="*/ 85420 h 170840"/>
              <a:gd name="connsiteX31" fmla="*/ 1303068 w 2414454"/>
              <a:gd name="connsiteY31" fmla="*/ 93021 h 170840"/>
              <a:gd name="connsiteX32" fmla="*/ 1304063 w 2414454"/>
              <a:gd name="connsiteY32" fmla="*/ 100441 h 170840"/>
              <a:gd name="connsiteX33" fmla="*/ 1306235 w 2414454"/>
              <a:gd name="connsiteY33" fmla="*/ 107318 h 170840"/>
              <a:gd name="connsiteX34" fmla="*/ 1310126 w 2414454"/>
              <a:gd name="connsiteY34" fmla="*/ 112928 h 170840"/>
              <a:gd name="connsiteX35" fmla="*/ 1326232 w 2414454"/>
              <a:gd name="connsiteY35" fmla="*/ 119443 h 170840"/>
              <a:gd name="connsiteX36" fmla="*/ 1342520 w 2414454"/>
              <a:gd name="connsiteY36" fmla="*/ 112928 h 170840"/>
              <a:gd name="connsiteX37" fmla="*/ 1346321 w 2414454"/>
              <a:gd name="connsiteY37" fmla="*/ 107318 h 170840"/>
              <a:gd name="connsiteX38" fmla="*/ 1348492 w 2414454"/>
              <a:gd name="connsiteY38" fmla="*/ 100441 h 170840"/>
              <a:gd name="connsiteX39" fmla="*/ 1349397 w 2414454"/>
              <a:gd name="connsiteY39" fmla="*/ 93021 h 170840"/>
              <a:gd name="connsiteX40" fmla="*/ 1349578 w 2414454"/>
              <a:gd name="connsiteY40" fmla="*/ 85420 h 170840"/>
              <a:gd name="connsiteX41" fmla="*/ 1349397 w 2414454"/>
              <a:gd name="connsiteY41" fmla="*/ 77819 h 170840"/>
              <a:gd name="connsiteX42" fmla="*/ 1348492 w 2414454"/>
              <a:gd name="connsiteY42" fmla="*/ 70399 h 170840"/>
              <a:gd name="connsiteX43" fmla="*/ 1346321 w 2414454"/>
              <a:gd name="connsiteY43" fmla="*/ 63613 h 170840"/>
              <a:gd name="connsiteX44" fmla="*/ 1342520 w 2414454"/>
              <a:gd name="connsiteY44" fmla="*/ 57912 h 170840"/>
              <a:gd name="connsiteX45" fmla="*/ 1326232 w 2414454"/>
              <a:gd name="connsiteY45" fmla="*/ 51397 h 170840"/>
              <a:gd name="connsiteX46" fmla="*/ 1173832 w 2414454"/>
              <a:gd name="connsiteY46" fmla="*/ 51397 h 170840"/>
              <a:gd name="connsiteX47" fmla="*/ 1157726 w 2414454"/>
              <a:gd name="connsiteY47" fmla="*/ 57912 h 170840"/>
              <a:gd name="connsiteX48" fmla="*/ 1153835 w 2414454"/>
              <a:gd name="connsiteY48" fmla="*/ 63613 h 170840"/>
              <a:gd name="connsiteX49" fmla="*/ 1151663 w 2414454"/>
              <a:gd name="connsiteY49" fmla="*/ 70399 h 170840"/>
              <a:gd name="connsiteX50" fmla="*/ 1150668 w 2414454"/>
              <a:gd name="connsiteY50" fmla="*/ 77819 h 170840"/>
              <a:gd name="connsiteX51" fmla="*/ 1150487 w 2414454"/>
              <a:gd name="connsiteY51" fmla="*/ 85420 h 170840"/>
              <a:gd name="connsiteX52" fmla="*/ 1150668 w 2414454"/>
              <a:gd name="connsiteY52" fmla="*/ 93021 h 170840"/>
              <a:gd name="connsiteX53" fmla="*/ 1151663 w 2414454"/>
              <a:gd name="connsiteY53" fmla="*/ 100441 h 170840"/>
              <a:gd name="connsiteX54" fmla="*/ 1153835 w 2414454"/>
              <a:gd name="connsiteY54" fmla="*/ 107318 h 170840"/>
              <a:gd name="connsiteX55" fmla="*/ 1157726 w 2414454"/>
              <a:gd name="connsiteY55" fmla="*/ 112928 h 170840"/>
              <a:gd name="connsiteX56" fmla="*/ 1173832 w 2414454"/>
              <a:gd name="connsiteY56" fmla="*/ 119443 h 170840"/>
              <a:gd name="connsiteX57" fmla="*/ 1190120 w 2414454"/>
              <a:gd name="connsiteY57" fmla="*/ 112928 h 170840"/>
              <a:gd name="connsiteX58" fmla="*/ 1193921 w 2414454"/>
              <a:gd name="connsiteY58" fmla="*/ 107318 h 170840"/>
              <a:gd name="connsiteX59" fmla="*/ 1196092 w 2414454"/>
              <a:gd name="connsiteY59" fmla="*/ 100441 h 170840"/>
              <a:gd name="connsiteX60" fmla="*/ 1196997 w 2414454"/>
              <a:gd name="connsiteY60" fmla="*/ 93021 h 170840"/>
              <a:gd name="connsiteX61" fmla="*/ 1197178 w 2414454"/>
              <a:gd name="connsiteY61" fmla="*/ 85420 h 170840"/>
              <a:gd name="connsiteX62" fmla="*/ 1196997 w 2414454"/>
              <a:gd name="connsiteY62" fmla="*/ 77819 h 170840"/>
              <a:gd name="connsiteX63" fmla="*/ 1196092 w 2414454"/>
              <a:gd name="connsiteY63" fmla="*/ 70399 h 170840"/>
              <a:gd name="connsiteX64" fmla="*/ 1193921 w 2414454"/>
              <a:gd name="connsiteY64" fmla="*/ 63613 h 170840"/>
              <a:gd name="connsiteX65" fmla="*/ 1190120 w 2414454"/>
              <a:gd name="connsiteY65" fmla="*/ 57912 h 170840"/>
              <a:gd name="connsiteX66" fmla="*/ 1173832 w 2414454"/>
              <a:gd name="connsiteY66" fmla="*/ 51397 h 170840"/>
              <a:gd name="connsiteX67" fmla="*/ 145132 w 2414454"/>
              <a:gd name="connsiteY67" fmla="*/ 51397 h 170840"/>
              <a:gd name="connsiteX68" fmla="*/ 129026 w 2414454"/>
              <a:gd name="connsiteY68" fmla="*/ 57912 h 170840"/>
              <a:gd name="connsiteX69" fmla="*/ 125135 w 2414454"/>
              <a:gd name="connsiteY69" fmla="*/ 63613 h 170840"/>
              <a:gd name="connsiteX70" fmla="*/ 122963 w 2414454"/>
              <a:gd name="connsiteY70" fmla="*/ 70399 h 170840"/>
              <a:gd name="connsiteX71" fmla="*/ 121968 w 2414454"/>
              <a:gd name="connsiteY71" fmla="*/ 77819 h 170840"/>
              <a:gd name="connsiteX72" fmla="*/ 121787 w 2414454"/>
              <a:gd name="connsiteY72" fmla="*/ 85420 h 170840"/>
              <a:gd name="connsiteX73" fmla="*/ 121968 w 2414454"/>
              <a:gd name="connsiteY73" fmla="*/ 93021 h 170840"/>
              <a:gd name="connsiteX74" fmla="*/ 122963 w 2414454"/>
              <a:gd name="connsiteY74" fmla="*/ 100441 h 170840"/>
              <a:gd name="connsiteX75" fmla="*/ 125135 w 2414454"/>
              <a:gd name="connsiteY75" fmla="*/ 107318 h 170840"/>
              <a:gd name="connsiteX76" fmla="*/ 129026 w 2414454"/>
              <a:gd name="connsiteY76" fmla="*/ 112928 h 170840"/>
              <a:gd name="connsiteX77" fmla="*/ 145132 w 2414454"/>
              <a:gd name="connsiteY77" fmla="*/ 119443 h 170840"/>
              <a:gd name="connsiteX78" fmla="*/ 161420 w 2414454"/>
              <a:gd name="connsiteY78" fmla="*/ 112928 h 170840"/>
              <a:gd name="connsiteX79" fmla="*/ 165221 w 2414454"/>
              <a:gd name="connsiteY79" fmla="*/ 107318 h 170840"/>
              <a:gd name="connsiteX80" fmla="*/ 167392 w 2414454"/>
              <a:gd name="connsiteY80" fmla="*/ 100441 h 170840"/>
              <a:gd name="connsiteX81" fmla="*/ 168297 w 2414454"/>
              <a:gd name="connsiteY81" fmla="*/ 93021 h 170840"/>
              <a:gd name="connsiteX82" fmla="*/ 168478 w 2414454"/>
              <a:gd name="connsiteY82" fmla="*/ 85420 h 170840"/>
              <a:gd name="connsiteX83" fmla="*/ 168297 w 2414454"/>
              <a:gd name="connsiteY83" fmla="*/ 77819 h 170840"/>
              <a:gd name="connsiteX84" fmla="*/ 167392 w 2414454"/>
              <a:gd name="connsiteY84" fmla="*/ 70399 h 170840"/>
              <a:gd name="connsiteX85" fmla="*/ 165221 w 2414454"/>
              <a:gd name="connsiteY85" fmla="*/ 63613 h 170840"/>
              <a:gd name="connsiteX86" fmla="*/ 161420 w 2414454"/>
              <a:gd name="connsiteY86" fmla="*/ 57912 h 170840"/>
              <a:gd name="connsiteX87" fmla="*/ 145132 w 2414454"/>
              <a:gd name="connsiteY87" fmla="*/ 51397 h 170840"/>
              <a:gd name="connsiteX88" fmla="*/ 2031082 w 2414454"/>
              <a:gd name="connsiteY88" fmla="*/ 51035 h 170840"/>
              <a:gd name="connsiteX89" fmla="*/ 2018414 w 2414454"/>
              <a:gd name="connsiteY89" fmla="*/ 54632 h 170840"/>
              <a:gd name="connsiteX90" fmla="*/ 2010270 w 2414454"/>
              <a:gd name="connsiteY90" fmla="*/ 64342 h 170840"/>
              <a:gd name="connsiteX91" fmla="*/ 2008280 w 2414454"/>
              <a:gd name="connsiteY91" fmla="*/ 70814 h 170840"/>
              <a:gd name="connsiteX92" fmla="*/ 2007556 w 2414454"/>
              <a:gd name="connsiteY92" fmla="*/ 79086 h 170840"/>
              <a:gd name="connsiteX93" fmla="*/ 2054609 w 2414454"/>
              <a:gd name="connsiteY93" fmla="*/ 79086 h 170840"/>
              <a:gd name="connsiteX94" fmla="*/ 2054247 w 2414454"/>
              <a:gd name="connsiteY94" fmla="*/ 74410 h 170840"/>
              <a:gd name="connsiteX95" fmla="*/ 2053795 w 2414454"/>
              <a:gd name="connsiteY95" fmla="*/ 70815 h 170840"/>
              <a:gd name="connsiteX96" fmla="*/ 2053071 w 2414454"/>
              <a:gd name="connsiteY96" fmla="*/ 67669 h 170840"/>
              <a:gd name="connsiteX97" fmla="*/ 2051894 w 2414454"/>
              <a:gd name="connsiteY97" fmla="*/ 64342 h 170840"/>
              <a:gd name="connsiteX98" fmla="*/ 2043750 w 2414454"/>
              <a:gd name="connsiteY98" fmla="*/ 54632 h 170840"/>
              <a:gd name="connsiteX99" fmla="*/ 2031082 w 2414454"/>
              <a:gd name="connsiteY99" fmla="*/ 51035 h 170840"/>
              <a:gd name="connsiteX100" fmla="*/ 630907 w 2414454"/>
              <a:gd name="connsiteY100" fmla="*/ 51035 h 170840"/>
              <a:gd name="connsiteX101" fmla="*/ 618239 w 2414454"/>
              <a:gd name="connsiteY101" fmla="*/ 54632 h 170840"/>
              <a:gd name="connsiteX102" fmla="*/ 610095 w 2414454"/>
              <a:gd name="connsiteY102" fmla="*/ 64342 h 170840"/>
              <a:gd name="connsiteX103" fmla="*/ 608104 w 2414454"/>
              <a:gd name="connsiteY103" fmla="*/ 70814 h 170840"/>
              <a:gd name="connsiteX104" fmla="*/ 607381 w 2414454"/>
              <a:gd name="connsiteY104" fmla="*/ 79086 h 170840"/>
              <a:gd name="connsiteX105" fmla="*/ 654434 w 2414454"/>
              <a:gd name="connsiteY105" fmla="*/ 79086 h 170840"/>
              <a:gd name="connsiteX106" fmla="*/ 654072 w 2414454"/>
              <a:gd name="connsiteY106" fmla="*/ 74410 h 170840"/>
              <a:gd name="connsiteX107" fmla="*/ 653620 w 2414454"/>
              <a:gd name="connsiteY107" fmla="*/ 70815 h 170840"/>
              <a:gd name="connsiteX108" fmla="*/ 652896 w 2414454"/>
              <a:gd name="connsiteY108" fmla="*/ 67669 h 170840"/>
              <a:gd name="connsiteX109" fmla="*/ 651720 w 2414454"/>
              <a:gd name="connsiteY109" fmla="*/ 64342 h 170840"/>
              <a:gd name="connsiteX110" fmla="*/ 643576 w 2414454"/>
              <a:gd name="connsiteY110" fmla="*/ 54632 h 170840"/>
              <a:gd name="connsiteX111" fmla="*/ 630907 w 2414454"/>
              <a:gd name="connsiteY111" fmla="*/ 51035 h 170840"/>
              <a:gd name="connsiteX112" fmla="*/ 2337540 w 2414454"/>
              <a:gd name="connsiteY112" fmla="*/ 40900 h 170840"/>
              <a:gd name="connsiteX113" fmla="*/ 2351656 w 2414454"/>
              <a:gd name="connsiteY113" fmla="*/ 40900 h 170840"/>
              <a:gd name="connsiteX114" fmla="*/ 2376087 w 2414454"/>
              <a:gd name="connsiteY114" fmla="*/ 112385 h 170840"/>
              <a:gd name="connsiteX115" fmla="*/ 2400338 w 2414454"/>
              <a:gd name="connsiteY115" fmla="*/ 40900 h 170840"/>
              <a:gd name="connsiteX116" fmla="*/ 2414454 w 2414454"/>
              <a:gd name="connsiteY116" fmla="*/ 40900 h 170840"/>
              <a:gd name="connsiteX117" fmla="*/ 2373916 w 2414454"/>
              <a:gd name="connsiteY117" fmla="*/ 151476 h 170840"/>
              <a:gd name="connsiteX118" fmla="*/ 2367582 w 2414454"/>
              <a:gd name="connsiteY118" fmla="*/ 161973 h 170840"/>
              <a:gd name="connsiteX119" fmla="*/ 2359438 w 2414454"/>
              <a:gd name="connsiteY119" fmla="*/ 166768 h 170840"/>
              <a:gd name="connsiteX120" fmla="*/ 2350208 w 2414454"/>
              <a:gd name="connsiteY120" fmla="*/ 168126 h 170840"/>
              <a:gd name="connsiteX121" fmla="*/ 2344598 w 2414454"/>
              <a:gd name="connsiteY121" fmla="*/ 168126 h 170840"/>
              <a:gd name="connsiteX122" fmla="*/ 2344598 w 2414454"/>
              <a:gd name="connsiteY122" fmla="*/ 156543 h 170840"/>
              <a:gd name="connsiteX123" fmla="*/ 2348579 w 2414454"/>
              <a:gd name="connsiteY123" fmla="*/ 156543 h 170840"/>
              <a:gd name="connsiteX124" fmla="*/ 2358171 w 2414454"/>
              <a:gd name="connsiteY124" fmla="*/ 154100 h 170840"/>
              <a:gd name="connsiteX125" fmla="*/ 2363238 w 2414454"/>
              <a:gd name="connsiteY125" fmla="*/ 145504 h 170840"/>
              <a:gd name="connsiteX126" fmla="*/ 2369572 w 2414454"/>
              <a:gd name="connsiteY126" fmla="*/ 128130 h 170840"/>
              <a:gd name="connsiteX127" fmla="*/ 2247062 w 2414454"/>
              <a:gd name="connsiteY127" fmla="*/ 40900 h 170840"/>
              <a:gd name="connsiteX128" fmla="*/ 2260092 w 2414454"/>
              <a:gd name="connsiteY128" fmla="*/ 40900 h 170840"/>
              <a:gd name="connsiteX129" fmla="*/ 2260092 w 2414454"/>
              <a:gd name="connsiteY129" fmla="*/ 129940 h 170840"/>
              <a:gd name="connsiteX130" fmla="*/ 2247062 w 2414454"/>
              <a:gd name="connsiteY130" fmla="*/ 129940 h 170840"/>
              <a:gd name="connsiteX131" fmla="*/ 1899390 w 2414454"/>
              <a:gd name="connsiteY131" fmla="*/ 40900 h 170840"/>
              <a:gd name="connsiteX132" fmla="*/ 1913506 w 2414454"/>
              <a:gd name="connsiteY132" fmla="*/ 40900 h 170840"/>
              <a:gd name="connsiteX133" fmla="*/ 1937756 w 2414454"/>
              <a:gd name="connsiteY133" fmla="*/ 112385 h 170840"/>
              <a:gd name="connsiteX134" fmla="*/ 1962188 w 2414454"/>
              <a:gd name="connsiteY134" fmla="*/ 40900 h 170840"/>
              <a:gd name="connsiteX135" fmla="*/ 1976304 w 2414454"/>
              <a:gd name="connsiteY135" fmla="*/ 40900 h 170840"/>
              <a:gd name="connsiteX136" fmla="*/ 1943548 w 2414454"/>
              <a:gd name="connsiteY136" fmla="*/ 129940 h 170840"/>
              <a:gd name="connsiteX137" fmla="*/ 1931965 w 2414454"/>
              <a:gd name="connsiteY137" fmla="*/ 129940 h 170840"/>
              <a:gd name="connsiteX138" fmla="*/ 1875587 w 2414454"/>
              <a:gd name="connsiteY138" fmla="*/ 40900 h 170840"/>
              <a:gd name="connsiteX139" fmla="*/ 1888617 w 2414454"/>
              <a:gd name="connsiteY139" fmla="*/ 40900 h 170840"/>
              <a:gd name="connsiteX140" fmla="*/ 1888617 w 2414454"/>
              <a:gd name="connsiteY140" fmla="*/ 129940 h 170840"/>
              <a:gd name="connsiteX141" fmla="*/ 1875587 w 2414454"/>
              <a:gd name="connsiteY141" fmla="*/ 129940 h 170840"/>
              <a:gd name="connsiteX142" fmla="*/ 999287 w 2414454"/>
              <a:gd name="connsiteY142" fmla="*/ 40900 h 170840"/>
              <a:gd name="connsiteX143" fmla="*/ 1012317 w 2414454"/>
              <a:gd name="connsiteY143" fmla="*/ 40900 h 170840"/>
              <a:gd name="connsiteX144" fmla="*/ 1012317 w 2414454"/>
              <a:gd name="connsiteY144" fmla="*/ 129940 h 170840"/>
              <a:gd name="connsiteX145" fmla="*/ 999287 w 2414454"/>
              <a:gd name="connsiteY145" fmla="*/ 129940 h 170840"/>
              <a:gd name="connsiteX146" fmla="*/ 451590 w 2414454"/>
              <a:gd name="connsiteY146" fmla="*/ 40900 h 170840"/>
              <a:gd name="connsiteX147" fmla="*/ 465706 w 2414454"/>
              <a:gd name="connsiteY147" fmla="*/ 40900 h 170840"/>
              <a:gd name="connsiteX148" fmla="*/ 486156 w 2414454"/>
              <a:gd name="connsiteY148" fmla="*/ 112385 h 170840"/>
              <a:gd name="connsiteX149" fmla="*/ 509502 w 2414454"/>
              <a:gd name="connsiteY149" fmla="*/ 40900 h 170840"/>
              <a:gd name="connsiteX150" fmla="*/ 520722 w 2414454"/>
              <a:gd name="connsiteY150" fmla="*/ 40900 h 170840"/>
              <a:gd name="connsiteX151" fmla="*/ 544249 w 2414454"/>
              <a:gd name="connsiteY151" fmla="*/ 112385 h 170840"/>
              <a:gd name="connsiteX152" fmla="*/ 564518 w 2414454"/>
              <a:gd name="connsiteY152" fmla="*/ 40900 h 170840"/>
              <a:gd name="connsiteX153" fmla="*/ 578634 w 2414454"/>
              <a:gd name="connsiteY153" fmla="*/ 40900 h 170840"/>
              <a:gd name="connsiteX154" fmla="*/ 550583 w 2414454"/>
              <a:gd name="connsiteY154" fmla="*/ 129940 h 170840"/>
              <a:gd name="connsiteX155" fmla="*/ 538458 w 2414454"/>
              <a:gd name="connsiteY155" fmla="*/ 129940 h 170840"/>
              <a:gd name="connsiteX156" fmla="*/ 515112 w 2414454"/>
              <a:gd name="connsiteY156" fmla="*/ 60808 h 170840"/>
              <a:gd name="connsiteX157" fmla="*/ 491947 w 2414454"/>
              <a:gd name="connsiteY157" fmla="*/ 129940 h 170840"/>
              <a:gd name="connsiteX158" fmla="*/ 479822 w 2414454"/>
              <a:gd name="connsiteY158" fmla="*/ 129940 h 170840"/>
              <a:gd name="connsiteX159" fmla="*/ 207807 w 2414454"/>
              <a:gd name="connsiteY159" fmla="*/ 40900 h 170840"/>
              <a:gd name="connsiteX160" fmla="*/ 220837 w 2414454"/>
              <a:gd name="connsiteY160" fmla="*/ 40900 h 170840"/>
              <a:gd name="connsiteX161" fmla="*/ 220837 w 2414454"/>
              <a:gd name="connsiteY161" fmla="*/ 95736 h 170840"/>
              <a:gd name="connsiteX162" fmla="*/ 226628 w 2414454"/>
              <a:gd name="connsiteY162" fmla="*/ 113562 h 170840"/>
              <a:gd name="connsiteX163" fmla="*/ 242554 w 2414454"/>
              <a:gd name="connsiteY163" fmla="*/ 119443 h 170840"/>
              <a:gd name="connsiteX164" fmla="*/ 258751 w 2414454"/>
              <a:gd name="connsiteY164" fmla="*/ 113471 h 170840"/>
              <a:gd name="connsiteX165" fmla="*/ 264814 w 2414454"/>
              <a:gd name="connsiteY165" fmla="*/ 95736 h 170840"/>
              <a:gd name="connsiteX166" fmla="*/ 264814 w 2414454"/>
              <a:gd name="connsiteY166" fmla="*/ 40900 h 170840"/>
              <a:gd name="connsiteX167" fmla="*/ 277844 w 2414454"/>
              <a:gd name="connsiteY167" fmla="*/ 40900 h 170840"/>
              <a:gd name="connsiteX168" fmla="*/ 277844 w 2414454"/>
              <a:gd name="connsiteY168" fmla="*/ 129940 h 170840"/>
              <a:gd name="connsiteX169" fmla="*/ 264995 w 2414454"/>
              <a:gd name="connsiteY169" fmla="*/ 129940 h 170840"/>
              <a:gd name="connsiteX170" fmla="*/ 264995 w 2414454"/>
              <a:gd name="connsiteY170" fmla="*/ 119986 h 170840"/>
              <a:gd name="connsiteX171" fmla="*/ 253865 w 2414454"/>
              <a:gd name="connsiteY171" fmla="*/ 128221 h 170840"/>
              <a:gd name="connsiteX172" fmla="*/ 239839 w 2414454"/>
              <a:gd name="connsiteY172" fmla="*/ 131026 h 170840"/>
              <a:gd name="connsiteX173" fmla="*/ 216856 w 2414454"/>
              <a:gd name="connsiteY173" fmla="*/ 122701 h 170840"/>
              <a:gd name="connsiteX174" fmla="*/ 209979 w 2414454"/>
              <a:gd name="connsiteY174" fmla="*/ 111752 h 170840"/>
              <a:gd name="connsiteX175" fmla="*/ 207807 w 2414454"/>
              <a:gd name="connsiteY175" fmla="*/ 97726 h 170840"/>
              <a:gd name="connsiteX176" fmla="*/ 2189569 w 2414454"/>
              <a:gd name="connsiteY176" fmla="*/ 39814 h 170840"/>
              <a:gd name="connsiteX177" fmla="*/ 2207395 w 2414454"/>
              <a:gd name="connsiteY177" fmla="*/ 42205 h 170840"/>
              <a:gd name="connsiteX178" fmla="*/ 2221601 w 2414454"/>
              <a:gd name="connsiteY178" fmla="*/ 49564 h 170840"/>
              <a:gd name="connsiteX179" fmla="*/ 2213096 w 2414454"/>
              <a:gd name="connsiteY179" fmla="*/ 58093 h 170840"/>
              <a:gd name="connsiteX180" fmla="*/ 2202328 w 2414454"/>
              <a:gd name="connsiteY180" fmla="*/ 52754 h 170840"/>
              <a:gd name="connsiteX181" fmla="*/ 2189388 w 2414454"/>
              <a:gd name="connsiteY181" fmla="*/ 51035 h 170840"/>
              <a:gd name="connsiteX182" fmla="*/ 2174548 w 2414454"/>
              <a:gd name="connsiteY182" fmla="*/ 54900 h 170840"/>
              <a:gd name="connsiteX183" fmla="*/ 2169480 w 2414454"/>
              <a:gd name="connsiteY183" fmla="*/ 65598 h 170840"/>
              <a:gd name="connsiteX184" fmla="*/ 2173010 w 2414454"/>
              <a:gd name="connsiteY184" fmla="*/ 74589 h 170840"/>
              <a:gd name="connsiteX185" fmla="*/ 2185044 w 2414454"/>
              <a:gd name="connsiteY185" fmla="*/ 78543 h 170840"/>
              <a:gd name="connsiteX186" fmla="*/ 2199342 w 2414454"/>
              <a:gd name="connsiteY186" fmla="*/ 79810 h 170840"/>
              <a:gd name="connsiteX187" fmla="*/ 2210019 w 2414454"/>
              <a:gd name="connsiteY187" fmla="*/ 81801 h 170840"/>
              <a:gd name="connsiteX188" fmla="*/ 2218344 w 2414454"/>
              <a:gd name="connsiteY188" fmla="*/ 86144 h 170840"/>
              <a:gd name="connsiteX189" fmla="*/ 2223683 w 2414454"/>
              <a:gd name="connsiteY189" fmla="*/ 93383 h 170840"/>
              <a:gd name="connsiteX190" fmla="*/ 2225583 w 2414454"/>
              <a:gd name="connsiteY190" fmla="*/ 103880 h 170840"/>
              <a:gd name="connsiteX191" fmla="*/ 2222959 w 2414454"/>
              <a:gd name="connsiteY191" fmla="*/ 115372 h 170840"/>
              <a:gd name="connsiteX192" fmla="*/ 2215539 w 2414454"/>
              <a:gd name="connsiteY192" fmla="*/ 123877 h 170840"/>
              <a:gd name="connsiteX193" fmla="*/ 2204137 w 2414454"/>
              <a:gd name="connsiteY193" fmla="*/ 129216 h 170840"/>
              <a:gd name="connsiteX194" fmla="*/ 2189388 w 2414454"/>
              <a:gd name="connsiteY194" fmla="*/ 131026 h 170840"/>
              <a:gd name="connsiteX195" fmla="*/ 2169119 w 2414454"/>
              <a:gd name="connsiteY195" fmla="*/ 128130 h 170840"/>
              <a:gd name="connsiteX196" fmla="*/ 2152831 w 2414454"/>
              <a:gd name="connsiteY196" fmla="*/ 118177 h 170840"/>
              <a:gd name="connsiteX197" fmla="*/ 2161518 w 2414454"/>
              <a:gd name="connsiteY197" fmla="*/ 109490 h 170840"/>
              <a:gd name="connsiteX198" fmla="*/ 2173824 w 2414454"/>
              <a:gd name="connsiteY198" fmla="*/ 117453 h 170840"/>
              <a:gd name="connsiteX199" fmla="*/ 2189207 w 2414454"/>
              <a:gd name="connsiteY199" fmla="*/ 119805 h 170840"/>
              <a:gd name="connsiteX200" fmla="*/ 2206580 w 2414454"/>
              <a:gd name="connsiteY200" fmla="*/ 115914 h 170840"/>
              <a:gd name="connsiteX201" fmla="*/ 2212915 w 2414454"/>
              <a:gd name="connsiteY201" fmla="*/ 104061 h 170840"/>
              <a:gd name="connsiteX202" fmla="*/ 2209386 w 2414454"/>
              <a:gd name="connsiteY202" fmla="*/ 95012 h 170840"/>
              <a:gd name="connsiteX203" fmla="*/ 2198074 w 2414454"/>
              <a:gd name="connsiteY203" fmla="*/ 91030 h 170840"/>
              <a:gd name="connsiteX204" fmla="*/ 2183416 w 2414454"/>
              <a:gd name="connsiteY204" fmla="*/ 89764 h 170840"/>
              <a:gd name="connsiteX205" fmla="*/ 2163599 w 2414454"/>
              <a:gd name="connsiteY205" fmla="*/ 82796 h 170840"/>
              <a:gd name="connsiteX206" fmla="*/ 2156812 w 2414454"/>
              <a:gd name="connsiteY206" fmla="*/ 65875 h 170840"/>
              <a:gd name="connsiteX207" fmla="*/ 2159256 w 2414454"/>
              <a:gd name="connsiteY207" fmla="*/ 54926 h 170840"/>
              <a:gd name="connsiteX208" fmla="*/ 2166042 w 2414454"/>
              <a:gd name="connsiteY208" fmla="*/ 46782 h 170840"/>
              <a:gd name="connsiteX209" fmla="*/ 2176448 w 2414454"/>
              <a:gd name="connsiteY209" fmla="*/ 41624 h 170840"/>
              <a:gd name="connsiteX210" fmla="*/ 2189569 w 2414454"/>
              <a:gd name="connsiteY210" fmla="*/ 39814 h 170840"/>
              <a:gd name="connsiteX211" fmla="*/ 2123142 w 2414454"/>
              <a:gd name="connsiteY211" fmla="*/ 39814 h 170840"/>
              <a:gd name="connsiteX212" fmla="*/ 2134634 w 2414454"/>
              <a:gd name="connsiteY212" fmla="*/ 41624 h 170840"/>
              <a:gd name="connsiteX213" fmla="*/ 2144496 w 2414454"/>
              <a:gd name="connsiteY213" fmla="*/ 48139 h 170840"/>
              <a:gd name="connsiteX214" fmla="*/ 2134905 w 2414454"/>
              <a:gd name="connsiteY214" fmla="*/ 57912 h 170840"/>
              <a:gd name="connsiteX215" fmla="*/ 2128028 w 2414454"/>
              <a:gd name="connsiteY215" fmla="*/ 52845 h 170840"/>
              <a:gd name="connsiteX216" fmla="*/ 2119522 w 2414454"/>
              <a:gd name="connsiteY216" fmla="*/ 51397 h 170840"/>
              <a:gd name="connsiteX217" fmla="*/ 2110654 w 2414454"/>
              <a:gd name="connsiteY217" fmla="*/ 53207 h 170840"/>
              <a:gd name="connsiteX218" fmla="*/ 2103958 w 2414454"/>
              <a:gd name="connsiteY218" fmla="*/ 58274 h 170840"/>
              <a:gd name="connsiteX219" fmla="*/ 2099705 w 2414454"/>
              <a:gd name="connsiteY219" fmla="*/ 65875 h 170840"/>
              <a:gd name="connsiteX220" fmla="*/ 2098167 w 2414454"/>
              <a:gd name="connsiteY220" fmla="*/ 75286 h 170840"/>
              <a:gd name="connsiteX221" fmla="*/ 2098167 w 2414454"/>
              <a:gd name="connsiteY221" fmla="*/ 129940 h 170840"/>
              <a:gd name="connsiteX222" fmla="*/ 2085137 w 2414454"/>
              <a:gd name="connsiteY222" fmla="*/ 129940 h 170840"/>
              <a:gd name="connsiteX223" fmla="*/ 2085137 w 2414454"/>
              <a:gd name="connsiteY223" fmla="*/ 40900 h 170840"/>
              <a:gd name="connsiteX224" fmla="*/ 2098167 w 2414454"/>
              <a:gd name="connsiteY224" fmla="*/ 40900 h 170840"/>
              <a:gd name="connsiteX225" fmla="*/ 2098167 w 2414454"/>
              <a:gd name="connsiteY225" fmla="*/ 51759 h 170840"/>
              <a:gd name="connsiteX226" fmla="*/ 2108573 w 2414454"/>
              <a:gd name="connsiteY226" fmla="*/ 42982 h 170840"/>
              <a:gd name="connsiteX227" fmla="*/ 2123142 w 2414454"/>
              <a:gd name="connsiteY227" fmla="*/ 39814 h 170840"/>
              <a:gd name="connsiteX228" fmla="*/ 2031082 w 2414454"/>
              <a:gd name="connsiteY228" fmla="*/ 39814 h 170840"/>
              <a:gd name="connsiteX229" fmla="*/ 2058048 w 2414454"/>
              <a:gd name="connsiteY229" fmla="*/ 51397 h 170840"/>
              <a:gd name="connsiteX230" fmla="*/ 2067640 w 2414454"/>
              <a:gd name="connsiteY230" fmla="*/ 82887 h 170840"/>
              <a:gd name="connsiteX231" fmla="*/ 2067640 w 2414454"/>
              <a:gd name="connsiteY231" fmla="*/ 88859 h 170840"/>
              <a:gd name="connsiteX232" fmla="*/ 2007556 w 2414454"/>
              <a:gd name="connsiteY232" fmla="*/ 88859 h 170840"/>
              <a:gd name="connsiteX233" fmla="*/ 2014252 w 2414454"/>
              <a:gd name="connsiteY233" fmla="*/ 111704 h 170840"/>
              <a:gd name="connsiteX234" fmla="*/ 2033797 w 2414454"/>
              <a:gd name="connsiteY234" fmla="*/ 119805 h 170840"/>
              <a:gd name="connsiteX235" fmla="*/ 2046737 w 2414454"/>
              <a:gd name="connsiteY235" fmla="*/ 117362 h 170840"/>
              <a:gd name="connsiteX236" fmla="*/ 2057143 w 2414454"/>
              <a:gd name="connsiteY236" fmla="*/ 109671 h 170840"/>
              <a:gd name="connsiteX237" fmla="*/ 2066010 w 2414454"/>
              <a:gd name="connsiteY237" fmla="*/ 117453 h 170840"/>
              <a:gd name="connsiteX238" fmla="*/ 2059224 w 2414454"/>
              <a:gd name="connsiteY238" fmla="*/ 123367 h 170840"/>
              <a:gd name="connsiteX239" fmla="*/ 2052076 w 2414454"/>
              <a:gd name="connsiteY239" fmla="*/ 127552 h 170840"/>
              <a:gd name="connsiteX240" fmla="*/ 2043660 w 2414454"/>
              <a:gd name="connsiteY240" fmla="*/ 130135 h 170840"/>
              <a:gd name="connsiteX241" fmla="*/ 2033435 w 2414454"/>
              <a:gd name="connsiteY241" fmla="*/ 131026 h 170840"/>
              <a:gd name="connsiteX242" fmla="*/ 2017419 w 2414454"/>
              <a:gd name="connsiteY242" fmla="*/ 128311 h 170840"/>
              <a:gd name="connsiteX243" fmla="*/ 2005203 w 2414454"/>
              <a:gd name="connsiteY243" fmla="*/ 119986 h 170840"/>
              <a:gd name="connsiteX244" fmla="*/ 1997331 w 2414454"/>
              <a:gd name="connsiteY244" fmla="*/ 105780 h 170840"/>
              <a:gd name="connsiteX245" fmla="*/ 1994525 w 2414454"/>
              <a:gd name="connsiteY245" fmla="*/ 85420 h 170840"/>
              <a:gd name="connsiteX246" fmla="*/ 2004298 w 2414454"/>
              <a:gd name="connsiteY246" fmla="*/ 51759 h 170840"/>
              <a:gd name="connsiteX247" fmla="*/ 2031082 w 2414454"/>
              <a:gd name="connsiteY247" fmla="*/ 39814 h 170840"/>
              <a:gd name="connsiteX248" fmla="*/ 1808816 w 2414454"/>
              <a:gd name="connsiteY248" fmla="*/ 39814 h 170840"/>
              <a:gd name="connsiteX249" fmla="*/ 1831619 w 2414454"/>
              <a:gd name="connsiteY249" fmla="*/ 48139 h 170840"/>
              <a:gd name="connsiteX250" fmla="*/ 1840849 w 2414454"/>
              <a:gd name="connsiteY250" fmla="*/ 72933 h 170840"/>
              <a:gd name="connsiteX251" fmla="*/ 1840849 w 2414454"/>
              <a:gd name="connsiteY251" fmla="*/ 129940 h 170840"/>
              <a:gd name="connsiteX252" fmla="*/ 1827819 w 2414454"/>
              <a:gd name="connsiteY252" fmla="*/ 129940 h 170840"/>
              <a:gd name="connsiteX253" fmla="*/ 1827819 w 2414454"/>
              <a:gd name="connsiteY253" fmla="*/ 75105 h 170840"/>
              <a:gd name="connsiteX254" fmla="*/ 1821937 w 2414454"/>
              <a:gd name="connsiteY254" fmla="*/ 57279 h 170840"/>
              <a:gd name="connsiteX255" fmla="*/ 1805921 w 2414454"/>
              <a:gd name="connsiteY255" fmla="*/ 51397 h 170840"/>
              <a:gd name="connsiteX256" fmla="*/ 1789814 w 2414454"/>
              <a:gd name="connsiteY256" fmla="*/ 57369 h 170840"/>
              <a:gd name="connsiteX257" fmla="*/ 1783842 w 2414454"/>
              <a:gd name="connsiteY257" fmla="*/ 75105 h 170840"/>
              <a:gd name="connsiteX258" fmla="*/ 1783842 w 2414454"/>
              <a:gd name="connsiteY258" fmla="*/ 129940 h 170840"/>
              <a:gd name="connsiteX259" fmla="*/ 1770812 w 2414454"/>
              <a:gd name="connsiteY259" fmla="*/ 129940 h 170840"/>
              <a:gd name="connsiteX260" fmla="*/ 1770812 w 2414454"/>
              <a:gd name="connsiteY260" fmla="*/ 40900 h 170840"/>
              <a:gd name="connsiteX261" fmla="*/ 1783842 w 2414454"/>
              <a:gd name="connsiteY261" fmla="*/ 40900 h 170840"/>
              <a:gd name="connsiteX262" fmla="*/ 1783842 w 2414454"/>
              <a:gd name="connsiteY262" fmla="*/ 50673 h 170840"/>
              <a:gd name="connsiteX263" fmla="*/ 1794882 w 2414454"/>
              <a:gd name="connsiteY263" fmla="*/ 42529 h 170840"/>
              <a:gd name="connsiteX264" fmla="*/ 1808816 w 2414454"/>
              <a:gd name="connsiteY264" fmla="*/ 39814 h 170840"/>
              <a:gd name="connsiteX265" fmla="*/ 1512932 w 2414454"/>
              <a:gd name="connsiteY265" fmla="*/ 39814 h 170840"/>
              <a:gd name="connsiteX266" fmla="*/ 1526415 w 2414454"/>
              <a:gd name="connsiteY266" fmla="*/ 42077 h 170840"/>
              <a:gd name="connsiteX267" fmla="*/ 1537906 w 2414454"/>
              <a:gd name="connsiteY267" fmla="*/ 51397 h 170840"/>
              <a:gd name="connsiteX268" fmla="*/ 1537906 w 2414454"/>
              <a:gd name="connsiteY268" fmla="*/ 40900 h 170840"/>
              <a:gd name="connsiteX269" fmla="*/ 1550756 w 2414454"/>
              <a:gd name="connsiteY269" fmla="*/ 40900 h 170840"/>
              <a:gd name="connsiteX270" fmla="*/ 1550756 w 2414454"/>
              <a:gd name="connsiteY270" fmla="*/ 132655 h 170840"/>
              <a:gd name="connsiteX271" fmla="*/ 1548222 w 2414454"/>
              <a:gd name="connsiteY271" fmla="*/ 147947 h 170840"/>
              <a:gd name="connsiteX272" fmla="*/ 1540983 w 2414454"/>
              <a:gd name="connsiteY272" fmla="*/ 159982 h 170840"/>
              <a:gd name="connsiteX273" fmla="*/ 1529310 w 2414454"/>
              <a:gd name="connsiteY273" fmla="*/ 167945 h 170840"/>
              <a:gd name="connsiteX274" fmla="*/ 1513656 w 2414454"/>
              <a:gd name="connsiteY274" fmla="*/ 170840 h 170840"/>
              <a:gd name="connsiteX275" fmla="*/ 1504607 w 2414454"/>
              <a:gd name="connsiteY275" fmla="*/ 170217 h 170840"/>
              <a:gd name="connsiteX276" fmla="*/ 1497097 w 2414454"/>
              <a:gd name="connsiteY276" fmla="*/ 168168 h 170840"/>
              <a:gd name="connsiteX277" fmla="*/ 1490220 w 2414454"/>
              <a:gd name="connsiteY277" fmla="*/ 164518 h 170840"/>
              <a:gd name="connsiteX278" fmla="*/ 1483433 w 2414454"/>
              <a:gd name="connsiteY278" fmla="*/ 159077 h 170840"/>
              <a:gd name="connsiteX279" fmla="*/ 1491939 w 2414454"/>
              <a:gd name="connsiteY279" fmla="*/ 150752 h 170840"/>
              <a:gd name="connsiteX280" fmla="*/ 1496554 w 2414454"/>
              <a:gd name="connsiteY280" fmla="*/ 154553 h 170840"/>
              <a:gd name="connsiteX281" fmla="*/ 1501259 w 2414454"/>
              <a:gd name="connsiteY281" fmla="*/ 157358 h 170840"/>
              <a:gd name="connsiteX282" fmla="*/ 1506598 w 2414454"/>
              <a:gd name="connsiteY282" fmla="*/ 159077 h 170840"/>
              <a:gd name="connsiteX283" fmla="*/ 1513294 w 2414454"/>
              <a:gd name="connsiteY283" fmla="*/ 159620 h 170840"/>
              <a:gd name="connsiteX284" fmla="*/ 1524424 w 2414454"/>
              <a:gd name="connsiteY284" fmla="*/ 157438 h 170840"/>
              <a:gd name="connsiteX285" fmla="*/ 1532025 w 2414454"/>
              <a:gd name="connsiteY285" fmla="*/ 151622 h 170840"/>
              <a:gd name="connsiteX286" fmla="*/ 1536368 w 2414454"/>
              <a:gd name="connsiteY286" fmla="*/ 142989 h 170840"/>
              <a:gd name="connsiteX287" fmla="*/ 1537726 w 2414454"/>
              <a:gd name="connsiteY287" fmla="*/ 132174 h 170840"/>
              <a:gd name="connsiteX288" fmla="*/ 1537726 w 2414454"/>
              <a:gd name="connsiteY288" fmla="*/ 118177 h 170840"/>
              <a:gd name="connsiteX289" fmla="*/ 1526143 w 2414454"/>
              <a:gd name="connsiteY289" fmla="*/ 127406 h 170840"/>
              <a:gd name="connsiteX290" fmla="*/ 1512751 w 2414454"/>
              <a:gd name="connsiteY290" fmla="*/ 129759 h 170840"/>
              <a:gd name="connsiteX291" fmla="*/ 1500354 w 2414454"/>
              <a:gd name="connsiteY291" fmla="*/ 127587 h 170840"/>
              <a:gd name="connsiteX292" fmla="*/ 1491215 w 2414454"/>
              <a:gd name="connsiteY292" fmla="*/ 121796 h 170840"/>
              <a:gd name="connsiteX293" fmla="*/ 1482438 w 2414454"/>
              <a:gd name="connsiteY293" fmla="*/ 105327 h 170840"/>
              <a:gd name="connsiteX294" fmla="*/ 1480356 w 2414454"/>
              <a:gd name="connsiteY294" fmla="*/ 84696 h 170840"/>
              <a:gd name="connsiteX295" fmla="*/ 1482438 w 2414454"/>
              <a:gd name="connsiteY295" fmla="*/ 64065 h 170840"/>
              <a:gd name="connsiteX296" fmla="*/ 1491215 w 2414454"/>
              <a:gd name="connsiteY296" fmla="*/ 47596 h 170840"/>
              <a:gd name="connsiteX297" fmla="*/ 1500445 w 2414454"/>
              <a:gd name="connsiteY297" fmla="*/ 41896 h 170840"/>
              <a:gd name="connsiteX298" fmla="*/ 1512932 w 2414454"/>
              <a:gd name="connsiteY298" fmla="*/ 39814 h 170840"/>
              <a:gd name="connsiteX299" fmla="*/ 1418292 w 2414454"/>
              <a:gd name="connsiteY299" fmla="*/ 39814 h 170840"/>
              <a:gd name="connsiteX300" fmla="*/ 1441094 w 2414454"/>
              <a:gd name="connsiteY300" fmla="*/ 48139 h 170840"/>
              <a:gd name="connsiteX301" fmla="*/ 1450324 w 2414454"/>
              <a:gd name="connsiteY301" fmla="*/ 72933 h 170840"/>
              <a:gd name="connsiteX302" fmla="*/ 1450324 w 2414454"/>
              <a:gd name="connsiteY302" fmla="*/ 129940 h 170840"/>
              <a:gd name="connsiteX303" fmla="*/ 1437294 w 2414454"/>
              <a:gd name="connsiteY303" fmla="*/ 129940 h 170840"/>
              <a:gd name="connsiteX304" fmla="*/ 1437294 w 2414454"/>
              <a:gd name="connsiteY304" fmla="*/ 75105 h 170840"/>
              <a:gd name="connsiteX305" fmla="*/ 1431412 w 2414454"/>
              <a:gd name="connsiteY305" fmla="*/ 57279 h 170840"/>
              <a:gd name="connsiteX306" fmla="*/ 1415396 w 2414454"/>
              <a:gd name="connsiteY306" fmla="*/ 51397 h 170840"/>
              <a:gd name="connsiteX307" fmla="*/ 1399289 w 2414454"/>
              <a:gd name="connsiteY307" fmla="*/ 57369 h 170840"/>
              <a:gd name="connsiteX308" fmla="*/ 1393317 w 2414454"/>
              <a:gd name="connsiteY308" fmla="*/ 75105 h 170840"/>
              <a:gd name="connsiteX309" fmla="*/ 1393317 w 2414454"/>
              <a:gd name="connsiteY309" fmla="*/ 129940 h 170840"/>
              <a:gd name="connsiteX310" fmla="*/ 1380287 w 2414454"/>
              <a:gd name="connsiteY310" fmla="*/ 129940 h 170840"/>
              <a:gd name="connsiteX311" fmla="*/ 1380287 w 2414454"/>
              <a:gd name="connsiteY311" fmla="*/ 40900 h 170840"/>
              <a:gd name="connsiteX312" fmla="*/ 1393317 w 2414454"/>
              <a:gd name="connsiteY312" fmla="*/ 40900 h 170840"/>
              <a:gd name="connsiteX313" fmla="*/ 1393317 w 2414454"/>
              <a:gd name="connsiteY313" fmla="*/ 50673 h 170840"/>
              <a:gd name="connsiteX314" fmla="*/ 1404356 w 2414454"/>
              <a:gd name="connsiteY314" fmla="*/ 42529 h 170840"/>
              <a:gd name="connsiteX315" fmla="*/ 1418292 w 2414454"/>
              <a:gd name="connsiteY315" fmla="*/ 39814 h 170840"/>
              <a:gd name="connsiteX316" fmla="*/ 1326232 w 2414454"/>
              <a:gd name="connsiteY316" fmla="*/ 39814 h 170840"/>
              <a:gd name="connsiteX317" fmla="*/ 1340710 w 2414454"/>
              <a:gd name="connsiteY317" fmla="*/ 42529 h 170840"/>
              <a:gd name="connsiteX318" fmla="*/ 1351750 w 2414454"/>
              <a:gd name="connsiteY318" fmla="*/ 49949 h 170840"/>
              <a:gd name="connsiteX319" fmla="*/ 1360527 w 2414454"/>
              <a:gd name="connsiteY319" fmla="*/ 65965 h 170840"/>
              <a:gd name="connsiteX320" fmla="*/ 1362608 w 2414454"/>
              <a:gd name="connsiteY320" fmla="*/ 85420 h 170840"/>
              <a:gd name="connsiteX321" fmla="*/ 1360527 w 2414454"/>
              <a:gd name="connsiteY321" fmla="*/ 104875 h 170840"/>
              <a:gd name="connsiteX322" fmla="*/ 1351750 w 2414454"/>
              <a:gd name="connsiteY322" fmla="*/ 120891 h 170840"/>
              <a:gd name="connsiteX323" fmla="*/ 1340710 w 2414454"/>
              <a:gd name="connsiteY323" fmla="*/ 128311 h 170840"/>
              <a:gd name="connsiteX324" fmla="*/ 1326232 w 2414454"/>
              <a:gd name="connsiteY324" fmla="*/ 131026 h 170840"/>
              <a:gd name="connsiteX325" fmla="*/ 1311754 w 2414454"/>
              <a:gd name="connsiteY325" fmla="*/ 128311 h 170840"/>
              <a:gd name="connsiteX326" fmla="*/ 1300715 w 2414454"/>
              <a:gd name="connsiteY326" fmla="*/ 120891 h 170840"/>
              <a:gd name="connsiteX327" fmla="*/ 1295195 w 2414454"/>
              <a:gd name="connsiteY327" fmla="*/ 113381 h 170840"/>
              <a:gd name="connsiteX328" fmla="*/ 1291938 w 2414454"/>
              <a:gd name="connsiteY328" fmla="*/ 104875 h 170840"/>
              <a:gd name="connsiteX329" fmla="*/ 1290309 w 2414454"/>
              <a:gd name="connsiteY329" fmla="*/ 95555 h 170840"/>
              <a:gd name="connsiteX330" fmla="*/ 1289856 w 2414454"/>
              <a:gd name="connsiteY330" fmla="*/ 85420 h 170840"/>
              <a:gd name="connsiteX331" fmla="*/ 1290309 w 2414454"/>
              <a:gd name="connsiteY331" fmla="*/ 75376 h 170840"/>
              <a:gd name="connsiteX332" fmla="*/ 1291938 w 2414454"/>
              <a:gd name="connsiteY332" fmla="*/ 65965 h 170840"/>
              <a:gd name="connsiteX333" fmla="*/ 1295195 w 2414454"/>
              <a:gd name="connsiteY333" fmla="*/ 57460 h 170840"/>
              <a:gd name="connsiteX334" fmla="*/ 1300715 w 2414454"/>
              <a:gd name="connsiteY334" fmla="*/ 49949 h 170840"/>
              <a:gd name="connsiteX335" fmla="*/ 1311754 w 2414454"/>
              <a:gd name="connsiteY335" fmla="*/ 42529 h 170840"/>
              <a:gd name="connsiteX336" fmla="*/ 1326232 w 2414454"/>
              <a:gd name="connsiteY336" fmla="*/ 39814 h 170840"/>
              <a:gd name="connsiteX337" fmla="*/ 1173832 w 2414454"/>
              <a:gd name="connsiteY337" fmla="*/ 39814 h 170840"/>
              <a:gd name="connsiteX338" fmla="*/ 1188310 w 2414454"/>
              <a:gd name="connsiteY338" fmla="*/ 42529 h 170840"/>
              <a:gd name="connsiteX339" fmla="*/ 1199350 w 2414454"/>
              <a:gd name="connsiteY339" fmla="*/ 49949 h 170840"/>
              <a:gd name="connsiteX340" fmla="*/ 1208127 w 2414454"/>
              <a:gd name="connsiteY340" fmla="*/ 65965 h 170840"/>
              <a:gd name="connsiteX341" fmla="*/ 1210208 w 2414454"/>
              <a:gd name="connsiteY341" fmla="*/ 85420 h 170840"/>
              <a:gd name="connsiteX342" fmla="*/ 1208127 w 2414454"/>
              <a:gd name="connsiteY342" fmla="*/ 104875 h 170840"/>
              <a:gd name="connsiteX343" fmla="*/ 1199350 w 2414454"/>
              <a:gd name="connsiteY343" fmla="*/ 120891 h 170840"/>
              <a:gd name="connsiteX344" fmla="*/ 1188310 w 2414454"/>
              <a:gd name="connsiteY344" fmla="*/ 128311 h 170840"/>
              <a:gd name="connsiteX345" fmla="*/ 1173832 w 2414454"/>
              <a:gd name="connsiteY345" fmla="*/ 131026 h 170840"/>
              <a:gd name="connsiteX346" fmla="*/ 1159354 w 2414454"/>
              <a:gd name="connsiteY346" fmla="*/ 128311 h 170840"/>
              <a:gd name="connsiteX347" fmla="*/ 1148315 w 2414454"/>
              <a:gd name="connsiteY347" fmla="*/ 120891 h 170840"/>
              <a:gd name="connsiteX348" fmla="*/ 1142795 w 2414454"/>
              <a:gd name="connsiteY348" fmla="*/ 113381 h 170840"/>
              <a:gd name="connsiteX349" fmla="*/ 1139538 w 2414454"/>
              <a:gd name="connsiteY349" fmla="*/ 104875 h 170840"/>
              <a:gd name="connsiteX350" fmla="*/ 1137909 w 2414454"/>
              <a:gd name="connsiteY350" fmla="*/ 95555 h 170840"/>
              <a:gd name="connsiteX351" fmla="*/ 1137456 w 2414454"/>
              <a:gd name="connsiteY351" fmla="*/ 85420 h 170840"/>
              <a:gd name="connsiteX352" fmla="*/ 1137909 w 2414454"/>
              <a:gd name="connsiteY352" fmla="*/ 75376 h 170840"/>
              <a:gd name="connsiteX353" fmla="*/ 1139538 w 2414454"/>
              <a:gd name="connsiteY353" fmla="*/ 65965 h 170840"/>
              <a:gd name="connsiteX354" fmla="*/ 1142795 w 2414454"/>
              <a:gd name="connsiteY354" fmla="*/ 57460 h 170840"/>
              <a:gd name="connsiteX355" fmla="*/ 1148315 w 2414454"/>
              <a:gd name="connsiteY355" fmla="*/ 49949 h 170840"/>
              <a:gd name="connsiteX356" fmla="*/ 1159354 w 2414454"/>
              <a:gd name="connsiteY356" fmla="*/ 42529 h 170840"/>
              <a:gd name="connsiteX357" fmla="*/ 1173832 w 2414454"/>
              <a:gd name="connsiteY357" fmla="*/ 39814 h 170840"/>
              <a:gd name="connsiteX358" fmla="*/ 1074782 w 2414454"/>
              <a:gd name="connsiteY358" fmla="*/ 39814 h 170840"/>
              <a:gd name="connsiteX359" fmla="*/ 1101657 w 2414454"/>
              <a:gd name="connsiteY359" fmla="*/ 47325 h 170840"/>
              <a:gd name="connsiteX360" fmla="*/ 1110434 w 2414454"/>
              <a:gd name="connsiteY360" fmla="*/ 69494 h 170840"/>
              <a:gd name="connsiteX361" fmla="*/ 1110434 w 2414454"/>
              <a:gd name="connsiteY361" fmla="*/ 129940 h 170840"/>
              <a:gd name="connsiteX362" fmla="*/ 1097404 w 2414454"/>
              <a:gd name="connsiteY362" fmla="*/ 129940 h 170840"/>
              <a:gd name="connsiteX363" fmla="*/ 1097404 w 2414454"/>
              <a:gd name="connsiteY363" fmla="*/ 121434 h 170840"/>
              <a:gd name="connsiteX364" fmla="*/ 1086274 w 2414454"/>
              <a:gd name="connsiteY364" fmla="*/ 128945 h 170840"/>
              <a:gd name="connsiteX365" fmla="*/ 1071705 w 2414454"/>
              <a:gd name="connsiteY365" fmla="*/ 131026 h 170840"/>
              <a:gd name="connsiteX366" fmla="*/ 1056594 w 2414454"/>
              <a:gd name="connsiteY366" fmla="*/ 129126 h 170840"/>
              <a:gd name="connsiteX367" fmla="*/ 1046550 w 2414454"/>
              <a:gd name="connsiteY367" fmla="*/ 122882 h 170840"/>
              <a:gd name="connsiteX368" fmla="*/ 1041573 w 2414454"/>
              <a:gd name="connsiteY368" fmla="*/ 114829 h 170840"/>
              <a:gd name="connsiteX369" fmla="*/ 1039854 w 2414454"/>
              <a:gd name="connsiteY369" fmla="*/ 104785 h 170840"/>
              <a:gd name="connsiteX370" fmla="*/ 1047726 w 2414454"/>
              <a:gd name="connsiteY370" fmla="*/ 86054 h 170840"/>
              <a:gd name="connsiteX371" fmla="*/ 1070620 w 2414454"/>
              <a:gd name="connsiteY371" fmla="*/ 79086 h 170840"/>
              <a:gd name="connsiteX372" fmla="*/ 1097404 w 2414454"/>
              <a:gd name="connsiteY372" fmla="*/ 79086 h 170840"/>
              <a:gd name="connsiteX373" fmla="*/ 1097404 w 2414454"/>
              <a:gd name="connsiteY373" fmla="*/ 70580 h 170840"/>
              <a:gd name="connsiteX374" fmla="*/ 1092156 w 2414454"/>
              <a:gd name="connsiteY374" fmla="*/ 55921 h 170840"/>
              <a:gd name="connsiteX375" fmla="*/ 1074601 w 2414454"/>
              <a:gd name="connsiteY375" fmla="*/ 51035 h 170840"/>
              <a:gd name="connsiteX376" fmla="*/ 1061028 w 2414454"/>
              <a:gd name="connsiteY376" fmla="*/ 53297 h 170840"/>
              <a:gd name="connsiteX377" fmla="*/ 1052160 w 2414454"/>
              <a:gd name="connsiteY377" fmla="*/ 61170 h 170840"/>
              <a:gd name="connsiteX378" fmla="*/ 1043292 w 2414454"/>
              <a:gd name="connsiteY378" fmla="*/ 53026 h 170840"/>
              <a:gd name="connsiteX379" fmla="*/ 1056594 w 2414454"/>
              <a:gd name="connsiteY379" fmla="*/ 42529 h 170840"/>
              <a:gd name="connsiteX380" fmla="*/ 1074782 w 2414454"/>
              <a:gd name="connsiteY380" fmla="*/ 39814 h 170840"/>
              <a:gd name="connsiteX381" fmla="*/ 722719 w 2414454"/>
              <a:gd name="connsiteY381" fmla="*/ 39814 h 170840"/>
              <a:gd name="connsiteX382" fmla="*/ 740545 w 2414454"/>
              <a:gd name="connsiteY382" fmla="*/ 42205 h 170840"/>
              <a:gd name="connsiteX383" fmla="*/ 754751 w 2414454"/>
              <a:gd name="connsiteY383" fmla="*/ 49564 h 170840"/>
              <a:gd name="connsiteX384" fmla="*/ 746246 w 2414454"/>
              <a:gd name="connsiteY384" fmla="*/ 58093 h 170840"/>
              <a:gd name="connsiteX385" fmla="*/ 735478 w 2414454"/>
              <a:gd name="connsiteY385" fmla="*/ 52754 h 170840"/>
              <a:gd name="connsiteX386" fmla="*/ 722538 w 2414454"/>
              <a:gd name="connsiteY386" fmla="*/ 51035 h 170840"/>
              <a:gd name="connsiteX387" fmla="*/ 707698 w 2414454"/>
              <a:gd name="connsiteY387" fmla="*/ 54900 h 170840"/>
              <a:gd name="connsiteX388" fmla="*/ 702631 w 2414454"/>
              <a:gd name="connsiteY388" fmla="*/ 65598 h 170840"/>
              <a:gd name="connsiteX389" fmla="*/ 706160 w 2414454"/>
              <a:gd name="connsiteY389" fmla="*/ 74589 h 170840"/>
              <a:gd name="connsiteX390" fmla="*/ 718194 w 2414454"/>
              <a:gd name="connsiteY390" fmla="*/ 78543 h 170840"/>
              <a:gd name="connsiteX391" fmla="*/ 732491 w 2414454"/>
              <a:gd name="connsiteY391" fmla="*/ 79810 h 170840"/>
              <a:gd name="connsiteX392" fmla="*/ 743169 w 2414454"/>
              <a:gd name="connsiteY392" fmla="*/ 81801 h 170840"/>
              <a:gd name="connsiteX393" fmla="*/ 751494 w 2414454"/>
              <a:gd name="connsiteY393" fmla="*/ 86144 h 170840"/>
              <a:gd name="connsiteX394" fmla="*/ 756833 w 2414454"/>
              <a:gd name="connsiteY394" fmla="*/ 93383 h 170840"/>
              <a:gd name="connsiteX395" fmla="*/ 758733 w 2414454"/>
              <a:gd name="connsiteY395" fmla="*/ 103880 h 170840"/>
              <a:gd name="connsiteX396" fmla="*/ 756109 w 2414454"/>
              <a:gd name="connsiteY396" fmla="*/ 115372 h 170840"/>
              <a:gd name="connsiteX397" fmla="*/ 748689 w 2414454"/>
              <a:gd name="connsiteY397" fmla="*/ 123877 h 170840"/>
              <a:gd name="connsiteX398" fmla="*/ 737287 w 2414454"/>
              <a:gd name="connsiteY398" fmla="*/ 129216 h 170840"/>
              <a:gd name="connsiteX399" fmla="*/ 722538 w 2414454"/>
              <a:gd name="connsiteY399" fmla="*/ 131026 h 170840"/>
              <a:gd name="connsiteX400" fmla="*/ 702269 w 2414454"/>
              <a:gd name="connsiteY400" fmla="*/ 128130 h 170840"/>
              <a:gd name="connsiteX401" fmla="*/ 685981 w 2414454"/>
              <a:gd name="connsiteY401" fmla="*/ 118177 h 170840"/>
              <a:gd name="connsiteX402" fmla="*/ 694668 w 2414454"/>
              <a:gd name="connsiteY402" fmla="*/ 109490 h 170840"/>
              <a:gd name="connsiteX403" fmla="*/ 706974 w 2414454"/>
              <a:gd name="connsiteY403" fmla="*/ 117453 h 170840"/>
              <a:gd name="connsiteX404" fmla="*/ 722357 w 2414454"/>
              <a:gd name="connsiteY404" fmla="*/ 119805 h 170840"/>
              <a:gd name="connsiteX405" fmla="*/ 739730 w 2414454"/>
              <a:gd name="connsiteY405" fmla="*/ 115914 h 170840"/>
              <a:gd name="connsiteX406" fmla="*/ 746065 w 2414454"/>
              <a:gd name="connsiteY406" fmla="*/ 104061 h 170840"/>
              <a:gd name="connsiteX407" fmla="*/ 742536 w 2414454"/>
              <a:gd name="connsiteY407" fmla="*/ 95012 h 170840"/>
              <a:gd name="connsiteX408" fmla="*/ 731225 w 2414454"/>
              <a:gd name="connsiteY408" fmla="*/ 91030 h 170840"/>
              <a:gd name="connsiteX409" fmla="*/ 716566 w 2414454"/>
              <a:gd name="connsiteY409" fmla="*/ 89764 h 170840"/>
              <a:gd name="connsiteX410" fmla="*/ 696749 w 2414454"/>
              <a:gd name="connsiteY410" fmla="*/ 82796 h 170840"/>
              <a:gd name="connsiteX411" fmla="*/ 689962 w 2414454"/>
              <a:gd name="connsiteY411" fmla="*/ 65875 h 170840"/>
              <a:gd name="connsiteX412" fmla="*/ 692406 w 2414454"/>
              <a:gd name="connsiteY412" fmla="*/ 54926 h 170840"/>
              <a:gd name="connsiteX413" fmla="*/ 699192 w 2414454"/>
              <a:gd name="connsiteY413" fmla="*/ 46782 h 170840"/>
              <a:gd name="connsiteX414" fmla="*/ 709598 w 2414454"/>
              <a:gd name="connsiteY414" fmla="*/ 41624 h 170840"/>
              <a:gd name="connsiteX415" fmla="*/ 722719 w 2414454"/>
              <a:gd name="connsiteY415" fmla="*/ 39814 h 170840"/>
              <a:gd name="connsiteX416" fmla="*/ 630907 w 2414454"/>
              <a:gd name="connsiteY416" fmla="*/ 39814 h 170840"/>
              <a:gd name="connsiteX417" fmla="*/ 657873 w 2414454"/>
              <a:gd name="connsiteY417" fmla="*/ 51397 h 170840"/>
              <a:gd name="connsiteX418" fmla="*/ 667464 w 2414454"/>
              <a:gd name="connsiteY418" fmla="*/ 82887 h 170840"/>
              <a:gd name="connsiteX419" fmla="*/ 667464 w 2414454"/>
              <a:gd name="connsiteY419" fmla="*/ 88859 h 170840"/>
              <a:gd name="connsiteX420" fmla="*/ 607381 w 2414454"/>
              <a:gd name="connsiteY420" fmla="*/ 88859 h 170840"/>
              <a:gd name="connsiteX421" fmla="*/ 614077 w 2414454"/>
              <a:gd name="connsiteY421" fmla="*/ 111704 h 170840"/>
              <a:gd name="connsiteX422" fmla="*/ 633622 w 2414454"/>
              <a:gd name="connsiteY422" fmla="*/ 119805 h 170840"/>
              <a:gd name="connsiteX423" fmla="*/ 646562 w 2414454"/>
              <a:gd name="connsiteY423" fmla="*/ 117362 h 170840"/>
              <a:gd name="connsiteX424" fmla="*/ 656968 w 2414454"/>
              <a:gd name="connsiteY424" fmla="*/ 109671 h 170840"/>
              <a:gd name="connsiteX425" fmla="*/ 665836 w 2414454"/>
              <a:gd name="connsiteY425" fmla="*/ 117453 h 170840"/>
              <a:gd name="connsiteX426" fmla="*/ 659049 w 2414454"/>
              <a:gd name="connsiteY426" fmla="*/ 123367 h 170840"/>
              <a:gd name="connsiteX427" fmla="*/ 651900 w 2414454"/>
              <a:gd name="connsiteY427" fmla="*/ 127552 h 170840"/>
              <a:gd name="connsiteX428" fmla="*/ 643485 w 2414454"/>
              <a:gd name="connsiteY428" fmla="*/ 130135 h 170840"/>
              <a:gd name="connsiteX429" fmla="*/ 633260 w 2414454"/>
              <a:gd name="connsiteY429" fmla="*/ 131026 h 170840"/>
              <a:gd name="connsiteX430" fmla="*/ 617244 w 2414454"/>
              <a:gd name="connsiteY430" fmla="*/ 128311 h 170840"/>
              <a:gd name="connsiteX431" fmla="*/ 605028 w 2414454"/>
              <a:gd name="connsiteY431" fmla="*/ 119986 h 170840"/>
              <a:gd name="connsiteX432" fmla="*/ 597156 w 2414454"/>
              <a:gd name="connsiteY432" fmla="*/ 105780 h 170840"/>
              <a:gd name="connsiteX433" fmla="*/ 594350 w 2414454"/>
              <a:gd name="connsiteY433" fmla="*/ 85420 h 170840"/>
              <a:gd name="connsiteX434" fmla="*/ 604123 w 2414454"/>
              <a:gd name="connsiteY434" fmla="*/ 51759 h 170840"/>
              <a:gd name="connsiteX435" fmla="*/ 630907 w 2414454"/>
              <a:gd name="connsiteY435" fmla="*/ 39814 h 170840"/>
              <a:gd name="connsiteX436" fmla="*/ 145132 w 2414454"/>
              <a:gd name="connsiteY436" fmla="*/ 39814 h 170840"/>
              <a:gd name="connsiteX437" fmla="*/ 159610 w 2414454"/>
              <a:gd name="connsiteY437" fmla="*/ 42529 h 170840"/>
              <a:gd name="connsiteX438" fmla="*/ 170650 w 2414454"/>
              <a:gd name="connsiteY438" fmla="*/ 49949 h 170840"/>
              <a:gd name="connsiteX439" fmla="*/ 179427 w 2414454"/>
              <a:gd name="connsiteY439" fmla="*/ 65965 h 170840"/>
              <a:gd name="connsiteX440" fmla="*/ 181508 w 2414454"/>
              <a:gd name="connsiteY440" fmla="*/ 85420 h 170840"/>
              <a:gd name="connsiteX441" fmla="*/ 179427 w 2414454"/>
              <a:gd name="connsiteY441" fmla="*/ 104875 h 170840"/>
              <a:gd name="connsiteX442" fmla="*/ 170650 w 2414454"/>
              <a:gd name="connsiteY442" fmla="*/ 120891 h 170840"/>
              <a:gd name="connsiteX443" fmla="*/ 159610 w 2414454"/>
              <a:gd name="connsiteY443" fmla="*/ 128311 h 170840"/>
              <a:gd name="connsiteX444" fmla="*/ 145132 w 2414454"/>
              <a:gd name="connsiteY444" fmla="*/ 131026 h 170840"/>
              <a:gd name="connsiteX445" fmla="*/ 130654 w 2414454"/>
              <a:gd name="connsiteY445" fmla="*/ 128311 h 170840"/>
              <a:gd name="connsiteX446" fmla="*/ 119615 w 2414454"/>
              <a:gd name="connsiteY446" fmla="*/ 120891 h 170840"/>
              <a:gd name="connsiteX447" fmla="*/ 114095 w 2414454"/>
              <a:gd name="connsiteY447" fmla="*/ 113381 h 170840"/>
              <a:gd name="connsiteX448" fmla="*/ 110838 w 2414454"/>
              <a:gd name="connsiteY448" fmla="*/ 104875 h 170840"/>
              <a:gd name="connsiteX449" fmla="*/ 109209 w 2414454"/>
              <a:gd name="connsiteY449" fmla="*/ 95555 h 170840"/>
              <a:gd name="connsiteX450" fmla="*/ 108756 w 2414454"/>
              <a:gd name="connsiteY450" fmla="*/ 85420 h 170840"/>
              <a:gd name="connsiteX451" fmla="*/ 109209 w 2414454"/>
              <a:gd name="connsiteY451" fmla="*/ 75376 h 170840"/>
              <a:gd name="connsiteX452" fmla="*/ 110838 w 2414454"/>
              <a:gd name="connsiteY452" fmla="*/ 65965 h 170840"/>
              <a:gd name="connsiteX453" fmla="*/ 114095 w 2414454"/>
              <a:gd name="connsiteY453" fmla="*/ 57460 h 170840"/>
              <a:gd name="connsiteX454" fmla="*/ 119615 w 2414454"/>
              <a:gd name="connsiteY454" fmla="*/ 49949 h 170840"/>
              <a:gd name="connsiteX455" fmla="*/ 130654 w 2414454"/>
              <a:gd name="connsiteY455" fmla="*/ 42529 h 170840"/>
              <a:gd name="connsiteX456" fmla="*/ 145132 w 2414454"/>
              <a:gd name="connsiteY456" fmla="*/ 39814 h 170840"/>
              <a:gd name="connsiteX457" fmla="*/ 2296858 w 2414454"/>
              <a:gd name="connsiteY457" fmla="*/ 13573 h 170840"/>
              <a:gd name="connsiteX458" fmla="*/ 2309889 w 2414454"/>
              <a:gd name="connsiteY458" fmla="*/ 13573 h 170840"/>
              <a:gd name="connsiteX459" fmla="*/ 2309889 w 2414454"/>
              <a:gd name="connsiteY459" fmla="*/ 41443 h 170840"/>
              <a:gd name="connsiteX460" fmla="*/ 2328891 w 2414454"/>
              <a:gd name="connsiteY460" fmla="*/ 41443 h 170840"/>
              <a:gd name="connsiteX461" fmla="*/ 2328891 w 2414454"/>
              <a:gd name="connsiteY461" fmla="*/ 51397 h 170840"/>
              <a:gd name="connsiteX462" fmla="*/ 2309889 w 2414454"/>
              <a:gd name="connsiteY462" fmla="*/ 51397 h 170840"/>
              <a:gd name="connsiteX463" fmla="*/ 2309889 w 2414454"/>
              <a:gd name="connsiteY463" fmla="*/ 105689 h 170840"/>
              <a:gd name="connsiteX464" fmla="*/ 2312784 w 2414454"/>
              <a:gd name="connsiteY464" fmla="*/ 115281 h 170840"/>
              <a:gd name="connsiteX465" fmla="*/ 2322014 w 2414454"/>
              <a:gd name="connsiteY465" fmla="*/ 118720 h 170840"/>
              <a:gd name="connsiteX466" fmla="*/ 2328891 w 2414454"/>
              <a:gd name="connsiteY466" fmla="*/ 118720 h 170840"/>
              <a:gd name="connsiteX467" fmla="*/ 2328891 w 2414454"/>
              <a:gd name="connsiteY467" fmla="*/ 129940 h 170840"/>
              <a:gd name="connsiteX468" fmla="*/ 2319661 w 2414454"/>
              <a:gd name="connsiteY468" fmla="*/ 129940 h 170840"/>
              <a:gd name="connsiteX469" fmla="*/ 2309617 w 2414454"/>
              <a:gd name="connsiteY469" fmla="*/ 128040 h 170840"/>
              <a:gd name="connsiteX470" fmla="*/ 2302559 w 2414454"/>
              <a:gd name="connsiteY470" fmla="*/ 122882 h 170840"/>
              <a:gd name="connsiteX471" fmla="*/ 2298306 w 2414454"/>
              <a:gd name="connsiteY471" fmla="*/ 115281 h 170840"/>
              <a:gd name="connsiteX472" fmla="*/ 2296858 w 2414454"/>
              <a:gd name="connsiteY472" fmla="*/ 106051 h 170840"/>
              <a:gd name="connsiteX473" fmla="*/ 2296858 w 2414454"/>
              <a:gd name="connsiteY473" fmla="*/ 51397 h 170840"/>
              <a:gd name="connsiteX474" fmla="*/ 2285638 w 2414454"/>
              <a:gd name="connsiteY474" fmla="*/ 51397 h 170840"/>
              <a:gd name="connsiteX475" fmla="*/ 2285638 w 2414454"/>
              <a:gd name="connsiteY475" fmla="*/ 41443 h 170840"/>
              <a:gd name="connsiteX476" fmla="*/ 2296858 w 2414454"/>
              <a:gd name="connsiteY476" fmla="*/ 41443 h 170840"/>
              <a:gd name="connsiteX477" fmla="*/ 1239583 w 2414454"/>
              <a:gd name="connsiteY477" fmla="*/ 13573 h 170840"/>
              <a:gd name="connsiteX478" fmla="*/ 1252614 w 2414454"/>
              <a:gd name="connsiteY478" fmla="*/ 13573 h 170840"/>
              <a:gd name="connsiteX479" fmla="*/ 1252614 w 2414454"/>
              <a:gd name="connsiteY479" fmla="*/ 41443 h 170840"/>
              <a:gd name="connsiteX480" fmla="*/ 1271616 w 2414454"/>
              <a:gd name="connsiteY480" fmla="*/ 41443 h 170840"/>
              <a:gd name="connsiteX481" fmla="*/ 1271616 w 2414454"/>
              <a:gd name="connsiteY481" fmla="*/ 51397 h 170840"/>
              <a:gd name="connsiteX482" fmla="*/ 1252614 w 2414454"/>
              <a:gd name="connsiteY482" fmla="*/ 51397 h 170840"/>
              <a:gd name="connsiteX483" fmla="*/ 1252614 w 2414454"/>
              <a:gd name="connsiteY483" fmla="*/ 105689 h 170840"/>
              <a:gd name="connsiteX484" fmla="*/ 1255509 w 2414454"/>
              <a:gd name="connsiteY484" fmla="*/ 115281 h 170840"/>
              <a:gd name="connsiteX485" fmla="*/ 1264739 w 2414454"/>
              <a:gd name="connsiteY485" fmla="*/ 118720 h 170840"/>
              <a:gd name="connsiteX486" fmla="*/ 1271616 w 2414454"/>
              <a:gd name="connsiteY486" fmla="*/ 118720 h 170840"/>
              <a:gd name="connsiteX487" fmla="*/ 1271616 w 2414454"/>
              <a:gd name="connsiteY487" fmla="*/ 129940 h 170840"/>
              <a:gd name="connsiteX488" fmla="*/ 1262386 w 2414454"/>
              <a:gd name="connsiteY488" fmla="*/ 129940 h 170840"/>
              <a:gd name="connsiteX489" fmla="*/ 1252342 w 2414454"/>
              <a:gd name="connsiteY489" fmla="*/ 128040 h 170840"/>
              <a:gd name="connsiteX490" fmla="*/ 1245284 w 2414454"/>
              <a:gd name="connsiteY490" fmla="*/ 122882 h 170840"/>
              <a:gd name="connsiteX491" fmla="*/ 1241031 w 2414454"/>
              <a:gd name="connsiteY491" fmla="*/ 115281 h 170840"/>
              <a:gd name="connsiteX492" fmla="*/ 1239583 w 2414454"/>
              <a:gd name="connsiteY492" fmla="*/ 106051 h 170840"/>
              <a:gd name="connsiteX493" fmla="*/ 1239583 w 2414454"/>
              <a:gd name="connsiteY493" fmla="*/ 51397 h 170840"/>
              <a:gd name="connsiteX494" fmla="*/ 1228363 w 2414454"/>
              <a:gd name="connsiteY494" fmla="*/ 51397 h 170840"/>
              <a:gd name="connsiteX495" fmla="*/ 1228363 w 2414454"/>
              <a:gd name="connsiteY495" fmla="*/ 41443 h 170840"/>
              <a:gd name="connsiteX496" fmla="*/ 1239583 w 2414454"/>
              <a:gd name="connsiteY496" fmla="*/ 41443 h 170840"/>
              <a:gd name="connsiteX497" fmla="*/ 782383 w 2414454"/>
              <a:gd name="connsiteY497" fmla="*/ 13573 h 170840"/>
              <a:gd name="connsiteX498" fmla="*/ 795414 w 2414454"/>
              <a:gd name="connsiteY498" fmla="*/ 13573 h 170840"/>
              <a:gd name="connsiteX499" fmla="*/ 795414 w 2414454"/>
              <a:gd name="connsiteY499" fmla="*/ 41443 h 170840"/>
              <a:gd name="connsiteX500" fmla="*/ 814416 w 2414454"/>
              <a:gd name="connsiteY500" fmla="*/ 41443 h 170840"/>
              <a:gd name="connsiteX501" fmla="*/ 814416 w 2414454"/>
              <a:gd name="connsiteY501" fmla="*/ 51397 h 170840"/>
              <a:gd name="connsiteX502" fmla="*/ 795414 w 2414454"/>
              <a:gd name="connsiteY502" fmla="*/ 51397 h 170840"/>
              <a:gd name="connsiteX503" fmla="*/ 795414 w 2414454"/>
              <a:gd name="connsiteY503" fmla="*/ 105689 h 170840"/>
              <a:gd name="connsiteX504" fmla="*/ 798309 w 2414454"/>
              <a:gd name="connsiteY504" fmla="*/ 115281 h 170840"/>
              <a:gd name="connsiteX505" fmla="*/ 807539 w 2414454"/>
              <a:gd name="connsiteY505" fmla="*/ 118720 h 170840"/>
              <a:gd name="connsiteX506" fmla="*/ 814416 w 2414454"/>
              <a:gd name="connsiteY506" fmla="*/ 118720 h 170840"/>
              <a:gd name="connsiteX507" fmla="*/ 814416 w 2414454"/>
              <a:gd name="connsiteY507" fmla="*/ 129940 h 170840"/>
              <a:gd name="connsiteX508" fmla="*/ 805186 w 2414454"/>
              <a:gd name="connsiteY508" fmla="*/ 129940 h 170840"/>
              <a:gd name="connsiteX509" fmla="*/ 795142 w 2414454"/>
              <a:gd name="connsiteY509" fmla="*/ 128040 h 170840"/>
              <a:gd name="connsiteX510" fmla="*/ 788084 w 2414454"/>
              <a:gd name="connsiteY510" fmla="*/ 122882 h 170840"/>
              <a:gd name="connsiteX511" fmla="*/ 783831 w 2414454"/>
              <a:gd name="connsiteY511" fmla="*/ 115281 h 170840"/>
              <a:gd name="connsiteX512" fmla="*/ 782383 w 2414454"/>
              <a:gd name="connsiteY512" fmla="*/ 106051 h 170840"/>
              <a:gd name="connsiteX513" fmla="*/ 782383 w 2414454"/>
              <a:gd name="connsiteY513" fmla="*/ 51397 h 170840"/>
              <a:gd name="connsiteX514" fmla="*/ 771163 w 2414454"/>
              <a:gd name="connsiteY514" fmla="*/ 51397 h 170840"/>
              <a:gd name="connsiteX515" fmla="*/ 771163 w 2414454"/>
              <a:gd name="connsiteY515" fmla="*/ 41443 h 170840"/>
              <a:gd name="connsiteX516" fmla="*/ 782383 w 2414454"/>
              <a:gd name="connsiteY516" fmla="*/ 41443 h 170840"/>
              <a:gd name="connsiteX517" fmla="*/ 315658 w 2414454"/>
              <a:gd name="connsiteY517" fmla="*/ 13573 h 170840"/>
              <a:gd name="connsiteX518" fmla="*/ 328689 w 2414454"/>
              <a:gd name="connsiteY518" fmla="*/ 13573 h 170840"/>
              <a:gd name="connsiteX519" fmla="*/ 328689 w 2414454"/>
              <a:gd name="connsiteY519" fmla="*/ 41443 h 170840"/>
              <a:gd name="connsiteX520" fmla="*/ 347691 w 2414454"/>
              <a:gd name="connsiteY520" fmla="*/ 41443 h 170840"/>
              <a:gd name="connsiteX521" fmla="*/ 347691 w 2414454"/>
              <a:gd name="connsiteY521" fmla="*/ 51397 h 170840"/>
              <a:gd name="connsiteX522" fmla="*/ 328689 w 2414454"/>
              <a:gd name="connsiteY522" fmla="*/ 51397 h 170840"/>
              <a:gd name="connsiteX523" fmla="*/ 328689 w 2414454"/>
              <a:gd name="connsiteY523" fmla="*/ 105689 h 170840"/>
              <a:gd name="connsiteX524" fmla="*/ 331584 w 2414454"/>
              <a:gd name="connsiteY524" fmla="*/ 115281 h 170840"/>
              <a:gd name="connsiteX525" fmla="*/ 340814 w 2414454"/>
              <a:gd name="connsiteY525" fmla="*/ 118720 h 170840"/>
              <a:gd name="connsiteX526" fmla="*/ 347691 w 2414454"/>
              <a:gd name="connsiteY526" fmla="*/ 118720 h 170840"/>
              <a:gd name="connsiteX527" fmla="*/ 347691 w 2414454"/>
              <a:gd name="connsiteY527" fmla="*/ 129940 h 170840"/>
              <a:gd name="connsiteX528" fmla="*/ 338461 w 2414454"/>
              <a:gd name="connsiteY528" fmla="*/ 129940 h 170840"/>
              <a:gd name="connsiteX529" fmla="*/ 328417 w 2414454"/>
              <a:gd name="connsiteY529" fmla="*/ 128040 h 170840"/>
              <a:gd name="connsiteX530" fmla="*/ 321359 w 2414454"/>
              <a:gd name="connsiteY530" fmla="*/ 122882 h 170840"/>
              <a:gd name="connsiteX531" fmla="*/ 317106 w 2414454"/>
              <a:gd name="connsiteY531" fmla="*/ 115281 h 170840"/>
              <a:gd name="connsiteX532" fmla="*/ 315658 w 2414454"/>
              <a:gd name="connsiteY532" fmla="*/ 106051 h 170840"/>
              <a:gd name="connsiteX533" fmla="*/ 315658 w 2414454"/>
              <a:gd name="connsiteY533" fmla="*/ 51397 h 170840"/>
              <a:gd name="connsiteX534" fmla="*/ 304438 w 2414454"/>
              <a:gd name="connsiteY534" fmla="*/ 51397 h 170840"/>
              <a:gd name="connsiteX535" fmla="*/ 304438 w 2414454"/>
              <a:gd name="connsiteY535" fmla="*/ 41443 h 170840"/>
              <a:gd name="connsiteX536" fmla="*/ 315658 w 2414454"/>
              <a:gd name="connsiteY536" fmla="*/ 41443 h 170840"/>
              <a:gd name="connsiteX537" fmla="*/ 1647530 w 2414454"/>
              <a:gd name="connsiteY537" fmla="*/ 1086 h 170840"/>
              <a:gd name="connsiteX538" fmla="*/ 1661284 w 2414454"/>
              <a:gd name="connsiteY538" fmla="*/ 1086 h 170840"/>
              <a:gd name="connsiteX539" fmla="*/ 1661284 w 2414454"/>
              <a:gd name="connsiteY539" fmla="*/ 86325 h 170840"/>
              <a:gd name="connsiteX540" fmla="*/ 1663456 w 2414454"/>
              <a:gd name="connsiteY540" fmla="*/ 99717 h 170840"/>
              <a:gd name="connsiteX541" fmla="*/ 1669699 w 2414454"/>
              <a:gd name="connsiteY541" fmla="*/ 109852 h 170840"/>
              <a:gd name="connsiteX542" fmla="*/ 1679562 w 2414454"/>
              <a:gd name="connsiteY542" fmla="*/ 116367 h 170840"/>
              <a:gd name="connsiteX543" fmla="*/ 1692411 w 2414454"/>
              <a:gd name="connsiteY543" fmla="*/ 118720 h 170840"/>
              <a:gd name="connsiteX544" fmla="*/ 1705261 w 2414454"/>
              <a:gd name="connsiteY544" fmla="*/ 116367 h 170840"/>
              <a:gd name="connsiteX545" fmla="*/ 1715124 w 2414454"/>
              <a:gd name="connsiteY545" fmla="*/ 109852 h 170840"/>
              <a:gd name="connsiteX546" fmla="*/ 1721458 w 2414454"/>
              <a:gd name="connsiteY546" fmla="*/ 99717 h 170840"/>
              <a:gd name="connsiteX547" fmla="*/ 1723720 w 2414454"/>
              <a:gd name="connsiteY547" fmla="*/ 86325 h 170840"/>
              <a:gd name="connsiteX548" fmla="*/ 1723720 w 2414454"/>
              <a:gd name="connsiteY548" fmla="*/ 1086 h 170840"/>
              <a:gd name="connsiteX549" fmla="*/ 1737474 w 2414454"/>
              <a:gd name="connsiteY549" fmla="*/ 1086 h 170840"/>
              <a:gd name="connsiteX550" fmla="*/ 1737474 w 2414454"/>
              <a:gd name="connsiteY550" fmla="*/ 87411 h 170840"/>
              <a:gd name="connsiteX551" fmla="*/ 1734126 w 2414454"/>
              <a:gd name="connsiteY551" fmla="*/ 105056 h 170840"/>
              <a:gd name="connsiteX552" fmla="*/ 1724716 w 2414454"/>
              <a:gd name="connsiteY552" fmla="*/ 118901 h 170840"/>
              <a:gd name="connsiteX553" fmla="*/ 1710418 w 2414454"/>
              <a:gd name="connsiteY553" fmla="*/ 127859 h 170840"/>
              <a:gd name="connsiteX554" fmla="*/ 1692411 w 2414454"/>
              <a:gd name="connsiteY554" fmla="*/ 131026 h 170840"/>
              <a:gd name="connsiteX555" fmla="*/ 1674404 w 2414454"/>
              <a:gd name="connsiteY555" fmla="*/ 127859 h 170840"/>
              <a:gd name="connsiteX556" fmla="*/ 1660198 w 2414454"/>
              <a:gd name="connsiteY556" fmla="*/ 118901 h 170840"/>
              <a:gd name="connsiteX557" fmla="*/ 1650878 w 2414454"/>
              <a:gd name="connsiteY557" fmla="*/ 105056 h 170840"/>
              <a:gd name="connsiteX558" fmla="*/ 1647530 w 2414454"/>
              <a:gd name="connsiteY558" fmla="*/ 87411 h 170840"/>
              <a:gd name="connsiteX559" fmla="*/ 947833 w 2414454"/>
              <a:gd name="connsiteY559" fmla="*/ 1086 h 170840"/>
              <a:gd name="connsiteX560" fmla="*/ 961587 w 2414454"/>
              <a:gd name="connsiteY560" fmla="*/ 1086 h 170840"/>
              <a:gd name="connsiteX561" fmla="*/ 961587 w 2414454"/>
              <a:gd name="connsiteY561" fmla="*/ 90849 h 170840"/>
              <a:gd name="connsiteX562" fmla="*/ 958601 w 2414454"/>
              <a:gd name="connsiteY562" fmla="*/ 107590 h 170840"/>
              <a:gd name="connsiteX563" fmla="*/ 950276 w 2414454"/>
              <a:gd name="connsiteY563" fmla="*/ 120258 h 170840"/>
              <a:gd name="connsiteX564" fmla="*/ 937608 w 2414454"/>
              <a:gd name="connsiteY564" fmla="*/ 128221 h 170840"/>
              <a:gd name="connsiteX565" fmla="*/ 921410 w 2414454"/>
              <a:gd name="connsiteY565" fmla="*/ 131026 h 170840"/>
              <a:gd name="connsiteX566" fmla="*/ 905032 w 2414454"/>
              <a:gd name="connsiteY566" fmla="*/ 128221 h 170840"/>
              <a:gd name="connsiteX567" fmla="*/ 891911 w 2414454"/>
              <a:gd name="connsiteY567" fmla="*/ 119443 h 170840"/>
              <a:gd name="connsiteX568" fmla="*/ 901141 w 2414454"/>
              <a:gd name="connsiteY568" fmla="*/ 110214 h 170840"/>
              <a:gd name="connsiteX569" fmla="*/ 909014 w 2414454"/>
              <a:gd name="connsiteY569" fmla="*/ 116276 h 170840"/>
              <a:gd name="connsiteX570" fmla="*/ 921410 w 2414454"/>
              <a:gd name="connsiteY570" fmla="*/ 118720 h 170840"/>
              <a:gd name="connsiteX571" fmla="*/ 940956 w 2414454"/>
              <a:gd name="connsiteY571" fmla="*/ 111028 h 170840"/>
              <a:gd name="connsiteX572" fmla="*/ 947833 w 2414454"/>
              <a:gd name="connsiteY572" fmla="*/ 89040 h 170840"/>
              <a:gd name="connsiteX573" fmla="*/ 370637 w 2414454"/>
              <a:gd name="connsiteY573" fmla="*/ 1086 h 170840"/>
              <a:gd name="connsiteX574" fmla="*/ 383667 w 2414454"/>
              <a:gd name="connsiteY574" fmla="*/ 1086 h 170840"/>
              <a:gd name="connsiteX575" fmla="*/ 383667 w 2414454"/>
              <a:gd name="connsiteY575" fmla="*/ 50673 h 170840"/>
              <a:gd name="connsiteX576" fmla="*/ 408642 w 2414454"/>
              <a:gd name="connsiteY576" fmla="*/ 39814 h 170840"/>
              <a:gd name="connsiteX577" fmla="*/ 432259 w 2414454"/>
              <a:gd name="connsiteY577" fmla="*/ 48682 h 170840"/>
              <a:gd name="connsiteX578" fmla="*/ 440674 w 2414454"/>
              <a:gd name="connsiteY578" fmla="*/ 72752 h 170840"/>
              <a:gd name="connsiteX579" fmla="*/ 440674 w 2414454"/>
              <a:gd name="connsiteY579" fmla="*/ 129940 h 170840"/>
              <a:gd name="connsiteX580" fmla="*/ 427644 w 2414454"/>
              <a:gd name="connsiteY580" fmla="*/ 129940 h 170840"/>
              <a:gd name="connsiteX581" fmla="*/ 427644 w 2414454"/>
              <a:gd name="connsiteY581" fmla="*/ 74924 h 170840"/>
              <a:gd name="connsiteX582" fmla="*/ 421853 w 2414454"/>
              <a:gd name="connsiteY582" fmla="*/ 57279 h 170840"/>
              <a:gd name="connsiteX583" fmla="*/ 405927 w 2414454"/>
              <a:gd name="connsiteY583" fmla="*/ 51397 h 170840"/>
              <a:gd name="connsiteX584" fmla="*/ 389730 w 2414454"/>
              <a:gd name="connsiteY584" fmla="*/ 57369 h 170840"/>
              <a:gd name="connsiteX585" fmla="*/ 383667 w 2414454"/>
              <a:gd name="connsiteY585" fmla="*/ 74924 h 170840"/>
              <a:gd name="connsiteX586" fmla="*/ 383667 w 2414454"/>
              <a:gd name="connsiteY586" fmla="*/ 129940 h 170840"/>
              <a:gd name="connsiteX587" fmla="*/ 370637 w 2414454"/>
              <a:gd name="connsiteY587" fmla="*/ 129940 h 170840"/>
              <a:gd name="connsiteX588" fmla="*/ 2246338 w 2414454"/>
              <a:gd name="connsiteY588" fmla="*/ 905 h 170840"/>
              <a:gd name="connsiteX589" fmla="*/ 2260997 w 2414454"/>
              <a:gd name="connsiteY589" fmla="*/ 905 h 170840"/>
              <a:gd name="connsiteX590" fmla="*/ 2260997 w 2414454"/>
              <a:gd name="connsiteY590" fmla="*/ 15564 h 170840"/>
              <a:gd name="connsiteX591" fmla="*/ 2246338 w 2414454"/>
              <a:gd name="connsiteY591" fmla="*/ 15564 h 170840"/>
              <a:gd name="connsiteX592" fmla="*/ 1874863 w 2414454"/>
              <a:gd name="connsiteY592" fmla="*/ 905 h 170840"/>
              <a:gd name="connsiteX593" fmla="*/ 1889522 w 2414454"/>
              <a:gd name="connsiteY593" fmla="*/ 905 h 170840"/>
              <a:gd name="connsiteX594" fmla="*/ 1889522 w 2414454"/>
              <a:gd name="connsiteY594" fmla="*/ 15564 h 170840"/>
              <a:gd name="connsiteX595" fmla="*/ 1874863 w 2414454"/>
              <a:gd name="connsiteY595" fmla="*/ 15564 h 170840"/>
              <a:gd name="connsiteX596" fmla="*/ 998563 w 2414454"/>
              <a:gd name="connsiteY596" fmla="*/ 905 h 170840"/>
              <a:gd name="connsiteX597" fmla="*/ 1013222 w 2414454"/>
              <a:gd name="connsiteY597" fmla="*/ 905 h 170840"/>
              <a:gd name="connsiteX598" fmla="*/ 1013222 w 2414454"/>
              <a:gd name="connsiteY598" fmla="*/ 15564 h 170840"/>
              <a:gd name="connsiteX599" fmla="*/ 998563 w 2414454"/>
              <a:gd name="connsiteY599" fmla="*/ 15564 h 170840"/>
              <a:gd name="connsiteX600" fmla="*/ 44701 w 2414454"/>
              <a:gd name="connsiteY600" fmla="*/ 0 h 170840"/>
              <a:gd name="connsiteX601" fmla="*/ 65875 w 2414454"/>
              <a:gd name="connsiteY601" fmla="*/ 3348 h 170840"/>
              <a:gd name="connsiteX602" fmla="*/ 83067 w 2414454"/>
              <a:gd name="connsiteY602" fmla="*/ 14116 h 170840"/>
              <a:gd name="connsiteX603" fmla="*/ 74200 w 2414454"/>
              <a:gd name="connsiteY603" fmla="*/ 22984 h 170840"/>
              <a:gd name="connsiteX604" fmla="*/ 61350 w 2414454"/>
              <a:gd name="connsiteY604" fmla="*/ 14749 h 170840"/>
              <a:gd name="connsiteX605" fmla="*/ 44158 w 2414454"/>
              <a:gd name="connsiteY605" fmla="*/ 11944 h 170840"/>
              <a:gd name="connsiteX606" fmla="*/ 24070 w 2414454"/>
              <a:gd name="connsiteY606" fmla="*/ 18459 h 170840"/>
              <a:gd name="connsiteX607" fmla="*/ 17012 w 2414454"/>
              <a:gd name="connsiteY607" fmla="*/ 35833 h 170840"/>
              <a:gd name="connsiteX608" fmla="*/ 22803 w 2414454"/>
              <a:gd name="connsiteY608" fmla="*/ 50673 h 170840"/>
              <a:gd name="connsiteX609" fmla="*/ 30494 w 2414454"/>
              <a:gd name="connsiteY609" fmla="*/ 55016 h 170840"/>
              <a:gd name="connsiteX610" fmla="*/ 40176 w 2414454"/>
              <a:gd name="connsiteY610" fmla="*/ 57731 h 170840"/>
              <a:gd name="connsiteX611" fmla="*/ 54292 w 2414454"/>
              <a:gd name="connsiteY611" fmla="*/ 59903 h 170840"/>
              <a:gd name="connsiteX612" fmla="*/ 62346 w 2414454"/>
              <a:gd name="connsiteY612" fmla="*/ 61441 h 170840"/>
              <a:gd name="connsiteX613" fmla="*/ 68589 w 2414454"/>
              <a:gd name="connsiteY613" fmla="*/ 63341 h 170840"/>
              <a:gd name="connsiteX614" fmla="*/ 73566 w 2414454"/>
              <a:gd name="connsiteY614" fmla="*/ 65784 h 170840"/>
              <a:gd name="connsiteX615" fmla="*/ 77819 w 2414454"/>
              <a:gd name="connsiteY615" fmla="*/ 68951 h 170840"/>
              <a:gd name="connsiteX616" fmla="*/ 88678 w 2414454"/>
              <a:gd name="connsiteY616" fmla="*/ 94469 h 170840"/>
              <a:gd name="connsiteX617" fmla="*/ 85511 w 2414454"/>
              <a:gd name="connsiteY617" fmla="*/ 109761 h 170840"/>
              <a:gd name="connsiteX618" fmla="*/ 76462 w 2414454"/>
              <a:gd name="connsiteY618" fmla="*/ 121253 h 170840"/>
              <a:gd name="connsiteX619" fmla="*/ 62346 w 2414454"/>
              <a:gd name="connsiteY619" fmla="*/ 128492 h 170840"/>
              <a:gd name="connsiteX620" fmla="*/ 44158 w 2414454"/>
              <a:gd name="connsiteY620" fmla="*/ 131026 h 170840"/>
              <a:gd name="connsiteX621" fmla="*/ 19364 w 2414454"/>
              <a:gd name="connsiteY621" fmla="*/ 127044 h 170840"/>
              <a:gd name="connsiteX622" fmla="*/ 0 w 2414454"/>
              <a:gd name="connsiteY622" fmla="*/ 114014 h 170840"/>
              <a:gd name="connsiteX623" fmla="*/ 9411 w 2414454"/>
              <a:gd name="connsiteY623" fmla="*/ 104604 h 170840"/>
              <a:gd name="connsiteX624" fmla="*/ 25517 w 2414454"/>
              <a:gd name="connsiteY624" fmla="*/ 115643 h 170840"/>
              <a:gd name="connsiteX625" fmla="*/ 44520 w 2414454"/>
              <a:gd name="connsiteY625" fmla="*/ 118720 h 170840"/>
              <a:gd name="connsiteX626" fmla="*/ 66780 w 2414454"/>
              <a:gd name="connsiteY626" fmla="*/ 112476 h 170840"/>
              <a:gd name="connsiteX627" fmla="*/ 74924 w 2414454"/>
              <a:gd name="connsiteY627" fmla="*/ 94831 h 170840"/>
              <a:gd name="connsiteX628" fmla="*/ 73385 w 2414454"/>
              <a:gd name="connsiteY628" fmla="*/ 85601 h 170840"/>
              <a:gd name="connsiteX629" fmla="*/ 68770 w 2414454"/>
              <a:gd name="connsiteY629" fmla="*/ 78724 h 170840"/>
              <a:gd name="connsiteX630" fmla="*/ 62346 w 2414454"/>
              <a:gd name="connsiteY630" fmla="*/ 74833 h 170840"/>
              <a:gd name="connsiteX631" fmla="*/ 51940 w 2414454"/>
              <a:gd name="connsiteY631" fmla="*/ 72571 h 170840"/>
              <a:gd name="connsiteX632" fmla="*/ 36919 w 2414454"/>
              <a:gd name="connsiteY632" fmla="*/ 70218 h 170840"/>
              <a:gd name="connsiteX633" fmla="*/ 13211 w 2414454"/>
              <a:gd name="connsiteY633" fmla="*/ 60446 h 170840"/>
              <a:gd name="connsiteX634" fmla="*/ 3438 w 2414454"/>
              <a:gd name="connsiteY634" fmla="*/ 36376 h 170840"/>
              <a:gd name="connsiteX635" fmla="*/ 6334 w 2414454"/>
              <a:gd name="connsiteY635" fmla="*/ 21446 h 170840"/>
              <a:gd name="connsiteX636" fmla="*/ 14568 w 2414454"/>
              <a:gd name="connsiteY636" fmla="*/ 9954 h 170840"/>
              <a:gd name="connsiteX637" fmla="*/ 27508 w 2414454"/>
              <a:gd name="connsiteY637" fmla="*/ 2624 h 170840"/>
              <a:gd name="connsiteX638" fmla="*/ 44701 w 2414454"/>
              <a:gd name="connsiteY638" fmla="*/ 0 h 1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</a:cxnLst>
            <a:rect l="l" t="t" r="r" b="b"/>
            <a:pathLst>
              <a:path w="2414454" h="170840">
                <a:moveTo>
                  <a:pt x="1072429" y="88859"/>
                </a:moveTo>
                <a:cubicBezTo>
                  <a:pt x="1059158" y="88859"/>
                  <a:pt x="1052522" y="94107"/>
                  <a:pt x="1052522" y="104604"/>
                </a:cubicBezTo>
                <a:cubicBezTo>
                  <a:pt x="1052522" y="109791"/>
                  <a:pt x="1054151" y="113622"/>
                  <a:pt x="1057408" y="116095"/>
                </a:cubicBezTo>
                <a:cubicBezTo>
                  <a:pt x="1060666" y="118569"/>
                  <a:pt x="1065854" y="119805"/>
                  <a:pt x="1072972" y="119805"/>
                </a:cubicBezTo>
                <a:cubicBezTo>
                  <a:pt x="1076833" y="119805"/>
                  <a:pt x="1080422" y="119504"/>
                  <a:pt x="1083740" y="118901"/>
                </a:cubicBezTo>
                <a:cubicBezTo>
                  <a:pt x="1087058" y="118297"/>
                  <a:pt x="1090104" y="116608"/>
                  <a:pt x="1092879" y="113833"/>
                </a:cubicBezTo>
                <a:cubicBezTo>
                  <a:pt x="1095896" y="110938"/>
                  <a:pt x="1097404" y="105810"/>
                  <a:pt x="1097404" y="98450"/>
                </a:cubicBezTo>
                <a:lnTo>
                  <a:pt x="1097404" y="88859"/>
                </a:lnTo>
                <a:close/>
                <a:moveTo>
                  <a:pt x="1515646" y="51397"/>
                </a:moveTo>
                <a:cubicBezTo>
                  <a:pt x="1510820" y="51397"/>
                  <a:pt x="1506930" y="52362"/>
                  <a:pt x="1503974" y="54292"/>
                </a:cubicBezTo>
                <a:cubicBezTo>
                  <a:pt x="1501018" y="56223"/>
                  <a:pt x="1498756" y="58726"/>
                  <a:pt x="1497187" y="61803"/>
                </a:cubicBezTo>
                <a:cubicBezTo>
                  <a:pt x="1495619" y="64880"/>
                  <a:pt x="1494593" y="68439"/>
                  <a:pt x="1494110" y="72480"/>
                </a:cubicBezTo>
                <a:cubicBezTo>
                  <a:pt x="1493628" y="76522"/>
                  <a:pt x="1493387" y="80594"/>
                  <a:pt x="1493387" y="84696"/>
                </a:cubicBezTo>
                <a:cubicBezTo>
                  <a:pt x="1493387" y="88919"/>
                  <a:pt x="1493628" y="93021"/>
                  <a:pt x="1494110" y="97003"/>
                </a:cubicBezTo>
                <a:cubicBezTo>
                  <a:pt x="1494593" y="100984"/>
                  <a:pt x="1495619" y="104513"/>
                  <a:pt x="1497187" y="107590"/>
                </a:cubicBezTo>
                <a:cubicBezTo>
                  <a:pt x="1498756" y="110666"/>
                  <a:pt x="1501018" y="113170"/>
                  <a:pt x="1503974" y="115100"/>
                </a:cubicBezTo>
                <a:cubicBezTo>
                  <a:pt x="1506930" y="117030"/>
                  <a:pt x="1510820" y="117996"/>
                  <a:pt x="1515646" y="117996"/>
                </a:cubicBezTo>
                <a:cubicBezTo>
                  <a:pt x="1520472" y="117996"/>
                  <a:pt x="1524333" y="117030"/>
                  <a:pt x="1527229" y="115100"/>
                </a:cubicBezTo>
                <a:cubicBezTo>
                  <a:pt x="1530124" y="113170"/>
                  <a:pt x="1532356" y="110666"/>
                  <a:pt x="1533925" y="107590"/>
                </a:cubicBezTo>
                <a:cubicBezTo>
                  <a:pt x="1535493" y="104513"/>
                  <a:pt x="1536519" y="100984"/>
                  <a:pt x="1537002" y="97003"/>
                </a:cubicBezTo>
                <a:cubicBezTo>
                  <a:pt x="1537484" y="93021"/>
                  <a:pt x="1537726" y="88919"/>
                  <a:pt x="1537726" y="84696"/>
                </a:cubicBezTo>
                <a:cubicBezTo>
                  <a:pt x="1537726" y="80594"/>
                  <a:pt x="1537484" y="76522"/>
                  <a:pt x="1537002" y="72480"/>
                </a:cubicBezTo>
                <a:cubicBezTo>
                  <a:pt x="1536519" y="68439"/>
                  <a:pt x="1535493" y="64880"/>
                  <a:pt x="1533925" y="61803"/>
                </a:cubicBezTo>
                <a:cubicBezTo>
                  <a:pt x="1532356" y="58726"/>
                  <a:pt x="1530124" y="56223"/>
                  <a:pt x="1527229" y="54292"/>
                </a:cubicBezTo>
                <a:cubicBezTo>
                  <a:pt x="1524333" y="52362"/>
                  <a:pt x="1520472" y="51397"/>
                  <a:pt x="1515646" y="51397"/>
                </a:cubicBezTo>
                <a:close/>
                <a:moveTo>
                  <a:pt x="1326232" y="51397"/>
                </a:moveTo>
                <a:cubicBezTo>
                  <a:pt x="1319838" y="51397"/>
                  <a:pt x="1314469" y="53569"/>
                  <a:pt x="1310126" y="57912"/>
                </a:cubicBezTo>
                <a:cubicBezTo>
                  <a:pt x="1308436" y="59601"/>
                  <a:pt x="1307140" y="61501"/>
                  <a:pt x="1306235" y="63613"/>
                </a:cubicBezTo>
                <a:cubicBezTo>
                  <a:pt x="1305330" y="65724"/>
                  <a:pt x="1304606" y="67986"/>
                  <a:pt x="1304063" y="70399"/>
                </a:cubicBezTo>
                <a:cubicBezTo>
                  <a:pt x="1303520" y="72812"/>
                  <a:pt x="1303188" y="75286"/>
                  <a:pt x="1303068" y="77819"/>
                </a:cubicBezTo>
                <a:cubicBezTo>
                  <a:pt x="1302947" y="80353"/>
                  <a:pt x="1302887" y="82887"/>
                  <a:pt x="1302887" y="85420"/>
                </a:cubicBezTo>
                <a:cubicBezTo>
                  <a:pt x="1302887" y="87954"/>
                  <a:pt x="1302947" y="90487"/>
                  <a:pt x="1303068" y="93021"/>
                </a:cubicBezTo>
                <a:cubicBezTo>
                  <a:pt x="1303188" y="95555"/>
                  <a:pt x="1303520" y="98028"/>
                  <a:pt x="1304063" y="100441"/>
                </a:cubicBezTo>
                <a:cubicBezTo>
                  <a:pt x="1304606" y="102854"/>
                  <a:pt x="1305330" y="105146"/>
                  <a:pt x="1306235" y="107318"/>
                </a:cubicBezTo>
                <a:cubicBezTo>
                  <a:pt x="1307140" y="109490"/>
                  <a:pt x="1308436" y="111360"/>
                  <a:pt x="1310126" y="112928"/>
                </a:cubicBezTo>
                <a:cubicBezTo>
                  <a:pt x="1314469" y="117272"/>
                  <a:pt x="1319838" y="119443"/>
                  <a:pt x="1326232" y="119443"/>
                </a:cubicBezTo>
                <a:cubicBezTo>
                  <a:pt x="1332748" y="119443"/>
                  <a:pt x="1338177" y="117272"/>
                  <a:pt x="1342520" y="112928"/>
                </a:cubicBezTo>
                <a:cubicBezTo>
                  <a:pt x="1344088" y="111360"/>
                  <a:pt x="1345355" y="109490"/>
                  <a:pt x="1346321" y="107318"/>
                </a:cubicBezTo>
                <a:cubicBezTo>
                  <a:pt x="1347286" y="105146"/>
                  <a:pt x="1348010" y="102854"/>
                  <a:pt x="1348492" y="100441"/>
                </a:cubicBezTo>
                <a:cubicBezTo>
                  <a:pt x="1348975" y="98028"/>
                  <a:pt x="1349276" y="95555"/>
                  <a:pt x="1349397" y="93021"/>
                </a:cubicBezTo>
                <a:cubicBezTo>
                  <a:pt x="1349518" y="90487"/>
                  <a:pt x="1349578" y="87954"/>
                  <a:pt x="1349578" y="85420"/>
                </a:cubicBezTo>
                <a:cubicBezTo>
                  <a:pt x="1349578" y="82887"/>
                  <a:pt x="1349518" y="80353"/>
                  <a:pt x="1349397" y="77819"/>
                </a:cubicBezTo>
                <a:cubicBezTo>
                  <a:pt x="1349276" y="75286"/>
                  <a:pt x="1348975" y="72812"/>
                  <a:pt x="1348492" y="70399"/>
                </a:cubicBezTo>
                <a:cubicBezTo>
                  <a:pt x="1348010" y="67986"/>
                  <a:pt x="1347286" y="65724"/>
                  <a:pt x="1346321" y="63613"/>
                </a:cubicBezTo>
                <a:cubicBezTo>
                  <a:pt x="1345355" y="61501"/>
                  <a:pt x="1344088" y="59601"/>
                  <a:pt x="1342520" y="57912"/>
                </a:cubicBezTo>
                <a:cubicBezTo>
                  <a:pt x="1338177" y="53569"/>
                  <a:pt x="1332748" y="51397"/>
                  <a:pt x="1326232" y="51397"/>
                </a:cubicBezTo>
                <a:close/>
                <a:moveTo>
                  <a:pt x="1173832" y="51397"/>
                </a:moveTo>
                <a:cubicBezTo>
                  <a:pt x="1167438" y="51397"/>
                  <a:pt x="1162069" y="53569"/>
                  <a:pt x="1157726" y="57912"/>
                </a:cubicBezTo>
                <a:cubicBezTo>
                  <a:pt x="1156036" y="59601"/>
                  <a:pt x="1154740" y="61501"/>
                  <a:pt x="1153835" y="63613"/>
                </a:cubicBezTo>
                <a:cubicBezTo>
                  <a:pt x="1152930" y="65724"/>
                  <a:pt x="1152206" y="67986"/>
                  <a:pt x="1151663" y="70399"/>
                </a:cubicBezTo>
                <a:cubicBezTo>
                  <a:pt x="1151120" y="72812"/>
                  <a:pt x="1150788" y="75286"/>
                  <a:pt x="1150668" y="77819"/>
                </a:cubicBezTo>
                <a:cubicBezTo>
                  <a:pt x="1150547" y="80353"/>
                  <a:pt x="1150487" y="82887"/>
                  <a:pt x="1150487" y="85420"/>
                </a:cubicBezTo>
                <a:cubicBezTo>
                  <a:pt x="1150487" y="87954"/>
                  <a:pt x="1150547" y="90487"/>
                  <a:pt x="1150668" y="93021"/>
                </a:cubicBezTo>
                <a:cubicBezTo>
                  <a:pt x="1150788" y="95555"/>
                  <a:pt x="1151120" y="98028"/>
                  <a:pt x="1151663" y="100441"/>
                </a:cubicBezTo>
                <a:cubicBezTo>
                  <a:pt x="1152206" y="102854"/>
                  <a:pt x="1152930" y="105146"/>
                  <a:pt x="1153835" y="107318"/>
                </a:cubicBezTo>
                <a:cubicBezTo>
                  <a:pt x="1154740" y="109490"/>
                  <a:pt x="1156036" y="111360"/>
                  <a:pt x="1157726" y="112928"/>
                </a:cubicBezTo>
                <a:cubicBezTo>
                  <a:pt x="1162069" y="117272"/>
                  <a:pt x="1167438" y="119443"/>
                  <a:pt x="1173832" y="119443"/>
                </a:cubicBezTo>
                <a:cubicBezTo>
                  <a:pt x="1180348" y="119443"/>
                  <a:pt x="1185777" y="117272"/>
                  <a:pt x="1190120" y="112928"/>
                </a:cubicBezTo>
                <a:cubicBezTo>
                  <a:pt x="1191689" y="111360"/>
                  <a:pt x="1192955" y="109490"/>
                  <a:pt x="1193921" y="107318"/>
                </a:cubicBezTo>
                <a:cubicBezTo>
                  <a:pt x="1194886" y="105146"/>
                  <a:pt x="1195610" y="102854"/>
                  <a:pt x="1196092" y="100441"/>
                </a:cubicBezTo>
                <a:cubicBezTo>
                  <a:pt x="1196575" y="98028"/>
                  <a:pt x="1196876" y="95555"/>
                  <a:pt x="1196997" y="93021"/>
                </a:cubicBezTo>
                <a:cubicBezTo>
                  <a:pt x="1197118" y="90487"/>
                  <a:pt x="1197178" y="87954"/>
                  <a:pt x="1197178" y="85420"/>
                </a:cubicBezTo>
                <a:cubicBezTo>
                  <a:pt x="1197178" y="82887"/>
                  <a:pt x="1197118" y="80353"/>
                  <a:pt x="1196997" y="77819"/>
                </a:cubicBezTo>
                <a:cubicBezTo>
                  <a:pt x="1196876" y="75286"/>
                  <a:pt x="1196575" y="72812"/>
                  <a:pt x="1196092" y="70399"/>
                </a:cubicBezTo>
                <a:cubicBezTo>
                  <a:pt x="1195610" y="67986"/>
                  <a:pt x="1194886" y="65724"/>
                  <a:pt x="1193921" y="63613"/>
                </a:cubicBezTo>
                <a:cubicBezTo>
                  <a:pt x="1192955" y="61501"/>
                  <a:pt x="1191689" y="59601"/>
                  <a:pt x="1190120" y="57912"/>
                </a:cubicBezTo>
                <a:cubicBezTo>
                  <a:pt x="1185777" y="53569"/>
                  <a:pt x="1180348" y="51397"/>
                  <a:pt x="1173832" y="51397"/>
                </a:cubicBezTo>
                <a:close/>
                <a:moveTo>
                  <a:pt x="145132" y="51397"/>
                </a:moveTo>
                <a:cubicBezTo>
                  <a:pt x="138738" y="51397"/>
                  <a:pt x="133369" y="53569"/>
                  <a:pt x="129026" y="57912"/>
                </a:cubicBezTo>
                <a:cubicBezTo>
                  <a:pt x="127336" y="59601"/>
                  <a:pt x="126040" y="61501"/>
                  <a:pt x="125135" y="63613"/>
                </a:cubicBezTo>
                <a:cubicBezTo>
                  <a:pt x="124230" y="65724"/>
                  <a:pt x="123506" y="67986"/>
                  <a:pt x="122963" y="70399"/>
                </a:cubicBezTo>
                <a:cubicBezTo>
                  <a:pt x="122420" y="72812"/>
                  <a:pt x="122088" y="75286"/>
                  <a:pt x="121968" y="77819"/>
                </a:cubicBezTo>
                <a:cubicBezTo>
                  <a:pt x="121847" y="80353"/>
                  <a:pt x="121787" y="82887"/>
                  <a:pt x="121787" y="85420"/>
                </a:cubicBezTo>
                <a:cubicBezTo>
                  <a:pt x="121787" y="87954"/>
                  <a:pt x="121847" y="90487"/>
                  <a:pt x="121968" y="93021"/>
                </a:cubicBezTo>
                <a:cubicBezTo>
                  <a:pt x="122088" y="95555"/>
                  <a:pt x="122420" y="98028"/>
                  <a:pt x="122963" y="100441"/>
                </a:cubicBezTo>
                <a:cubicBezTo>
                  <a:pt x="123506" y="102854"/>
                  <a:pt x="124230" y="105146"/>
                  <a:pt x="125135" y="107318"/>
                </a:cubicBezTo>
                <a:cubicBezTo>
                  <a:pt x="126040" y="109490"/>
                  <a:pt x="127336" y="111360"/>
                  <a:pt x="129026" y="112928"/>
                </a:cubicBezTo>
                <a:cubicBezTo>
                  <a:pt x="133369" y="117272"/>
                  <a:pt x="138738" y="119443"/>
                  <a:pt x="145132" y="119443"/>
                </a:cubicBezTo>
                <a:cubicBezTo>
                  <a:pt x="151648" y="119443"/>
                  <a:pt x="157077" y="117272"/>
                  <a:pt x="161420" y="112928"/>
                </a:cubicBezTo>
                <a:cubicBezTo>
                  <a:pt x="162989" y="111360"/>
                  <a:pt x="164255" y="109490"/>
                  <a:pt x="165221" y="107318"/>
                </a:cubicBezTo>
                <a:cubicBezTo>
                  <a:pt x="166186" y="105146"/>
                  <a:pt x="166910" y="102854"/>
                  <a:pt x="167392" y="100441"/>
                </a:cubicBezTo>
                <a:cubicBezTo>
                  <a:pt x="167875" y="98028"/>
                  <a:pt x="168177" y="95555"/>
                  <a:pt x="168297" y="93021"/>
                </a:cubicBezTo>
                <a:cubicBezTo>
                  <a:pt x="168418" y="90487"/>
                  <a:pt x="168478" y="87954"/>
                  <a:pt x="168478" y="85420"/>
                </a:cubicBezTo>
                <a:cubicBezTo>
                  <a:pt x="168478" y="82887"/>
                  <a:pt x="168418" y="80353"/>
                  <a:pt x="168297" y="77819"/>
                </a:cubicBezTo>
                <a:cubicBezTo>
                  <a:pt x="168177" y="75286"/>
                  <a:pt x="167875" y="72812"/>
                  <a:pt x="167392" y="70399"/>
                </a:cubicBezTo>
                <a:cubicBezTo>
                  <a:pt x="166910" y="67986"/>
                  <a:pt x="166186" y="65724"/>
                  <a:pt x="165221" y="63613"/>
                </a:cubicBezTo>
                <a:cubicBezTo>
                  <a:pt x="164255" y="61501"/>
                  <a:pt x="162989" y="59601"/>
                  <a:pt x="161420" y="57912"/>
                </a:cubicBezTo>
                <a:cubicBezTo>
                  <a:pt x="157077" y="53569"/>
                  <a:pt x="151648" y="51397"/>
                  <a:pt x="145132" y="51397"/>
                </a:cubicBezTo>
                <a:close/>
                <a:moveTo>
                  <a:pt x="2031082" y="51035"/>
                </a:moveTo>
                <a:cubicBezTo>
                  <a:pt x="2026377" y="51035"/>
                  <a:pt x="2022154" y="52234"/>
                  <a:pt x="2018414" y="54632"/>
                </a:cubicBezTo>
                <a:cubicBezTo>
                  <a:pt x="2014674" y="57030"/>
                  <a:pt x="2011959" y="60267"/>
                  <a:pt x="2010270" y="64342"/>
                </a:cubicBezTo>
                <a:cubicBezTo>
                  <a:pt x="2009305" y="66738"/>
                  <a:pt x="2008642" y="68895"/>
                  <a:pt x="2008280" y="70814"/>
                </a:cubicBezTo>
                <a:cubicBezTo>
                  <a:pt x="2007918" y="72732"/>
                  <a:pt x="2007676" y="75489"/>
                  <a:pt x="2007556" y="79086"/>
                </a:cubicBezTo>
                <a:lnTo>
                  <a:pt x="2054609" y="79086"/>
                </a:lnTo>
                <a:cubicBezTo>
                  <a:pt x="2054488" y="77288"/>
                  <a:pt x="2054368" y="75729"/>
                  <a:pt x="2054247" y="74410"/>
                </a:cubicBezTo>
                <a:cubicBezTo>
                  <a:pt x="2054126" y="73092"/>
                  <a:pt x="2053976" y="71893"/>
                  <a:pt x="2053795" y="70815"/>
                </a:cubicBezTo>
                <a:cubicBezTo>
                  <a:pt x="2053614" y="69737"/>
                  <a:pt x="2053372" y="68688"/>
                  <a:pt x="2053071" y="67669"/>
                </a:cubicBezTo>
                <a:cubicBezTo>
                  <a:pt x="2052769" y="66650"/>
                  <a:pt x="2052377" y="65541"/>
                  <a:pt x="2051894" y="64342"/>
                </a:cubicBezTo>
                <a:cubicBezTo>
                  <a:pt x="2050206" y="60267"/>
                  <a:pt x="2047491" y="57030"/>
                  <a:pt x="2043750" y="54632"/>
                </a:cubicBezTo>
                <a:cubicBezTo>
                  <a:pt x="2040010" y="52234"/>
                  <a:pt x="2035788" y="51035"/>
                  <a:pt x="2031082" y="51035"/>
                </a:cubicBezTo>
                <a:close/>
                <a:moveTo>
                  <a:pt x="630907" y="51035"/>
                </a:moveTo>
                <a:cubicBezTo>
                  <a:pt x="626202" y="51035"/>
                  <a:pt x="621979" y="52234"/>
                  <a:pt x="618239" y="54632"/>
                </a:cubicBezTo>
                <a:cubicBezTo>
                  <a:pt x="614499" y="57030"/>
                  <a:pt x="611784" y="60267"/>
                  <a:pt x="610095" y="64342"/>
                </a:cubicBezTo>
                <a:cubicBezTo>
                  <a:pt x="609130" y="66738"/>
                  <a:pt x="608466" y="68895"/>
                  <a:pt x="608104" y="70814"/>
                </a:cubicBezTo>
                <a:cubicBezTo>
                  <a:pt x="607743" y="72732"/>
                  <a:pt x="607501" y="75489"/>
                  <a:pt x="607381" y="79086"/>
                </a:cubicBezTo>
                <a:lnTo>
                  <a:pt x="654434" y="79086"/>
                </a:lnTo>
                <a:cubicBezTo>
                  <a:pt x="654313" y="77288"/>
                  <a:pt x="654193" y="75729"/>
                  <a:pt x="654072" y="74410"/>
                </a:cubicBezTo>
                <a:cubicBezTo>
                  <a:pt x="653952" y="73092"/>
                  <a:pt x="653801" y="71893"/>
                  <a:pt x="653620" y="70815"/>
                </a:cubicBezTo>
                <a:cubicBezTo>
                  <a:pt x="653439" y="69737"/>
                  <a:pt x="653197" y="68688"/>
                  <a:pt x="652896" y="67669"/>
                </a:cubicBezTo>
                <a:cubicBezTo>
                  <a:pt x="652594" y="66650"/>
                  <a:pt x="652202" y="65541"/>
                  <a:pt x="651720" y="64342"/>
                </a:cubicBezTo>
                <a:cubicBezTo>
                  <a:pt x="650030" y="60267"/>
                  <a:pt x="647316" y="57030"/>
                  <a:pt x="643576" y="54632"/>
                </a:cubicBezTo>
                <a:cubicBezTo>
                  <a:pt x="639836" y="52234"/>
                  <a:pt x="635613" y="51035"/>
                  <a:pt x="630907" y="51035"/>
                </a:cubicBezTo>
                <a:close/>
                <a:moveTo>
                  <a:pt x="2337540" y="40900"/>
                </a:moveTo>
                <a:lnTo>
                  <a:pt x="2351656" y="40900"/>
                </a:lnTo>
                <a:lnTo>
                  <a:pt x="2376087" y="112385"/>
                </a:lnTo>
                <a:lnTo>
                  <a:pt x="2400338" y="40900"/>
                </a:lnTo>
                <a:lnTo>
                  <a:pt x="2414454" y="40900"/>
                </a:lnTo>
                <a:lnTo>
                  <a:pt x="2373916" y="151476"/>
                </a:lnTo>
                <a:cubicBezTo>
                  <a:pt x="2372226" y="156181"/>
                  <a:pt x="2370115" y="159680"/>
                  <a:pt x="2367582" y="161973"/>
                </a:cubicBezTo>
                <a:cubicBezTo>
                  <a:pt x="2365168" y="164265"/>
                  <a:pt x="2362454" y="165864"/>
                  <a:pt x="2359438" y="166768"/>
                </a:cubicBezTo>
                <a:cubicBezTo>
                  <a:pt x="2356421" y="167673"/>
                  <a:pt x="2353345" y="168126"/>
                  <a:pt x="2350208" y="168126"/>
                </a:cubicBezTo>
                <a:lnTo>
                  <a:pt x="2344598" y="168126"/>
                </a:lnTo>
                <a:lnTo>
                  <a:pt x="2344598" y="156543"/>
                </a:lnTo>
                <a:lnTo>
                  <a:pt x="2348579" y="156543"/>
                </a:lnTo>
                <a:cubicBezTo>
                  <a:pt x="2353043" y="156543"/>
                  <a:pt x="2356240" y="155729"/>
                  <a:pt x="2358171" y="154100"/>
                </a:cubicBezTo>
                <a:cubicBezTo>
                  <a:pt x="2360101" y="152471"/>
                  <a:pt x="2361790" y="149606"/>
                  <a:pt x="2363238" y="145504"/>
                </a:cubicBezTo>
                <a:lnTo>
                  <a:pt x="2369572" y="128130"/>
                </a:lnTo>
                <a:close/>
                <a:moveTo>
                  <a:pt x="2247062" y="40900"/>
                </a:moveTo>
                <a:lnTo>
                  <a:pt x="2260092" y="40900"/>
                </a:lnTo>
                <a:lnTo>
                  <a:pt x="2260092" y="129940"/>
                </a:lnTo>
                <a:lnTo>
                  <a:pt x="2247062" y="129940"/>
                </a:lnTo>
                <a:close/>
                <a:moveTo>
                  <a:pt x="1899390" y="40900"/>
                </a:moveTo>
                <a:lnTo>
                  <a:pt x="1913506" y="40900"/>
                </a:lnTo>
                <a:lnTo>
                  <a:pt x="1937756" y="112385"/>
                </a:lnTo>
                <a:lnTo>
                  <a:pt x="1962188" y="40900"/>
                </a:lnTo>
                <a:lnTo>
                  <a:pt x="1976304" y="40900"/>
                </a:lnTo>
                <a:lnTo>
                  <a:pt x="1943548" y="129940"/>
                </a:lnTo>
                <a:lnTo>
                  <a:pt x="1931965" y="129940"/>
                </a:lnTo>
                <a:close/>
                <a:moveTo>
                  <a:pt x="1875587" y="40900"/>
                </a:moveTo>
                <a:lnTo>
                  <a:pt x="1888617" y="40900"/>
                </a:lnTo>
                <a:lnTo>
                  <a:pt x="1888617" y="129940"/>
                </a:lnTo>
                <a:lnTo>
                  <a:pt x="1875587" y="129940"/>
                </a:lnTo>
                <a:close/>
                <a:moveTo>
                  <a:pt x="999287" y="40900"/>
                </a:moveTo>
                <a:lnTo>
                  <a:pt x="1012317" y="40900"/>
                </a:lnTo>
                <a:lnTo>
                  <a:pt x="1012317" y="129940"/>
                </a:lnTo>
                <a:lnTo>
                  <a:pt x="999287" y="129940"/>
                </a:lnTo>
                <a:close/>
                <a:moveTo>
                  <a:pt x="451590" y="40900"/>
                </a:moveTo>
                <a:lnTo>
                  <a:pt x="465706" y="40900"/>
                </a:lnTo>
                <a:lnTo>
                  <a:pt x="486156" y="112385"/>
                </a:lnTo>
                <a:lnTo>
                  <a:pt x="509502" y="40900"/>
                </a:lnTo>
                <a:lnTo>
                  <a:pt x="520722" y="40900"/>
                </a:lnTo>
                <a:lnTo>
                  <a:pt x="544249" y="112385"/>
                </a:lnTo>
                <a:lnTo>
                  <a:pt x="564518" y="40900"/>
                </a:lnTo>
                <a:lnTo>
                  <a:pt x="578634" y="40900"/>
                </a:lnTo>
                <a:lnTo>
                  <a:pt x="550583" y="129940"/>
                </a:lnTo>
                <a:lnTo>
                  <a:pt x="538458" y="129940"/>
                </a:lnTo>
                <a:lnTo>
                  <a:pt x="515112" y="60808"/>
                </a:lnTo>
                <a:lnTo>
                  <a:pt x="491947" y="129940"/>
                </a:lnTo>
                <a:lnTo>
                  <a:pt x="479822" y="129940"/>
                </a:lnTo>
                <a:close/>
                <a:moveTo>
                  <a:pt x="207807" y="40900"/>
                </a:moveTo>
                <a:lnTo>
                  <a:pt x="220837" y="40900"/>
                </a:lnTo>
                <a:lnTo>
                  <a:pt x="220837" y="95736"/>
                </a:lnTo>
                <a:cubicBezTo>
                  <a:pt x="220837" y="103699"/>
                  <a:pt x="222767" y="109641"/>
                  <a:pt x="226628" y="113562"/>
                </a:cubicBezTo>
                <a:cubicBezTo>
                  <a:pt x="230489" y="117483"/>
                  <a:pt x="235798" y="119443"/>
                  <a:pt x="242554" y="119443"/>
                </a:cubicBezTo>
                <a:cubicBezTo>
                  <a:pt x="249310" y="119443"/>
                  <a:pt x="254710" y="117453"/>
                  <a:pt x="258751" y="113471"/>
                </a:cubicBezTo>
                <a:cubicBezTo>
                  <a:pt x="262793" y="109490"/>
                  <a:pt x="264814" y="103578"/>
                  <a:pt x="264814" y="95736"/>
                </a:cubicBezTo>
                <a:lnTo>
                  <a:pt x="264814" y="40900"/>
                </a:lnTo>
                <a:lnTo>
                  <a:pt x="277844" y="40900"/>
                </a:lnTo>
                <a:lnTo>
                  <a:pt x="277844" y="129940"/>
                </a:lnTo>
                <a:lnTo>
                  <a:pt x="264995" y="129940"/>
                </a:lnTo>
                <a:lnTo>
                  <a:pt x="264995" y="119986"/>
                </a:lnTo>
                <a:cubicBezTo>
                  <a:pt x="261858" y="123606"/>
                  <a:pt x="258148" y="126351"/>
                  <a:pt x="253865" y="128221"/>
                </a:cubicBezTo>
                <a:cubicBezTo>
                  <a:pt x="249582" y="130091"/>
                  <a:pt x="244907" y="131026"/>
                  <a:pt x="239839" y="131026"/>
                </a:cubicBezTo>
                <a:cubicBezTo>
                  <a:pt x="230067" y="131026"/>
                  <a:pt x="222406" y="128251"/>
                  <a:pt x="216856" y="122701"/>
                </a:cubicBezTo>
                <a:cubicBezTo>
                  <a:pt x="213719" y="119564"/>
                  <a:pt x="211426" y="115914"/>
                  <a:pt x="209979" y="111752"/>
                </a:cubicBezTo>
                <a:cubicBezTo>
                  <a:pt x="208531" y="107590"/>
                  <a:pt x="207807" y="102914"/>
                  <a:pt x="207807" y="97726"/>
                </a:cubicBezTo>
                <a:close/>
                <a:moveTo>
                  <a:pt x="2189569" y="39814"/>
                </a:moveTo>
                <a:cubicBezTo>
                  <a:pt x="2195964" y="39814"/>
                  <a:pt x="2201905" y="40611"/>
                  <a:pt x="2207395" y="42205"/>
                </a:cubicBezTo>
                <a:cubicBezTo>
                  <a:pt x="2212884" y="43799"/>
                  <a:pt x="2217620" y="46252"/>
                  <a:pt x="2221601" y="49564"/>
                </a:cubicBezTo>
                <a:lnTo>
                  <a:pt x="2213096" y="58093"/>
                </a:lnTo>
                <a:cubicBezTo>
                  <a:pt x="2209959" y="55680"/>
                  <a:pt x="2206370" y="53900"/>
                  <a:pt x="2202328" y="52754"/>
                </a:cubicBezTo>
                <a:cubicBezTo>
                  <a:pt x="2198286" y="51608"/>
                  <a:pt x="2193973" y="51035"/>
                  <a:pt x="2189388" y="51035"/>
                </a:cubicBezTo>
                <a:cubicBezTo>
                  <a:pt x="2182873" y="51035"/>
                  <a:pt x="2177926" y="52323"/>
                  <a:pt x="2174548" y="54900"/>
                </a:cubicBezTo>
                <a:cubicBezTo>
                  <a:pt x="2171170" y="57477"/>
                  <a:pt x="2169480" y="61043"/>
                  <a:pt x="2169480" y="65598"/>
                </a:cubicBezTo>
                <a:cubicBezTo>
                  <a:pt x="2169480" y="69434"/>
                  <a:pt x="2170657" y="72431"/>
                  <a:pt x="2173010" y="74589"/>
                </a:cubicBezTo>
                <a:cubicBezTo>
                  <a:pt x="2175362" y="76746"/>
                  <a:pt x="2179374" y="78064"/>
                  <a:pt x="2185044" y="78543"/>
                </a:cubicBezTo>
                <a:lnTo>
                  <a:pt x="2199342" y="79810"/>
                </a:lnTo>
                <a:cubicBezTo>
                  <a:pt x="2203202" y="80172"/>
                  <a:pt x="2206762" y="80835"/>
                  <a:pt x="2210019" y="81801"/>
                </a:cubicBezTo>
                <a:cubicBezTo>
                  <a:pt x="2213276" y="82766"/>
                  <a:pt x="2216052" y="84214"/>
                  <a:pt x="2218344" y="86144"/>
                </a:cubicBezTo>
                <a:cubicBezTo>
                  <a:pt x="2220636" y="88074"/>
                  <a:pt x="2222416" y="90487"/>
                  <a:pt x="2223683" y="93383"/>
                </a:cubicBezTo>
                <a:cubicBezTo>
                  <a:pt x="2224950" y="96279"/>
                  <a:pt x="2225583" y="99778"/>
                  <a:pt x="2225583" y="103880"/>
                </a:cubicBezTo>
                <a:cubicBezTo>
                  <a:pt x="2225583" y="108223"/>
                  <a:pt x="2224708" y="112054"/>
                  <a:pt x="2222959" y="115372"/>
                </a:cubicBezTo>
                <a:cubicBezTo>
                  <a:pt x="2221210" y="118689"/>
                  <a:pt x="2218736" y="121525"/>
                  <a:pt x="2215539" y="123877"/>
                </a:cubicBezTo>
                <a:cubicBezTo>
                  <a:pt x="2212342" y="126230"/>
                  <a:pt x="2208541" y="128010"/>
                  <a:pt x="2204137" y="129216"/>
                </a:cubicBezTo>
                <a:cubicBezTo>
                  <a:pt x="2199734" y="130423"/>
                  <a:pt x="2194817" y="131026"/>
                  <a:pt x="2189388" y="131026"/>
                </a:cubicBezTo>
                <a:cubicBezTo>
                  <a:pt x="2181787" y="131026"/>
                  <a:pt x="2175030" y="130061"/>
                  <a:pt x="2169119" y="128130"/>
                </a:cubicBezTo>
                <a:cubicBezTo>
                  <a:pt x="2163207" y="126200"/>
                  <a:pt x="2157778" y="122882"/>
                  <a:pt x="2152831" y="118177"/>
                </a:cubicBezTo>
                <a:lnTo>
                  <a:pt x="2161518" y="109490"/>
                </a:lnTo>
                <a:cubicBezTo>
                  <a:pt x="2165016" y="113230"/>
                  <a:pt x="2169119" y="115884"/>
                  <a:pt x="2173824" y="117453"/>
                </a:cubicBezTo>
                <a:cubicBezTo>
                  <a:pt x="2178530" y="119021"/>
                  <a:pt x="2183657" y="119805"/>
                  <a:pt x="2189207" y="119805"/>
                </a:cubicBezTo>
                <a:cubicBezTo>
                  <a:pt x="2196566" y="119805"/>
                  <a:pt x="2202358" y="118508"/>
                  <a:pt x="2206580" y="115914"/>
                </a:cubicBezTo>
                <a:cubicBezTo>
                  <a:pt x="2210803" y="113320"/>
                  <a:pt x="2212915" y="109369"/>
                  <a:pt x="2212915" y="104061"/>
                </a:cubicBezTo>
                <a:cubicBezTo>
                  <a:pt x="2212915" y="100200"/>
                  <a:pt x="2211738" y="97184"/>
                  <a:pt x="2209386" y="95012"/>
                </a:cubicBezTo>
                <a:cubicBezTo>
                  <a:pt x="2207033" y="92840"/>
                  <a:pt x="2203263" y="91513"/>
                  <a:pt x="2198074" y="91030"/>
                </a:cubicBezTo>
                <a:lnTo>
                  <a:pt x="2183416" y="89764"/>
                </a:lnTo>
                <a:cubicBezTo>
                  <a:pt x="2174729" y="89040"/>
                  <a:pt x="2168124" y="86717"/>
                  <a:pt x="2163599" y="82796"/>
                </a:cubicBezTo>
                <a:cubicBezTo>
                  <a:pt x="2159074" y="78875"/>
                  <a:pt x="2156812" y="73235"/>
                  <a:pt x="2156812" y="65875"/>
                </a:cubicBezTo>
                <a:cubicBezTo>
                  <a:pt x="2156812" y="61773"/>
                  <a:pt x="2157627" y="58123"/>
                  <a:pt x="2159256" y="54926"/>
                </a:cubicBezTo>
                <a:cubicBezTo>
                  <a:pt x="2160884" y="51729"/>
                  <a:pt x="2163146" y="49014"/>
                  <a:pt x="2166042" y="46782"/>
                </a:cubicBezTo>
                <a:cubicBezTo>
                  <a:pt x="2168938" y="44550"/>
                  <a:pt x="2172406" y="42831"/>
                  <a:pt x="2176448" y="41624"/>
                </a:cubicBezTo>
                <a:cubicBezTo>
                  <a:pt x="2180490" y="40418"/>
                  <a:pt x="2184864" y="39814"/>
                  <a:pt x="2189569" y="39814"/>
                </a:cubicBezTo>
                <a:close/>
                <a:moveTo>
                  <a:pt x="2123142" y="39814"/>
                </a:moveTo>
                <a:cubicBezTo>
                  <a:pt x="2127364" y="39814"/>
                  <a:pt x="2131195" y="40418"/>
                  <a:pt x="2134634" y="41624"/>
                </a:cubicBezTo>
                <a:cubicBezTo>
                  <a:pt x="2138072" y="42831"/>
                  <a:pt x="2141360" y="45002"/>
                  <a:pt x="2144496" y="48139"/>
                </a:cubicBezTo>
                <a:lnTo>
                  <a:pt x="2134905" y="57912"/>
                </a:lnTo>
                <a:cubicBezTo>
                  <a:pt x="2132492" y="55499"/>
                  <a:pt x="2130200" y="53810"/>
                  <a:pt x="2128028" y="52845"/>
                </a:cubicBezTo>
                <a:cubicBezTo>
                  <a:pt x="2125856" y="51879"/>
                  <a:pt x="2123021" y="51397"/>
                  <a:pt x="2119522" y="51397"/>
                </a:cubicBezTo>
                <a:cubicBezTo>
                  <a:pt x="2116264" y="51397"/>
                  <a:pt x="2113308" y="52000"/>
                  <a:pt x="2110654" y="53207"/>
                </a:cubicBezTo>
                <a:cubicBezTo>
                  <a:pt x="2108000" y="54413"/>
                  <a:pt x="2105768" y="56102"/>
                  <a:pt x="2103958" y="58274"/>
                </a:cubicBezTo>
                <a:cubicBezTo>
                  <a:pt x="2102148" y="60446"/>
                  <a:pt x="2100731" y="62979"/>
                  <a:pt x="2099705" y="65875"/>
                </a:cubicBezTo>
                <a:cubicBezTo>
                  <a:pt x="2098680" y="68770"/>
                  <a:pt x="2098167" y="71907"/>
                  <a:pt x="2098167" y="75286"/>
                </a:cubicBezTo>
                <a:lnTo>
                  <a:pt x="2098167" y="129940"/>
                </a:lnTo>
                <a:lnTo>
                  <a:pt x="2085137" y="129940"/>
                </a:lnTo>
                <a:lnTo>
                  <a:pt x="2085137" y="40900"/>
                </a:lnTo>
                <a:lnTo>
                  <a:pt x="2098167" y="40900"/>
                </a:lnTo>
                <a:lnTo>
                  <a:pt x="2098167" y="51759"/>
                </a:lnTo>
                <a:cubicBezTo>
                  <a:pt x="2100580" y="48019"/>
                  <a:pt x="2104049" y="45093"/>
                  <a:pt x="2108573" y="42982"/>
                </a:cubicBezTo>
                <a:cubicBezTo>
                  <a:pt x="2113097" y="40870"/>
                  <a:pt x="2117954" y="39814"/>
                  <a:pt x="2123142" y="39814"/>
                </a:cubicBezTo>
                <a:close/>
                <a:moveTo>
                  <a:pt x="2031082" y="39814"/>
                </a:moveTo>
                <a:cubicBezTo>
                  <a:pt x="2042665" y="39814"/>
                  <a:pt x="2051653" y="43675"/>
                  <a:pt x="2058048" y="51397"/>
                </a:cubicBezTo>
                <a:cubicBezTo>
                  <a:pt x="2064442" y="59118"/>
                  <a:pt x="2067640" y="69615"/>
                  <a:pt x="2067640" y="82887"/>
                </a:cubicBezTo>
                <a:lnTo>
                  <a:pt x="2067640" y="88859"/>
                </a:lnTo>
                <a:lnTo>
                  <a:pt x="2007556" y="88859"/>
                </a:lnTo>
                <a:cubicBezTo>
                  <a:pt x="2007556" y="98688"/>
                  <a:pt x="2009788" y="106303"/>
                  <a:pt x="2014252" y="111704"/>
                </a:cubicBezTo>
                <a:cubicBezTo>
                  <a:pt x="2018716" y="117105"/>
                  <a:pt x="2025231" y="119805"/>
                  <a:pt x="2033797" y="119805"/>
                </a:cubicBezTo>
                <a:cubicBezTo>
                  <a:pt x="2038985" y="119805"/>
                  <a:pt x="2043298" y="118991"/>
                  <a:pt x="2046737" y="117362"/>
                </a:cubicBezTo>
                <a:cubicBezTo>
                  <a:pt x="2050175" y="115733"/>
                  <a:pt x="2053644" y="113170"/>
                  <a:pt x="2057143" y="109671"/>
                </a:cubicBezTo>
                <a:lnTo>
                  <a:pt x="2066010" y="117453"/>
                </a:lnTo>
                <a:cubicBezTo>
                  <a:pt x="2063718" y="119734"/>
                  <a:pt x="2061456" y="121705"/>
                  <a:pt x="2059224" y="123367"/>
                </a:cubicBezTo>
                <a:cubicBezTo>
                  <a:pt x="2056992" y="125029"/>
                  <a:pt x="2054609" y="126424"/>
                  <a:pt x="2052076" y="127552"/>
                </a:cubicBezTo>
                <a:cubicBezTo>
                  <a:pt x="2049542" y="128680"/>
                  <a:pt x="2046737" y="129541"/>
                  <a:pt x="2043660" y="130135"/>
                </a:cubicBezTo>
                <a:cubicBezTo>
                  <a:pt x="2040584" y="130729"/>
                  <a:pt x="2037175" y="131026"/>
                  <a:pt x="2033435" y="131026"/>
                </a:cubicBezTo>
                <a:cubicBezTo>
                  <a:pt x="2027523" y="131026"/>
                  <a:pt x="2022184" y="130121"/>
                  <a:pt x="2017419" y="128311"/>
                </a:cubicBezTo>
                <a:cubicBezTo>
                  <a:pt x="2012653" y="126501"/>
                  <a:pt x="2008581" y="123727"/>
                  <a:pt x="2005203" y="119986"/>
                </a:cubicBezTo>
                <a:cubicBezTo>
                  <a:pt x="2001825" y="116246"/>
                  <a:pt x="1999201" y="111511"/>
                  <a:pt x="1997331" y="105780"/>
                </a:cubicBezTo>
                <a:cubicBezTo>
                  <a:pt x="1995460" y="100049"/>
                  <a:pt x="1994525" y="93262"/>
                  <a:pt x="1994525" y="85420"/>
                </a:cubicBezTo>
                <a:cubicBezTo>
                  <a:pt x="1994525" y="70942"/>
                  <a:pt x="1997783" y="59722"/>
                  <a:pt x="2004298" y="51759"/>
                </a:cubicBezTo>
                <a:cubicBezTo>
                  <a:pt x="2010813" y="43796"/>
                  <a:pt x="2019741" y="39814"/>
                  <a:pt x="2031082" y="39814"/>
                </a:cubicBezTo>
                <a:close/>
                <a:moveTo>
                  <a:pt x="1808816" y="39814"/>
                </a:moveTo>
                <a:cubicBezTo>
                  <a:pt x="1818468" y="39814"/>
                  <a:pt x="1826069" y="42589"/>
                  <a:pt x="1831619" y="48139"/>
                </a:cubicBezTo>
                <a:cubicBezTo>
                  <a:pt x="1837772" y="54172"/>
                  <a:pt x="1840849" y="62436"/>
                  <a:pt x="1840849" y="72933"/>
                </a:cubicBezTo>
                <a:lnTo>
                  <a:pt x="1840849" y="129940"/>
                </a:lnTo>
                <a:lnTo>
                  <a:pt x="1827819" y="129940"/>
                </a:lnTo>
                <a:lnTo>
                  <a:pt x="1827819" y="75105"/>
                </a:lnTo>
                <a:cubicBezTo>
                  <a:pt x="1827819" y="67142"/>
                  <a:pt x="1825858" y="61200"/>
                  <a:pt x="1821937" y="57279"/>
                </a:cubicBezTo>
                <a:cubicBezTo>
                  <a:pt x="1818016" y="53357"/>
                  <a:pt x="1812677" y="51397"/>
                  <a:pt x="1805921" y="51397"/>
                </a:cubicBezTo>
                <a:cubicBezTo>
                  <a:pt x="1799164" y="51397"/>
                  <a:pt x="1793796" y="53388"/>
                  <a:pt x="1789814" y="57369"/>
                </a:cubicBezTo>
                <a:cubicBezTo>
                  <a:pt x="1785833" y="61350"/>
                  <a:pt x="1783842" y="67262"/>
                  <a:pt x="1783842" y="75105"/>
                </a:cubicBezTo>
                <a:lnTo>
                  <a:pt x="1783842" y="129940"/>
                </a:lnTo>
                <a:lnTo>
                  <a:pt x="1770812" y="129940"/>
                </a:lnTo>
                <a:lnTo>
                  <a:pt x="1770812" y="40900"/>
                </a:lnTo>
                <a:lnTo>
                  <a:pt x="1783842" y="40900"/>
                </a:lnTo>
                <a:lnTo>
                  <a:pt x="1783842" y="50673"/>
                </a:lnTo>
                <a:cubicBezTo>
                  <a:pt x="1786979" y="47053"/>
                  <a:pt x="1790659" y="44339"/>
                  <a:pt x="1794882" y="42529"/>
                </a:cubicBezTo>
                <a:cubicBezTo>
                  <a:pt x="1799104" y="40719"/>
                  <a:pt x="1803749" y="39814"/>
                  <a:pt x="1808816" y="39814"/>
                </a:cubicBezTo>
                <a:close/>
                <a:moveTo>
                  <a:pt x="1512932" y="39814"/>
                </a:moveTo>
                <a:cubicBezTo>
                  <a:pt x="1517879" y="39814"/>
                  <a:pt x="1522373" y="40569"/>
                  <a:pt x="1526415" y="42077"/>
                </a:cubicBezTo>
                <a:cubicBezTo>
                  <a:pt x="1530456" y="43585"/>
                  <a:pt x="1534287" y="46692"/>
                  <a:pt x="1537906" y="51397"/>
                </a:cubicBezTo>
                <a:lnTo>
                  <a:pt x="1537906" y="40900"/>
                </a:lnTo>
                <a:lnTo>
                  <a:pt x="1550756" y="40900"/>
                </a:lnTo>
                <a:lnTo>
                  <a:pt x="1550756" y="132655"/>
                </a:lnTo>
                <a:cubicBezTo>
                  <a:pt x="1550756" y="138205"/>
                  <a:pt x="1549911" y="143302"/>
                  <a:pt x="1548222" y="147947"/>
                </a:cubicBezTo>
                <a:cubicBezTo>
                  <a:pt x="1546533" y="152592"/>
                  <a:pt x="1544120" y="156604"/>
                  <a:pt x="1540983" y="159982"/>
                </a:cubicBezTo>
                <a:cubicBezTo>
                  <a:pt x="1537846" y="163360"/>
                  <a:pt x="1533955" y="166014"/>
                  <a:pt x="1529310" y="167945"/>
                </a:cubicBezTo>
                <a:cubicBezTo>
                  <a:pt x="1524665" y="169875"/>
                  <a:pt x="1519447" y="170840"/>
                  <a:pt x="1513656" y="170840"/>
                </a:cubicBezTo>
                <a:cubicBezTo>
                  <a:pt x="1510278" y="170840"/>
                  <a:pt x="1507261" y="170633"/>
                  <a:pt x="1504607" y="170217"/>
                </a:cubicBezTo>
                <a:cubicBezTo>
                  <a:pt x="1501953" y="169801"/>
                  <a:pt x="1499449" y="169118"/>
                  <a:pt x="1497097" y="168168"/>
                </a:cubicBezTo>
                <a:cubicBezTo>
                  <a:pt x="1494744" y="167218"/>
                  <a:pt x="1492452" y="166001"/>
                  <a:pt x="1490220" y="164518"/>
                </a:cubicBezTo>
                <a:cubicBezTo>
                  <a:pt x="1487988" y="163034"/>
                  <a:pt x="1485725" y="161220"/>
                  <a:pt x="1483433" y="159077"/>
                </a:cubicBezTo>
                <a:lnTo>
                  <a:pt x="1491939" y="150752"/>
                </a:lnTo>
                <a:cubicBezTo>
                  <a:pt x="1493507" y="152200"/>
                  <a:pt x="1495046" y="153467"/>
                  <a:pt x="1496554" y="154553"/>
                </a:cubicBezTo>
                <a:cubicBezTo>
                  <a:pt x="1498062" y="155638"/>
                  <a:pt x="1499630" y="156574"/>
                  <a:pt x="1501259" y="157358"/>
                </a:cubicBezTo>
                <a:cubicBezTo>
                  <a:pt x="1502888" y="158142"/>
                  <a:pt x="1504667" y="158715"/>
                  <a:pt x="1506598" y="159077"/>
                </a:cubicBezTo>
                <a:cubicBezTo>
                  <a:pt x="1508528" y="159439"/>
                  <a:pt x="1510760" y="159620"/>
                  <a:pt x="1513294" y="159620"/>
                </a:cubicBezTo>
                <a:cubicBezTo>
                  <a:pt x="1517637" y="159620"/>
                  <a:pt x="1521347" y="158893"/>
                  <a:pt x="1524424" y="157438"/>
                </a:cubicBezTo>
                <a:cubicBezTo>
                  <a:pt x="1527500" y="155984"/>
                  <a:pt x="1530034" y="154045"/>
                  <a:pt x="1532025" y="151622"/>
                </a:cubicBezTo>
                <a:cubicBezTo>
                  <a:pt x="1534016" y="149198"/>
                  <a:pt x="1535463" y="146321"/>
                  <a:pt x="1536368" y="142989"/>
                </a:cubicBezTo>
                <a:cubicBezTo>
                  <a:pt x="1537273" y="139657"/>
                  <a:pt x="1537726" y="136052"/>
                  <a:pt x="1537726" y="132174"/>
                </a:cubicBezTo>
                <a:lnTo>
                  <a:pt x="1537726" y="118177"/>
                </a:lnTo>
                <a:cubicBezTo>
                  <a:pt x="1534106" y="122761"/>
                  <a:pt x="1530245" y="125838"/>
                  <a:pt x="1526143" y="127406"/>
                </a:cubicBezTo>
                <a:cubicBezTo>
                  <a:pt x="1522041" y="128975"/>
                  <a:pt x="1517577" y="129759"/>
                  <a:pt x="1512751" y="129759"/>
                </a:cubicBezTo>
                <a:cubicBezTo>
                  <a:pt x="1508166" y="129759"/>
                  <a:pt x="1504034" y="129035"/>
                  <a:pt x="1500354" y="127587"/>
                </a:cubicBezTo>
                <a:cubicBezTo>
                  <a:pt x="1496674" y="126140"/>
                  <a:pt x="1493628" y="124209"/>
                  <a:pt x="1491215" y="121796"/>
                </a:cubicBezTo>
                <a:cubicBezTo>
                  <a:pt x="1486751" y="117332"/>
                  <a:pt x="1483825" y="111843"/>
                  <a:pt x="1482438" y="105327"/>
                </a:cubicBezTo>
                <a:cubicBezTo>
                  <a:pt x="1481050" y="98812"/>
                  <a:pt x="1480356" y="91935"/>
                  <a:pt x="1480356" y="84696"/>
                </a:cubicBezTo>
                <a:cubicBezTo>
                  <a:pt x="1480356" y="77457"/>
                  <a:pt x="1481050" y="70580"/>
                  <a:pt x="1482438" y="64065"/>
                </a:cubicBezTo>
                <a:cubicBezTo>
                  <a:pt x="1483825" y="57550"/>
                  <a:pt x="1486751" y="52060"/>
                  <a:pt x="1491215" y="47596"/>
                </a:cubicBezTo>
                <a:cubicBezTo>
                  <a:pt x="1493628" y="45183"/>
                  <a:pt x="1496704" y="43283"/>
                  <a:pt x="1500445" y="41896"/>
                </a:cubicBezTo>
                <a:cubicBezTo>
                  <a:pt x="1504185" y="40508"/>
                  <a:pt x="1508347" y="39814"/>
                  <a:pt x="1512932" y="39814"/>
                </a:cubicBezTo>
                <a:close/>
                <a:moveTo>
                  <a:pt x="1418292" y="39814"/>
                </a:moveTo>
                <a:cubicBezTo>
                  <a:pt x="1427944" y="39814"/>
                  <a:pt x="1435544" y="42589"/>
                  <a:pt x="1441094" y="48139"/>
                </a:cubicBezTo>
                <a:cubicBezTo>
                  <a:pt x="1447248" y="54172"/>
                  <a:pt x="1450324" y="62436"/>
                  <a:pt x="1450324" y="72933"/>
                </a:cubicBezTo>
                <a:lnTo>
                  <a:pt x="1450324" y="129940"/>
                </a:lnTo>
                <a:lnTo>
                  <a:pt x="1437294" y="129940"/>
                </a:lnTo>
                <a:lnTo>
                  <a:pt x="1437294" y="75105"/>
                </a:lnTo>
                <a:cubicBezTo>
                  <a:pt x="1437294" y="67142"/>
                  <a:pt x="1435333" y="61200"/>
                  <a:pt x="1431412" y="57279"/>
                </a:cubicBezTo>
                <a:cubicBezTo>
                  <a:pt x="1427491" y="53357"/>
                  <a:pt x="1422152" y="51397"/>
                  <a:pt x="1415396" y="51397"/>
                </a:cubicBezTo>
                <a:cubicBezTo>
                  <a:pt x="1408640" y="51397"/>
                  <a:pt x="1403270" y="53388"/>
                  <a:pt x="1399289" y="57369"/>
                </a:cubicBezTo>
                <a:cubicBezTo>
                  <a:pt x="1395308" y="61350"/>
                  <a:pt x="1393317" y="67262"/>
                  <a:pt x="1393317" y="75105"/>
                </a:cubicBezTo>
                <a:lnTo>
                  <a:pt x="1393317" y="129940"/>
                </a:lnTo>
                <a:lnTo>
                  <a:pt x="1380287" y="129940"/>
                </a:lnTo>
                <a:lnTo>
                  <a:pt x="1380287" y="40900"/>
                </a:lnTo>
                <a:lnTo>
                  <a:pt x="1393317" y="40900"/>
                </a:lnTo>
                <a:lnTo>
                  <a:pt x="1393317" y="50673"/>
                </a:lnTo>
                <a:cubicBezTo>
                  <a:pt x="1396454" y="47053"/>
                  <a:pt x="1400134" y="44339"/>
                  <a:pt x="1404356" y="42529"/>
                </a:cubicBezTo>
                <a:cubicBezTo>
                  <a:pt x="1408579" y="40719"/>
                  <a:pt x="1413224" y="39814"/>
                  <a:pt x="1418292" y="39814"/>
                </a:cubicBezTo>
                <a:close/>
                <a:moveTo>
                  <a:pt x="1326232" y="39814"/>
                </a:moveTo>
                <a:cubicBezTo>
                  <a:pt x="1331662" y="39814"/>
                  <a:pt x="1336488" y="40719"/>
                  <a:pt x="1340710" y="42529"/>
                </a:cubicBezTo>
                <a:cubicBezTo>
                  <a:pt x="1344933" y="44339"/>
                  <a:pt x="1348613" y="46812"/>
                  <a:pt x="1351750" y="49949"/>
                </a:cubicBezTo>
                <a:cubicBezTo>
                  <a:pt x="1356214" y="54534"/>
                  <a:pt x="1359140" y="59873"/>
                  <a:pt x="1360527" y="65965"/>
                </a:cubicBezTo>
                <a:cubicBezTo>
                  <a:pt x="1361915" y="72058"/>
                  <a:pt x="1362608" y="78543"/>
                  <a:pt x="1362608" y="85420"/>
                </a:cubicBezTo>
                <a:cubicBezTo>
                  <a:pt x="1362608" y="92297"/>
                  <a:pt x="1361915" y="98782"/>
                  <a:pt x="1360527" y="104875"/>
                </a:cubicBezTo>
                <a:cubicBezTo>
                  <a:pt x="1359140" y="110968"/>
                  <a:pt x="1356214" y="116307"/>
                  <a:pt x="1351750" y="120891"/>
                </a:cubicBezTo>
                <a:cubicBezTo>
                  <a:pt x="1348613" y="124028"/>
                  <a:pt x="1344933" y="126501"/>
                  <a:pt x="1340710" y="128311"/>
                </a:cubicBezTo>
                <a:cubicBezTo>
                  <a:pt x="1336488" y="130121"/>
                  <a:pt x="1331662" y="131026"/>
                  <a:pt x="1326232" y="131026"/>
                </a:cubicBezTo>
                <a:cubicBezTo>
                  <a:pt x="1320803" y="131026"/>
                  <a:pt x="1315977" y="130121"/>
                  <a:pt x="1311754" y="128311"/>
                </a:cubicBezTo>
                <a:cubicBezTo>
                  <a:pt x="1307532" y="126501"/>
                  <a:pt x="1303852" y="124028"/>
                  <a:pt x="1300715" y="120891"/>
                </a:cubicBezTo>
                <a:cubicBezTo>
                  <a:pt x="1298422" y="118599"/>
                  <a:pt x="1296583" y="116095"/>
                  <a:pt x="1295195" y="113381"/>
                </a:cubicBezTo>
                <a:cubicBezTo>
                  <a:pt x="1293808" y="110666"/>
                  <a:pt x="1292722" y="107831"/>
                  <a:pt x="1291938" y="104875"/>
                </a:cubicBezTo>
                <a:cubicBezTo>
                  <a:pt x="1291153" y="101919"/>
                  <a:pt x="1290610" y="98812"/>
                  <a:pt x="1290309" y="95555"/>
                </a:cubicBezTo>
                <a:cubicBezTo>
                  <a:pt x="1290007" y="92297"/>
                  <a:pt x="1289856" y="88919"/>
                  <a:pt x="1289856" y="85420"/>
                </a:cubicBezTo>
                <a:cubicBezTo>
                  <a:pt x="1289856" y="82042"/>
                  <a:pt x="1290007" y="78694"/>
                  <a:pt x="1290309" y="75376"/>
                </a:cubicBezTo>
                <a:cubicBezTo>
                  <a:pt x="1290610" y="72058"/>
                  <a:pt x="1291153" y="68921"/>
                  <a:pt x="1291938" y="65965"/>
                </a:cubicBezTo>
                <a:cubicBezTo>
                  <a:pt x="1292722" y="63009"/>
                  <a:pt x="1293808" y="60174"/>
                  <a:pt x="1295195" y="57460"/>
                </a:cubicBezTo>
                <a:cubicBezTo>
                  <a:pt x="1296583" y="54745"/>
                  <a:pt x="1298422" y="52241"/>
                  <a:pt x="1300715" y="49949"/>
                </a:cubicBezTo>
                <a:cubicBezTo>
                  <a:pt x="1303852" y="46812"/>
                  <a:pt x="1307532" y="44339"/>
                  <a:pt x="1311754" y="42529"/>
                </a:cubicBezTo>
                <a:cubicBezTo>
                  <a:pt x="1315977" y="40719"/>
                  <a:pt x="1320803" y="39814"/>
                  <a:pt x="1326232" y="39814"/>
                </a:cubicBezTo>
                <a:close/>
                <a:moveTo>
                  <a:pt x="1173832" y="39814"/>
                </a:moveTo>
                <a:cubicBezTo>
                  <a:pt x="1179262" y="39814"/>
                  <a:pt x="1184088" y="40719"/>
                  <a:pt x="1188310" y="42529"/>
                </a:cubicBezTo>
                <a:cubicBezTo>
                  <a:pt x="1192533" y="44339"/>
                  <a:pt x="1196213" y="46812"/>
                  <a:pt x="1199350" y="49949"/>
                </a:cubicBezTo>
                <a:cubicBezTo>
                  <a:pt x="1203814" y="54534"/>
                  <a:pt x="1206740" y="59873"/>
                  <a:pt x="1208127" y="65965"/>
                </a:cubicBezTo>
                <a:cubicBezTo>
                  <a:pt x="1209515" y="72058"/>
                  <a:pt x="1210208" y="78543"/>
                  <a:pt x="1210208" y="85420"/>
                </a:cubicBezTo>
                <a:cubicBezTo>
                  <a:pt x="1210208" y="92297"/>
                  <a:pt x="1209515" y="98782"/>
                  <a:pt x="1208127" y="104875"/>
                </a:cubicBezTo>
                <a:cubicBezTo>
                  <a:pt x="1206740" y="110968"/>
                  <a:pt x="1203814" y="116307"/>
                  <a:pt x="1199350" y="120891"/>
                </a:cubicBezTo>
                <a:cubicBezTo>
                  <a:pt x="1196213" y="124028"/>
                  <a:pt x="1192533" y="126501"/>
                  <a:pt x="1188310" y="128311"/>
                </a:cubicBezTo>
                <a:cubicBezTo>
                  <a:pt x="1184088" y="130121"/>
                  <a:pt x="1179262" y="131026"/>
                  <a:pt x="1173832" y="131026"/>
                </a:cubicBezTo>
                <a:cubicBezTo>
                  <a:pt x="1168403" y="131026"/>
                  <a:pt x="1163577" y="130121"/>
                  <a:pt x="1159354" y="128311"/>
                </a:cubicBezTo>
                <a:cubicBezTo>
                  <a:pt x="1155132" y="126501"/>
                  <a:pt x="1151452" y="124028"/>
                  <a:pt x="1148315" y="120891"/>
                </a:cubicBezTo>
                <a:cubicBezTo>
                  <a:pt x="1146022" y="118599"/>
                  <a:pt x="1144183" y="116095"/>
                  <a:pt x="1142795" y="113381"/>
                </a:cubicBezTo>
                <a:cubicBezTo>
                  <a:pt x="1141408" y="110666"/>
                  <a:pt x="1140322" y="107831"/>
                  <a:pt x="1139538" y="104875"/>
                </a:cubicBezTo>
                <a:cubicBezTo>
                  <a:pt x="1138753" y="101919"/>
                  <a:pt x="1138210" y="98812"/>
                  <a:pt x="1137909" y="95555"/>
                </a:cubicBezTo>
                <a:cubicBezTo>
                  <a:pt x="1137607" y="92297"/>
                  <a:pt x="1137456" y="88919"/>
                  <a:pt x="1137456" y="85420"/>
                </a:cubicBezTo>
                <a:cubicBezTo>
                  <a:pt x="1137456" y="82042"/>
                  <a:pt x="1137607" y="78694"/>
                  <a:pt x="1137909" y="75376"/>
                </a:cubicBezTo>
                <a:cubicBezTo>
                  <a:pt x="1138210" y="72058"/>
                  <a:pt x="1138753" y="68921"/>
                  <a:pt x="1139538" y="65965"/>
                </a:cubicBezTo>
                <a:cubicBezTo>
                  <a:pt x="1140322" y="63009"/>
                  <a:pt x="1141408" y="60174"/>
                  <a:pt x="1142795" y="57460"/>
                </a:cubicBezTo>
                <a:cubicBezTo>
                  <a:pt x="1144183" y="54745"/>
                  <a:pt x="1146022" y="52241"/>
                  <a:pt x="1148315" y="49949"/>
                </a:cubicBezTo>
                <a:cubicBezTo>
                  <a:pt x="1151452" y="46812"/>
                  <a:pt x="1155132" y="44339"/>
                  <a:pt x="1159354" y="42529"/>
                </a:cubicBezTo>
                <a:cubicBezTo>
                  <a:pt x="1163577" y="40719"/>
                  <a:pt x="1168403" y="39814"/>
                  <a:pt x="1173832" y="39814"/>
                </a:cubicBezTo>
                <a:close/>
                <a:moveTo>
                  <a:pt x="1074782" y="39814"/>
                </a:moveTo>
                <a:cubicBezTo>
                  <a:pt x="1086847" y="39814"/>
                  <a:pt x="1095805" y="42318"/>
                  <a:pt x="1101657" y="47325"/>
                </a:cubicBezTo>
                <a:cubicBezTo>
                  <a:pt x="1107508" y="52332"/>
                  <a:pt x="1110434" y="59722"/>
                  <a:pt x="1110434" y="69494"/>
                </a:cubicBezTo>
                <a:lnTo>
                  <a:pt x="1110434" y="129940"/>
                </a:lnTo>
                <a:lnTo>
                  <a:pt x="1097404" y="129940"/>
                </a:lnTo>
                <a:lnTo>
                  <a:pt x="1097404" y="121434"/>
                </a:lnTo>
                <a:cubicBezTo>
                  <a:pt x="1093784" y="125054"/>
                  <a:pt x="1090074" y="127557"/>
                  <a:pt x="1086274" y="128945"/>
                </a:cubicBezTo>
                <a:cubicBezTo>
                  <a:pt x="1082473" y="130332"/>
                  <a:pt x="1077617" y="131026"/>
                  <a:pt x="1071705" y="131026"/>
                </a:cubicBezTo>
                <a:cubicBezTo>
                  <a:pt x="1065552" y="131026"/>
                  <a:pt x="1060515" y="130392"/>
                  <a:pt x="1056594" y="129126"/>
                </a:cubicBezTo>
                <a:cubicBezTo>
                  <a:pt x="1052673" y="127859"/>
                  <a:pt x="1049325" y="125778"/>
                  <a:pt x="1046550" y="122882"/>
                </a:cubicBezTo>
                <a:cubicBezTo>
                  <a:pt x="1044378" y="120710"/>
                  <a:pt x="1042719" y="118026"/>
                  <a:pt x="1041573" y="114829"/>
                </a:cubicBezTo>
                <a:cubicBezTo>
                  <a:pt x="1040427" y="111631"/>
                  <a:pt x="1039854" y="108283"/>
                  <a:pt x="1039854" y="104785"/>
                </a:cubicBezTo>
                <a:cubicBezTo>
                  <a:pt x="1039854" y="96942"/>
                  <a:pt x="1042478" y="90699"/>
                  <a:pt x="1047726" y="86054"/>
                </a:cubicBezTo>
                <a:cubicBezTo>
                  <a:pt x="1052974" y="81409"/>
                  <a:pt x="1060606" y="79086"/>
                  <a:pt x="1070620" y="79086"/>
                </a:cubicBezTo>
                <a:lnTo>
                  <a:pt x="1097404" y="79086"/>
                </a:lnTo>
                <a:lnTo>
                  <a:pt x="1097404" y="70580"/>
                </a:lnTo>
                <a:cubicBezTo>
                  <a:pt x="1097404" y="64065"/>
                  <a:pt x="1095654" y="59179"/>
                  <a:pt x="1092156" y="55921"/>
                </a:cubicBezTo>
                <a:cubicBezTo>
                  <a:pt x="1088657" y="52664"/>
                  <a:pt x="1082805" y="51035"/>
                  <a:pt x="1074601" y="51035"/>
                </a:cubicBezTo>
                <a:cubicBezTo>
                  <a:pt x="1068810" y="51035"/>
                  <a:pt x="1064285" y="51789"/>
                  <a:pt x="1061028" y="53297"/>
                </a:cubicBezTo>
                <a:cubicBezTo>
                  <a:pt x="1057770" y="54805"/>
                  <a:pt x="1054814" y="57429"/>
                  <a:pt x="1052160" y="61170"/>
                </a:cubicBezTo>
                <a:lnTo>
                  <a:pt x="1043292" y="53026"/>
                </a:lnTo>
                <a:cubicBezTo>
                  <a:pt x="1047274" y="47838"/>
                  <a:pt x="1051708" y="44339"/>
                  <a:pt x="1056594" y="42529"/>
                </a:cubicBezTo>
                <a:cubicBezTo>
                  <a:pt x="1061480" y="40719"/>
                  <a:pt x="1067543" y="39814"/>
                  <a:pt x="1074782" y="39814"/>
                </a:cubicBezTo>
                <a:close/>
                <a:moveTo>
                  <a:pt x="722719" y="39814"/>
                </a:moveTo>
                <a:cubicBezTo>
                  <a:pt x="729113" y="39814"/>
                  <a:pt x="735055" y="40611"/>
                  <a:pt x="740545" y="42205"/>
                </a:cubicBezTo>
                <a:cubicBezTo>
                  <a:pt x="746034" y="43799"/>
                  <a:pt x="750770" y="46252"/>
                  <a:pt x="754751" y="49564"/>
                </a:cubicBezTo>
                <a:lnTo>
                  <a:pt x="746246" y="58093"/>
                </a:lnTo>
                <a:cubicBezTo>
                  <a:pt x="743109" y="55680"/>
                  <a:pt x="739519" y="53900"/>
                  <a:pt x="735478" y="52754"/>
                </a:cubicBezTo>
                <a:cubicBezTo>
                  <a:pt x="731436" y="51608"/>
                  <a:pt x="727123" y="51035"/>
                  <a:pt x="722538" y="51035"/>
                </a:cubicBezTo>
                <a:cubicBezTo>
                  <a:pt x="716023" y="51035"/>
                  <a:pt x="711076" y="52323"/>
                  <a:pt x="707698" y="54900"/>
                </a:cubicBezTo>
                <a:cubicBezTo>
                  <a:pt x="704320" y="57477"/>
                  <a:pt x="702631" y="61043"/>
                  <a:pt x="702631" y="65598"/>
                </a:cubicBezTo>
                <a:cubicBezTo>
                  <a:pt x="702631" y="69434"/>
                  <a:pt x="703807" y="72431"/>
                  <a:pt x="706160" y="74589"/>
                </a:cubicBezTo>
                <a:cubicBezTo>
                  <a:pt x="708512" y="76746"/>
                  <a:pt x="712524" y="78064"/>
                  <a:pt x="718194" y="78543"/>
                </a:cubicBezTo>
                <a:lnTo>
                  <a:pt x="732491" y="79810"/>
                </a:lnTo>
                <a:cubicBezTo>
                  <a:pt x="736352" y="80172"/>
                  <a:pt x="739911" y="80835"/>
                  <a:pt x="743169" y="81801"/>
                </a:cubicBezTo>
                <a:cubicBezTo>
                  <a:pt x="746427" y="82766"/>
                  <a:pt x="749202" y="84214"/>
                  <a:pt x="751494" y="86144"/>
                </a:cubicBezTo>
                <a:cubicBezTo>
                  <a:pt x="753786" y="88074"/>
                  <a:pt x="755566" y="90487"/>
                  <a:pt x="756833" y="93383"/>
                </a:cubicBezTo>
                <a:cubicBezTo>
                  <a:pt x="758099" y="96279"/>
                  <a:pt x="758733" y="99778"/>
                  <a:pt x="758733" y="103880"/>
                </a:cubicBezTo>
                <a:cubicBezTo>
                  <a:pt x="758733" y="108223"/>
                  <a:pt x="757858" y="112054"/>
                  <a:pt x="756109" y="115372"/>
                </a:cubicBezTo>
                <a:cubicBezTo>
                  <a:pt x="754359" y="118689"/>
                  <a:pt x="751886" y="121525"/>
                  <a:pt x="748689" y="123877"/>
                </a:cubicBezTo>
                <a:cubicBezTo>
                  <a:pt x="745492" y="126230"/>
                  <a:pt x="741691" y="128010"/>
                  <a:pt x="737287" y="129216"/>
                </a:cubicBezTo>
                <a:cubicBezTo>
                  <a:pt x="732884" y="130423"/>
                  <a:pt x="727967" y="131026"/>
                  <a:pt x="722538" y="131026"/>
                </a:cubicBezTo>
                <a:cubicBezTo>
                  <a:pt x="714937" y="131026"/>
                  <a:pt x="708180" y="130061"/>
                  <a:pt x="702269" y="128130"/>
                </a:cubicBezTo>
                <a:cubicBezTo>
                  <a:pt x="696357" y="126200"/>
                  <a:pt x="690928" y="122882"/>
                  <a:pt x="685981" y="118177"/>
                </a:cubicBezTo>
                <a:lnTo>
                  <a:pt x="694668" y="109490"/>
                </a:lnTo>
                <a:cubicBezTo>
                  <a:pt x="698167" y="113230"/>
                  <a:pt x="702269" y="115884"/>
                  <a:pt x="706974" y="117453"/>
                </a:cubicBezTo>
                <a:cubicBezTo>
                  <a:pt x="711679" y="119021"/>
                  <a:pt x="716807" y="119805"/>
                  <a:pt x="722357" y="119805"/>
                </a:cubicBezTo>
                <a:cubicBezTo>
                  <a:pt x="729717" y="119805"/>
                  <a:pt x="735508" y="118508"/>
                  <a:pt x="739730" y="115914"/>
                </a:cubicBezTo>
                <a:cubicBezTo>
                  <a:pt x="743953" y="113320"/>
                  <a:pt x="746065" y="109369"/>
                  <a:pt x="746065" y="104061"/>
                </a:cubicBezTo>
                <a:cubicBezTo>
                  <a:pt x="746065" y="100200"/>
                  <a:pt x="744888" y="97184"/>
                  <a:pt x="742536" y="95012"/>
                </a:cubicBezTo>
                <a:cubicBezTo>
                  <a:pt x="740183" y="92840"/>
                  <a:pt x="736413" y="91513"/>
                  <a:pt x="731225" y="91030"/>
                </a:cubicBezTo>
                <a:lnTo>
                  <a:pt x="716566" y="89764"/>
                </a:lnTo>
                <a:cubicBezTo>
                  <a:pt x="707879" y="89040"/>
                  <a:pt x="701273" y="86717"/>
                  <a:pt x="696749" y="82796"/>
                </a:cubicBezTo>
                <a:cubicBezTo>
                  <a:pt x="692224" y="78875"/>
                  <a:pt x="689962" y="73235"/>
                  <a:pt x="689962" y="65875"/>
                </a:cubicBezTo>
                <a:cubicBezTo>
                  <a:pt x="689962" y="61773"/>
                  <a:pt x="690777" y="58123"/>
                  <a:pt x="692406" y="54926"/>
                </a:cubicBezTo>
                <a:cubicBezTo>
                  <a:pt x="694034" y="51729"/>
                  <a:pt x="696296" y="49014"/>
                  <a:pt x="699192" y="46782"/>
                </a:cubicBezTo>
                <a:cubicBezTo>
                  <a:pt x="702088" y="44550"/>
                  <a:pt x="705556" y="42831"/>
                  <a:pt x="709598" y="41624"/>
                </a:cubicBezTo>
                <a:cubicBezTo>
                  <a:pt x="713640" y="40418"/>
                  <a:pt x="718014" y="39814"/>
                  <a:pt x="722719" y="39814"/>
                </a:cubicBezTo>
                <a:close/>
                <a:moveTo>
                  <a:pt x="630907" y="39814"/>
                </a:moveTo>
                <a:cubicBezTo>
                  <a:pt x="642490" y="39814"/>
                  <a:pt x="651478" y="43675"/>
                  <a:pt x="657873" y="51397"/>
                </a:cubicBezTo>
                <a:cubicBezTo>
                  <a:pt x="664267" y="59118"/>
                  <a:pt x="667464" y="69615"/>
                  <a:pt x="667464" y="82887"/>
                </a:cubicBezTo>
                <a:lnTo>
                  <a:pt x="667464" y="88859"/>
                </a:lnTo>
                <a:lnTo>
                  <a:pt x="607381" y="88859"/>
                </a:lnTo>
                <a:cubicBezTo>
                  <a:pt x="607381" y="98688"/>
                  <a:pt x="609613" y="106303"/>
                  <a:pt x="614077" y="111704"/>
                </a:cubicBezTo>
                <a:cubicBezTo>
                  <a:pt x="618541" y="117105"/>
                  <a:pt x="625056" y="119805"/>
                  <a:pt x="633622" y="119805"/>
                </a:cubicBezTo>
                <a:cubicBezTo>
                  <a:pt x="638810" y="119805"/>
                  <a:pt x="643123" y="118991"/>
                  <a:pt x="646562" y="117362"/>
                </a:cubicBezTo>
                <a:cubicBezTo>
                  <a:pt x="650000" y="115733"/>
                  <a:pt x="653469" y="113170"/>
                  <a:pt x="656968" y="109671"/>
                </a:cubicBezTo>
                <a:lnTo>
                  <a:pt x="665836" y="117453"/>
                </a:lnTo>
                <a:cubicBezTo>
                  <a:pt x="663543" y="119734"/>
                  <a:pt x="661281" y="121705"/>
                  <a:pt x="659049" y="123367"/>
                </a:cubicBezTo>
                <a:cubicBezTo>
                  <a:pt x="656817" y="125029"/>
                  <a:pt x="654434" y="126424"/>
                  <a:pt x="651900" y="127552"/>
                </a:cubicBezTo>
                <a:cubicBezTo>
                  <a:pt x="649367" y="128680"/>
                  <a:pt x="646562" y="129541"/>
                  <a:pt x="643485" y="130135"/>
                </a:cubicBezTo>
                <a:cubicBezTo>
                  <a:pt x="640409" y="130729"/>
                  <a:pt x="637000" y="131026"/>
                  <a:pt x="633260" y="131026"/>
                </a:cubicBezTo>
                <a:cubicBezTo>
                  <a:pt x="627348" y="131026"/>
                  <a:pt x="622009" y="130121"/>
                  <a:pt x="617244" y="128311"/>
                </a:cubicBezTo>
                <a:cubicBezTo>
                  <a:pt x="612478" y="126501"/>
                  <a:pt x="608406" y="123727"/>
                  <a:pt x="605028" y="119986"/>
                </a:cubicBezTo>
                <a:cubicBezTo>
                  <a:pt x="601650" y="116246"/>
                  <a:pt x="599026" y="111511"/>
                  <a:pt x="597156" y="105780"/>
                </a:cubicBezTo>
                <a:cubicBezTo>
                  <a:pt x="595285" y="100049"/>
                  <a:pt x="594350" y="93262"/>
                  <a:pt x="594350" y="85420"/>
                </a:cubicBezTo>
                <a:cubicBezTo>
                  <a:pt x="594350" y="70942"/>
                  <a:pt x="597608" y="59722"/>
                  <a:pt x="604123" y="51759"/>
                </a:cubicBezTo>
                <a:cubicBezTo>
                  <a:pt x="610638" y="43796"/>
                  <a:pt x="619566" y="39814"/>
                  <a:pt x="630907" y="39814"/>
                </a:cubicBezTo>
                <a:close/>
                <a:moveTo>
                  <a:pt x="145132" y="39814"/>
                </a:moveTo>
                <a:cubicBezTo>
                  <a:pt x="150562" y="39814"/>
                  <a:pt x="155388" y="40719"/>
                  <a:pt x="159610" y="42529"/>
                </a:cubicBezTo>
                <a:cubicBezTo>
                  <a:pt x="163833" y="44339"/>
                  <a:pt x="167513" y="46812"/>
                  <a:pt x="170650" y="49949"/>
                </a:cubicBezTo>
                <a:cubicBezTo>
                  <a:pt x="175114" y="54534"/>
                  <a:pt x="178040" y="59873"/>
                  <a:pt x="179427" y="65965"/>
                </a:cubicBezTo>
                <a:cubicBezTo>
                  <a:pt x="180815" y="72058"/>
                  <a:pt x="181508" y="78543"/>
                  <a:pt x="181508" y="85420"/>
                </a:cubicBezTo>
                <a:cubicBezTo>
                  <a:pt x="181508" y="92297"/>
                  <a:pt x="180815" y="98782"/>
                  <a:pt x="179427" y="104875"/>
                </a:cubicBezTo>
                <a:cubicBezTo>
                  <a:pt x="178040" y="110968"/>
                  <a:pt x="175114" y="116307"/>
                  <a:pt x="170650" y="120891"/>
                </a:cubicBezTo>
                <a:cubicBezTo>
                  <a:pt x="167513" y="124028"/>
                  <a:pt x="163833" y="126501"/>
                  <a:pt x="159610" y="128311"/>
                </a:cubicBezTo>
                <a:cubicBezTo>
                  <a:pt x="155388" y="130121"/>
                  <a:pt x="150562" y="131026"/>
                  <a:pt x="145132" y="131026"/>
                </a:cubicBezTo>
                <a:cubicBezTo>
                  <a:pt x="139703" y="131026"/>
                  <a:pt x="134877" y="130121"/>
                  <a:pt x="130654" y="128311"/>
                </a:cubicBezTo>
                <a:cubicBezTo>
                  <a:pt x="126432" y="126501"/>
                  <a:pt x="122752" y="124028"/>
                  <a:pt x="119615" y="120891"/>
                </a:cubicBezTo>
                <a:cubicBezTo>
                  <a:pt x="117323" y="118599"/>
                  <a:pt x="115483" y="116095"/>
                  <a:pt x="114095" y="113381"/>
                </a:cubicBezTo>
                <a:cubicBezTo>
                  <a:pt x="112708" y="110666"/>
                  <a:pt x="111622" y="107831"/>
                  <a:pt x="110838" y="104875"/>
                </a:cubicBezTo>
                <a:cubicBezTo>
                  <a:pt x="110053" y="101919"/>
                  <a:pt x="109510" y="98812"/>
                  <a:pt x="109209" y="95555"/>
                </a:cubicBezTo>
                <a:cubicBezTo>
                  <a:pt x="108907" y="92297"/>
                  <a:pt x="108756" y="88919"/>
                  <a:pt x="108756" y="85420"/>
                </a:cubicBezTo>
                <a:cubicBezTo>
                  <a:pt x="108756" y="82042"/>
                  <a:pt x="108907" y="78694"/>
                  <a:pt x="109209" y="75376"/>
                </a:cubicBezTo>
                <a:cubicBezTo>
                  <a:pt x="109510" y="72058"/>
                  <a:pt x="110053" y="68921"/>
                  <a:pt x="110838" y="65965"/>
                </a:cubicBezTo>
                <a:cubicBezTo>
                  <a:pt x="111622" y="63009"/>
                  <a:pt x="112708" y="60174"/>
                  <a:pt x="114095" y="57460"/>
                </a:cubicBezTo>
                <a:cubicBezTo>
                  <a:pt x="115483" y="54745"/>
                  <a:pt x="117323" y="52241"/>
                  <a:pt x="119615" y="49949"/>
                </a:cubicBezTo>
                <a:cubicBezTo>
                  <a:pt x="122752" y="46812"/>
                  <a:pt x="126432" y="44339"/>
                  <a:pt x="130654" y="42529"/>
                </a:cubicBezTo>
                <a:cubicBezTo>
                  <a:pt x="134877" y="40719"/>
                  <a:pt x="139703" y="39814"/>
                  <a:pt x="145132" y="39814"/>
                </a:cubicBezTo>
                <a:close/>
                <a:moveTo>
                  <a:pt x="2296858" y="13573"/>
                </a:moveTo>
                <a:lnTo>
                  <a:pt x="2309889" y="13573"/>
                </a:lnTo>
                <a:lnTo>
                  <a:pt x="2309889" y="41443"/>
                </a:lnTo>
                <a:lnTo>
                  <a:pt x="2328891" y="41443"/>
                </a:lnTo>
                <a:lnTo>
                  <a:pt x="2328891" y="51397"/>
                </a:lnTo>
                <a:lnTo>
                  <a:pt x="2309889" y="51397"/>
                </a:lnTo>
                <a:lnTo>
                  <a:pt x="2309889" y="105689"/>
                </a:lnTo>
                <a:cubicBezTo>
                  <a:pt x="2309889" y="109791"/>
                  <a:pt x="2310854" y="112989"/>
                  <a:pt x="2312784" y="115281"/>
                </a:cubicBezTo>
                <a:cubicBezTo>
                  <a:pt x="2314715" y="117573"/>
                  <a:pt x="2317791" y="118720"/>
                  <a:pt x="2322014" y="118720"/>
                </a:cubicBezTo>
                <a:lnTo>
                  <a:pt x="2328891" y="118720"/>
                </a:lnTo>
                <a:lnTo>
                  <a:pt x="2328891" y="129940"/>
                </a:lnTo>
                <a:lnTo>
                  <a:pt x="2319661" y="129940"/>
                </a:lnTo>
                <a:cubicBezTo>
                  <a:pt x="2315800" y="129940"/>
                  <a:pt x="2312452" y="129307"/>
                  <a:pt x="2309617" y="128040"/>
                </a:cubicBezTo>
                <a:cubicBezTo>
                  <a:pt x="2306782" y="126773"/>
                  <a:pt x="2304429" y="125054"/>
                  <a:pt x="2302559" y="122882"/>
                </a:cubicBezTo>
                <a:cubicBezTo>
                  <a:pt x="2300689" y="120710"/>
                  <a:pt x="2299272" y="118177"/>
                  <a:pt x="2298306" y="115281"/>
                </a:cubicBezTo>
                <a:cubicBezTo>
                  <a:pt x="2297341" y="112385"/>
                  <a:pt x="2296858" y="109309"/>
                  <a:pt x="2296858" y="106051"/>
                </a:cubicBezTo>
                <a:lnTo>
                  <a:pt x="2296858" y="51397"/>
                </a:lnTo>
                <a:lnTo>
                  <a:pt x="2285638" y="51397"/>
                </a:lnTo>
                <a:lnTo>
                  <a:pt x="2285638" y="41443"/>
                </a:lnTo>
                <a:lnTo>
                  <a:pt x="2296858" y="41443"/>
                </a:lnTo>
                <a:close/>
                <a:moveTo>
                  <a:pt x="1239583" y="13573"/>
                </a:moveTo>
                <a:lnTo>
                  <a:pt x="1252614" y="13573"/>
                </a:lnTo>
                <a:lnTo>
                  <a:pt x="1252614" y="41443"/>
                </a:lnTo>
                <a:lnTo>
                  <a:pt x="1271616" y="41443"/>
                </a:lnTo>
                <a:lnTo>
                  <a:pt x="1271616" y="51397"/>
                </a:lnTo>
                <a:lnTo>
                  <a:pt x="1252614" y="51397"/>
                </a:lnTo>
                <a:lnTo>
                  <a:pt x="1252614" y="105689"/>
                </a:lnTo>
                <a:cubicBezTo>
                  <a:pt x="1252614" y="109791"/>
                  <a:pt x="1253579" y="112989"/>
                  <a:pt x="1255509" y="115281"/>
                </a:cubicBezTo>
                <a:cubicBezTo>
                  <a:pt x="1257440" y="117573"/>
                  <a:pt x="1260516" y="118720"/>
                  <a:pt x="1264739" y="118720"/>
                </a:cubicBezTo>
                <a:lnTo>
                  <a:pt x="1271616" y="118720"/>
                </a:lnTo>
                <a:lnTo>
                  <a:pt x="1271616" y="129940"/>
                </a:lnTo>
                <a:lnTo>
                  <a:pt x="1262386" y="129940"/>
                </a:lnTo>
                <a:cubicBezTo>
                  <a:pt x="1258526" y="129940"/>
                  <a:pt x="1255178" y="129307"/>
                  <a:pt x="1252342" y="128040"/>
                </a:cubicBezTo>
                <a:cubicBezTo>
                  <a:pt x="1249507" y="126773"/>
                  <a:pt x="1247154" y="125054"/>
                  <a:pt x="1245284" y="122882"/>
                </a:cubicBezTo>
                <a:cubicBezTo>
                  <a:pt x="1243414" y="120710"/>
                  <a:pt x="1241996" y="118177"/>
                  <a:pt x="1241031" y="115281"/>
                </a:cubicBezTo>
                <a:cubicBezTo>
                  <a:pt x="1240066" y="112385"/>
                  <a:pt x="1239583" y="109309"/>
                  <a:pt x="1239583" y="106051"/>
                </a:cubicBezTo>
                <a:lnTo>
                  <a:pt x="1239583" y="51397"/>
                </a:lnTo>
                <a:lnTo>
                  <a:pt x="1228363" y="51397"/>
                </a:lnTo>
                <a:lnTo>
                  <a:pt x="1228363" y="41443"/>
                </a:lnTo>
                <a:lnTo>
                  <a:pt x="1239583" y="41443"/>
                </a:lnTo>
                <a:close/>
                <a:moveTo>
                  <a:pt x="782383" y="13573"/>
                </a:moveTo>
                <a:lnTo>
                  <a:pt x="795414" y="13573"/>
                </a:lnTo>
                <a:lnTo>
                  <a:pt x="795414" y="41443"/>
                </a:lnTo>
                <a:lnTo>
                  <a:pt x="814416" y="41443"/>
                </a:lnTo>
                <a:lnTo>
                  <a:pt x="814416" y="51397"/>
                </a:lnTo>
                <a:lnTo>
                  <a:pt x="795414" y="51397"/>
                </a:lnTo>
                <a:lnTo>
                  <a:pt x="795414" y="105689"/>
                </a:lnTo>
                <a:cubicBezTo>
                  <a:pt x="795414" y="109791"/>
                  <a:pt x="796379" y="112989"/>
                  <a:pt x="798309" y="115281"/>
                </a:cubicBezTo>
                <a:cubicBezTo>
                  <a:pt x="800240" y="117573"/>
                  <a:pt x="803316" y="118720"/>
                  <a:pt x="807539" y="118720"/>
                </a:cubicBezTo>
                <a:lnTo>
                  <a:pt x="814416" y="118720"/>
                </a:lnTo>
                <a:lnTo>
                  <a:pt x="814416" y="129940"/>
                </a:lnTo>
                <a:lnTo>
                  <a:pt x="805186" y="129940"/>
                </a:lnTo>
                <a:cubicBezTo>
                  <a:pt x="801326" y="129940"/>
                  <a:pt x="797978" y="129307"/>
                  <a:pt x="795142" y="128040"/>
                </a:cubicBezTo>
                <a:cubicBezTo>
                  <a:pt x="792307" y="126773"/>
                  <a:pt x="789954" y="125054"/>
                  <a:pt x="788084" y="122882"/>
                </a:cubicBezTo>
                <a:cubicBezTo>
                  <a:pt x="786214" y="120710"/>
                  <a:pt x="784796" y="118177"/>
                  <a:pt x="783831" y="115281"/>
                </a:cubicBezTo>
                <a:cubicBezTo>
                  <a:pt x="782866" y="112385"/>
                  <a:pt x="782383" y="109309"/>
                  <a:pt x="782383" y="106051"/>
                </a:cubicBezTo>
                <a:lnTo>
                  <a:pt x="782383" y="51397"/>
                </a:lnTo>
                <a:lnTo>
                  <a:pt x="771163" y="51397"/>
                </a:lnTo>
                <a:lnTo>
                  <a:pt x="771163" y="41443"/>
                </a:lnTo>
                <a:lnTo>
                  <a:pt x="782383" y="41443"/>
                </a:lnTo>
                <a:close/>
                <a:moveTo>
                  <a:pt x="315658" y="13573"/>
                </a:moveTo>
                <a:lnTo>
                  <a:pt x="328689" y="13573"/>
                </a:lnTo>
                <a:lnTo>
                  <a:pt x="328689" y="41443"/>
                </a:lnTo>
                <a:lnTo>
                  <a:pt x="347691" y="41443"/>
                </a:lnTo>
                <a:lnTo>
                  <a:pt x="347691" y="51397"/>
                </a:lnTo>
                <a:lnTo>
                  <a:pt x="328689" y="51397"/>
                </a:lnTo>
                <a:lnTo>
                  <a:pt x="328689" y="105689"/>
                </a:lnTo>
                <a:cubicBezTo>
                  <a:pt x="328689" y="109791"/>
                  <a:pt x="329654" y="112989"/>
                  <a:pt x="331584" y="115281"/>
                </a:cubicBezTo>
                <a:cubicBezTo>
                  <a:pt x="333515" y="117573"/>
                  <a:pt x="336591" y="118720"/>
                  <a:pt x="340814" y="118720"/>
                </a:cubicBezTo>
                <a:lnTo>
                  <a:pt x="347691" y="118720"/>
                </a:lnTo>
                <a:lnTo>
                  <a:pt x="347691" y="129940"/>
                </a:lnTo>
                <a:lnTo>
                  <a:pt x="338461" y="129940"/>
                </a:lnTo>
                <a:cubicBezTo>
                  <a:pt x="334600" y="129940"/>
                  <a:pt x="331252" y="129307"/>
                  <a:pt x="328417" y="128040"/>
                </a:cubicBezTo>
                <a:cubicBezTo>
                  <a:pt x="325582" y="126773"/>
                  <a:pt x="323229" y="125054"/>
                  <a:pt x="321359" y="122882"/>
                </a:cubicBezTo>
                <a:cubicBezTo>
                  <a:pt x="319489" y="120710"/>
                  <a:pt x="318071" y="118177"/>
                  <a:pt x="317106" y="115281"/>
                </a:cubicBezTo>
                <a:cubicBezTo>
                  <a:pt x="316141" y="112385"/>
                  <a:pt x="315658" y="109309"/>
                  <a:pt x="315658" y="106051"/>
                </a:cubicBezTo>
                <a:lnTo>
                  <a:pt x="315658" y="51397"/>
                </a:lnTo>
                <a:lnTo>
                  <a:pt x="304438" y="51397"/>
                </a:lnTo>
                <a:lnTo>
                  <a:pt x="304438" y="41443"/>
                </a:lnTo>
                <a:lnTo>
                  <a:pt x="315658" y="41443"/>
                </a:lnTo>
                <a:close/>
                <a:moveTo>
                  <a:pt x="1647530" y="1086"/>
                </a:moveTo>
                <a:lnTo>
                  <a:pt x="1661284" y="1086"/>
                </a:lnTo>
                <a:lnTo>
                  <a:pt x="1661284" y="86325"/>
                </a:lnTo>
                <a:cubicBezTo>
                  <a:pt x="1661284" y="91272"/>
                  <a:pt x="1662008" y="95736"/>
                  <a:pt x="1663456" y="99717"/>
                </a:cubicBezTo>
                <a:cubicBezTo>
                  <a:pt x="1664903" y="103699"/>
                  <a:pt x="1666984" y="107077"/>
                  <a:pt x="1669699" y="109852"/>
                </a:cubicBezTo>
                <a:cubicBezTo>
                  <a:pt x="1672414" y="112627"/>
                  <a:pt x="1675701" y="114798"/>
                  <a:pt x="1679562" y="116367"/>
                </a:cubicBezTo>
                <a:cubicBezTo>
                  <a:pt x="1683423" y="117935"/>
                  <a:pt x="1687706" y="118720"/>
                  <a:pt x="1692411" y="118720"/>
                </a:cubicBezTo>
                <a:cubicBezTo>
                  <a:pt x="1697117" y="118720"/>
                  <a:pt x="1701400" y="117935"/>
                  <a:pt x="1705261" y="116367"/>
                </a:cubicBezTo>
                <a:cubicBezTo>
                  <a:pt x="1709122" y="114798"/>
                  <a:pt x="1712409" y="112627"/>
                  <a:pt x="1715124" y="109852"/>
                </a:cubicBezTo>
                <a:cubicBezTo>
                  <a:pt x="1717838" y="107077"/>
                  <a:pt x="1719950" y="103699"/>
                  <a:pt x="1721458" y="99717"/>
                </a:cubicBezTo>
                <a:cubicBezTo>
                  <a:pt x="1722966" y="95736"/>
                  <a:pt x="1723720" y="91272"/>
                  <a:pt x="1723720" y="86325"/>
                </a:cubicBezTo>
                <a:lnTo>
                  <a:pt x="1723720" y="1086"/>
                </a:lnTo>
                <a:lnTo>
                  <a:pt x="1737474" y="1086"/>
                </a:lnTo>
                <a:lnTo>
                  <a:pt x="1737474" y="87411"/>
                </a:lnTo>
                <a:cubicBezTo>
                  <a:pt x="1737474" y="93805"/>
                  <a:pt x="1736358" y="99687"/>
                  <a:pt x="1734126" y="105056"/>
                </a:cubicBezTo>
                <a:cubicBezTo>
                  <a:pt x="1731894" y="110425"/>
                  <a:pt x="1728757" y="115040"/>
                  <a:pt x="1724716" y="118901"/>
                </a:cubicBezTo>
                <a:cubicBezTo>
                  <a:pt x="1720674" y="122761"/>
                  <a:pt x="1715908" y="125747"/>
                  <a:pt x="1710418" y="127859"/>
                </a:cubicBezTo>
                <a:cubicBezTo>
                  <a:pt x="1704929" y="129970"/>
                  <a:pt x="1698927" y="131026"/>
                  <a:pt x="1692411" y="131026"/>
                </a:cubicBezTo>
                <a:cubicBezTo>
                  <a:pt x="1685896" y="131026"/>
                  <a:pt x="1679894" y="129970"/>
                  <a:pt x="1674404" y="127859"/>
                </a:cubicBezTo>
                <a:cubicBezTo>
                  <a:pt x="1668915" y="125747"/>
                  <a:pt x="1664179" y="122761"/>
                  <a:pt x="1660198" y="118901"/>
                </a:cubicBezTo>
                <a:cubicBezTo>
                  <a:pt x="1656216" y="115040"/>
                  <a:pt x="1653110" y="110425"/>
                  <a:pt x="1650878" y="105056"/>
                </a:cubicBezTo>
                <a:cubicBezTo>
                  <a:pt x="1648646" y="99687"/>
                  <a:pt x="1647530" y="93805"/>
                  <a:pt x="1647530" y="87411"/>
                </a:cubicBezTo>
                <a:close/>
                <a:moveTo>
                  <a:pt x="947833" y="1086"/>
                </a:moveTo>
                <a:lnTo>
                  <a:pt x="961587" y="1086"/>
                </a:lnTo>
                <a:lnTo>
                  <a:pt x="961587" y="90849"/>
                </a:lnTo>
                <a:cubicBezTo>
                  <a:pt x="961587" y="97003"/>
                  <a:pt x="960592" y="102583"/>
                  <a:pt x="958601" y="107590"/>
                </a:cubicBezTo>
                <a:cubicBezTo>
                  <a:pt x="956610" y="112597"/>
                  <a:pt x="953835" y="116819"/>
                  <a:pt x="950276" y="120258"/>
                </a:cubicBezTo>
                <a:cubicBezTo>
                  <a:pt x="946717" y="123696"/>
                  <a:pt x="942494" y="126351"/>
                  <a:pt x="937608" y="128221"/>
                </a:cubicBezTo>
                <a:cubicBezTo>
                  <a:pt x="932721" y="130091"/>
                  <a:pt x="927322" y="131026"/>
                  <a:pt x="921410" y="131026"/>
                </a:cubicBezTo>
                <a:cubicBezTo>
                  <a:pt x="915257" y="131026"/>
                  <a:pt x="909798" y="130091"/>
                  <a:pt x="905032" y="128221"/>
                </a:cubicBezTo>
                <a:cubicBezTo>
                  <a:pt x="900266" y="126351"/>
                  <a:pt x="895893" y="123425"/>
                  <a:pt x="891911" y="119443"/>
                </a:cubicBezTo>
                <a:lnTo>
                  <a:pt x="901141" y="110214"/>
                </a:lnTo>
                <a:cubicBezTo>
                  <a:pt x="903434" y="112627"/>
                  <a:pt x="906058" y="114648"/>
                  <a:pt x="909014" y="116276"/>
                </a:cubicBezTo>
                <a:cubicBezTo>
                  <a:pt x="911970" y="117905"/>
                  <a:pt x="916102" y="118720"/>
                  <a:pt x="921410" y="118720"/>
                </a:cubicBezTo>
                <a:cubicBezTo>
                  <a:pt x="929856" y="118720"/>
                  <a:pt x="936371" y="116156"/>
                  <a:pt x="940956" y="111028"/>
                </a:cubicBezTo>
                <a:cubicBezTo>
                  <a:pt x="945540" y="105901"/>
                  <a:pt x="947833" y="98571"/>
                  <a:pt x="947833" y="89040"/>
                </a:cubicBezTo>
                <a:close/>
                <a:moveTo>
                  <a:pt x="370637" y="1086"/>
                </a:moveTo>
                <a:lnTo>
                  <a:pt x="383667" y="1086"/>
                </a:lnTo>
                <a:lnTo>
                  <a:pt x="383667" y="50673"/>
                </a:lnTo>
                <a:cubicBezTo>
                  <a:pt x="390061" y="43434"/>
                  <a:pt x="398386" y="39814"/>
                  <a:pt x="408642" y="39814"/>
                </a:cubicBezTo>
                <a:cubicBezTo>
                  <a:pt x="418776" y="39814"/>
                  <a:pt x="426648" y="42770"/>
                  <a:pt x="432259" y="48682"/>
                </a:cubicBezTo>
                <a:cubicBezTo>
                  <a:pt x="437869" y="54594"/>
                  <a:pt x="440674" y="62617"/>
                  <a:pt x="440674" y="72752"/>
                </a:cubicBezTo>
                <a:lnTo>
                  <a:pt x="440674" y="129940"/>
                </a:lnTo>
                <a:lnTo>
                  <a:pt x="427644" y="129940"/>
                </a:lnTo>
                <a:lnTo>
                  <a:pt x="427644" y="74924"/>
                </a:lnTo>
                <a:cubicBezTo>
                  <a:pt x="427644" y="67081"/>
                  <a:pt x="425713" y="61200"/>
                  <a:pt x="421853" y="57279"/>
                </a:cubicBezTo>
                <a:cubicBezTo>
                  <a:pt x="417992" y="53357"/>
                  <a:pt x="412683" y="51397"/>
                  <a:pt x="405927" y="51397"/>
                </a:cubicBezTo>
                <a:cubicBezTo>
                  <a:pt x="399170" y="51397"/>
                  <a:pt x="393771" y="53388"/>
                  <a:pt x="389730" y="57369"/>
                </a:cubicBezTo>
                <a:cubicBezTo>
                  <a:pt x="385688" y="61350"/>
                  <a:pt x="383667" y="67202"/>
                  <a:pt x="383667" y="74924"/>
                </a:cubicBezTo>
                <a:lnTo>
                  <a:pt x="383667" y="129940"/>
                </a:lnTo>
                <a:lnTo>
                  <a:pt x="370637" y="129940"/>
                </a:lnTo>
                <a:close/>
                <a:moveTo>
                  <a:pt x="2246338" y="905"/>
                </a:moveTo>
                <a:lnTo>
                  <a:pt x="2260997" y="905"/>
                </a:lnTo>
                <a:lnTo>
                  <a:pt x="2260997" y="15564"/>
                </a:lnTo>
                <a:lnTo>
                  <a:pt x="2246338" y="15564"/>
                </a:lnTo>
                <a:close/>
                <a:moveTo>
                  <a:pt x="1874863" y="905"/>
                </a:moveTo>
                <a:lnTo>
                  <a:pt x="1889522" y="905"/>
                </a:lnTo>
                <a:lnTo>
                  <a:pt x="1889522" y="15564"/>
                </a:lnTo>
                <a:lnTo>
                  <a:pt x="1874863" y="15564"/>
                </a:lnTo>
                <a:close/>
                <a:moveTo>
                  <a:pt x="998563" y="905"/>
                </a:moveTo>
                <a:lnTo>
                  <a:pt x="1013222" y="905"/>
                </a:lnTo>
                <a:lnTo>
                  <a:pt x="1013222" y="15564"/>
                </a:lnTo>
                <a:lnTo>
                  <a:pt x="998563" y="15564"/>
                </a:lnTo>
                <a:close/>
                <a:moveTo>
                  <a:pt x="44701" y="0"/>
                </a:moveTo>
                <a:cubicBezTo>
                  <a:pt x="52905" y="0"/>
                  <a:pt x="59963" y="1116"/>
                  <a:pt x="65875" y="3348"/>
                </a:cubicBezTo>
                <a:cubicBezTo>
                  <a:pt x="71787" y="5580"/>
                  <a:pt x="77518" y="9169"/>
                  <a:pt x="83067" y="14116"/>
                </a:cubicBezTo>
                <a:lnTo>
                  <a:pt x="74200" y="22984"/>
                </a:lnTo>
                <a:cubicBezTo>
                  <a:pt x="70218" y="19364"/>
                  <a:pt x="65935" y="16620"/>
                  <a:pt x="61350" y="14749"/>
                </a:cubicBezTo>
                <a:cubicBezTo>
                  <a:pt x="56766" y="12879"/>
                  <a:pt x="51035" y="11944"/>
                  <a:pt x="44158" y="11944"/>
                </a:cubicBezTo>
                <a:cubicBezTo>
                  <a:pt x="35471" y="11944"/>
                  <a:pt x="28775" y="14116"/>
                  <a:pt x="24070" y="18459"/>
                </a:cubicBezTo>
                <a:cubicBezTo>
                  <a:pt x="19364" y="22803"/>
                  <a:pt x="17012" y="28594"/>
                  <a:pt x="17012" y="35833"/>
                </a:cubicBezTo>
                <a:cubicBezTo>
                  <a:pt x="17012" y="42348"/>
                  <a:pt x="18942" y="47295"/>
                  <a:pt x="22803" y="50673"/>
                </a:cubicBezTo>
                <a:cubicBezTo>
                  <a:pt x="24854" y="52362"/>
                  <a:pt x="27418" y="53810"/>
                  <a:pt x="30494" y="55016"/>
                </a:cubicBezTo>
                <a:cubicBezTo>
                  <a:pt x="33571" y="56223"/>
                  <a:pt x="36798" y="57128"/>
                  <a:pt x="40176" y="57731"/>
                </a:cubicBezTo>
                <a:lnTo>
                  <a:pt x="54292" y="59903"/>
                </a:lnTo>
                <a:cubicBezTo>
                  <a:pt x="57309" y="60385"/>
                  <a:pt x="59993" y="60898"/>
                  <a:pt x="62346" y="61441"/>
                </a:cubicBezTo>
                <a:cubicBezTo>
                  <a:pt x="64699" y="61984"/>
                  <a:pt x="66780" y="62617"/>
                  <a:pt x="68589" y="63341"/>
                </a:cubicBezTo>
                <a:cubicBezTo>
                  <a:pt x="70399" y="64065"/>
                  <a:pt x="72058" y="64880"/>
                  <a:pt x="73566" y="65784"/>
                </a:cubicBezTo>
                <a:cubicBezTo>
                  <a:pt x="75074" y="66689"/>
                  <a:pt x="76492" y="67745"/>
                  <a:pt x="77819" y="68951"/>
                </a:cubicBezTo>
                <a:cubicBezTo>
                  <a:pt x="85058" y="75105"/>
                  <a:pt x="88678" y="83610"/>
                  <a:pt x="88678" y="94469"/>
                </a:cubicBezTo>
                <a:cubicBezTo>
                  <a:pt x="88678" y="100139"/>
                  <a:pt x="87622" y="105237"/>
                  <a:pt x="85511" y="109761"/>
                </a:cubicBezTo>
                <a:cubicBezTo>
                  <a:pt x="83399" y="114286"/>
                  <a:pt x="80383" y="118116"/>
                  <a:pt x="76462" y="121253"/>
                </a:cubicBezTo>
                <a:cubicBezTo>
                  <a:pt x="72541" y="124390"/>
                  <a:pt x="67835" y="126803"/>
                  <a:pt x="62346" y="128492"/>
                </a:cubicBezTo>
                <a:cubicBezTo>
                  <a:pt x="56856" y="130181"/>
                  <a:pt x="50794" y="131026"/>
                  <a:pt x="44158" y="131026"/>
                </a:cubicBezTo>
                <a:cubicBezTo>
                  <a:pt x="34506" y="131026"/>
                  <a:pt x="26241" y="129699"/>
                  <a:pt x="19364" y="127044"/>
                </a:cubicBezTo>
                <a:cubicBezTo>
                  <a:pt x="12487" y="124390"/>
                  <a:pt x="6032" y="120047"/>
                  <a:pt x="0" y="114014"/>
                </a:cubicBezTo>
                <a:lnTo>
                  <a:pt x="9411" y="104604"/>
                </a:lnTo>
                <a:cubicBezTo>
                  <a:pt x="14719" y="109912"/>
                  <a:pt x="20088" y="113592"/>
                  <a:pt x="25517" y="115643"/>
                </a:cubicBezTo>
                <a:cubicBezTo>
                  <a:pt x="30947" y="117694"/>
                  <a:pt x="37281" y="118720"/>
                  <a:pt x="44520" y="118720"/>
                </a:cubicBezTo>
                <a:cubicBezTo>
                  <a:pt x="53931" y="118720"/>
                  <a:pt x="61350" y="116638"/>
                  <a:pt x="66780" y="112476"/>
                </a:cubicBezTo>
                <a:cubicBezTo>
                  <a:pt x="72209" y="108314"/>
                  <a:pt x="74924" y="102432"/>
                  <a:pt x="74924" y="94831"/>
                </a:cubicBezTo>
                <a:cubicBezTo>
                  <a:pt x="74924" y="91453"/>
                  <a:pt x="74411" y="88376"/>
                  <a:pt x="73385" y="85601"/>
                </a:cubicBezTo>
                <a:cubicBezTo>
                  <a:pt x="72360" y="82826"/>
                  <a:pt x="70822" y="80534"/>
                  <a:pt x="68770" y="78724"/>
                </a:cubicBezTo>
                <a:cubicBezTo>
                  <a:pt x="66719" y="76914"/>
                  <a:pt x="64578" y="75617"/>
                  <a:pt x="62346" y="74833"/>
                </a:cubicBezTo>
                <a:cubicBezTo>
                  <a:pt x="60114" y="74049"/>
                  <a:pt x="56645" y="73295"/>
                  <a:pt x="51940" y="72571"/>
                </a:cubicBezTo>
                <a:lnTo>
                  <a:pt x="36919" y="70218"/>
                </a:lnTo>
                <a:cubicBezTo>
                  <a:pt x="26664" y="68529"/>
                  <a:pt x="18761" y="65272"/>
                  <a:pt x="13211" y="60446"/>
                </a:cubicBezTo>
                <a:cubicBezTo>
                  <a:pt x="6696" y="54654"/>
                  <a:pt x="3438" y="46631"/>
                  <a:pt x="3438" y="36376"/>
                </a:cubicBezTo>
                <a:cubicBezTo>
                  <a:pt x="3438" y="30947"/>
                  <a:pt x="4404" y="25970"/>
                  <a:pt x="6334" y="21446"/>
                </a:cubicBezTo>
                <a:cubicBezTo>
                  <a:pt x="8264" y="16921"/>
                  <a:pt x="11009" y="13090"/>
                  <a:pt x="14568" y="9954"/>
                </a:cubicBezTo>
                <a:cubicBezTo>
                  <a:pt x="18128" y="6817"/>
                  <a:pt x="22441" y="4374"/>
                  <a:pt x="27508" y="2624"/>
                </a:cubicBezTo>
                <a:cubicBezTo>
                  <a:pt x="32575" y="875"/>
                  <a:pt x="38306" y="0"/>
                  <a:pt x="44701" y="0"/>
                </a:cubicBezTo>
                <a:close/>
              </a:path>
            </a:pathLst>
          </a:custGeom>
          <a:solidFill>
            <a:srgbClr val="0254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4761699" y="6358858"/>
            <a:ext cx="26686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精勤求学  敦笃励志</a:t>
            </a:r>
            <a:r>
              <a:rPr lang="en-US" altLang="zh-CN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  </a:t>
            </a:r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果毅力行</a:t>
            </a:r>
            <a:r>
              <a:rPr lang="en-US" altLang="zh-CN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  </a:t>
            </a:r>
            <a:r>
              <a:rPr lang="zh-CN" altLang="en-US" sz="1050" dirty="0">
                <a:solidFill>
                  <a:srgbClr val="025483">
                    <a:alpha val="50000"/>
                  </a:srgb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忠恕任事</a:t>
            </a:r>
            <a:endParaRPr lang="zh-CN" altLang="en-US" sz="1050" dirty="0">
              <a:solidFill>
                <a:srgbClr val="025483">
                  <a:alpha val="50000"/>
                </a:srgbClr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29" name="椭圆 28"/>
          <p:cNvSpPr/>
          <p:nvPr userDrawn="1"/>
        </p:nvSpPr>
        <p:spPr>
          <a:xfrm flipV="1">
            <a:off x="4779832" y="6462956"/>
            <a:ext cx="36000" cy="36000"/>
          </a:xfrm>
          <a:prstGeom prst="ellipse">
            <a:avLst/>
          </a:prstGeom>
          <a:solidFill>
            <a:srgbClr val="025483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/>
          <p:cNvSpPr/>
          <p:nvPr userDrawn="1"/>
        </p:nvSpPr>
        <p:spPr>
          <a:xfrm flipV="1">
            <a:off x="7376168" y="6462956"/>
            <a:ext cx="36000" cy="36000"/>
          </a:xfrm>
          <a:prstGeom prst="ellipse">
            <a:avLst/>
          </a:prstGeom>
          <a:solidFill>
            <a:srgbClr val="025483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25483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4.png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湖边的风景&#10;&#10;描述已自动生成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" t="30908" r="705" b="1438"/>
          <a:stretch>
            <a:fillRect/>
          </a:stretch>
        </p:blipFill>
        <p:spPr>
          <a:xfrm>
            <a:off x="0" y="0"/>
            <a:ext cx="12192000" cy="6138328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5483">
              <a:alpha val="93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44354" y="2321696"/>
            <a:ext cx="786265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16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进制显示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BX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的值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01816" y="3334034"/>
            <a:ext cx="4387098" cy="398780"/>
            <a:chOff x="3694237" y="8619957"/>
            <a:chExt cx="4387098" cy="398780"/>
          </a:xfrm>
        </p:grpSpPr>
        <p:sp>
          <p:nvSpPr>
            <p:cNvPr id="35" name="文本框 34"/>
            <p:cNvSpPr txBox="1"/>
            <p:nvPr/>
          </p:nvSpPr>
          <p:spPr>
            <a:xfrm>
              <a:off x="3694237" y="8619957"/>
              <a:ext cx="438709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第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组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417367" y="8805069"/>
              <a:ext cx="2939975" cy="0"/>
              <a:chOff x="4631718" y="6224644"/>
              <a:chExt cx="2939975" cy="0"/>
            </a:xfrm>
          </p:grpSpPr>
          <p:cxnSp>
            <p:nvCxnSpPr>
              <p:cNvPr id="60" name="直接连接符 59"/>
              <p:cNvCxnSpPr/>
              <p:nvPr/>
            </p:nvCxnSpPr>
            <p:spPr>
              <a:xfrm>
                <a:off x="4631718" y="6224644"/>
                <a:ext cx="436122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7136435" y="6224644"/>
                <a:ext cx="435258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组合 19"/>
          <p:cNvGrpSpPr/>
          <p:nvPr/>
        </p:nvGrpSpPr>
        <p:grpSpPr>
          <a:xfrm>
            <a:off x="-14547" y="5310021"/>
            <a:ext cx="12221063" cy="1995009"/>
            <a:chOff x="-14547" y="5076103"/>
            <a:chExt cx="12221063" cy="2316012"/>
          </a:xfrm>
        </p:grpSpPr>
        <p:sp>
          <p:nvSpPr>
            <p:cNvPr id="87" name="任意多边形: 形状 86"/>
            <p:cNvSpPr/>
            <p:nvPr/>
          </p:nvSpPr>
          <p:spPr>
            <a:xfrm flipH="1">
              <a:off x="-14523" y="5076103"/>
              <a:ext cx="12206524" cy="1507779"/>
            </a:xfrm>
            <a:custGeom>
              <a:avLst/>
              <a:gdLst>
                <a:gd name="connsiteX0" fmla="*/ 0 w 12206524"/>
                <a:gd name="connsiteY0" fmla="*/ 0 h 1507779"/>
                <a:gd name="connsiteX1" fmla="*/ 0 w 12206524"/>
                <a:gd name="connsiteY1" fmla="*/ 1507779 h 1507779"/>
                <a:gd name="connsiteX2" fmla="*/ 12206524 w 12206524"/>
                <a:gd name="connsiteY2" fmla="*/ 1507779 h 1507779"/>
                <a:gd name="connsiteX3" fmla="*/ 12206524 w 12206524"/>
                <a:gd name="connsiteY3" fmla="*/ 66880 h 1507779"/>
                <a:gd name="connsiteX4" fmla="*/ 12112436 w 12206524"/>
                <a:gd name="connsiteY4" fmla="*/ 76103 h 1507779"/>
                <a:gd name="connsiteX5" fmla="*/ 6918320 w 12206524"/>
                <a:gd name="connsiteY5" fmla="*/ 885821 h 1507779"/>
                <a:gd name="connsiteX6" fmla="*/ 6283078 w 12206524"/>
                <a:gd name="connsiteY6" fmla="*/ 998592 h 1507779"/>
                <a:gd name="connsiteX7" fmla="*/ 6250162 w 12206524"/>
                <a:gd name="connsiteY7" fmla="*/ 996269 h 1507779"/>
                <a:gd name="connsiteX8" fmla="*/ 576624 w 12206524"/>
                <a:gd name="connsiteY8" fmla="*/ 148931 h 150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6524" h="1507779">
                  <a:moveTo>
                    <a:pt x="0" y="0"/>
                  </a:moveTo>
                  <a:lnTo>
                    <a:pt x="0" y="1507779"/>
                  </a:lnTo>
                  <a:lnTo>
                    <a:pt x="12206524" y="1507779"/>
                  </a:lnTo>
                  <a:lnTo>
                    <a:pt x="12206524" y="66880"/>
                  </a:lnTo>
                  <a:lnTo>
                    <a:pt x="12112436" y="76103"/>
                  </a:lnTo>
                  <a:cubicBezTo>
                    <a:pt x="10775563" y="218811"/>
                    <a:pt x="8715582" y="568332"/>
                    <a:pt x="6918320" y="885821"/>
                  </a:cubicBezTo>
                  <a:lnTo>
                    <a:pt x="6283078" y="998592"/>
                  </a:lnTo>
                  <a:lnTo>
                    <a:pt x="6250162" y="996269"/>
                  </a:lnTo>
                  <a:cubicBezTo>
                    <a:pt x="4405739" y="850542"/>
                    <a:pt x="2429848" y="594878"/>
                    <a:pt x="576624" y="148931"/>
                  </a:cubicBezTo>
                  <a:close/>
                </a:path>
              </a:pathLst>
            </a:custGeom>
            <a:noFill/>
            <a:ln w="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81" name="任意多边形: 形状 80"/>
            <p:cNvSpPr/>
            <p:nvPr/>
          </p:nvSpPr>
          <p:spPr bwMode="auto">
            <a:xfrm>
              <a:off x="6622935" y="6973015"/>
              <a:ext cx="482600" cy="419100"/>
            </a:xfrm>
            <a:custGeom>
              <a:avLst/>
              <a:gdLst>
                <a:gd name="connsiteX0" fmla="*/ 252411 w 358071"/>
                <a:gd name="connsiteY0" fmla="*/ 0 h 272167"/>
                <a:gd name="connsiteX1" fmla="*/ 258281 w 358071"/>
                <a:gd name="connsiteY1" fmla="*/ 0 h 272167"/>
                <a:gd name="connsiteX2" fmla="*/ 287631 w 358071"/>
                <a:gd name="connsiteY2" fmla="*/ 47333 h 272167"/>
                <a:gd name="connsiteX3" fmla="*/ 311111 w 358071"/>
                <a:gd name="connsiteY3" fmla="*/ 47333 h 272167"/>
                <a:gd name="connsiteX4" fmla="*/ 334591 w 358071"/>
                <a:gd name="connsiteY4" fmla="*/ 82833 h 272167"/>
                <a:gd name="connsiteX5" fmla="*/ 322851 w 358071"/>
                <a:gd name="connsiteY5" fmla="*/ 94667 h 272167"/>
                <a:gd name="connsiteX6" fmla="*/ 358071 w 358071"/>
                <a:gd name="connsiteY6" fmla="*/ 183417 h 272167"/>
                <a:gd name="connsiteX7" fmla="*/ 334591 w 358071"/>
                <a:gd name="connsiteY7" fmla="*/ 254417 h 272167"/>
                <a:gd name="connsiteX8" fmla="*/ 328721 w 358071"/>
                <a:gd name="connsiteY8" fmla="*/ 248501 h 272167"/>
                <a:gd name="connsiteX9" fmla="*/ 281761 w 358071"/>
                <a:gd name="connsiteY9" fmla="*/ 118334 h 272167"/>
                <a:gd name="connsiteX10" fmla="*/ 146751 w 358071"/>
                <a:gd name="connsiteY10" fmla="*/ 195250 h 272167"/>
                <a:gd name="connsiteX11" fmla="*/ 35220 w 358071"/>
                <a:gd name="connsiteY11" fmla="*/ 260334 h 272167"/>
                <a:gd name="connsiteX12" fmla="*/ 11740 w 358071"/>
                <a:gd name="connsiteY12" fmla="*/ 272167 h 272167"/>
                <a:gd name="connsiteX13" fmla="*/ 0 w 358071"/>
                <a:gd name="connsiteY13" fmla="*/ 248501 h 272167"/>
                <a:gd name="connsiteX14" fmla="*/ 0 w 358071"/>
                <a:gd name="connsiteY14" fmla="*/ 236667 h 272167"/>
                <a:gd name="connsiteX15" fmla="*/ 176101 w 358071"/>
                <a:gd name="connsiteY15" fmla="*/ 136084 h 272167"/>
                <a:gd name="connsiteX16" fmla="*/ 181971 w 358071"/>
                <a:gd name="connsiteY16" fmla="*/ 124250 h 272167"/>
                <a:gd name="connsiteX17" fmla="*/ 252411 w 358071"/>
                <a:gd name="connsiteY17" fmla="*/ 76917 h 272167"/>
                <a:gd name="connsiteX18" fmla="*/ 217191 w 358071"/>
                <a:gd name="connsiteY18" fmla="*/ 23667 h 272167"/>
                <a:gd name="connsiteX19" fmla="*/ 217191 w 358071"/>
                <a:gd name="connsiteY19" fmla="*/ 17750 h 272167"/>
                <a:gd name="connsiteX20" fmla="*/ 252411 w 358071"/>
                <a:gd name="connsiteY20" fmla="*/ 0 h 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071" h="272167">
                  <a:moveTo>
                    <a:pt x="252411" y="0"/>
                  </a:moveTo>
                  <a:cubicBezTo>
                    <a:pt x="258281" y="0"/>
                    <a:pt x="258281" y="0"/>
                    <a:pt x="258281" y="0"/>
                  </a:cubicBezTo>
                  <a:cubicBezTo>
                    <a:pt x="287631" y="47333"/>
                    <a:pt x="287631" y="47333"/>
                    <a:pt x="287631" y="47333"/>
                  </a:cubicBezTo>
                  <a:cubicBezTo>
                    <a:pt x="311111" y="47333"/>
                    <a:pt x="311111" y="47333"/>
                    <a:pt x="311111" y="47333"/>
                  </a:cubicBezTo>
                  <a:cubicBezTo>
                    <a:pt x="334591" y="82833"/>
                    <a:pt x="334591" y="82833"/>
                    <a:pt x="334591" y="82833"/>
                  </a:cubicBezTo>
                  <a:cubicBezTo>
                    <a:pt x="328721" y="82833"/>
                    <a:pt x="322851" y="88750"/>
                    <a:pt x="322851" y="94667"/>
                  </a:cubicBezTo>
                  <a:cubicBezTo>
                    <a:pt x="334591" y="118334"/>
                    <a:pt x="352201" y="153834"/>
                    <a:pt x="358071" y="183417"/>
                  </a:cubicBezTo>
                  <a:cubicBezTo>
                    <a:pt x="358071" y="195250"/>
                    <a:pt x="352201" y="242584"/>
                    <a:pt x="334591" y="254417"/>
                  </a:cubicBezTo>
                  <a:cubicBezTo>
                    <a:pt x="334591" y="254417"/>
                    <a:pt x="328721" y="254417"/>
                    <a:pt x="328721" y="248501"/>
                  </a:cubicBezTo>
                  <a:cubicBezTo>
                    <a:pt x="328721" y="207084"/>
                    <a:pt x="316981" y="165667"/>
                    <a:pt x="281761" y="118334"/>
                  </a:cubicBezTo>
                  <a:cubicBezTo>
                    <a:pt x="275891" y="118334"/>
                    <a:pt x="152621" y="189334"/>
                    <a:pt x="146751" y="195250"/>
                  </a:cubicBezTo>
                  <a:cubicBezTo>
                    <a:pt x="105661" y="218917"/>
                    <a:pt x="64570" y="236667"/>
                    <a:pt x="35220" y="260334"/>
                  </a:cubicBezTo>
                  <a:cubicBezTo>
                    <a:pt x="23480" y="266251"/>
                    <a:pt x="17610" y="266251"/>
                    <a:pt x="11740" y="272167"/>
                  </a:cubicBezTo>
                  <a:cubicBezTo>
                    <a:pt x="5870" y="266251"/>
                    <a:pt x="0" y="254417"/>
                    <a:pt x="0" y="248501"/>
                  </a:cubicBezTo>
                  <a:cubicBezTo>
                    <a:pt x="0" y="242584"/>
                    <a:pt x="0" y="236667"/>
                    <a:pt x="0" y="236667"/>
                  </a:cubicBezTo>
                  <a:cubicBezTo>
                    <a:pt x="46960" y="213001"/>
                    <a:pt x="129141" y="159750"/>
                    <a:pt x="176101" y="136084"/>
                  </a:cubicBezTo>
                  <a:cubicBezTo>
                    <a:pt x="176101" y="136084"/>
                    <a:pt x="181971" y="130167"/>
                    <a:pt x="181971" y="124250"/>
                  </a:cubicBezTo>
                  <a:cubicBezTo>
                    <a:pt x="193711" y="118334"/>
                    <a:pt x="252411" y="82833"/>
                    <a:pt x="252411" y="76917"/>
                  </a:cubicBezTo>
                  <a:cubicBezTo>
                    <a:pt x="217191" y="23667"/>
                    <a:pt x="217191" y="23667"/>
                    <a:pt x="217191" y="23667"/>
                  </a:cubicBezTo>
                  <a:cubicBezTo>
                    <a:pt x="217191" y="17750"/>
                    <a:pt x="217191" y="17750"/>
                    <a:pt x="217191" y="17750"/>
                  </a:cubicBezTo>
                  <a:cubicBezTo>
                    <a:pt x="252411" y="0"/>
                    <a:pt x="252411" y="0"/>
                    <a:pt x="252411" y="0"/>
                  </a:cubicBezTo>
                  <a:close/>
                </a:path>
              </a:pathLst>
            </a:custGeom>
            <a:solidFill>
              <a:srgbClr val="025483">
                <a:alpha val="5000"/>
              </a:srgb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-14533" y="5275430"/>
              <a:ext cx="8592476" cy="1396206"/>
            </a:xfrm>
            <a:custGeom>
              <a:avLst/>
              <a:gdLst>
                <a:gd name="connsiteX0" fmla="*/ 8582483 w 8592476"/>
                <a:gd name="connsiteY0" fmla="*/ 1394637 h 1396206"/>
                <a:gd name="connsiteX1" fmla="*/ 8583304 w 8592476"/>
                <a:gd name="connsiteY1" fmla="*/ 1394637 h 1396206"/>
                <a:gd name="connsiteX2" fmla="*/ 8592476 w 8592476"/>
                <a:gd name="connsiteY2" fmla="*/ 1396206 h 1396206"/>
                <a:gd name="connsiteX3" fmla="*/ 0 w 8592476"/>
                <a:gd name="connsiteY3" fmla="*/ 0 h 1396206"/>
                <a:gd name="connsiteX4" fmla="*/ 370822 w 8592476"/>
                <a:gd name="connsiteY4" fmla="*/ 39529 h 1396206"/>
                <a:gd name="connsiteX5" fmla="*/ 8429554 w 8592476"/>
                <a:gd name="connsiteY5" fmla="*/ 1370626 h 1396206"/>
                <a:gd name="connsiteX6" fmla="*/ 8582483 w 8592476"/>
                <a:gd name="connsiteY6" fmla="*/ 1394637 h 1396206"/>
                <a:gd name="connsiteX7" fmla="*/ 0 w 8592476"/>
                <a:gd name="connsiteY7" fmla="*/ 1394637 h 139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92476" h="1396206">
                  <a:moveTo>
                    <a:pt x="8582483" y="1394637"/>
                  </a:moveTo>
                  <a:lnTo>
                    <a:pt x="8583304" y="1394637"/>
                  </a:lnTo>
                  <a:lnTo>
                    <a:pt x="8592476" y="1396206"/>
                  </a:lnTo>
                  <a:close/>
                  <a:moveTo>
                    <a:pt x="0" y="0"/>
                  </a:moveTo>
                  <a:lnTo>
                    <a:pt x="370822" y="39529"/>
                  </a:lnTo>
                  <a:cubicBezTo>
                    <a:pt x="2752331" y="321565"/>
                    <a:pt x="6959918" y="1133850"/>
                    <a:pt x="8429554" y="1370626"/>
                  </a:cubicBezTo>
                  <a:lnTo>
                    <a:pt x="8582483" y="1394637"/>
                  </a:lnTo>
                  <a:lnTo>
                    <a:pt x="0" y="1394637"/>
                  </a:lnTo>
                  <a:close/>
                </a:path>
              </a:pathLst>
            </a:custGeom>
            <a:solidFill>
              <a:srgbClr val="00A1A7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-14528" y="5382111"/>
              <a:ext cx="8592471" cy="1397303"/>
            </a:xfrm>
            <a:custGeom>
              <a:avLst/>
              <a:gdLst>
                <a:gd name="connsiteX0" fmla="*/ 8582478 w 8592471"/>
                <a:gd name="connsiteY0" fmla="*/ 1395734 h 1397303"/>
                <a:gd name="connsiteX1" fmla="*/ 8583299 w 8592471"/>
                <a:gd name="connsiteY1" fmla="*/ 1395734 h 1397303"/>
                <a:gd name="connsiteX2" fmla="*/ 8592471 w 8592471"/>
                <a:gd name="connsiteY2" fmla="*/ 1397303 h 1397303"/>
                <a:gd name="connsiteX3" fmla="*/ 0 w 8592471"/>
                <a:gd name="connsiteY3" fmla="*/ 0 h 1397303"/>
                <a:gd name="connsiteX4" fmla="*/ 94093 w 8592471"/>
                <a:gd name="connsiteY4" fmla="*/ 9398 h 1397303"/>
                <a:gd name="connsiteX5" fmla="*/ 8429549 w 8592471"/>
                <a:gd name="connsiteY5" fmla="*/ 1371723 h 1397303"/>
                <a:gd name="connsiteX6" fmla="*/ 8582478 w 8592471"/>
                <a:gd name="connsiteY6" fmla="*/ 1395734 h 1397303"/>
                <a:gd name="connsiteX7" fmla="*/ 0 w 8592471"/>
                <a:gd name="connsiteY7" fmla="*/ 1395734 h 139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92471" h="1397303">
                  <a:moveTo>
                    <a:pt x="8582478" y="1395734"/>
                  </a:moveTo>
                  <a:lnTo>
                    <a:pt x="8583299" y="1395734"/>
                  </a:lnTo>
                  <a:lnTo>
                    <a:pt x="8592471" y="1397303"/>
                  </a:lnTo>
                  <a:close/>
                  <a:moveTo>
                    <a:pt x="0" y="0"/>
                  </a:moveTo>
                  <a:lnTo>
                    <a:pt x="94093" y="9398"/>
                  </a:lnTo>
                  <a:cubicBezTo>
                    <a:pt x="2411339" y="256758"/>
                    <a:pt x="6901127" y="1125476"/>
                    <a:pt x="8429549" y="1371723"/>
                  </a:cubicBezTo>
                  <a:lnTo>
                    <a:pt x="8582478" y="1395734"/>
                  </a:lnTo>
                  <a:lnTo>
                    <a:pt x="0" y="1395734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 flipH="1">
              <a:off x="-14538" y="5179197"/>
              <a:ext cx="12206538" cy="1507778"/>
            </a:xfrm>
            <a:custGeom>
              <a:avLst/>
              <a:gdLst>
                <a:gd name="connsiteX0" fmla="*/ 0 w 12206538"/>
                <a:gd name="connsiteY0" fmla="*/ 0 h 1507778"/>
                <a:gd name="connsiteX1" fmla="*/ 0 w 12206538"/>
                <a:gd name="connsiteY1" fmla="*/ 1507778 h 1507778"/>
                <a:gd name="connsiteX2" fmla="*/ 12206538 w 12206538"/>
                <a:gd name="connsiteY2" fmla="*/ 1507778 h 1507778"/>
                <a:gd name="connsiteX3" fmla="*/ 12206538 w 12206538"/>
                <a:gd name="connsiteY3" fmla="*/ 1183735 h 1507778"/>
                <a:gd name="connsiteX4" fmla="*/ 11679407 w 12206538"/>
                <a:gd name="connsiteY4" fmla="*/ 1185058 h 1507778"/>
                <a:gd name="connsiteX5" fmla="*/ 576624 w 12206538"/>
                <a:gd name="connsiteY5" fmla="*/ 148930 h 150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06538" h="1507778">
                  <a:moveTo>
                    <a:pt x="0" y="0"/>
                  </a:moveTo>
                  <a:lnTo>
                    <a:pt x="0" y="1507778"/>
                  </a:lnTo>
                  <a:lnTo>
                    <a:pt x="12206538" y="1507778"/>
                  </a:lnTo>
                  <a:lnTo>
                    <a:pt x="12206538" y="1183735"/>
                  </a:lnTo>
                  <a:lnTo>
                    <a:pt x="11679407" y="1185058"/>
                  </a:lnTo>
                  <a:cubicBezTo>
                    <a:pt x="9082278" y="1186387"/>
                    <a:pt x="4547818" y="1104530"/>
                    <a:pt x="576624" y="148930"/>
                  </a:cubicBezTo>
                  <a:close/>
                </a:path>
              </a:pathLst>
            </a:custGeom>
            <a:solidFill>
              <a:srgbClr val="007BA0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94" name="任意多边形: 形状 93"/>
            <p:cNvSpPr/>
            <p:nvPr/>
          </p:nvSpPr>
          <p:spPr>
            <a:xfrm flipH="1">
              <a:off x="-14543" y="5384787"/>
              <a:ext cx="12206543" cy="1507778"/>
            </a:xfrm>
            <a:custGeom>
              <a:avLst/>
              <a:gdLst>
                <a:gd name="connsiteX0" fmla="*/ 0 w 12206543"/>
                <a:gd name="connsiteY0" fmla="*/ 0 h 1507778"/>
                <a:gd name="connsiteX1" fmla="*/ 0 w 12206543"/>
                <a:gd name="connsiteY1" fmla="*/ 1507778 h 1507778"/>
                <a:gd name="connsiteX2" fmla="*/ 12206543 w 12206543"/>
                <a:gd name="connsiteY2" fmla="*/ 1507778 h 1507778"/>
                <a:gd name="connsiteX3" fmla="*/ 12206543 w 12206543"/>
                <a:gd name="connsiteY3" fmla="*/ 1183735 h 1507778"/>
                <a:gd name="connsiteX4" fmla="*/ 11679407 w 12206543"/>
                <a:gd name="connsiteY4" fmla="*/ 1185058 h 1507778"/>
                <a:gd name="connsiteX5" fmla="*/ 576624 w 12206543"/>
                <a:gd name="connsiteY5" fmla="*/ 148930 h 150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06543" h="1507778">
                  <a:moveTo>
                    <a:pt x="0" y="0"/>
                  </a:moveTo>
                  <a:lnTo>
                    <a:pt x="0" y="1507778"/>
                  </a:lnTo>
                  <a:lnTo>
                    <a:pt x="12206543" y="1507778"/>
                  </a:lnTo>
                  <a:lnTo>
                    <a:pt x="12206543" y="1183735"/>
                  </a:lnTo>
                  <a:lnTo>
                    <a:pt x="11679407" y="1185058"/>
                  </a:lnTo>
                  <a:cubicBezTo>
                    <a:pt x="9082278" y="1186387"/>
                    <a:pt x="4547818" y="1104530"/>
                    <a:pt x="576624" y="14893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 flipH="1">
              <a:off x="-14547" y="5729009"/>
              <a:ext cx="12221063" cy="1238415"/>
            </a:xfrm>
            <a:custGeom>
              <a:avLst/>
              <a:gdLst>
                <a:gd name="connsiteX0" fmla="*/ 0 w 12221063"/>
                <a:gd name="connsiteY0" fmla="*/ 0 h 1238415"/>
                <a:gd name="connsiteX1" fmla="*/ 0 w 12221063"/>
                <a:gd name="connsiteY1" fmla="*/ 1238415 h 1238415"/>
                <a:gd name="connsiteX2" fmla="*/ 12221063 w 12221063"/>
                <a:gd name="connsiteY2" fmla="*/ 1238415 h 1238415"/>
                <a:gd name="connsiteX3" fmla="*/ 12221063 w 12221063"/>
                <a:gd name="connsiteY3" fmla="*/ 1187485 h 1238415"/>
                <a:gd name="connsiteX4" fmla="*/ 11693922 w 12221063"/>
                <a:gd name="connsiteY4" fmla="*/ 1188808 h 1238415"/>
                <a:gd name="connsiteX5" fmla="*/ 591139 w 12221063"/>
                <a:gd name="connsiteY5" fmla="*/ 152679 h 123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21063" h="1238415">
                  <a:moveTo>
                    <a:pt x="0" y="0"/>
                  </a:moveTo>
                  <a:lnTo>
                    <a:pt x="0" y="1238415"/>
                  </a:lnTo>
                  <a:lnTo>
                    <a:pt x="12221063" y="1238415"/>
                  </a:lnTo>
                  <a:lnTo>
                    <a:pt x="12221063" y="1187485"/>
                  </a:lnTo>
                  <a:lnTo>
                    <a:pt x="11693922" y="1188808"/>
                  </a:lnTo>
                  <a:cubicBezTo>
                    <a:pt x="9096793" y="1190136"/>
                    <a:pt x="4562333" y="1108279"/>
                    <a:pt x="591139" y="152679"/>
                  </a:cubicBezTo>
                  <a:close/>
                </a:path>
              </a:pathLst>
            </a:custGeom>
            <a:solidFill>
              <a:srgbClr val="00A1A7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 flipH="1">
              <a:off x="2266632" y="5790904"/>
              <a:ext cx="9925368" cy="1168192"/>
            </a:xfrm>
            <a:custGeom>
              <a:avLst/>
              <a:gdLst>
                <a:gd name="connsiteX0" fmla="*/ 0 w 9925368"/>
                <a:gd name="connsiteY0" fmla="*/ 0 h 1168192"/>
                <a:gd name="connsiteX1" fmla="*/ 0 w 9925368"/>
                <a:gd name="connsiteY1" fmla="*/ 1168192 h 1168192"/>
                <a:gd name="connsiteX2" fmla="*/ 9925368 w 9925368"/>
                <a:gd name="connsiteY2" fmla="*/ 1168192 h 1168192"/>
                <a:gd name="connsiteX3" fmla="*/ 9624733 w 9925368"/>
                <a:gd name="connsiteY3" fmla="*/ 1162684 h 1168192"/>
                <a:gd name="connsiteX4" fmla="*/ 406782 w 9925368"/>
                <a:gd name="connsiteY4" fmla="*/ 106631 h 1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25368" h="1168192">
                  <a:moveTo>
                    <a:pt x="0" y="0"/>
                  </a:moveTo>
                  <a:lnTo>
                    <a:pt x="0" y="1168192"/>
                  </a:lnTo>
                  <a:lnTo>
                    <a:pt x="9925368" y="1168192"/>
                  </a:lnTo>
                  <a:lnTo>
                    <a:pt x="9624733" y="1162684"/>
                  </a:lnTo>
                  <a:cubicBezTo>
                    <a:pt x="6990922" y="1101397"/>
                    <a:pt x="3513959" y="877201"/>
                    <a:pt x="406782" y="106631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54514" y="1309506"/>
            <a:ext cx="786265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[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例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4-13]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7135" y="4083685"/>
            <a:ext cx="553783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程泽凯：提问，制作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ppt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，调试代码，安排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工作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王彦玲：提问，制作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ppt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，流程图制作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张济海：提问，改进代码，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ppt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问题与总结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陈沛铭：提问，制作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ppt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c++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代码制作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李程俊：提问，制作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ppt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，代码讲解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8" b="27248"/>
          <a:stretch>
            <a:fillRect/>
          </a:stretch>
        </p:blipFill>
        <p:spPr>
          <a:xfrm>
            <a:off x="2" y="1651573"/>
            <a:ext cx="12191996" cy="3554854"/>
          </a:xfrm>
          <a:custGeom>
            <a:avLst/>
            <a:gdLst>
              <a:gd name="connsiteX0" fmla="*/ 0 w 12191996"/>
              <a:gd name="connsiteY0" fmla="*/ 0 h 3554854"/>
              <a:gd name="connsiteX1" fmla="*/ 12191996 w 12191996"/>
              <a:gd name="connsiteY1" fmla="*/ 0 h 3554854"/>
              <a:gd name="connsiteX2" fmla="*/ 12191996 w 12191996"/>
              <a:gd name="connsiteY2" fmla="*/ 3554854 h 3554854"/>
              <a:gd name="connsiteX3" fmla="*/ 0 w 12191996"/>
              <a:gd name="connsiteY3" fmla="*/ 3554854 h 355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6" h="3554854">
                <a:moveTo>
                  <a:pt x="0" y="0"/>
                </a:moveTo>
                <a:lnTo>
                  <a:pt x="12191996" y="0"/>
                </a:lnTo>
                <a:lnTo>
                  <a:pt x="12191996" y="3554854"/>
                </a:lnTo>
                <a:lnTo>
                  <a:pt x="0" y="3554854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1" y="1415980"/>
            <a:ext cx="12191999" cy="3932263"/>
          </a:xfrm>
          <a:prstGeom prst="rect">
            <a:avLst/>
          </a:prstGeom>
          <a:solidFill>
            <a:srgbClr val="025483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6128" y="1509757"/>
            <a:ext cx="333974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4000">
                      <a:prstClr val="white"/>
                    </a:gs>
                    <a:gs pos="73000">
                      <a:prstClr val="white">
                        <a:alpha val="0"/>
                      </a:prst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Prism" panose="00000500000000000000" pitchFamily="50" charset="0"/>
                <a:ea typeface="思源黑体 CN Normal" panose="020B0400000000000000" pitchFamily="34" charset="-122"/>
                <a:cs typeface="+mn-cs"/>
              </a:rPr>
              <a:t>1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4000">
                    <a:prstClr val="white"/>
                  </a:gs>
                  <a:gs pos="73000">
                    <a:prstClr val="white">
                      <a:alpha val="0"/>
                    </a:prst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Prism" panose="00000500000000000000" pitchFamily="50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9737" y="3738411"/>
            <a:ext cx="551252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程序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讲解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415980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105116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4764" y="6309196"/>
            <a:ext cx="191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BA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竢实扬华 自强不息</a:t>
            </a:r>
            <a:endParaRPr lang="zh-CN" altLang="en-US" sz="1400" dirty="0">
              <a:solidFill>
                <a:srgbClr val="007BA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9" name="图片 8" descr="图片包含 游戏机, 烟花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0179">
            <a:off x="5188450" y="2052949"/>
            <a:ext cx="813571" cy="432768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10755506" y="6396535"/>
            <a:ext cx="107699" cy="107699"/>
          </a:xfrm>
          <a:prstGeom prst="ellipse">
            <a:avLst/>
          </a:prstGeom>
          <a:solidFill>
            <a:srgbClr val="0254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974974" y="6396535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194442" y="6396535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413910" y="6396535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633378" y="6396535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5" name="î$ļidê"/>
          <p:cNvGrpSpPr/>
          <p:nvPr/>
        </p:nvGrpSpPr>
        <p:grpSpPr>
          <a:xfrm>
            <a:off x="10136115" y="291345"/>
            <a:ext cx="1614134" cy="338536"/>
            <a:chOff x="5472113" y="3055938"/>
            <a:chExt cx="2316163" cy="485775"/>
          </a:xfrm>
          <a:solidFill>
            <a:srgbClr val="025483"/>
          </a:solidFill>
        </p:grpSpPr>
        <p:sp>
          <p:nvSpPr>
            <p:cNvPr id="16" name="i$liďê"/>
            <p:cNvSpPr/>
            <p:nvPr/>
          </p:nvSpPr>
          <p:spPr bwMode="auto">
            <a:xfrm>
              <a:off x="7018338" y="3143250"/>
              <a:ext cx="342900" cy="361950"/>
            </a:xfrm>
            <a:custGeom>
              <a:avLst/>
              <a:gdLst>
                <a:gd name="T0" fmla="*/ 48 w 64"/>
                <a:gd name="T1" fmla="*/ 0 h 67"/>
                <a:gd name="T2" fmla="*/ 54 w 64"/>
                <a:gd name="T3" fmla="*/ 4 h 67"/>
                <a:gd name="T4" fmla="*/ 54 w 64"/>
                <a:gd name="T5" fmla="*/ 7 h 67"/>
                <a:gd name="T6" fmla="*/ 52 w 64"/>
                <a:gd name="T7" fmla="*/ 10 h 67"/>
                <a:gd name="T8" fmla="*/ 50 w 64"/>
                <a:gd name="T9" fmla="*/ 15 h 67"/>
                <a:gd name="T10" fmla="*/ 47 w 64"/>
                <a:gd name="T11" fmla="*/ 21 h 67"/>
                <a:gd name="T12" fmla="*/ 51 w 64"/>
                <a:gd name="T13" fmla="*/ 21 h 67"/>
                <a:gd name="T14" fmla="*/ 51 w 64"/>
                <a:gd name="T15" fmla="*/ 20 h 67"/>
                <a:gd name="T16" fmla="*/ 60 w 64"/>
                <a:gd name="T17" fmla="*/ 20 h 67"/>
                <a:gd name="T18" fmla="*/ 60 w 64"/>
                <a:gd name="T19" fmla="*/ 22 h 67"/>
                <a:gd name="T20" fmla="*/ 58 w 64"/>
                <a:gd name="T21" fmla="*/ 24 h 67"/>
                <a:gd name="T22" fmla="*/ 51 w 64"/>
                <a:gd name="T23" fmla="*/ 27 h 67"/>
                <a:gd name="T24" fmla="*/ 45 w 64"/>
                <a:gd name="T25" fmla="*/ 29 h 67"/>
                <a:gd name="T26" fmla="*/ 37 w 64"/>
                <a:gd name="T27" fmla="*/ 40 h 67"/>
                <a:gd name="T28" fmla="*/ 52 w 64"/>
                <a:gd name="T29" fmla="*/ 51 h 67"/>
                <a:gd name="T30" fmla="*/ 64 w 64"/>
                <a:gd name="T31" fmla="*/ 52 h 67"/>
                <a:gd name="T32" fmla="*/ 64 w 64"/>
                <a:gd name="T33" fmla="*/ 53 h 67"/>
                <a:gd name="T34" fmla="*/ 64 w 64"/>
                <a:gd name="T35" fmla="*/ 54 h 67"/>
                <a:gd name="T36" fmla="*/ 58 w 64"/>
                <a:gd name="T37" fmla="*/ 56 h 67"/>
                <a:gd name="T38" fmla="*/ 56 w 64"/>
                <a:gd name="T39" fmla="*/ 59 h 67"/>
                <a:gd name="T40" fmla="*/ 50 w 64"/>
                <a:gd name="T41" fmla="*/ 60 h 67"/>
                <a:gd name="T42" fmla="*/ 45 w 64"/>
                <a:gd name="T43" fmla="*/ 56 h 67"/>
                <a:gd name="T44" fmla="*/ 41 w 64"/>
                <a:gd name="T45" fmla="*/ 49 h 67"/>
                <a:gd name="T46" fmla="*/ 38 w 64"/>
                <a:gd name="T47" fmla="*/ 45 h 67"/>
                <a:gd name="T48" fmla="*/ 35 w 64"/>
                <a:gd name="T49" fmla="*/ 42 h 67"/>
                <a:gd name="T50" fmla="*/ 29 w 64"/>
                <a:gd name="T51" fmla="*/ 49 h 67"/>
                <a:gd name="T52" fmla="*/ 14 w 64"/>
                <a:gd name="T53" fmla="*/ 61 h 67"/>
                <a:gd name="T54" fmla="*/ 0 w 64"/>
                <a:gd name="T55" fmla="*/ 67 h 67"/>
                <a:gd name="T56" fmla="*/ 0 w 64"/>
                <a:gd name="T57" fmla="*/ 66 h 67"/>
                <a:gd name="T58" fmla="*/ 9 w 64"/>
                <a:gd name="T59" fmla="*/ 60 h 67"/>
                <a:gd name="T60" fmla="*/ 27 w 64"/>
                <a:gd name="T61" fmla="*/ 40 h 67"/>
                <a:gd name="T62" fmla="*/ 33 w 64"/>
                <a:gd name="T63" fmla="*/ 31 h 67"/>
                <a:gd name="T64" fmla="*/ 25 w 64"/>
                <a:gd name="T65" fmla="*/ 23 h 67"/>
                <a:gd name="T66" fmla="*/ 26 w 64"/>
                <a:gd name="T67" fmla="*/ 23 h 67"/>
                <a:gd name="T68" fmla="*/ 38 w 64"/>
                <a:gd name="T69" fmla="*/ 23 h 67"/>
                <a:gd name="T70" fmla="*/ 42 w 64"/>
                <a:gd name="T71" fmla="*/ 16 h 67"/>
                <a:gd name="T72" fmla="*/ 45 w 64"/>
                <a:gd name="T73" fmla="*/ 10 h 67"/>
                <a:gd name="T74" fmla="*/ 48 w 64"/>
                <a:gd name="T7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7">
                  <a:moveTo>
                    <a:pt x="48" y="0"/>
                  </a:moveTo>
                  <a:cubicBezTo>
                    <a:pt x="52" y="0"/>
                    <a:pt x="52" y="2"/>
                    <a:pt x="54" y="4"/>
                  </a:cubicBezTo>
                  <a:cubicBezTo>
                    <a:pt x="54" y="5"/>
                    <a:pt x="54" y="6"/>
                    <a:pt x="54" y="7"/>
                  </a:cubicBezTo>
                  <a:cubicBezTo>
                    <a:pt x="54" y="8"/>
                    <a:pt x="53" y="9"/>
                    <a:pt x="52" y="10"/>
                  </a:cubicBezTo>
                  <a:cubicBezTo>
                    <a:pt x="51" y="12"/>
                    <a:pt x="51" y="13"/>
                    <a:pt x="50" y="15"/>
                  </a:cubicBezTo>
                  <a:cubicBezTo>
                    <a:pt x="49" y="17"/>
                    <a:pt x="48" y="19"/>
                    <a:pt x="47" y="21"/>
                  </a:cubicBezTo>
                  <a:cubicBezTo>
                    <a:pt x="49" y="21"/>
                    <a:pt x="50" y="21"/>
                    <a:pt x="51" y="2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4" y="20"/>
                    <a:pt x="57" y="20"/>
                    <a:pt x="60" y="20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59" y="22"/>
                    <a:pt x="59" y="23"/>
                    <a:pt x="58" y="24"/>
                  </a:cubicBezTo>
                  <a:cubicBezTo>
                    <a:pt x="56" y="25"/>
                    <a:pt x="53" y="26"/>
                    <a:pt x="51" y="27"/>
                  </a:cubicBezTo>
                  <a:cubicBezTo>
                    <a:pt x="49" y="28"/>
                    <a:pt x="47" y="28"/>
                    <a:pt x="45" y="29"/>
                  </a:cubicBezTo>
                  <a:cubicBezTo>
                    <a:pt x="43" y="30"/>
                    <a:pt x="38" y="38"/>
                    <a:pt x="37" y="40"/>
                  </a:cubicBezTo>
                  <a:cubicBezTo>
                    <a:pt x="42" y="43"/>
                    <a:pt x="46" y="48"/>
                    <a:pt x="52" y="51"/>
                  </a:cubicBezTo>
                  <a:cubicBezTo>
                    <a:pt x="55" y="52"/>
                    <a:pt x="60" y="52"/>
                    <a:pt x="64" y="52"/>
                  </a:cubicBezTo>
                  <a:cubicBezTo>
                    <a:pt x="64" y="52"/>
                    <a:pt x="64" y="52"/>
                    <a:pt x="64" y="53"/>
                  </a:cubicBezTo>
                  <a:cubicBezTo>
                    <a:pt x="64" y="53"/>
                    <a:pt x="64" y="53"/>
                    <a:pt x="64" y="54"/>
                  </a:cubicBezTo>
                  <a:cubicBezTo>
                    <a:pt x="62" y="54"/>
                    <a:pt x="59" y="55"/>
                    <a:pt x="58" y="56"/>
                  </a:cubicBezTo>
                  <a:cubicBezTo>
                    <a:pt x="57" y="57"/>
                    <a:pt x="57" y="58"/>
                    <a:pt x="56" y="59"/>
                  </a:cubicBezTo>
                  <a:cubicBezTo>
                    <a:pt x="55" y="60"/>
                    <a:pt x="52" y="60"/>
                    <a:pt x="50" y="60"/>
                  </a:cubicBezTo>
                  <a:cubicBezTo>
                    <a:pt x="49" y="58"/>
                    <a:pt x="46" y="58"/>
                    <a:pt x="45" y="56"/>
                  </a:cubicBezTo>
                  <a:cubicBezTo>
                    <a:pt x="44" y="54"/>
                    <a:pt x="43" y="51"/>
                    <a:pt x="41" y="49"/>
                  </a:cubicBezTo>
                  <a:cubicBezTo>
                    <a:pt x="41" y="47"/>
                    <a:pt x="39" y="46"/>
                    <a:pt x="38" y="45"/>
                  </a:cubicBezTo>
                  <a:cubicBezTo>
                    <a:pt x="38" y="44"/>
                    <a:pt x="37" y="42"/>
                    <a:pt x="35" y="42"/>
                  </a:cubicBezTo>
                  <a:cubicBezTo>
                    <a:pt x="34" y="45"/>
                    <a:pt x="31" y="47"/>
                    <a:pt x="29" y="49"/>
                  </a:cubicBezTo>
                  <a:cubicBezTo>
                    <a:pt x="25" y="55"/>
                    <a:pt x="20" y="58"/>
                    <a:pt x="14" y="61"/>
                  </a:cubicBezTo>
                  <a:cubicBezTo>
                    <a:pt x="10" y="64"/>
                    <a:pt x="6" y="67"/>
                    <a:pt x="0" y="67"/>
                  </a:cubicBezTo>
                  <a:cubicBezTo>
                    <a:pt x="0" y="67"/>
                    <a:pt x="0" y="67"/>
                    <a:pt x="0" y="66"/>
                  </a:cubicBezTo>
                  <a:cubicBezTo>
                    <a:pt x="4" y="65"/>
                    <a:pt x="6" y="62"/>
                    <a:pt x="9" y="60"/>
                  </a:cubicBezTo>
                  <a:cubicBezTo>
                    <a:pt x="16" y="55"/>
                    <a:pt x="22" y="48"/>
                    <a:pt x="27" y="40"/>
                  </a:cubicBezTo>
                  <a:cubicBezTo>
                    <a:pt x="29" y="37"/>
                    <a:pt x="32" y="34"/>
                    <a:pt x="33" y="31"/>
                  </a:cubicBezTo>
                  <a:cubicBezTo>
                    <a:pt x="30" y="30"/>
                    <a:pt x="25" y="26"/>
                    <a:pt x="25" y="23"/>
                  </a:cubicBezTo>
                  <a:cubicBezTo>
                    <a:pt x="25" y="23"/>
                    <a:pt x="26" y="23"/>
                    <a:pt x="26" y="23"/>
                  </a:cubicBezTo>
                  <a:cubicBezTo>
                    <a:pt x="29" y="25"/>
                    <a:pt x="34" y="24"/>
                    <a:pt x="38" y="23"/>
                  </a:cubicBezTo>
                  <a:cubicBezTo>
                    <a:pt x="39" y="21"/>
                    <a:pt x="41" y="19"/>
                    <a:pt x="42" y="16"/>
                  </a:cubicBezTo>
                  <a:cubicBezTo>
                    <a:pt x="43" y="14"/>
                    <a:pt x="44" y="12"/>
                    <a:pt x="45" y="10"/>
                  </a:cubicBezTo>
                  <a:cubicBezTo>
                    <a:pt x="46" y="7"/>
                    <a:pt x="48" y="4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7" name="í$ḷîḍê"/>
            <p:cNvSpPr/>
            <p:nvPr/>
          </p:nvSpPr>
          <p:spPr bwMode="auto">
            <a:xfrm>
              <a:off x="6408738" y="3132138"/>
              <a:ext cx="171450" cy="85725"/>
            </a:xfrm>
            <a:custGeom>
              <a:avLst/>
              <a:gdLst>
                <a:gd name="T0" fmla="*/ 6 w 32"/>
                <a:gd name="T1" fmla="*/ 0 h 16"/>
                <a:gd name="T2" fmla="*/ 17 w 32"/>
                <a:gd name="T3" fmla="*/ 4 h 16"/>
                <a:gd name="T4" fmla="*/ 18 w 32"/>
                <a:gd name="T5" fmla="*/ 8 h 16"/>
                <a:gd name="T6" fmla="*/ 24 w 32"/>
                <a:gd name="T7" fmla="*/ 7 h 16"/>
                <a:gd name="T8" fmla="*/ 25 w 32"/>
                <a:gd name="T9" fmla="*/ 5 h 16"/>
                <a:gd name="T10" fmla="*/ 31 w 32"/>
                <a:gd name="T11" fmla="*/ 6 h 16"/>
                <a:gd name="T12" fmla="*/ 32 w 32"/>
                <a:gd name="T13" fmla="*/ 8 h 16"/>
                <a:gd name="T14" fmla="*/ 31 w 32"/>
                <a:gd name="T15" fmla="*/ 9 h 16"/>
                <a:gd name="T16" fmla="*/ 14 w 32"/>
                <a:gd name="T17" fmla="*/ 15 h 16"/>
                <a:gd name="T18" fmla="*/ 14 w 32"/>
                <a:gd name="T19" fmla="*/ 14 h 16"/>
                <a:gd name="T20" fmla="*/ 16 w 32"/>
                <a:gd name="T21" fmla="*/ 13 h 16"/>
                <a:gd name="T22" fmla="*/ 16 w 32"/>
                <a:gd name="T23" fmla="*/ 13 h 16"/>
                <a:gd name="T24" fmla="*/ 15 w 32"/>
                <a:gd name="T25" fmla="*/ 13 h 16"/>
                <a:gd name="T26" fmla="*/ 13 w 32"/>
                <a:gd name="T27" fmla="*/ 14 h 16"/>
                <a:gd name="T28" fmla="*/ 0 w 32"/>
                <a:gd name="T29" fmla="*/ 16 h 16"/>
                <a:gd name="T30" fmla="*/ 0 w 32"/>
                <a:gd name="T31" fmla="*/ 15 h 16"/>
                <a:gd name="T32" fmla="*/ 9 w 32"/>
                <a:gd name="T33" fmla="*/ 6 h 16"/>
                <a:gd name="T34" fmla="*/ 6 w 32"/>
                <a:gd name="T3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6">
                  <a:moveTo>
                    <a:pt x="6" y="0"/>
                  </a:moveTo>
                  <a:cubicBezTo>
                    <a:pt x="9" y="0"/>
                    <a:pt x="16" y="2"/>
                    <a:pt x="17" y="4"/>
                  </a:cubicBezTo>
                  <a:cubicBezTo>
                    <a:pt x="18" y="5"/>
                    <a:pt x="18" y="7"/>
                    <a:pt x="18" y="8"/>
                  </a:cubicBezTo>
                  <a:cubicBezTo>
                    <a:pt x="19" y="8"/>
                    <a:pt x="23" y="7"/>
                    <a:pt x="24" y="7"/>
                  </a:cubicBezTo>
                  <a:cubicBezTo>
                    <a:pt x="24" y="6"/>
                    <a:pt x="24" y="6"/>
                    <a:pt x="25" y="5"/>
                  </a:cubicBezTo>
                  <a:cubicBezTo>
                    <a:pt x="25" y="5"/>
                    <a:pt x="30" y="6"/>
                    <a:pt x="31" y="6"/>
                  </a:cubicBezTo>
                  <a:cubicBezTo>
                    <a:pt x="32" y="6"/>
                    <a:pt x="32" y="7"/>
                    <a:pt x="32" y="8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25" y="10"/>
                    <a:pt x="21" y="15"/>
                    <a:pt x="14" y="15"/>
                  </a:cubicBezTo>
                  <a:cubicBezTo>
                    <a:pt x="14" y="15"/>
                    <a:pt x="14" y="15"/>
                    <a:pt x="14" y="14"/>
                  </a:cubicBezTo>
                  <a:cubicBezTo>
                    <a:pt x="15" y="14"/>
                    <a:pt x="15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4" y="13"/>
                    <a:pt x="14" y="13"/>
                    <a:pt x="13" y="14"/>
                  </a:cubicBezTo>
                  <a:cubicBezTo>
                    <a:pt x="9" y="15"/>
                    <a:pt x="5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4" y="15"/>
                    <a:pt x="9" y="11"/>
                    <a:pt x="9" y="6"/>
                  </a:cubicBezTo>
                  <a:cubicBezTo>
                    <a:pt x="8" y="6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8" name="iṣ1îḓê"/>
            <p:cNvSpPr/>
            <p:nvPr/>
          </p:nvSpPr>
          <p:spPr bwMode="auto">
            <a:xfrm>
              <a:off x="6376988" y="3235325"/>
              <a:ext cx="160338" cy="90488"/>
            </a:xfrm>
            <a:custGeom>
              <a:avLst/>
              <a:gdLst>
                <a:gd name="T0" fmla="*/ 21 w 30"/>
                <a:gd name="T1" fmla="*/ 8 h 17"/>
                <a:gd name="T2" fmla="*/ 22 w 30"/>
                <a:gd name="T3" fmla="*/ 3 h 17"/>
                <a:gd name="T4" fmla="*/ 22 w 30"/>
                <a:gd name="T5" fmla="*/ 3 h 17"/>
                <a:gd name="T6" fmla="*/ 21 w 30"/>
                <a:gd name="T7" fmla="*/ 3 h 17"/>
                <a:gd name="T8" fmla="*/ 16 w 30"/>
                <a:gd name="T9" fmla="*/ 9 h 17"/>
                <a:gd name="T10" fmla="*/ 6 w 30"/>
                <a:gd name="T11" fmla="*/ 13 h 17"/>
                <a:gd name="T12" fmla="*/ 0 w 30"/>
                <a:gd name="T13" fmla="*/ 13 h 17"/>
                <a:gd name="T14" fmla="*/ 1 w 30"/>
                <a:gd name="T15" fmla="*/ 11 h 17"/>
                <a:gd name="T16" fmla="*/ 4 w 30"/>
                <a:gd name="T17" fmla="*/ 9 h 17"/>
                <a:gd name="T18" fmla="*/ 11 w 30"/>
                <a:gd name="T19" fmla="*/ 3 h 17"/>
                <a:gd name="T20" fmla="*/ 11 w 30"/>
                <a:gd name="T21" fmla="*/ 6 h 17"/>
                <a:gd name="T22" fmla="*/ 11 w 30"/>
                <a:gd name="T23" fmla="*/ 6 h 17"/>
                <a:gd name="T24" fmla="*/ 15 w 30"/>
                <a:gd name="T25" fmla="*/ 5 h 17"/>
                <a:gd name="T26" fmla="*/ 25 w 30"/>
                <a:gd name="T27" fmla="*/ 1 h 17"/>
                <a:gd name="T28" fmla="*/ 29 w 30"/>
                <a:gd name="T29" fmla="*/ 2 h 17"/>
                <a:gd name="T30" fmla="*/ 30 w 30"/>
                <a:gd name="T31" fmla="*/ 3 h 17"/>
                <a:gd name="T32" fmla="*/ 28 w 30"/>
                <a:gd name="T33" fmla="*/ 7 h 17"/>
                <a:gd name="T34" fmla="*/ 21 w 30"/>
                <a:gd name="T3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7">
                  <a:moveTo>
                    <a:pt x="21" y="8"/>
                  </a:moveTo>
                  <a:cubicBezTo>
                    <a:pt x="21" y="6"/>
                    <a:pt x="23" y="4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4"/>
                    <a:pt x="18" y="7"/>
                    <a:pt x="16" y="9"/>
                  </a:cubicBezTo>
                  <a:cubicBezTo>
                    <a:pt x="13" y="11"/>
                    <a:pt x="9" y="12"/>
                    <a:pt x="6" y="13"/>
                  </a:cubicBezTo>
                  <a:cubicBezTo>
                    <a:pt x="4" y="14"/>
                    <a:pt x="0" y="17"/>
                    <a:pt x="0" y="13"/>
                  </a:cubicBezTo>
                  <a:cubicBezTo>
                    <a:pt x="1" y="13"/>
                    <a:pt x="1" y="12"/>
                    <a:pt x="1" y="11"/>
                  </a:cubicBezTo>
                  <a:cubicBezTo>
                    <a:pt x="2" y="10"/>
                    <a:pt x="3" y="9"/>
                    <a:pt x="4" y="9"/>
                  </a:cubicBezTo>
                  <a:cubicBezTo>
                    <a:pt x="6" y="7"/>
                    <a:pt x="9" y="4"/>
                    <a:pt x="11" y="3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8" y="3"/>
                    <a:pt x="21" y="0"/>
                    <a:pt x="25" y="1"/>
                  </a:cubicBezTo>
                  <a:cubicBezTo>
                    <a:pt x="26" y="1"/>
                    <a:pt x="28" y="2"/>
                    <a:pt x="29" y="2"/>
                  </a:cubicBezTo>
                  <a:cubicBezTo>
                    <a:pt x="29" y="3"/>
                    <a:pt x="29" y="3"/>
                    <a:pt x="30" y="3"/>
                  </a:cubicBezTo>
                  <a:cubicBezTo>
                    <a:pt x="30" y="5"/>
                    <a:pt x="30" y="7"/>
                    <a:pt x="28" y="7"/>
                  </a:cubicBezTo>
                  <a:cubicBezTo>
                    <a:pt x="28" y="8"/>
                    <a:pt x="23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9" name="îšḷídè"/>
            <p:cNvSpPr/>
            <p:nvPr/>
          </p:nvSpPr>
          <p:spPr bwMode="auto">
            <a:xfrm>
              <a:off x="6307138" y="3316288"/>
              <a:ext cx="300038" cy="198438"/>
            </a:xfrm>
            <a:custGeom>
              <a:avLst/>
              <a:gdLst>
                <a:gd name="T0" fmla="*/ 29 w 56"/>
                <a:gd name="T1" fmla="*/ 0 h 37"/>
                <a:gd name="T2" fmla="*/ 31 w 56"/>
                <a:gd name="T3" fmla="*/ 0 h 37"/>
                <a:gd name="T4" fmla="*/ 34 w 56"/>
                <a:gd name="T5" fmla="*/ 2 h 37"/>
                <a:gd name="T6" fmla="*/ 36 w 56"/>
                <a:gd name="T7" fmla="*/ 6 h 37"/>
                <a:gd name="T8" fmla="*/ 35 w 56"/>
                <a:gd name="T9" fmla="*/ 10 h 37"/>
                <a:gd name="T10" fmla="*/ 33 w 56"/>
                <a:gd name="T11" fmla="*/ 13 h 37"/>
                <a:gd name="T12" fmla="*/ 36 w 56"/>
                <a:gd name="T13" fmla="*/ 17 h 37"/>
                <a:gd name="T14" fmla="*/ 44 w 56"/>
                <a:gd name="T15" fmla="*/ 27 h 37"/>
                <a:gd name="T16" fmla="*/ 47 w 56"/>
                <a:gd name="T17" fmla="*/ 30 h 37"/>
                <a:gd name="T18" fmla="*/ 56 w 56"/>
                <a:gd name="T19" fmla="*/ 34 h 37"/>
                <a:gd name="T20" fmla="*/ 53 w 56"/>
                <a:gd name="T21" fmla="*/ 35 h 37"/>
                <a:gd name="T22" fmla="*/ 50 w 56"/>
                <a:gd name="T23" fmla="*/ 35 h 37"/>
                <a:gd name="T24" fmla="*/ 46 w 56"/>
                <a:gd name="T25" fmla="*/ 36 h 37"/>
                <a:gd name="T26" fmla="*/ 39 w 56"/>
                <a:gd name="T27" fmla="*/ 35 h 37"/>
                <a:gd name="T28" fmla="*/ 33 w 56"/>
                <a:gd name="T29" fmla="*/ 26 h 37"/>
                <a:gd name="T30" fmla="*/ 28 w 56"/>
                <a:gd name="T31" fmla="*/ 17 h 37"/>
                <a:gd name="T32" fmla="*/ 28 w 56"/>
                <a:gd name="T33" fmla="*/ 17 h 37"/>
                <a:gd name="T34" fmla="*/ 12 w 56"/>
                <a:gd name="T35" fmla="*/ 32 h 37"/>
                <a:gd name="T36" fmla="*/ 0 w 56"/>
                <a:gd name="T37" fmla="*/ 35 h 37"/>
                <a:gd name="T38" fmla="*/ 0 w 56"/>
                <a:gd name="T39" fmla="*/ 34 h 37"/>
                <a:gd name="T40" fmla="*/ 0 w 56"/>
                <a:gd name="T41" fmla="*/ 34 h 37"/>
                <a:gd name="T42" fmla="*/ 3 w 56"/>
                <a:gd name="T43" fmla="*/ 34 h 37"/>
                <a:gd name="T44" fmla="*/ 9 w 56"/>
                <a:gd name="T45" fmla="*/ 30 h 37"/>
                <a:gd name="T46" fmla="*/ 15 w 56"/>
                <a:gd name="T47" fmla="*/ 24 h 37"/>
                <a:gd name="T48" fmla="*/ 19 w 56"/>
                <a:gd name="T49" fmla="*/ 19 h 37"/>
                <a:gd name="T50" fmla="*/ 24 w 56"/>
                <a:gd name="T51" fmla="*/ 11 h 37"/>
                <a:gd name="T52" fmla="*/ 18 w 56"/>
                <a:gd name="T53" fmla="*/ 1 h 37"/>
                <a:gd name="T54" fmla="*/ 26 w 56"/>
                <a:gd name="T55" fmla="*/ 7 h 37"/>
                <a:gd name="T56" fmla="*/ 26 w 56"/>
                <a:gd name="T57" fmla="*/ 7 h 37"/>
                <a:gd name="T58" fmla="*/ 26 w 56"/>
                <a:gd name="T59" fmla="*/ 7 h 37"/>
                <a:gd name="T60" fmla="*/ 29 w 56"/>
                <a:gd name="T6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37">
                  <a:moveTo>
                    <a:pt x="29" y="0"/>
                  </a:moveTo>
                  <a:cubicBezTo>
                    <a:pt x="30" y="0"/>
                    <a:pt x="30" y="0"/>
                    <a:pt x="31" y="0"/>
                  </a:cubicBezTo>
                  <a:cubicBezTo>
                    <a:pt x="31" y="1"/>
                    <a:pt x="33" y="1"/>
                    <a:pt x="34" y="2"/>
                  </a:cubicBezTo>
                  <a:cubicBezTo>
                    <a:pt x="35" y="4"/>
                    <a:pt x="35" y="5"/>
                    <a:pt x="36" y="6"/>
                  </a:cubicBezTo>
                  <a:cubicBezTo>
                    <a:pt x="36" y="7"/>
                    <a:pt x="36" y="9"/>
                    <a:pt x="35" y="10"/>
                  </a:cubicBezTo>
                  <a:cubicBezTo>
                    <a:pt x="34" y="11"/>
                    <a:pt x="33" y="11"/>
                    <a:pt x="33" y="13"/>
                  </a:cubicBezTo>
                  <a:cubicBezTo>
                    <a:pt x="34" y="15"/>
                    <a:pt x="35" y="16"/>
                    <a:pt x="36" y="17"/>
                  </a:cubicBezTo>
                  <a:cubicBezTo>
                    <a:pt x="38" y="21"/>
                    <a:pt x="41" y="24"/>
                    <a:pt x="44" y="27"/>
                  </a:cubicBezTo>
                  <a:cubicBezTo>
                    <a:pt x="45" y="28"/>
                    <a:pt x="46" y="29"/>
                    <a:pt x="47" y="30"/>
                  </a:cubicBezTo>
                  <a:cubicBezTo>
                    <a:pt x="49" y="31"/>
                    <a:pt x="56" y="32"/>
                    <a:pt x="56" y="34"/>
                  </a:cubicBezTo>
                  <a:cubicBezTo>
                    <a:pt x="55" y="34"/>
                    <a:pt x="54" y="35"/>
                    <a:pt x="53" y="35"/>
                  </a:cubicBezTo>
                  <a:cubicBezTo>
                    <a:pt x="52" y="35"/>
                    <a:pt x="51" y="35"/>
                    <a:pt x="50" y="35"/>
                  </a:cubicBezTo>
                  <a:cubicBezTo>
                    <a:pt x="48" y="35"/>
                    <a:pt x="47" y="36"/>
                    <a:pt x="46" y="36"/>
                  </a:cubicBezTo>
                  <a:cubicBezTo>
                    <a:pt x="43" y="37"/>
                    <a:pt x="41" y="36"/>
                    <a:pt x="39" y="35"/>
                  </a:cubicBezTo>
                  <a:cubicBezTo>
                    <a:pt x="35" y="32"/>
                    <a:pt x="35" y="31"/>
                    <a:pt x="33" y="26"/>
                  </a:cubicBezTo>
                  <a:cubicBezTo>
                    <a:pt x="31" y="23"/>
                    <a:pt x="30" y="20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3" y="24"/>
                    <a:pt x="19" y="27"/>
                    <a:pt x="12" y="32"/>
                  </a:cubicBezTo>
                  <a:cubicBezTo>
                    <a:pt x="9" y="34"/>
                    <a:pt x="6" y="36"/>
                    <a:pt x="0" y="35"/>
                  </a:cubicBezTo>
                  <a:cubicBezTo>
                    <a:pt x="0" y="35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4"/>
                    <a:pt x="3" y="34"/>
                  </a:cubicBezTo>
                  <a:cubicBezTo>
                    <a:pt x="5" y="33"/>
                    <a:pt x="7" y="32"/>
                    <a:pt x="9" y="30"/>
                  </a:cubicBezTo>
                  <a:cubicBezTo>
                    <a:pt x="11" y="29"/>
                    <a:pt x="13" y="26"/>
                    <a:pt x="15" y="24"/>
                  </a:cubicBezTo>
                  <a:cubicBezTo>
                    <a:pt x="16" y="22"/>
                    <a:pt x="18" y="21"/>
                    <a:pt x="19" y="19"/>
                  </a:cubicBezTo>
                  <a:cubicBezTo>
                    <a:pt x="21" y="16"/>
                    <a:pt x="22" y="13"/>
                    <a:pt x="24" y="11"/>
                  </a:cubicBezTo>
                  <a:cubicBezTo>
                    <a:pt x="23" y="7"/>
                    <a:pt x="18" y="4"/>
                    <a:pt x="18" y="1"/>
                  </a:cubicBezTo>
                  <a:cubicBezTo>
                    <a:pt x="21" y="1"/>
                    <a:pt x="25" y="5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8" y="5"/>
                    <a:pt x="29" y="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0" name="íṧḷide"/>
            <p:cNvSpPr/>
            <p:nvPr/>
          </p:nvSpPr>
          <p:spPr bwMode="auto">
            <a:xfrm>
              <a:off x="6751638" y="3121025"/>
              <a:ext cx="185738" cy="134938"/>
            </a:xfrm>
            <a:custGeom>
              <a:avLst/>
              <a:gdLst>
                <a:gd name="T0" fmla="*/ 17 w 35"/>
                <a:gd name="T1" fmla="*/ 25 h 25"/>
                <a:gd name="T2" fmla="*/ 17 w 35"/>
                <a:gd name="T3" fmla="*/ 24 h 25"/>
                <a:gd name="T4" fmla="*/ 22 w 35"/>
                <a:gd name="T5" fmla="*/ 19 h 25"/>
                <a:gd name="T6" fmla="*/ 22 w 35"/>
                <a:gd name="T7" fmla="*/ 19 h 25"/>
                <a:gd name="T8" fmla="*/ 21 w 35"/>
                <a:gd name="T9" fmla="*/ 15 h 25"/>
                <a:gd name="T10" fmla="*/ 27 w 35"/>
                <a:gd name="T11" fmla="*/ 8 h 25"/>
                <a:gd name="T12" fmla="*/ 26 w 35"/>
                <a:gd name="T13" fmla="*/ 8 h 25"/>
                <a:gd name="T14" fmla="*/ 22 w 35"/>
                <a:gd name="T15" fmla="*/ 10 h 25"/>
                <a:gd name="T16" fmla="*/ 15 w 35"/>
                <a:gd name="T17" fmla="*/ 17 h 25"/>
                <a:gd name="T18" fmla="*/ 11 w 35"/>
                <a:gd name="T19" fmla="*/ 21 h 25"/>
                <a:gd name="T20" fmla="*/ 0 w 35"/>
                <a:gd name="T21" fmla="*/ 20 h 25"/>
                <a:gd name="T22" fmla="*/ 10 w 35"/>
                <a:gd name="T23" fmla="*/ 13 h 25"/>
                <a:gd name="T24" fmla="*/ 22 w 35"/>
                <a:gd name="T25" fmla="*/ 5 h 25"/>
                <a:gd name="T26" fmla="*/ 24 w 35"/>
                <a:gd name="T27" fmla="*/ 3 h 25"/>
                <a:gd name="T28" fmla="*/ 28 w 35"/>
                <a:gd name="T29" fmla="*/ 2 h 25"/>
                <a:gd name="T30" fmla="*/ 29 w 35"/>
                <a:gd name="T31" fmla="*/ 0 h 25"/>
                <a:gd name="T32" fmla="*/ 34 w 35"/>
                <a:gd name="T33" fmla="*/ 0 h 25"/>
                <a:gd name="T34" fmla="*/ 34 w 35"/>
                <a:gd name="T35" fmla="*/ 0 h 25"/>
                <a:gd name="T36" fmla="*/ 35 w 35"/>
                <a:gd name="T37" fmla="*/ 4 h 25"/>
                <a:gd name="T38" fmla="*/ 33 w 35"/>
                <a:gd name="T39" fmla="*/ 7 h 25"/>
                <a:gd name="T40" fmla="*/ 31 w 35"/>
                <a:gd name="T41" fmla="*/ 9 h 25"/>
                <a:gd name="T42" fmla="*/ 26 w 35"/>
                <a:gd name="T43" fmla="*/ 15 h 25"/>
                <a:gd name="T44" fmla="*/ 26 w 35"/>
                <a:gd name="T45" fmla="*/ 15 h 25"/>
                <a:gd name="T46" fmla="*/ 29 w 35"/>
                <a:gd name="T47" fmla="*/ 18 h 25"/>
                <a:gd name="T48" fmla="*/ 29 w 35"/>
                <a:gd name="T49" fmla="*/ 19 h 25"/>
                <a:gd name="T50" fmla="*/ 17 w 35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" h="25">
                  <a:moveTo>
                    <a:pt x="17" y="25"/>
                  </a:moveTo>
                  <a:cubicBezTo>
                    <a:pt x="17" y="24"/>
                    <a:pt x="17" y="24"/>
                    <a:pt x="17" y="24"/>
                  </a:cubicBezTo>
                  <a:cubicBezTo>
                    <a:pt x="19" y="23"/>
                    <a:pt x="21" y="21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8"/>
                    <a:pt x="21" y="16"/>
                    <a:pt x="21" y="15"/>
                  </a:cubicBezTo>
                  <a:cubicBezTo>
                    <a:pt x="23" y="12"/>
                    <a:pt x="25" y="10"/>
                    <a:pt x="27" y="8"/>
                  </a:cubicBezTo>
                  <a:cubicBezTo>
                    <a:pt x="27" y="8"/>
                    <a:pt x="26" y="8"/>
                    <a:pt x="26" y="8"/>
                  </a:cubicBezTo>
                  <a:cubicBezTo>
                    <a:pt x="25" y="9"/>
                    <a:pt x="24" y="10"/>
                    <a:pt x="22" y="10"/>
                  </a:cubicBezTo>
                  <a:cubicBezTo>
                    <a:pt x="20" y="12"/>
                    <a:pt x="18" y="15"/>
                    <a:pt x="15" y="17"/>
                  </a:cubicBezTo>
                  <a:cubicBezTo>
                    <a:pt x="14" y="18"/>
                    <a:pt x="13" y="20"/>
                    <a:pt x="11" y="21"/>
                  </a:cubicBezTo>
                  <a:cubicBezTo>
                    <a:pt x="9" y="22"/>
                    <a:pt x="0" y="23"/>
                    <a:pt x="0" y="20"/>
                  </a:cubicBezTo>
                  <a:cubicBezTo>
                    <a:pt x="4" y="19"/>
                    <a:pt x="6" y="16"/>
                    <a:pt x="10" y="13"/>
                  </a:cubicBezTo>
                  <a:cubicBezTo>
                    <a:pt x="14" y="10"/>
                    <a:pt x="18" y="8"/>
                    <a:pt x="22" y="5"/>
                  </a:cubicBezTo>
                  <a:cubicBezTo>
                    <a:pt x="23" y="5"/>
                    <a:pt x="24" y="4"/>
                    <a:pt x="24" y="3"/>
                  </a:cubicBezTo>
                  <a:cubicBezTo>
                    <a:pt x="26" y="3"/>
                    <a:pt x="27" y="3"/>
                    <a:pt x="28" y="2"/>
                  </a:cubicBezTo>
                  <a:cubicBezTo>
                    <a:pt x="28" y="1"/>
                    <a:pt x="29" y="1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2"/>
                    <a:pt x="35" y="4"/>
                  </a:cubicBezTo>
                  <a:cubicBezTo>
                    <a:pt x="34" y="5"/>
                    <a:pt x="34" y="6"/>
                    <a:pt x="33" y="7"/>
                  </a:cubicBezTo>
                  <a:cubicBezTo>
                    <a:pt x="32" y="8"/>
                    <a:pt x="31" y="9"/>
                    <a:pt x="31" y="9"/>
                  </a:cubicBezTo>
                  <a:cubicBezTo>
                    <a:pt x="29" y="11"/>
                    <a:pt x="28" y="13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16"/>
                    <a:pt x="28" y="17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7" y="22"/>
                    <a:pt x="22" y="25"/>
                    <a:pt x="1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1" name="ïśḷïdé"/>
            <p:cNvSpPr/>
            <p:nvPr/>
          </p:nvSpPr>
          <p:spPr bwMode="auto">
            <a:xfrm>
              <a:off x="6713538" y="3325813"/>
              <a:ext cx="42863" cy="60325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0 h 11"/>
                <a:gd name="T4" fmla="*/ 4 w 8"/>
                <a:gd name="T5" fmla="*/ 11 h 11"/>
                <a:gd name="T6" fmla="*/ 2 w 8"/>
                <a:gd name="T7" fmla="*/ 10 h 11"/>
                <a:gd name="T8" fmla="*/ 2 w 8"/>
                <a:gd name="T9" fmla="*/ 8 h 11"/>
                <a:gd name="T10" fmla="*/ 0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4" y="0"/>
                    <a:pt x="8" y="5"/>
                    <a:pt x="8" y="10"/>
                  </a:cubicBezTo>
                  <a:cubicBezTo>
                    <a:pt x="7" y="10"/>
                    <a:pt x="6" y="11"/>
                    <a:pt x="4" y="11"/>
                  </a:cubicBezTo>
                  <a:cubicBezTo>
                    <a:pt x="4" y="10"/>
                    <a:pt x="3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1" y="6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2" name="iṩḷïḓé"/>
            <p:cNvSpPr/>
            <p:nvPr/>
          </p:nvSpPr>
          <p:spPr bwMode="auto">
            <a:xfrm>
              <a:off x="6734175" y="3413125"/>
              <a:ext cx="26988" cy="38100"/>
            </a:xfrm>
            <a:custGeom>
              <a:avLst/>
              <a:gdLst>
                <a:gd name="T0" fmla="*/ 0 w 5"/>
                <a:gd name="T1" fmla="*/ 0 h 7"/>
                <a:gd name="T2" fmla="*/ 1 w 5"/>
                <a:gd name="T3" fmla="*/ 0 h 7"/>
                <a:gd name="T4" fmla="*/ 5 w 5"/>
                <a:gd name="T5" fmla="*/ 6 h 7"/>
                <a:gd name="T6" fmla="*/ 3 w 5"/>
                <a:gd name="T7" fmla="*/ 7 h 7"/>
                <a:gd name="T8" fmla="*/ 1 w 5"/>
                <a:gd name="T9" fmla="*/ 6 h 7"/>
                <a:gd name="T10" fmla="*/ 1 w 5"/>
                <a:gd name="T11" fmla="*/ 5 h 7"/>
                <a:gd name="T12" fmla="*/ 0 w 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2"/>
                    <a:pt x="5" y="6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2" y="7"/>
                    <a:pt x="2" y="7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3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3" name="ïšľîde"/>
            <p:cNvSpPr/>
            <p:nvPr/>
          </p:nvSpPr>
          <p:spPr bwMode="auto">
            <a:xfrm>
              <a:off x="6681788" y="3440113"/>
              <a:ext cx="266700" cy="101600"/>
            </a:xfrm>
            <a:custGeom>
              <a:avLst/>
              <a:gdLst>
                <a:gd name="T0" fmla="*/ 0 w 50"/>
                <a:gd name="T1" fmla="*/ 0 h 19"/>
                <a:gd name="T2" fmla="*/ 9 w 50"/>
                <a:gd name="T3" fmla="*/ 2 h 19"/>
                <a:gd name="T4" fmla="*/ 18 w 50"/>
                <a:gd name="T5" fmla="*/ 4 h 19"/>
                <a:gd name="T6" fmla="*/ 37 w 50"/>
                <a:gd name="T7" fmla="*/ 10 h 19"/>
                <a:gd name="T8" fmla="*/ 50 w 50"/>
                <a:gd name="T9" fmla="*/ 9 h 19"/>
                <a:gd name="T10" fmla="*/ 50 w 50"/>
                <a:gd name="T11" fmla="*/ 10 h 19"/>
                <a:gd name="T12" fmla="*/ 50 w 50"/>
                <a:gd name="T13" fmla="*/ 11 h 19"/>
                <a:gd name="T14" fmla="*/ 46 w 50"/>
                <a:gd name="T15" fmla="*/ 13 h 19"/>
                <a:gd name="T16" fmla="*/ 42 w 50"/>
                <a:gd name="T17" fmla="*/ 14 h 19"/>
                <a:gd name="T18" fmla="*/ 38 w 50"/>
                <a:gd name="T19" fmla="*/ 18 h 19"/>
                <a:gd name="T20" fmla="*/ 25 w 50"/>
                <a:gd name="T21" fmla="*/ 13 h 19"/>
                <a:gd name="T22" fmla="*/ 11 w 50"/>
                <a:gd name="T23" fmla="*/ 6 h 19"/>
                <a:gd name="T24" fmla="*/ 0 w 5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19">
                  <a:moveTo>
                    <a:pt x="0" y="0"/>
                  </a:moveTo>
                  <a:cubicBezTo>
                    <a:pt x="3" y="0"/>
                    <a:pt x="7" y="1"/>
                    <a:pt x="9" y="2"/>
                  </a:cubicBezTo>
                  <a:cubicBezTo>
                    <a:pt x="12" y="3"/>
                    <a:pt x="15" y="3"/>
                    <a:pt x="18" y="4"/>
                  </a:cubicBezTo>
                  <a:cubicBezTo>
                    <a:pt x="24" y="6"/>
                    <a:pt x="30" y="8"/>
                    <a:pt x="37" y="10"/>
                  </a:cubicBezTo>
                  <a:cubicBezTo>
                    <a:pt x="40" y="11"/>
                    <a:pt x="46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0"/>
                    <a:pt x="50" y="11"/>
                  </a:cubicBezTo>
                  <a:cubicBezTo>
                    <a:pt x="49" y="11"/>
                    <a:pt x="48" y="12"/>
                    <a:pt x="46" y="13"/>
                  </a:cubicBezTo>
                  <a:cubicBezTo>
                    <a:pt x="45" y="14"/>
                    <a:pt x="43" y="14"/>
                    <a:pt x="42" y="14"/>
                  </a:cubicBezTo>
                  <a:cubicBezTo>
                    <a:pt x="41" y="15"/>
                    <a:pt x="38" y="18"/>
                    <a:pt x="38" y="18"/>
                  </a:cubicBezTo>
                  <a:cubicBezTo>
                    <a:pt x="31" y="19"/>
                    <a:pt x="29" y="15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7" y="4"/>
                    <a:pt x="1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4" name="iṩḷîḑê"/>
            <p:cNvSpPr/>
            <p:nvPr/>
          </p:nvSpPr>
          <p:spPr bwMode="auto">
            <a:xfrm>
              <a:off x="6761163" y="3240088"/>
              <a:ext cx="171450" cy="215900"/>
            </a:xfrm>
            <a:custGeom>
              <a:avLst/>
              <a:gdLst>
                <a:gd name="T0" fmla="*/ 7 w 32"/>
                <a:gd name="T1" fmla="*/ 13 h 40"/>
                <a:gd name="T2" fmla="*/ 7 w 32"/>
                <a:gd name="T3" fmla="*/ 17 h 40"/>
                <a:gd name="T4" fmla="*/ 7 w 32"/>
                <a:gd name="T5" fmla="*/ 17 h 40"/>
                <a:gd name="T6" fmla="*/ 11 w 32"/>
                <a:gd name="T7" fmla="*/ 12 h 40"/>
                <a:gd name="T8" fmla="*/ 20 w 32"/>
                <a:gd name="T9" fmla="*/ 3 h 40"/>
                <a:gd name="T10" fmla="*/ 30 w 32"/>
                <a:gd name="T11" fmla="*/ 3 h 40"/>
                <a:gd name="T12" fmla="*/ 25 w 32"/>
                <a:gd name="T13" fmla="*/ 18 h 40"/>
                <a:gd name="T14" fmla="*/ 25 w 32"/>
                <a:gd name="T15" fmla="*/ 22 h 40"/>
                <a:gd name="T16" fmla="*/ 23 w 32"/>
                <a:gd name="T17" fmla="*/ 32 h 40"/>
                <a:gd name="T18" fmla="*/ 20 w 32"/>
                <a:gd name="T19" fmla="*/ 40 h 40"/>
                <a:gd name="T20" fmla="*/ 18 w 32"/>
                <a:gd name="T21" fmla="*/ 39 h 40"/>
                <a:gd name="T22" fmla="*/ 15 w 32"/>
                <a:gd name="T23" fmla="*/ 36 h 40"/>
                <a:gd name="T24" fmla="*/ 12 w 32"/>
                <a:gd name="T25" fmla="*/ 38 h 40"/>
                <a:gd name="T26" fmla="*/ 11 w 32"/>
                <a:gd name="T27" fmla="*/ 37 h 40"/>
                <a:gd name="T28" fmla="*/ 12 w 32"/>
                <a:gd name="T29" fmla="*/ 28 h 40"/>
                <a:gd name="T30" fmla="*/ 12 w 32"/>
                <a:gd name="T31" fmla="*/ 28 h 40"/>
                <a:gd name="T32" fmla="*/ 9 w 32"/>
                <a:gd name="T33" fmla="*/ 28 h 40"/>
                <a:gd name="T34" fmla="*/ 8 w 32"/>
                <a:gd name="T35" fmla="*/ 26 h 40"/>
                <a:gd name="T36" fmla="*/ 12 w 32"/>
                <a:gd name="T37" fmla="*/ 18 h 40"/>
                <a:gd name="T38" fmla="*/ 12 w 32"/>
                <a:gd name="T39" fmla="*/ 17 h 40"/>
                <a:gd name="T40" fmla="*/ 14 w 32"/>
                <a:gd name="T41" fmla="*/ 13 h 40"/>
                <a:gd name="T42" fmla="*/ 13 w 32"/>
                <a:gd name="T43" fmla="*/ 13 h 40"/>
                <a:gd name="T44" fmla="*/ 7 w 32"/>
                <a:gd name="T45" fmla="*/ 25 h 40"/>
                <a:gd name="T46" fmla="*/ 7 w 32"/>
                <a:gd name="T47" fmla="*/ 34 h 40"/>
                <a:gd name="T48" fmla="*/ 4 w 32"/>
                <a:gd name="T49" fmla="*/ 34 h 40"/>
                <a:gd name="T50" fmla="*/ 1 w 32"/>
                <a:gd name="T51" fmla="*/ 30 h 40"/>
                <a:gd name="T52" fmla="*/ 3 w 32"/>
                <a:gd name="T53" fmla="*/ 19 h 40"/>
                <a:gd name="T54" fmla="*/ 7 w 32"/>
                <a:gd name="T55" fmla="*/ 13 h 40"/>
                <a:gd name="T56" fmla="*/ 23 w 32"/>
                <a:gd name="T57" fmla="*/ 5 h 40"/>
                <a:gd name="T58" fmla="*/ 20 w 32"/>
                <a:gd name="T59" fmla="*/ 6 h 40"/>
                <a:gd name="T60" fmla="*/ 15 w 32"/>
                <a:gd name="T61" fmla="*/ 11 h 40"/>
                <a:gd name="T62" fmla="*/ 15 w 32"/>
                <a:gd name="T63" fmla="*/ 11 h 40"/>
                <a:gd name="T64" fmla="*/ 17 w 32"/>
                <a:gd name="T65" fmla="*/ 18 h 40"/>
                <a:gd name="T66" fmla="*/ 21 w 32"/>
                <a:gd name="T67" fmla="*/ 21 h 40"/>
                <a:gd name="T68" fmla="*/ 23 w 32"/>
                <a:gd name="T69" fmla="*/ 10 h 40"/>
                <a:gd name="T70" fmla="*/ 23 w 32"/>
                <a:gd name="T71" fmla="*/ 5 h 40"/>
                <a:gd name="T72" fmla="*/ 23 w 32"/>
                <a:gd name="T73" fmla="*/ 5 h 40"/>
                <a:gd name="T74" fmla="*/ 20 w 32"/>
                <a:gd name="T75" fmla="*/ 22 h 40"/>
                <a:gd name="T76" fmla="*/ 17 w 32"/>
                <a:gd name="T77" fmla="*/ 26 h 40"/>
                <a:gd name="T78" fmla="*/ 16 w 32"/>
                <a:gd name="T79" fmla="*/ 35 h 40"/>
                <a:gd name="T80" fmla="*/ 19 w 32"/>
                <a:gd name="T81" fmla="*/ 35 h 40"/>
                <a:gd name="T82" fmla="*/ 19 w 32"/>
                <a:gd name="T83" fmla="*/ 32 h 40"/>
                <a:gd name="T84" fmla="*/ 20 w 32"/>
                <a:gd name="T8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" h="40">
                  <a:moveTo>
                    <a:pt x="7" y="13"/>
                  </a:moveTo>
                  <a:cubicBezTo>
                    <a:pt x="7" y="15"/>
                    <a:pt x="7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6"/>
                    <a:pt x="10" y="13"/>
                    <a:pt x="11" y="12"/>
                  </a:cubicBezTo>
                  <a:cubicBezTo>
                    <a:pt x="13" y="9"/>
                    <a:pt x="17" y="5"/>
                    <a:pt x="20" y="3"/>
                  </a:cubicBezTo>
                  <a:cubicBezTo>
                    <a:pt x="22" y="2"/>
                    <a:pt x="28" y="0"/>
                    <a:pt x="30" y="3"/>
                  </a:cubicBezTo>
                  <a:cubicBezTo>
                    <a:pt x="32" y="6"/>
                    <a:pt x="26" y="10"/>
                    <a:pt x="25" y="18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5"/>
                    <a:pt x="24" y="29"/>
                    <a:pt x="23" y="32"/>
                  </a:cubicBezTo>
                  <a:cubicBezTo>
                    <a:pt x="22" y="35"/>
                    <a:pt x="23" y="40"/>
                    <a:pt x="20" y="40"/>
                  </a:cubicBezTo>
                  <a:cubicBezTo>
                    <a:pt x="19" y="40"/>
                    <a:pt x="18" y="40"/>
                    <a:pt x="18" y="39"/>
                  </a:cubicBezTo>
                  <a:cubicBezTo>
                    <a:pt x="17" y="38"/>
                    <a:pt x="17" y="37"/>
                    <a:pt x="15" y="36"/>
                  </a:cubicBezTo>
                  <a:cubicBezTo>
                    <a:pt x="15" y="38"/>
                    <a:pt x="14" y="38"/>
                    <a:pt x="12" y="38"/>
                  </a:cubicBezTo>
                  <a:cubicBezTo>
                    <a:pt x="12" y="38"/>
                    <a:pt x="11" y="38"/>
                    <a:pt x="11" y="37"/>
                  </a:cubicBezTo>
                  <a:cubicBezTo>
                    <a:pt x="13" y="35"/>
                    <a:pt x="12" y="31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9"/>
                    <a:pt x="9" y="28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9" y="25"/>
                    <a:pt x="12" y="19"/>
                    <a:pt x="12" y="18"/>
                  </a:cubicBezTo>
                  <a:cubicBezTo>
                    <a:pt x="11" y="17"/>
                    <a:pt x="11" y="17"/>
                    <a:pt x="12" y="17"/>
                  </a:cubicBezTo>
                  <a:cubicBezTo>
                    <a:pt x="13" y="16"/>
                    <a:pt x="14" y="15"/>
                    <a:pt x="14" y="13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1" y="17"/>
                    <a:pt x="8" y="20"/>
                    <a:pt x="7" y="25"/>
                  </a:cubicBezTo>
                  <a:cubicBezTo>
                    <a:pt x="6" y="28"/>
                    <a:pt x="9" y="31"/>
                    <a:pt x="7" y="34"/>
                  </a:cubicBezTo>
                  <a:cubicBezTo>
                    <a:pt x="6" y="34"/>
                    <a:pt x="5" y="34"/>
                    <a:pt x="4" y="34"/>
                  </a:cubicBezTo>
                  <a:cubicBezTo>
                    <a:pt x="3" y="33"/>
                    <a:pt x="2" y="32"/>
                    <a:pt x="1" y="30"/>
                  </a:cubicBezTo>
                  <a:cubicBezTo>
                    <a:pt x="0" y="27"/>
                    <a:pt x="3" y="22"/>
                    <a:pt x="3" y="19"/>
                  </a:cubicBezTo>
                  <a:cubicBezTo>
                    <a:pt x="4" y="17"/>
                    <a:pt x="4" y="14"/>
                    <a:pt x="7" y="13"/>
                  </a:cubicBezTo>
                  <a:close/>
                  <a:moveTo>
                    <a:pt x="23" y="5"/>
                  </a:moveTo>
                  <a:cubicBezTo>
                    <a:pt x="22" y="5"/>
                    <a:pt x="21" y="6"/>
                    <a:pt x="20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7" y="12"/>
                    <a:pt x="17" y="16"/>
                    <a:pt x="17" y="18"/>
                  </a:cubicBezTo>
                  <a:cubicBezTo>
                    <a:pt x="20" y="18"/>
                    <a:pt x="20" y="19"/>
                    <a:pt x="21" y="21"/>
                  </a:cubicBezTo>
                  <a:cubicBezTo>
                    <a:pt x="21" y="17"/>
                    <a:pt x="23" y="14"/>
                    <a:pt x="23" y="10"/>
                  </a:cubicBezTo>
                  <a:cubicBezTo>
                    <a:pt x="24" y="9"/>
                    <a:pt x="24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lose/>
                  <a:moveTo>
                    <a:pt x="20" y="22"/>
                  </a:moveTo>
                  <a:cubicBezTo>
                    <a:pt x="19" y="24"/>
                    <a:pt x="18" y="25"/>
                    <a:pt x="17" y="26"/>
                  </a:cubicBezTo>
                  <a:cubicBezTo>
                    <a:pt x="16" y="29"/>
                    <a:pt x="16" y="32"/>
                    <a:pt x="16" y="35"/>
                  </a:cubicBezTo>
                  <a:cubicBezTo>
                    <a:pt x="17" y="35"/>
                    <a:pt x="18" y="36"/>
                    <a:pt x="19" y="35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20" y="31"/>
                    <a:pt x="21" y="23"/>
                    <a:pt x="2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5" name="íşlïḑe"/>
            <p:cNvSpPr/>
            <p:nvPr/>
          </p:nvSpPr>
          <p:spPr bwMode="auto">
            <a:xfrm>
              <a:off x="7505700" y="3190875"/>
              <a:ext cx="41275" cy="71438"/>
            </a:xfrm>
            <a:custGeom>
              <a:avLst/>
              <a:gdLst>
                <a:gd name="T0" fmla="*/ 0 w 8"/>
                <a:gd name="T1" fmla="*/ 0 h 13"/>
                <a:gd name="T2" fmla="*/ 1 w 8"/>
                <a:gd name="T3" fmla="*/ 0 h 13"/>
                <a:gd name="T4" fmla="*/ 7 w 8"/>
                <a:gd name="T5" fmla="*/ 6 h 13"/>
                <a:gd name="T6" fmla="*/ 7 w 8"/>
                <a:gd name="T7" fmla="*/ 11 h 13"/>
                <a:gd name="T8" fmla="*/ 5 w 8"/>
                <a:gd name="T9" fmla="*/ 12 h 13"/>
                <a:gd name="T10" fmla="*/ 3 w 8"/>
                <a:gd name="T11" fmla="*/ 12 h 13"/>
                <a:gd name="T12" fmla="*/ 0 w 8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2"/>
                    <a:pt x="6" y="4"/>
                    <a:pt x="7" y="6"/>
                  </a:cubicBezTo>
                  <a:cubicBezTo>
                    <a:pt x="7" y="8"/>
                    <a:pt x="8" y="10"/>
                    <a:pt x="7" y="11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6" name="ïślîḓe"/>
            <p:cNvSpPr/>
            <p:nvPr/>
          </p:nvSpPr>
          <p:spPr bwMode="auto">
            <a:xfrm>
              <a:off x="7569200" y="3325813"/>
              <a:ext cx="85725" cy="38100"/>
            </a:xfrm>
            <a:custGeom>
              <a:avLst/>
              <a:gdLst>
                <a:gd name="T0" fmla="*/ 0 w 16"/>
                <a:gd name="T1" fmla="*/ 3 h 7"/>
                <a:gd name="T2" fmla="*/ 9 w 16"/>
                <a:gd name="T3" fmla="*/ 2 h 7"/>
                <a:gd name="T4" fmla="*/ 12 w 16"/>
                <a:gd name="T5" fmla="*/ 0 h 7"/>
                <a:gd name="T6" fmla="*/ 16 w 16"/>
                <a:gd name="T7" fmla="*/ 0 h 7"/>
                <a:gd name="T8" fmla="*/ 16 w 16"/>
                <a:gd name="T9" fmla="*/ 2 h 7"/>
                <a:gd name="T10" fmla="*/ 15 w 16"/>
                <a:gd name="T11" fmla="*/ 4 h 7"/>
                <a:gd name="T12" fmla="*/ 11 w 16"/>
                <a:gd name="T13" fmla="*/ 7 h 7"/>
                <a:gd name="T14" fmla="*/ 7 w 16"/>
                <a:gd name="T15" fmla="*/ 7 h 7"/>
                <a:gd name="T16" fmla="*/ 7 w 16"/>
                <a:gd name="T17" fmla="*/ 6 h 7"/>
                <a:gd name="T18" fmla="*/ 9 w 16"/>
                <a:gd name="T19" fmla="*/ 5 h 7"/>
                <a:gd name="T20" fmla="*/ 9 w 16"/>
                <a:gd name="T21" fmla="*/ 5 h 7"/>
                <a:gd name="T22" fmla="*/ 8 w 16"/>
                <a:gd name="T23" fmla="*/ 5 h 7"/>
                <a:gd name="T24" fmla="*/ 0 w 16"/>
                <a:gd name="T2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7">
                  <a:moveTo>
                    <a:pt x="0" y="3"/>
                  </a:moveTo>
                  <a:cubicBezTo>
                    <a:pt x="3" y="3"/>
                    <a:pt x="6" y="3"/>
                    <a:pt x="9" y="2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4" y="0"/>
                    <a:pt x="16" y="0"/>
                  </a:cubicBezTo>
                  <a:cubicBezTo>
                    <a:pt x="16" y="0"/>
                    <a:pt x="16" y="1"/>
                    <a:pt x="16" y="2"/>
                  </a:cubicBezTo>
                  <a:cubicBezTo>
                    <a:pt x="15" y="2"/>
                    <a:pt x="15" y="3"/>
                    <a:pt x="15" y="4"/>
                  </a:cubicBezTo>
                  <a:cubicBezTo>
                    <a:pt x="14" y="5"/>
                    <a:pt x="12" y="6"/>
                    <a:pt x="11" y="7"/>
                  </a:cubicBezTo>
                  <a:cubicBezTo>
                    <a:pt x="10" y="7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6" y="7"/>
                    <a:pt x="0" y="6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7" name="iśľîḑè"/>
            <p:cNvSpPr/>
            <p:nvPr/>
          </p:nvSpPr>
          <p:spPr bwMode="auto">
            <a:xfrm>
              <a:off x="7510463" y="3352800"/>
              <a:ext cx="207963" cy="184150"/>
            </a:xfrm>
            <a:custGeom>
              <a:avLst/>
              <a:gdLst>
                <a:gd name="T0" fmla="*/ 25 w 39"/>
                <a:gd name="T1" fmla="*/ 7 h 34"/>
                <a:gd name="T2" fmla="*/ 25 w 39"/>
                <a:gd name="T3" fmla="*/ 7 h 34"/>
                <a:gd name="T4" fmla="*/ 27 w 39"/>
                <a:gd name="T5" fmla="*/ 6 h 34"/>
                <a:gd name="T6" fmla="*/ 27 w 39"/>
                <a:gd name="T7" fmla="*/ 5 h 34"/>
                <a:gd name="T8" fmla="*/ 24 w 39"/>
                <a:gd name="T9" fmla="*/ 6 h 34"/>
                <a:gd name="T10" fmla="*/ 24 w 39"/>
                <a:gd name="T11" fmla="*/ 7 h 34"/>
                <a:gd name="T12" fmla="*/ 25 w 39"/>
                <a:gd name="T13" fmla="*/ 13 h 34"/>
                <a:gd name="T14" fmla="*/ 26 w 39"/>
                <a:gd name="T15" fmla="*/ 25 h 34"/>
                <a:gd name="T16" fmla="*/ 25 w 39"/>
                <a:gd name="T17" fmla="*/ 32 h 34"/>
                <a:gd name="T18" fmla="*/ 24 w 39"/>
                <a:gd name="T19" fmla="*/ 33 h 34"/>
                <a:gd name="T20" fmla="*/ 21 w 39"/>
                <a:gd name="T21" fmla="*/ 33 h 34"/>
                <a:gd name="T22" fmla="*/ 17 w 39"/>
                <a:gd name="T23" fmla="*/ 31 h 34"/>
                <a:gd name="T24" fmla="*/ 5 w 39"/>
                <a:gd name="T25" fmla="*/ 24 h 34"/>
                <a:gd name="T26" fmla="*/ 0 w 39"/>
                <a:gd name="T27" fmla="*/ 21 h 34"/>
                <a:gd name="T28" fmla="*/ 8 w 39"/>
                <a:gd name="T29" fmla="*/ 23 h 34"/>
                <a:gd name="T30" fmla="*/ 15 w 39"/>
                <a:gd name="T31" fmla="*/ 24 h 34"/>
                <a:gd name="T32" fmla="*/ 19 w 39"/>
                <a:gd name="T33" fmla="*/ 25 h 34"/>
                <a:gd name="T34" fmla="*/ 20 w 39"/>
                <a:gd name="T35" fmla="*/ 18 h 34"/>
                <a:gd name="T36" fmla="*/ 21 w 39"/>
                <a:gd name="T37" fmla="*/ 7 h 34"/>
                <a:gd name="T38" fmla="*/ 21 w 39"/>
                <a:gd name="T39" fmla="*/ 7 h 34"/>
                <a:gd name="T40" fmla="*/ 17 w 39"/>
                <a:gd name="T41" fmla="*/ 9 h 34"/>
                <a:gd name="T42" fmla="*/ 5 w 39"/>
                <a:gd name="T43" fmla="*/ 13 h 34"/>
                <a:gd name="T44" fmla="*/ 3 w 39"/>
                <a:gd name="T45" fmla="*/ 9 h 34"/>
                <a:gd name="T46" fmla="*/ 7 w 39"/>
                <a:gd name="T47" fmla="*/ 10 h 34"/>
                <a:gd name="T48" fmla="*/ 11 w 39"/>
                <a:gd name="T49" fmla="*/ 8 h 34"/>
                <a:gd name="T50" fmla="*/ 19 w 39"/>
                <a:gd name="T51" fmla="*/ 4 h 34"/>
                <a:gd name="T52" fmla="*/ 29 w 39"/>
                <a:gd name="T53" fmla="*/ 2 h 34"/>
                <a:gd name="T54" fmla="*/ 33 w 39"/>
                <a:gd name="T55" fmla="*/ 0 h 34"/>
                <a:gd name="T56" fmla="*/ 37 w 39"/>
                <a:gd name="T57" fmla="*/ 1 h 34"/>
                <a:gd name="T58" fmla="*/ 39 w 39"/>
                <a:gd name="T59" fmla="*/ 3 h 34"/>
                <a:gd name="T60" fmla="*/ 39 w 39"/>
                <a:gd name="T61" fmla="*/ 5 h 34"/>
                <a:gd name="T62" fmla="*/ 25 w 39"/>
                <a:gd name="T6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" h="34"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7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6" y="8"/>
                    <a:pt x="25" y="10"/>
                    <a:pt x="25" y="13"/>
                  </a:cubicBezTo>
                  <a:cubicBezTo>
                    <a:pt x="26" y="17"/>
                    <a:pt x="26" y="21"/>
                    <a:pt x="26" y="25"/>
                  </a:cubicBezTo>
                  <a:cubicBezTo>
                    <a:pt x="26" y="26"/>
                    <a:pt x="26" y="31"/>
                    <a:pt x="25" y="32"/>
                  </a:cubicBezTo>
                  <a:cubicBezTo>
                    <a:pt x="25" y="32"/>
                    <a:pt x="25" y="33"/>
                    <a:pt x="24" y="33"/>
                  </a:cubicBezTo>
                  <a:cubicBezTo>
                    <a:pt x="23" y="34"/>
                    <a:pt x="22" y="33"/>
                    <a:pt x="21" y="33"/>
                  </a:cubicBezTo>
                  <a:cubicBezTo>
                    <a:pt x="20" y="32"/>
                    <a:pt x="18" y="32"/>
                    <a:pt x="17" y="31"/>
                  </a:cubicBezTo>
                  <a:cubicBezTo>
                    <a:pt x="13" y="29"/>
                    <a:pt x="8" y="26"/>
                    <a:pt x="5" y="24"/>
                  </a:cubicBezTo>
                  <a:cubicBezTo>
                    <a:pt x="3" y="23"/>
                    <a:pt x="0" y="23"/>
                    <a:pt x="0" y="21"/>
                  </a:cubicBezTo>
                  <a:cubicBezTo>
                    <a:pt x="3" y="21"/>
                    <a:pt x="5" y="23"/>
                    <a:pt x="8" y="23"/>
                  </a:cubicBezTo>
                  <a:cubicBezTo>
                    <a:pt x="10" y="24"/>
                    <a:pt x="12" y="24"/>
                    <a:pt x="15" y="24"/>
                  </a:cubicBezTo>
                  <a:cubicBezTo>
                    <a:pt x="16" y="24"/>
                    <a:pt x="19" y="25"/>
                    <a:pt x="19" y="25"/>
                  </a:cubicBezTo>
                  <a:cubicBezTo>
                    <a:pt x="21" y="23"/>
                    <a:pt x="20" y="21"/>
                    <a:pt x="20" y="18"/>
                  </a:cubicBezTo>
                  <a:cubicBezTo>
                    <a:pt x="21" y="16"/>
                    <a:pt x="22" y="9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8"/>
                    <a:pt x="18" y="9"/>
                    <a:pt x="17" y="9"/>
                  </a:cubicBezTo>
                  <a:cubicBezTo>
                    <a:pt x="14" y="11"/>
                    <a:pt x="10" y="14"/>
                    <a:pt x="5" y="13"/>
                  </a:cubicBezTo>
                  <a:cubicBezTo>
                    <a:pt x="4" y="12"/>
                    <a:pt x="3" y="11"/>
                    <a:pt x="3" y="9"/>
                  </a:cubicBezTo>
                  <a:cubicBezTo>
                    <a:pt x="4" y="9"/>
                    <a:pt x="5" y="10"/>
                    <a:pt x="7" y="10"/>
                  </a:cubicBezTo>
                  <a:cubicBezTo>
                    <a:pt x="8" y="9"/>
                    <a:pt x="10" y="8"/>
                    <a:pt x="11" y="8"/>
                  </a:cubicBezTo>
                  <a:cubicBezTo>
                    <a:pt x="14" y="6"/>
                    <a:pt x="17" y="5"/>
                    <a:pt x="19" y="4"/>
                  </a:cubicBezTo>
                  <a:cubicBezTo>
                    <a:pt x="22" y="3"/>
                    <a:pt x="25" y="3"/>
                    <a:pt x="29" y="2"/>
                  </a:cubicBezTo>
                  <a:cubicBezTo>
                    <a:pt x="30" y="1"/>
                    <a:pt x="31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8" y="2"/>
                    <a:pt x="38" y="2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6" y="7"/>
                    <a:pt x="30" y="8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8" name="iŝ1iḍe"/>
            <p:cNvSpPr/>
            <p:nvPr/>
          </p:nvSpPr>
          <p:spPr bwMode="auto">
            <a:xfrm>
              <a:off x="7472363" y="3055938"/>
              <a:ext cx="315913" cy="334963"/>
            </a:xfrm>
            <a:custGeom>
              <a:avLst/>
              <a:gdLst>
                <a:gd name="T0" fmla="*/ 41 w 59"/>
                <a:gd name="T1" fmla="*/ 7 h 62"/>
                <a:gd name="T2" fmla="*/ 31 w 59"/>
                <a:gd name="T3" fmla="*/ 15 h 62"/>
                <a:gd name="T4" fmla="*/ 29 w 59"/>
                <a:gd name="T5" fmla="*/ 18 h 62"/>
                <a:gd name="T6" fmla="*/ 48 w 59"/>
                <a:gd name="T7" fmla="*/ 10 h 62"/>
                <a:gd name="T8" fmla="*/ 57 w 59"/>
                <a:gd name="T9" fmla="*/ 10 h 62"/>
                <a:gd name="T10" fmla="*/ 43 w 59"/>
                <a:gd name="T11" fmla="*/ 30 h 62"/>
                <a:gd name="T12" fmla="*/ 39 w 59"/>
                <a:gd name="T13" fmla="*/ 37 h 62"/>
                <a:gd name="T14" fmla="*/ 51 w 59"/>
                <a:gd name="T15" fmla="*/ 34 h 62"/>
                <a:gd name="T16" fmla="*/ 52 w 59"/>
                <a:gd name="T17" fmla="*/ 41 h 62"/>
                <a:gd name="T18" fmla="*/ 38 w 59"/>
                <a:gd name="T19" fmla="*/ 46 h 62"/>
                <a:gd name="T20" fmla="*/ 26 w 59"/>
                <a:gd name="T21" fmla="*/ 48 h 62"/>
                <a:gd name="T22" fmla="*/ 45 w 59"/>
                <a:gd name="T23" fmla="*/ 40 h 62"/>
                <a:gd name="T24" fmla="*/ 50 w 59"/>
                <a:gd name="T25" fmla="*/ 36 h 62"/>
                <a:gd name="T26" fmla="*/ 39 w 59"/>
                <a:gd name="T27" fmla="*/ 39 h 62"/>
                <a:gd name="T28" fmla="*/ 33 w 59"/>
                <a:gd name="T29" fmla="*/ 42 h 62"/>
                <a:gd name="T30" fmla="*/ 26 w 59"/>
                <a:gd name="T31" fmla="*/ 43 h 62"/>
                <a:gd name="T32" fmla="*/ 2 w 59"/>
                <a:gd name="T33" fmla="*/ 62 h 62"/>
                <a:gd name="T34" fmla="*/ 1 w 59"/>
                <a:gd name="T35" fmla="*/ 56 h 62"/>
                <a:gd name="T36" fmla="*/ 9 w 59"/>
                <a:gd name="T37" fmla="*/ 45 h 62"/>
                <a:gd name="T38" fmla="*/ 3 w 59"/>
                <a:gd name="T39" fmla="*/ 57 h 62"/>
                <a:gd name="T40" fmla="*/ 7 w 59"/>
                <a:gd name="T41" fmla="*/ 54 h 62"/>
                <a:gd name="T42" fmla="*/ 20 w 59"/>
                <a:gd name="T43" fmla="*/ 44 h 62"/>
                <a:gd name="T44" fmla="*/ 28 w 59"/>
                <a:gd name="T45" fmla="*/ 40 h 62"/>
                <a:gd name="T46" fmla="*/ 23 w 59"/>
                <a:gd name="T47" fmla="*/ 34 h 62"/>
                <a:gd name="T48" fmla="*/ 15 w 59"/>
                <a:gd name="T49" fmla="*/ 40 h 62"/>
                <a:gd name="T50" fmla="*/ 20 w 59"/>
                <a:gd name="T51" fmla="*/ 31 h 62"/>
                <a:gd name="T52" fmla="*/ 15 w 59"/>
                <a:gd name="T53" fmla="*/ 30 h 62"/>
                <a:gd name="T54" fmla="*/ 13 w 59"/>
                <a:gd name="T55" fmla="*/ 18 h 62"/>
                <a:gd name="T56" fmla="*/ 12 w 59"/>
                <a:gd name="T57" fmla="*/ 14 h 62"/>
                <a:gd name="T58" fmla="*/ 18 w 59"/>
                <a:gd name="T59" fmla="*/ 22 h 62"/>
                <a:gd name="T60" fmla="*/ 21 w 59"/>
                <a:gd name="T61" fmla="*/ 29 h 62"/>
                <a:gd name="T62" fmla="*/ 23 w 59"/>
                <a:gd name="T63" fmla="*/ 16 h 62"/>
                <a:gd name="T64" fmla="*/ 35 w 59"/>
                <a:gd name="T65" fmla="*/ 3 h 62"/>
                <a:gd name="T66" fmla="*/ 52 w 59"/>
                <a:gd name="T67" fmla="*/ 11 h 62"/>
                <a:gd name="T68" fmla="*/ 35 w 59"/>
                <a:gd name="T69" fmla="*/ 17 h 62"/>
                <a:gd name="T70" fmla="*/ 40 w 59"/>
                <a:gd name="T71" fmla="*/ 28 h 62"/>
                <a:gd name="T72" fmla="*/ 40 w 59"/>
                <a:gd name="T73" fmla="*/ 28 h 62"/>
                <a:gd name="T74" fmla="*/ 49 w 59"/>
                <a:gd name="T75" fmla="*/ 17 h 62"/>
                <a:gd name="T76" fmla="*/ 39 w 59"/>
                <a:gd name="T77" fmla="*/ 29 h 62"/>
                <a:gd name="T78" fmla="*/ 30 w 59"/>
                <a:gd name="T79" fmla="*/ 32 h 62"/>
                <a:gd name="T80" fmla="*/ 32 w 59"/>
                <a:gd name="T81" fmla="*/ 38 h 62"/>
                <a:gd name="T82" fmla="*/ 39 w 59"/>
                <a:gd name="T83" fmla="*/ 29 h 62"/>
                <a:gd name="T84" fmla="*/ 29 w 59"/>
                <a:gd name="T85" fmla="*/ 28 h 62"/>
                <a:gd name="T86" fmla="*/ 30 w 59"/>
                <a:gd name="T87" fmla="*/ 30 h 62"/>
                <a:gd name="T88" fmla="*/ 35 w 59"/>
                <a:gd name="T89" fmla="*/ 20 h 62"/>
                <a:gd name="T90" fmla="*/ 31 w 59"/>
                <a:gd name="T91" fmla="*/ 19 h 62"/>
                <a:gd name="T92" fmla="*/ 31 w 59"/>
                <a:gd name="T93" fmla="*/ 24 h 62"/>
                <a:gd name="T94" fmla="*/ 28 w 59"/>
                <a:gd name="T95" fmla="*/ 31 h 62"/>
                <a:gd name="T96" fmla="*/ 28 w 59"/>
                <a:gd name="T97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62">
                  <a:moveTo>
                    <a:pt x="33" y="0"/>
                  </a:moveTo>
                  <a:cubicBezTo>
                    <a:pt x="37" y="0"/>
                    <a:pt x="41" y="3"/>
                    <a:pt x="41" y="7"/>
                  </a:cubicBezTo>
                  <a:cubicBezTo>
                    <a:pt x="40" y="8"/>
                    <a:pt x="39" y="9"/>
                    <a:pt x="38" y="10"/>
                  </a:cubicBezTo>
                  <a:cubicBezTo>
                    <a:pt x="36" y="12"/>
                    <a:pt x="34" y="13"/>
                    <a:pt x="31" y="15"/>
                  </a:cubicBezTo>
                  <a:cubicBezTo>
                    <a:pt x="30" y="15"/>
                    <a:pt x="28" y="16"/>
                    <a:pt x="28" y="17"/>
                  </a:cubicBezTo>
                  <a:cubicBezTo>
                    <a:pt x="28" y="17"/>
                    <a:pt x="29" y="18"/>
                    <a:pt x="29" y="18"/>
                  </a:cubicBezTo>
                  <a:cubicBezTo>
                    <a:pt x="31" y="17"/>
                    <a:pt x="32" y="16"/>
                    <a:pt x="34" y="15"/>
                  </a:cubicBezTo>
                  <a:cubicBezTo>
                    <a:pt x="39" y="13"/>
                    <a:pt x="43" y="11"/>
                    <a:pt x="48" y="10"/>
                  </a:cubicBezTo>
                  <a:cubicBezTo>
                    <a:pt x="51" y="9"/>
                    <a:pt x="54" y="8"/>
                    <a:pt x="57" y="9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7" y="14"/>
                    <a:pt x="53" y="16"/>
                    <a:pt x="51" y="19"/>
                  </a:cubicBezTo>
                  <a:cubicBezTo>
                    <a:pt x="48" y="22"/>
                    <a:pt x="46" y="26"/>
                    <a:pt x="43" y="30"/>
                  </a:cubicBezTo>
                  <a:cubicBezTo>
                    <a:pt x="43" y="31"/>
                    <a:pt x="43" y="31"/>
                    <a:pt x="42" y="32"/>
                  </a:cubicBezTo>
                  <a:cubicBezTo>
                    <a:pt x="41" y="33"/>
                    <a:pt x="40" y="35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2" y="35"/>
                    <a:pt x="49" y="34"/>
                    <a:pt x="51" y="34"/>
                  </a:cubicBezTo>
                  <a:cubicBezTo>
                    <a:pt x="53" y="33"/>
                    <a:pt x="56" y="34"/>
                    <a:pt x="56" y="35"/>
                  </a:cubicBezTo>
                  <a:cubicBezTo>
                    <a:pt x="59" y="37"/>
                    <a:pt x="54" y="40"/>
                    <a:pt x="52" y="41"/>
                  </a:cubicBezTo>
                  <a:cubicBezTo>
                    <a:pt x="50" y="43"/>
                    <a:pt x="46" y="44"/>
                    <a:pt x="43" y="45"/>
                  </a:cubicBezTo>
                  <a:cubicBezTo>
                    <a:pt x="41" y="45"/>
                    <a:pt x="39" y="45"/>
                    <a:pt x="38" y="46"/>
                  </a:cubicBezTo>
                  <a:cubicBezTo>
                    <a:pt x="34" y="47"/>
                    <a:pt x="31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7" y="47"/>
                    <a:pt x="29" y="47"/>
                    <a:pt x="30" y="46"/>
                  </a:cubicBezTo>
                  <a:cubicBezTo>
                    <a:pt x="34" y="44"/>
                    <a:pt x="40" y="42"/>
                    <a:pt x="45" y="40"/>
                  </a:cubicBezTo>
                  <a:cubicBezTo>
                    <a:pt x="47" y="39"/>
                    <a:pt x="50" y="38"/>
                    <a:pt x="51" y="36"/>
                  </a:cubicBezTo>
                  <a:cubicBezTo>
                    <a:pt x="51" y="36"/>
                    <a:pt x="50" y="36"/>
                    <a:pt x="50" y="36"/>
                  </a:cubicBezTo>
                  <a:cubicBezTo>
                    <a:pt x="49" y="37"/>
                    <a:pt x="48" y="37"/>
                    <a:pt x="47" y="37"/>
                  </a:cubicBezTo>
                  <a:cubicBezTo>
                    <a:pt x="45" y="38"/>
                    <a:pt x="42" y="38"/>
                    <a:pt x="39" y="39"/>
                  </a:cubicBezTo>
                  <a:cubicBezTo>
                    <a:pt x="38" y="39"/>
                    <a:pt x="37" y="40"/>
                    <a:pt x="36" y="40"/>
                  </a:cubicBezTo>
                  <a:cubicBezTo>
                    <a:pt x="35" y="41"/>
                    <a:pt x="34" y="42"/>
                    <a:pt x="33" y="42"/>
                  </a:cubicBezTo>
                  <a:cubicBezTo>
                    <a:pt x="31" y="43"/>
                    <a:pt x="30" y="42"/>
                    <a:pt x="29" y="42"/>
                  </a:cubicBezTo>
                  <a:cubicBezTo>
                    <a:pt x="28" y="42"/>
                    <a:pt x="27" y="43"/>
                    <a:pt x="26" y="43"/>
                  </a:cubicBezTo>
                  <a:cubicBezTo>
                    <a:pt x="22" y="45"/>
                    <a:pt x="18" y="46"/>
                    <a:pt x="15" y="48"/>
                  </a:cubicBezTo>
                  <a:cubicBezTo>
                    <a:pt x="11" y="51"/>
                    <a:pt x="8" y="60"/>
                    <a:pt x="2" y="62"/>
                  </a:cubicBezTo>
                  <a:cubicBezTo>
                    <a:pt x="1" y="62"/>
                    <a:pt x="0" y="62"/>
                    <a:pt x="0" y="61"/>
                  </a:cubicBezTo>
                  <a:cubicBezTo>
                    <a:pt x="0" y="60"/>
                    <a:pt x="0" y="57"/>
                    <a:pt x="1" y="56"/>
                  </a:cubicBezTo>
                  <a:cubicBezTo>
                    <a:pt x="3" y="53"/>
                    <a:pt x="5" y="50"/>
                    <a:pt x="7" y="47"/>
                  </a:cubicBezTo>
                  <a:cubicBezTo>
                    <a:pt x="8" y="46"/>
                    <a:pt x="8" y="45"/>
                    <a:pt x="9" y="45"/>
                  </a:cubicBezTo>
                  <a:cubicBezTo>
                    <a:pt x="9" y="46"/>
                    <a:pt x="8" y="47"/>
                    <a:pt x="8" y="48"/>
                  </a:cubicBezTo>
                  <a:cubicBezTo>
                    <a:pt x="6" y="51"/>
                    <a:pt x="4" y="5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9" y="52"/>
                    <a:pt x="10" y="50"/>
                    <a:pt x="12" y="49"/>
                  </a:cubicBezTo>
                  <a:cubicBezTo>
                    <a:pt x="15" y="47"/>
                    <a:pt x="17" y="45"/>
                    <a:pt x="20" y="44"/>
                  </a:cubicBezTo>
                  <a:cubicBezTo>
                    <a:pt x="22" y="43"/>
                    <a:pt x="24" y="42"/>
                    <a:pt x="26" y="41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6" y="36"/>
                    <a:pt x="25" y="35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0" y="36"/>
                    <a:pt x="19" y="40"/>
                    <a:pt x="15" y="40"/>
                  </a:cubicBezTo>
                  <a:cubicBezTo>
                    <a:pt x="15" y="40"/>
                    <a:pt x="15" y="40"/>
                    <a:pt x="15" y="39"/>
                  </a:cubicBezTo>
                  <a:cubicBezTo>
                    <a:pt x="17" y="38"/>
                    <a:pt x="20" y="34"/>
                    <a:pt x="20" y="31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8" y="31"/>
                    <a:pt x="15" y="32"/>
                    <a:pt x="15" y="30"/>
                  </a:cubicBezTo>
                  <a:cubicBezTo>
                    <a:pt x="16" y="29"/>
                    <a:pt x="15" y="27"/>
                    <a:pt x="15" y="26"/>
                  </a:cubicBezTo>
                  <a:cubicBezTo>
                    <a:pt x="14" y="23"/>
                    <a:pt x="14" y="21"/>
                    <a:pt x="13" y="18"/>
                  </a:cubicBezTo>
                  <a:cubicBezTo>
                    <a:pt x="12" y="17"/>
                    <a:pt x="12" y="16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6" y="18"/>
                    <a:pt x="17" y="20"/>
                    <a:pt x="18" y="22"/>
                  </a:cubicBezTo>
                  <a:cubicBezTo>
                    <a:pt x="19" y="23"/>
                    <a:pt x="20" y="25"/>
                    <a:pt x="21" y="27"/>
                  </a:cubicBezTo>
                  <a:cubicBezTo>
                    <a:pt x="21" y="28"/>
                    <a:pt x="21" y="28"/>
                    <a:pt x="21" y="29"/>
                  </a:cubicBezTo>
                  <a:cubicBezTo>
                    <a:pt x="23" y="27"/>
                    <a:pt x="25" y="24"/>
                    <a:pt x="25" y="21"/>
                  </a:cubicBezTo>
                  <a:cubicBezTo>
                    <a:pt x="24" y="20"/>
                    <a:pt x="23" y="18"/>
                    <a:pt x="23" y="16"/>
                  </a:cubicBezTo>
                  <a:cubicBezTo>
                    <a:pt x="24" y="16"/>
                    <a:pt x="25" y="16"/>
                    <a:pt x="26" y="17"/>
                  </a:cubicBezTo>
                  <a:cubicBezTo>
                    <a:pt x="28" y="13"/>
                    <a:pt x="34" y="7"/>
                    <a:pt x="35" y="3"/>
                  </a:cubicBezTo>
                  <a:cubicBezTo>
                    <a:pt x="34" y="2"/>
                    <a:pt x="33" y="1"/>
                    <a:pt x="33" y="0"/>
                  </a:cubicBezTo>
                  <a:close/>
                  <a:moveTo>
                    <a:pt x="52" y="11"/>
                  </a:moveTo>
                  <a:cubicBezTo>
                    <a:pt x="47" y="11"/>
                    <a:pt x="44" y="13"/>
                    <a:pt x="41" y="15"/>
                  </a:cubicBezTo>
                  <a:cubicBezTo>
                    <a:pt x="39" y="16"/>
                    <a:pt x="37" y="16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8" y="20"/>
                    <a:pt x="41" y="22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2" y="25"/>
                    <a:pt x="43" y="24"/>
                  </a:cubicBezTo>
                  <a:cubicBezTo>
                    <a:pt x="45" y="22"/>
                    <a:pt x="47" y="19"/>
                    <a:pt x="49" y="17"/>
                  </a:cubicBezTo>
                  <a:cubicBezTo>
                    <a:pt x="50" y="15"/>
                    <a:pt x="51" y="13"/>
                    <a:pt x="52" y="11"/>
                  </a:cubicBezTo>
                  <a:close/>
                  <a:moveTo>
                    <a:pt x="39" y="29"/>
                  </a:moveTo>
                  <a:cubicBezTo>
                    <a:pt x="39" y="29"/>
                    <a:pt x="33" y="31"/>
                    <a:pt x="33" y="32"/>
                  </a:cubicBezTo>
                  <a:cubicBezTo>
                    <a:pt x="32" y="32"/>
                    <a:pt x="30" y="32"/>
                    <a:pt x="30" y="32"/>
                  </a:cubicBezTo>
                  <a:cubicBezTo>
                    <a:pt x="30" y="33"/>
                    <a:pt x="30" y="34"/>
                    <a:pt x="30" y="34"/>
                  </a:cubicBezTo>
                  <a:cubicBezTo>
                    <a:pt x="31" y="36"/>
                    <a:pt x="30" y="37"/>
                    <a:pt x="32" y="38"/>
                  </a:cubicBezTo>
                  <a:cubicBezTo>
                    <a:pt x="34" y="34"/>
                    <a:pt x="37" y="32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lose/>
                  <a:moveTo>
                    <a:pt x="28" y="28"/>
                  </a:moveTo>
                  <a:cubicBezTo>
                    <a:pt x="28" y="28"/>
                    <a:pt x="29" y="28"/>
                    <a:pt x="29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9"/>
                    <a:pt x="29" y="30"/>
                    <a:pt x="30" y="30"/>
                  </a:cubicBezTo>
                  <a:cubicBezTo>
                    <a:pt x="32" y="28"/>
                    <a:pt x="37" y="28"/>
                    <a:pt x="37" y="24"/>
                  </a:cubicBezTo>
                  <a:cubicBezTo>
                    <a:pt x="36" y="23"/>
                    <a:pt x="36" y="21"/>
                    <a:pt x="35" y="20"/>
                  </a:cubicBezTo>
                  <a:cubicBezTo>
                    <a:pt x="35" y="19"/>
                    <a:pt x="34" y="19"/>
                    <a:pt x="33" y="18"/>
                  </a:cubicBezTo>
                  <a:cubicBezTo>
                    <a:pt x="33" y="18"/>
                    <a:pt x="32" y="18"/>
                    <a:pt x="31" y="19"/>
                  </a:cubicBezTo>
                  <a:cubicBezTo>
                    <a:pt x="32" y="19"/>
                    <a:pt x="34" y="21"/>
                    <a:pt x="33" y="22"/>
                  </a:cubicBezTo>
                  <a:cubicBezTo>
                    <a:pt x="33" y="23"/>
                    <a:pt x="32" y="23"/>
                    <a:pt x="31" y="24"/>
                  </a:cubicBezTo>
                  <a:cubicBezTo>
                    <a:pt x="30" y="25"/>
                    <a:pt x="27" y="28"/>
                    <a:pt x="27" y="30"/>
                  </a:cubicBezTo>
                  <a:cubicBezTo>
                    <a:pt x="27" y="30"/>
                    <a:pt x="27" y="31"/>
                    <a:pt x="28" y="31"/>
                  </a:cubicBezTo>
                  <a:cubicBezTo>
                    <a:pt x="28" y="31"/>
                    <a:pt x="28" y="31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29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9" name="ïŝḷîďé"/>
            <p:cNvSpPr/>
            <p:nvPr/>
          </p:nvSpPr>
          <p:spPr bwMode="auto">
            <a:xfrm>
              <a:off x="6002338" y="3148013"/>
              <a:ext cx="223838" cy="346075"/>
            </a:xfrm>
            <a:custGeom>
              <a:avLst/>
              <a:gdLst>
                <a:gd name="T0" fmla="*/ 31 w 42"/>
                <a:gd name="T1" fmla="*/ 43 h 64"/>
                <a:gd name="T2" fmla="*/ 33 w 42"/>
                <a:gd name="T3" fmla="*/ 34 h 64"/>
                <a:gd name="T4" fmla="*/ 32 w 42"/>
                <a:gd name="T5" fmla="*/ 28 h 64"/>
                <a:gd name="T6" fmla="*/ 29 w 42"/>
                <a:gd name="T7" fmla="*/ 29 h 64"/>
                <a:gd name="T8" fmla="*/ 23 w 42"/>
                <a:gd name="T9" fmla="*/ 34 h 64"/>
                <a:gd name="T10" fmla="*/ 23 w 42"/>
                <a:gd name="T11" fmla="*/ 40 h 64"/>
                <a:gd name="T12" fmla="*/ 11 w 42"/>
                <a:gd name="T13" fmla="*/ 45 h 64"/>
                <a:gd name="T14" fmla="*/ 1 w 42"/>
                <a:gd name="T15" fmla="*/ 44 h 64"/>
                <a:gd name="T16" fmla="*/ 1 w 42"/>
                <a:gd name="T17" fmla="*/ 40 h 64"/>
                <a:gd name="T18" fmla="*/ 6 w 42"/>
                <a:gd name="T19" fmla="*/ 39 h 64"/>
                <a:gd name="T20" fmla="*/ 13 w 42"/>
                <a:gd name="T21" fmla="*/ 34 h 64"/>
                <a:gd name="T22" fmla="*/ 11 w 42"/>
                <a:gd name="T23" fmla="*/ 31 h 64"/>
                <a:gd name="T24" fmla="*/ 6 w 42"/>
                <a:gd name="T25" fmla="*/ 33 h 64"/>
                <a:gd name="T26" fmla="*/ 1 w 42"/>
                <a:gd name="T27" fmla="*/ 29 h 64"/>
                <a:gd name="T28" fmla="*/ 1 w 42"/>
                <a:gd name="T29" fmla="*/ 28 h 64"/>
                <a:gd name="T30" fmla="*/ 5 w 42"/>
                <a:gd name="T31" fmla="*/ 26 h 64"/>
                <a:gd name="T32" fmla="*/ 8 w 42"/>
                <a:gd name="T33" fmla="*/ 25 h 64"/>
                <a:gd name="T34" fmla="*/ 17 w 42"/>
                <a:gd name="T35" fmla="*/ 21 h 64"/>
                <a:gd name="T36" fmla="*/ 21 w 42"/>
                <a:gd name="T37" fmla="*/ 12 h 64"/>
                <a:gd name="T38" fmla="*/ 22 w 42"/>
                <a:gd name="T39" fmla="*/ 8 h 64"/>
                <a:gd name="T40" fmla="*/ 25 w 42"/>
                <a:gd name="T41" fmla="*/ 0 h 64"/>
                <a:gd name="T42" fmla="*/ 28 w 42"/>
                <a:gd name="T43" fmla="*/ 1 h 64"/>
                <a:gd name="T44" fmla="*/ 29 w 42"/>
                <a:gd name="T45" fmla="*/ 13 h 64"/>
                <a:gd name="T46" fmla="*/ 33 w 42"/>
                <a:gd name="T47" fmla="*/ 13 h 64"/>
                <a:gd name="T48" fmla="*/ 36 w 42"/>
                <a:gd name="T49" fmla="*/ 9 h 64"/>
                <a:gd name="T50" fmla="*/ 41 w 42"/>
                <a:gd name="T51" fmla="*/ 12 h 64"/>
                <a:gd name="T52" fmla="*/ 26 w 42"/>
                <a:gd name="T53" fmla="*/ 21 h 64"/>
                <a:gd name="T54" fmla="*/ 17 w 42"/>
                <a:gd name="T55" fmla="*/ 29 h 64"/>
                <a:gd name="T56" fmla="*/ 25 w 42"/>
                <a:gd name="T57" fmla="*/ 28 h 64"/>
                <a:gd name="T58" fmla="*/ 33 w 42"/>
                <a:gd name="T59" fmla="*/ 24 h 64"/>
                <a:gd name="T60" fmla="*/ 37 w 42"/>
                <a:gd name="T61" fmla="*/ 21 h 64"/>
                <a:gd name="T62" fmla="*/ 42 w 42"/>
                <a:gd name="T63" fmla="*/ 26 h 64"/>
                <a:gd name="T64" fmla="*/ 38 w 42"/>
                <a:gd name="T65" fmla="*/ 38 h 64"/>
                <a:gd name="T66" fmla="*/ 32 w 42"/>
                <a:gd name="T67" fmla="*/ 63 h 64"/>
                <a:gd name="T68" fmla="*/ 25 w 42"/>
                <a:gd name="T69" fmla="*/ 57 h 64"/>
                <a:gd name="T70" fmla="*/ 22 w 42"/>
                <a:gd name="T71" fmla="*/ 55 h 64"/>
                <a:gd name="T72" fmla="*/ 17 w 42"/>
                <a:gd name="T73" fmla="*/ 62 h 64"/>
                <a:gd name="T74" fmla="*/ 15 w 42"/>
                <a:gd name="T75" fmla="*/ 64 h 64"/>
                <a:gd name="T76" fmla="*/ 12 w 42"/>
                <a:gd name="T77" fmla="*/ 64 h 64"/>
                <a:gd name="T78" fmla="*/ 9 w 42"/>
                <a:gd name="T79" fmla="*/ 58 h 64"/>
                <a:gd name="T80" fmla="*/ 11 w 42"/>
                <a:gd name="T81" fmla="*/ 54 h 64"/>
                <a:gd name="T82" fmla="*/ 10 w 42"/>
                <a:gd name="T83" fmla="*/ 52 h 64"/>
                <a:gd name="T84" fmla="*/ 15 w 42"/>
                <a:gd name="T85" fmla="*/ 47 h 64"/>
                <a:gd name="T86" fmla="*/ 22 w 42"/>
                <a:gd name="T87" fmla="*/ 48 h 64"/>
                <a:gd name="T88" fmla="*/ 24 w 42"/>
                <a:gd name="T89" fmla="*/ 53 h 64"/>
                <a:gd name="T90" fmla="*/ 31 w 42"/>
                <a:gd name="T91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" h="64">
                  <a:moveTo>
                    <a:pt x="31" y="50"/>
                  </a:moveTo>
                  <a:cubicBezTo>
                    <a:pt x="31" y="46"/>
                    <a:pt x="31" y="46"/>
                    <a:pt x="31" y="43"/>
                  </a:cubicBezTo>
                  <a:cubicBezTo>
                    <a:pt x="31" y="42"/>
                    <a:pt x="32" y="40"/>
                    <a:pt x="32" y="38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3"/>
                    <a:pt x="34" y="30"/>
                    <a:pt x="33" y="30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1" y="28"/>
                    <a:pt x="31" y="28"/>
                    <a:pt x="30" y="28"/>
                  </a:cubicBezTo>
                  <a:cubicBezTo>
                    <a:pt x="30" y="29"/>
                    <a:pt x="29" y="29"/>
                    <a:pt x="29" y="29"/>
                  </a:cubicBezTo>
                  <a:cubicBezTo>
                    <a:pt x="28" y="29"/>
                    <a:pt x="28" y="30"/>
                    <a:pt x="27" y="30"/>
                  </a:cubicBezTo>
                  <a:cubicBezTo>
                    <a:pt x="25" y="31"/>
                    <a:pt x="24" y="32"/>
                    <a:pt x="23" y="34"/>
                  </a:cubicBezTo>
                  <a:cubicBezTo>
                    <a:pt x="23" y="35"/>
                    <a:pt x="24" y="38"/>
                    <a:pt x="23" y="39"/>
                  </a:cubicBezTo>
                  <a:cubicBezTo>
                    <a:pt x="23" y="39"/>
                    <a:pt x="23" y="40"/>
                    <a:pt x="23" y="40"/>
                  </a:cubicBezTo>
                  <a:cubicBezTo>
                    <a:pt x="21" y="40"/>
                    <a:pt x="18" y="40"/>
                    <a:pt x="17" y="41"/>
                  </a:cubicBezTo>
                  <a:cubicBezTo>
                    <a:pt x="15" y="43"/>
                    <a:pt x="12" y="45"/>
                    <a:pt x="11" y="45"/>
                  </a:cubicBezTo>
                  <a:cubicBezTo>
                    <a:pt x="10" y="46"/>
                    <a:pt x="5" y="46"/>
                    <a:pt x="3" y="45"/>
                  </a:cubicBezTo>
                  <a:cubicBezTo>
                    <a:pt x="3" y="45"/>
                    <a:pt x="2" y="44"/>
                    <a:pt x="1" y="44"/>
                  </a:cubicBezTo>
                  <a:cubicBezTo>
                    <a:pt x="1" y="43"/>
                    <a:pt x="0" y="41"/>
                    <a:pt x="0" y="41"/>
                  </a:cubicBezTo>
                  <a:cubicBezTo>
                    <a:pt x="1" y="40"/>
                    <a:pt x="0" y="40"/>
                    <a:pt x="1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5" y="39"/>
                    <a:pt x="6" y="39"/>
                  </a:cubicBezTo>
                  <a:cubicBezTo>
                    <a:pt x="8" y="38"/>
                    <a:pt x="10" y="37"/>
                    <a:pt x="11" y="37"/>
                  </a:cubicBezTo>
                  <a:cubicBezTo>
                    <a:pt x="12" y="36"/>
                    <a:pt x="13" y="35"/>
                    <a:pt x="13" y="34"/>
                  </a:cubicBezTo>
                  <a:cubicBezTo>
                    <a:pt x="13" y="34"/>
                    <a:pt x="13" y="34"/>
                    <a:pt x="13" y="33"/>
                  </a:cubicBezTo>
                  <a:cubicBezTo>
                    <a:pt x="13" y="32"/>
                    <a:pt x="12" y="32"/>
                    <a:pt x="11" y="31"/>
                  </a:cubicBezTo>
                  <a:cubicBezTo>
                    <a:pt x="10" y="31"/>
                    <a:pt x="9" y="31"/>
                    <a:pt x="8" y="32"/>
                  </a:cubicBezTo>
                  <a:cubicBezTo>
                    <a:pt x="8" y="32"/>
                    <a:pt x="7" y="33"/>
                    <a:pt x="6" y="33"/>
                  </a:cubicBezTo>
                  <a:cubicBezTo>
                    <a:pt x="5" y="32"/>
                    <a:pt x="3" y="32"/>
                    <a:pt x="2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2" y="26"/>
                    <a:pt x="0" y="26"/>
                    <a:pt x="5" y="26"/>
                  </a:cubicBezTo>
                  <a:cubicBezTo>
                    <a:pt x="6" y="26"/>
                    <a:pt x="6" y="26"/>
                    <a:pt x="7" y="26"/>
                  </a:cubicBezTo>
                  <a:cubicBezTo>
                    <a:pt x="7" y="25"/>
                    <a:pt x="7" y="25"/>
                    <a:pt x="8" y="25"/>
                  </a:cubicBezTo>
                  <a:cubicBezTo>
                    <a:pt x="9" y="25"/>
                    <a:pt x="10" y="25"/>
                    <a:pt x="12" y="24"/>
                  </a:cubicBezTo>
                  <a:cubicBezTo>
                    <a:pt x="14" y="23"/>
                    <a:pt x="16" y="22"/>
                    <a:pt x="17" y="21"/>
                  </a:cubicBezTo>
                  <a:cubicBezTo>
                    <a:pt x="18" y="20"/>
                    <a:pt x="19" y="18"/>
                    <a:pt x="19" y="16"/>
                  </a:cubicBezTo>
                  <a:cubicBezTo>
                    <a:pt x="20" y="15"/>
                    <a:pt x="20" y="13"/>
                    <a:pt x="21" y="12"/>
                  </a:cubicBezTo>
                  <a:cubicBezTo>
                    <a:pt x="21" y="11"/>
                    <a:pt x="21" y="10"/>
                    <a:pt x="21" y="9"/>
                  </a:cubicBezTo>
                  <a:cubicBezTo>
                    <a:pt x="21" y="9"/>
                    <a:pt x="22" y="8"/>
                    <a:pt x="22" y="8"/>
                  </a:cubicBezTo>
                  <a:cubicBezTo>
                    <a:pt x="22" y="7"/>
                    <a:pt x="22" y="6"/>
                    <a:pt x="23" y="5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5"/>
                    <a:pt x="30" y="6"/>
                    <a:pt x="30" y="7"/>
                  </a:cubicBezTo>
                  <a:cubicBezTo>
                    <a:pt x="31" y="8"/>
                    <a:pt x="30" y="10"/>
                    <a:pt x="29" y="13"/>
                  </a:cubicBezTo>
                  <a:cubicBezTo>
                    <a:pt x="29" y="14"/>
                    <a:pt x="30" y="14"/>
                    <a:pt x="31" y="13"/>
                  </a:cubicBezTo>
                  <a:cubicBezTo>
                    <a:pt x="32" y="13"/>
                    <a:pt x="33" y="12"/>
                    <a:pt x="33" y="13"/>
                  </a:cubicBezTo>
                  <a:cubicBezTo>
                    <a:pt x="32" y="13"/>
                    <a:pt x="34" y="11"/>
                    <a:pt x="34" y="11"/>
                  </a:cubicBezTo>
                  <a:cubicBezTo>
                    <a:pt x="35" y="10"/>
                    <a:pt x="36" y="9"/>
                    <a:pt x="36" y="9"/>
                  </a:cubicBezTo>
                  <a:cubicBezTo>
                    <a:pt x="37" y="9"/>
                    <a:pt x="39" y="8"/>
                    <a:pt x="40" y="9"/>
                  </a:cubicBezTo>
                  <a:cubicBezTo>
                    <a:pt x="41" y="10"/>
                    <a:pt x="42" y="11"/>
                    <a:pt x="41" y="12"/>
                  </a:cubicBezTo>
                  <a:cubicBezTo>
                    <a:pt x="39" y="15"/>
                    <a:pt x="38" y="15"/>
                    <a:pt x="37" y="15"/>
                  </a:cubicBezTo>
                  <a:cubicBezTo>
                    <a:pt x="30" y="18"/>
                    <a:pt x="28" y="19"/>
                    <a:pt x="26" y="21"/>
                  </a:cubicBezTo>
                  <a:cubicBezTo>
                    <a:pt x="23" y="22"/>
                    <a:pt x="23" y="24"/>
                    <a:pt x="20" y="27"/>
                  </a:cubicBezTo>
                  <a:cubicBezTo>
                    <a:pt x="19" y="28"/>
                    <a:pt x="18" y="29"/>
                    <a:pt x="17" y="29"/>
                  </a:cubicBezTo>
                  <a:cubicBezTo>
                    <a:pt x="17" y="30"/>
                    <a:pt x="18" y="32"/>
                    <a:pt x="19" y="32"/>
                  </a:cubicBezTo>
                  <a:cubicBezTo>
                    <a:pt x="20" y="32"/>
                    <a:pt x="23" y="29"/>
                    <a:pt x="25" y="28"/>
                  </a:cubicBezTo>
                  <a:cubicBezTo>
                    <a:pt x="26" y="27"/>
                    <a:pt x="28" y="26"/>
                    <a:pt x="30" y="25"/>
                  </a:cubicBezTo>
                  <a:cubicBezTo>
                    <a:pt x="31" y="25"/>
                    <a:pt x="32" y="25"/>
                    <a:pt x="33" y="24"/>
                  </a:cubicBezTo>
                  <a:cubicBezTo>
                    <a:pt x="34" y="23"/>
                    <a:pt x="35" y="22"/>
                    <a:pt x="36" y="22"/>
                  </a:cubicBezTo>
                  <a:cubicBezTo>
                    <a:pt x="36" y="21"/>
                    <a:pt x="36" y="21"/>
                    <a:pt x="37" y="21"/>
                  </a:cubicBezTo>
                  <a:cubicBezTo>
                    <a:pt x="38" y="21"/>
                    <a:pt x="42" y="21"/>
                    <a:pt x="42" y="22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2" y="27"/>
                    <a:pt x="42" y="31"/>
                    <a:pt x="40" y="33"/>
                  </a:cubicBezTo>
                  <a:cubicBezTo>
                    <a:pt x="39" y="35"/>
                    <a:pt x="39" y="36"/>
                    <a:pt x="38" y="38"/>
                  </a:cubicBezTo>
                  <a:cubicBezTo>
                    <a:pt x="35" y="47"/>
                    <a:pt x="35" y="55"/>
                    <a:pt x="33" y="62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0" y="63"/>
                    <a:pt x="28" y="62"/>
                    <a:pt x="27" y="60"/>
                  </a:cubicBezTo>
                  <a:cubicBezTo>
                    <a:pt x="26" y="59"/>
                    <a:pt x="26" y="58"/>
                    <a:pt x="25" y="57"/>
                  </a:cubicBezTo>
                  <a:cubicBezTo>
                    <a:pt x="24" y="57"/>
                    <a:pt x="24" y="56"/>
                    <a:pt x="23" y="56"/>
                  </a:cubicBezTo>
                  <a:cubicBezTo>
                    <a:pt x="23" y="56"/>
                    <a:pt x="22" y="55"/>
                    <a:pt x="22" y="55"/>
                  </a:cubicBezTo>
                  <a:cubicBezTo>
                    <a:pt x="21" y="54"/>
                    <a:pt x="20" y="55"/>
                    <a:pt x="19" y="55"/>
                  </a:cubicBezTo>
                  <a:cubicBezTo>
                    <a:pt x="18" y="57"/>
                    <a:pt x="19" y="55"/>
                    <a:pt x="17" y="62"/>
                  </a:cubicBezTo>
                  <a:cubicBezTo>
                    <a:pt x="17" y="62"/>
                    <a:pt x="17" y="63"/>
                    <a:pt x="16" y="63"/>
                  </a:cubicBezTo>
                  <a:cubicBezTo>
                    <a:pt x="16" y="64"/>
                    <a:pt x="16" y="64"/>
                    <a:pt x="15" y="64"/>
                  </a:cubicBezTo>
                  <a:cubicBezTo>
                    <a:pt x="15" y="64"/>
                    <a:pt x="14" y="64"/>
                    <a:pt x="13" y="64"/>
                  </a:cubicBezTo>
                  <a:cubicBezTo>
                    <a:pt x="13" y="64"/>
                    <a:pt x="12" y="64"/>
                    <a:pt x="12" y="64"/>
                  </a:cubicBezTo>
                  <a:cubicBezTo>
                    <a:pt x="12" y="63"/>
                    <a:pt x="13" y="60"/>
                    <a:pt x="12" y="59"/>
                  </a:cubicBezTo>
                  <a:cubicBezTo>
                    <a:pt x="11" y="57"/>
                    <a:pt x="9" y="58"/>
                    <a:pt x="9" y="58"/>
                  </a:cubicBezTo>
                  <a:cubicBezTo>
                    <a:pt x="8" y="57"/>
                    <a:pt x="8" y="56"/>
                    <a:pt x="9" y="55"/>
                  </a:cubicBezTo>
                  <a:cubicBezTo>
                    <a:pt x="10" y="54"/>
                    <a:pt x="10" y="55"/>
                    <a:pt x="11" y="54"/>
                  </a:cubicBezTo>
                  <a:cubicBezTo>
                    <a:pt x="12" y="54"/>
                    <a:pt x="12" y="53"/>
                    <a:pt x="11" y="53"/>
                  </a:cubicBezTo>
                  <a:cubicBezTo>
                    <a:pt x="11" y="52"/>
                    <a:pt x="11" y="52"/>
                    <a:pt x="10" y="52"/>
                  </a:cubicBezTo>
                  <a:cubicBezTo>
                    <a:pt x="9" y="51"/>
                    <a:pt x="9" y="49"/>
                    <a:pt x="10" y="49"/>
                  </a:cubicBezTo>
                  <a:cubicBezTo>
                    <a:pt x="11" y="48"/>
                    <a:pt x="13" y="48"/>
                    <a:pt x="15" y="47"/>
                  </a:cubicBezTo>
                  <a:cubicBezTo>
                    <a:pt x="18" y="46"/>
                    <a:pt x="21" y="46"/>
                    <a:pt x="21" y="46"/>
                  </a:cubicBezTo>
                  <a:cubicBezTo>
                    <a:pt x="22" y="46"/>
                    <a:pt x="23" y="47"/>
                    <a:pt x="22" y="48"/>
                  </a:cubicBezTo>
                  <a:cubicBezTo>
                    <a:pt x="21" y="48"/>
                    <a:pt x="21" y="49"/>
                    <a:pt x="21" y="50"/>
                  </a:cubicBezTo>
                  <a:cubicBezTo>
                    <a:pt x="21" y="52"/>
                    <a:pt x="23" y="53"/>
                    <a:pt x="24" y="53"/>
                  </a:cubicBezTo>
                  <a:cubicBezTo>
                    <a:pt x="26" y="55"/>
                    <a:pt x="28" y="53"/>
                    <a:pt x="29" y="52"/>
                  </a:cubicBezTo>
                  <a:cubicBezTo>
                    <a:pt x="29" y="52"/>
                    <a:pt x="30" y="50"/>
                    <a:pt x="31" y="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30" name="íśḷïḍe"/>
            <p:cNvSpPr/>
            <p:nvPr/>
          </p:nvSpPr>
          <p:spPr bwMode="auto">
            <a:xfrm>
              <a:off x="5970588" y="3390900"/>
              <a:ext cx="52388" cy="119063"/>
            </a:xfrm>
            <a:custGeom>
              <a:avLst/>
              <a:gdLst>
                <a:gd name="T0" fmla="*/ 1 w 10"/>
                <a:gd name="T1" fmla="*/ 17 h 22"/>
                <a:gd name="T2" fmla="*/ 1 w 10"/>
                <a:gd name="T3" fmla="*/ 8 h 22"/>
                <a:gd name="T4" fmla="*/ 2 w 10"/>
                <a:gd name="T5" fmla="*/ 2 h 22"/>
                <a:gd name="T6" fmla="*/ 2 w 10"/>
                <a:gd name="T7" fmla="*/ 1 h 22"/>
                <a:gd name="T8" fmla="*/ 3 w 10"/>
                <a:gd name="T9" fmla="*/ 1 h 22"/>
                <a:gd name="T10" fmla="*/ 5 w 10"/>
                <a:gd name="T11" fmla="*/ 2 h 22"/>
                <a:gd name="T12" fmla="*/ 7 w 10"/>
                <a:gd name="T13" fmla="*/ 5 h 22"/>
                <a:gd name="T14" fmla="*/ 9 w 10"/>
                <a:gd name="T15" fmla="*/ 8 h 22"/>
                <a:gd name="T16" fmla="*/ 10 w 10"/>
                <a:gd name="T17" fmla="*/ 12 h 22"/>
                <a:gd name="T18" fmla="*/ 10 w 10"/>
                <a:gd name="T19" fmla="*/ 17 h 22"/>
                <a:gd name="T20" fmla="*/ 9 w 10"/>
                <a:gd name="T21" fmla="*/ 21 h 22"/>
                <a:gd name="T22" fmla="*/ 7 w 10"/>
                <a:gd name="T23" fmla="*/ 22 h 22"/>
                <a:gd name="T24" fmla="*/ 4 w 10"/>
                <a:gd name="T25" fmla="*/ 21 h 22"/>
                <a:gd name="T26" fmla="*/ 1 w 10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2">
                  <a:moveTo>
                    <a:pt x="1" y="17"/>
                  </a:moveTo>
                  <a:cubicBezTo>
                    <a:pt x="0" y="14"/>
                    <a:pt x="1" y="11"/>
                    <a:pt x="1" y="8"/>
                  </a:cubicBezTo>
                  <a:cubicBezTo>
                    <a:pt x="1" y="6"/>
                    <a:pt x="2" y="4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4" y="1"/>
                    <a:pt x="4" y="1"/>
                    <a:pt x="5" y="2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6"/>
                    <a:pt x="8" y="7"/>
                    <a:pt x="9" y="8"/>
                  </a:cubicBezTo>
                  <a:cubicBezTo>
                    <a:pt x="9" y="9"/>
                    <a:pt x="10" y="11"/>
                    <a:pt x="10" y="12"/>
                  </a:cubicBezTo>
                  <a:cubicBezTo>
                    <a:pt x="10" y="14"/>
                    <a:pt x="10" y="16"/>
                    <a:pt x="10" y="17"/>
                  </a:cubicBezTo>
                  <a:cubicBezTo>
                    <a:pt x="10" y="19"/>
                    <a:pt x="9" y="21"/>
                    <a:pt x="9" y="21"/>
                  </a:cubicBezTo>
                  <a:cubicBezTo>
                    <a:pt x="8" y="22"/>
                    <a:pt x="7" y="22"/>
                    <a:pt x="7" y="22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3" y="19"/>
                    <a:pt x="1" y="1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31" name="íSḻîďè"/>
            <p:cNvSpPr/>
            <p:nvPr/>
          </p:nvSpPr>
          <p:spPr bwMode="auto">
            <a:xfrm>
              <a:off x="5472113" y="3132138"/>
              <a:ext cx="401638" cy="388938"/>
            </a:xfrm>
            <a:custGeom>
              <a:avLst/>
              <a:gdLst>
                <a:gd name="T0" fmla="*/ 32 w 75"/>
                <a:gd name="T1" fmla="*/ 71 h 72"/>
                <a:gd name="T2" fmla="*/ 25 w 75"/>
                <a:gd name="T3" fmla="*/ 68 h 72"/>
                <a:gd name="T4" fmla="*/ 28 w 75"/>
                <a:gd name="T5" fmla="*/ 65 h 72"/>
                <a:gd name="T6" fmla="*/ 40 w 75"/>
                <a:gd name="T7" fmla="*/ 61 h 72"/>
                <a:gd name="T8" fmla="*/ 43 w 75"/>
                <a:gd name="T9" fmla="*/ 61 h 72"/>
                <a:gd name="T10" fmla="*/ 47 w 75"/>
                <a:gd name="T11" fmla="*/ 63 h 72"/>
                <a:gd name="T12" fmla="*/ 51 w 75"/>
                <a:gd name="T13" fmla="*/ 53 h 72"/>
                <a:gd name="T14" fmla="*/ 58 w 75"/>
                <a:gd name="T15" fmla="*/ 40 h 72"/>
                <a:gd name="T16" fmla="*/ 62 w 75"/>
                <a:gd name="T17" fmla="*/ 33 h 72"/>
                <a:gd name="T18" fmla="*/ 59 w 75"/>
                <a:gd name="T19" fmla="*/ 32 h 72"/>
                <a:gd name="T20" fmla="*/ 56 w 75"/>
                <a:gd name="T21" fmla="*/ 33 h 72"/>
                <a:gd name="T22" fmla="*/ 48 w 75"/>
                <a:gd name="T23" fmla="*/ 40 h 72"/>
                <a:gd name="T24" fmla="*/ 47 w 75"/>
                <a:gd name="T25" fmla="*/ 45 h 72"/>
                <a:gd name="T26" fmla="*/ 43 w 75"/>
                <a:gd name="T27" fmla="*/ 49 h 72"/>
                <a:gd name="T28" fmla="*/ 41 w 75"/>
                <a:gd name="T29" fmla="*/ 44 h 72"/>
                <a:gd name="T30" fmla="*/ 36 w 75"/>
                <a:gd name="T31" fmla="*/ 45 h 72"/>
                <a:gd name="T32" fmla="*/ 31 w 75"/>
                <a:gd name="T33" fmla="*/ 49 h 72"/>
                <a:gd name="T34" fmla="*/ 29 w 75"/>
                <a:gd name="T35" fmla="*/ 52 h 72"/>
                <a:gd name="T36" fmla="*/ 27 w 75"/>
                <a:gd name="T37" fmla="*/ 58 h 72"/>
                <a:gd name="T38" fmla="*/ 24 w 75"/>
                <a:gd name="T39" fmla="*/ 60 h 72"/>
                <a:gd name="T40" fmla="*/ 24 w 75"/>
                <a:gd name="T41" fmla="*/ 53 h 72"/>
                <a:gd name="T42" fmla="*/ 22 w 75"/>
                <a:gd name="T43" fmla="*/ 52 h 72"/>
                <a:gd name="T44" fmla="*/ 20 w 75"/>
                <a:gd name="T45" fmla="*/ 53 h 72"/>
                <a:gd name="T46" fmla="*/ 10 w 75"/>
                <a:gd name="T47" fmla="*/ 69 h 72"/>
                <a:gd name="T48" fmla="*/ 4 w 75"/>
                <a:gd name="T49" fmla="*/ 71 h 72"/>
                <a:gd name="T50" fmla="*/ 1 w 75"/>
                <a:gd name="T51" fmla="*/ 69 h 72"/>
                <a:gd name="T52" fmla="*/ 0 w 75"/>
                <a:gd name="T53" fmla="*/ 65 h 72"/>
                <a:gd name="T54" fmla="*/ 2 w 75"/>
                <a:gd name="T55" fmla="*/ 57 h 72"/>
                <a:gd name="T56" fmla="*/ 6 w 75"/>
                <a:gd name="T57" fmla="*/ 59 h 72"/>
                <a:gd name="T58" fmla="*/ 13 w 75"/>
                <a:gd name="T59" fmla="*/ 55 h 72"/>
                <a:gd name="T60" fmla="*/ 21 w 75"/>
                <a:gd name="T61" fmla="*/ 47 h 72"/>
                <a:gd name="T62" fmla="*/ 28 w 75"/>
                <a:gd name="T63" fmla="*/ 40 h 72"/>
                <a:gd name="T64" fmla="*/ 27 w 75"/>
                <a:gd name="T65" fmla="*/ 31 h 72"/>
                <a:gd name="T66" fmla="*/ 28 w 75"/>
                <a:gd name="T67" fmla="*/ 28 h 72"/>
                <a:gd name="T68" fmla="*/ 33 w 75"/>
                <a:gd name="T69" fmla="*/ 23 h 72"/>
                <a:gd name="T70" fmla="*/ 32 w 75"/>
                <a:gd name="T71" fmla="*/ 20 h 72"/>
                <a:gd name="T72" fmla="*/ 26 w 75"/>
                <a:gd name="T73" fmla="*/ 14 h 72"/>
                <a:gd name="T74" fmla="*/ 41 w 75"/>
                <a:gd name="T75" fmla="*/ 13 h 72"/>
                <a:gd name="T76" fmla="*/ 52 w 75"/>
                <a:gd name="T77" fmla="*/ 7 h 72"/>
                <a:gd name="T78" fmla="*/ 61 w 75"/>
                <a:gd name="T79" fmla="*/ 2 h 72"/>
                <a:gd name="T80" fmla="*/ 66 w 75"/>
                <a:gd name="T81" fmla="*/ 2 h 72"/>
                <a:gd name="T82" fmla="*/ 67 w 75"/>
                <a:gd name="T83" fmla="*/ 9 h 72"/>
                <a:gd name="T84" fmla="*/ 51 w 75"/>
                <a:gd name="T85" fmla="*/ 18 h 72"/>
                <a:gd name="T86" fmla="*/ 52 w 75"/>
                <a:gd name="T87" fmla="*/ 22 h 72"/>
                <a:gd name="T88" fmla="*/ 56 w 75"/>
                <a:gd name="T89" fmla="*/ 28 h 72"/>
                <a:gd name="T90" fmla="*/ 68 w 75"/>
                <a:gd name="T91" fmla="*/ 22 h 72"/>
                <a:gd name="T92" fmla="*/ 74 w 75"/>
                <a:gd name="T93" fmla="*/ 25 h 72"/>
                <a:gd name="T94" fmla="*/ 74 w 75"/>
                <a:gd name="T95" fmla="*/ 31 h 72"/>
                <a:gd name="T96" fmla="*/ 69 w 75"/>
                <a:gd name="T97" fmla="*/ 40 h 72"/>
                <a:gd name="T98" fmla="*/ 62 w 75"/>
                <a:gd name="T99" fmla="*/ 55 h 72"/>
                <a:gd name="T100" fmla="*/ 57 w 75"/>
                <a:gd name="T101" fmla="*/ 68 h 72"/>
                <a:gd name="T102" fmla="*/ 53 w 75"/>
                <a:gd name="T103" fmla="*/ 71 h 72"/>
                <a:gd name="T104" fmla="*/ 46 w 75"/>
                <a:gd name="T105" fmla="*/ 67 h 72"/>
                <a:gd name="T106" fmla="*/ 40 w 75"/>
                <a:gd name="T107" fmla="*/ 68 h 72"/>
                <a:gd name="T108" fmla="*/ 30 w 75"/>
                <a:gd name="T109" fmla="*/ 29 h 72"/>
                <a:gd name="T110" fmla="*/ 34 w 75"/>
                <a:gd name="T111" fmla="*/ 37 h 72"/>
                <a:gd name="T112" fmla="*/ 45 w 75"/>
                <a:gd name="T113" fmla="*/ 32 h 72"/>
                <a:gd name="T114" fmla="*/ 46 w 75"/>
                <a:gd name="T115" fmla="*/ 24 h 72"/>
                <a:gd name="T116" fmla="*/ 38 w 75"/>
                <a:gd name="T117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72">
                  <a:moveTo>
                    <a:pt x="40" y="70"/>
                  </a:moveTo>
                  <a:cubicBezTo>
                    <a:pt x="39" y="71"/>
                    <a:pt x="38" y="71"/>
                    <a:pt x="37" y="71"/>
                  </a:cubicBezTo>
                  <a:cubicBezTo>
                    <a:pt x="36" y="71"/>
                    <a:pt x="33" y="71"/>
                    <a:pt x="32" y="71"/>
                  </a:cubicBezTo>
                  <a:cubicBezTo>
                    <a:pt x="30" y="71"/>
                    <a:pt x="29" y="71"/>
                    <a:pt x="28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5" y="69"/>
                    <a:pt x="25" y="69"/>
                    <a:pt x="25" y="68"/>
                  </a:cubicBezTo>
                  <a:cubicBezTo>
                    <a:pt x="25" y="68"/>
                    <a:pt x="25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7" y="66"/>
                    <a:pt x="27" y="65"/>
                    <a:pt x="28" y="65"/>
                  </a:cubicBezTo>
                  <a:cubicBezTo>
                    <a:pt x="30" y="64"/>
                    <a:pt x="36" y="62"/>
                    <a:pt x="35" y="62"/>
                  </a:cubicBezTo>
                  <a:cubicBezTo>
                    <a:pt x="34" y="62"/>
                    <a:pt x="37" y="62"/>
                    <a:pt x="37" y="62"/>
                  </a:cubicBezTo>
                  <a:cubicBezTo>
                    <a:pt x="38" y="61"/>
                    <a:pt x="40" y="61"/>
                    <a:pt x="40" y="61"/>
                  </a:cubicBezTo>
                  <a:cubicBezTo>
                    <a:pt x="40" y="61"/>
                    <a:pt x="41" y="60"/>
                    <a:pt x="41" y="60"/>
                  </a:cubicBezTo>
                  <a:cubicBezTo>
                    <a:pt x="42" y="60"/>
                    <a:pt x="42" y="61"/>
                    <a:pt x="42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4" y="61"/>
                    <a:pt x="44" y="61"/>
                    <a:pt x="45" y="62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8" y="63"/>
                    <a:pt x="50" y="62"/>
                    <a:pt x="50" y="61"/>
                  </a:cubicBezTo>
                  <a:cubicBezTo>
                    <a:pt x="51" y="60"/>
                    <a:pt x="51" y="60"/>
                    <a:pt x="51" y="58"/>
                  </a:cubicBezTo>
                  <a:cubicBezTo>
                    <a:pt x="51" y="56"/>
                    <a:pt x="51" y="55"/>
                    <a:pt x="51" y="53"/>
                  </a:cubicBezTo>
                  <a:cubicBezTo>
                    <a:pt x="52" y="51"/>
                    <a:pt x="53" y="48"/>
                    <a:pt x="54" y="48"/>
                  </a:cubicBezTo>
                  <a:cubicBezTo>
                    <a:pt x="54" y="48"/>
                    <a:pt x="55" y="46"/>
                    <a:pt x="55" y="45"/>
                  </a:cubicBezTo>
                  <a:cubicBezTo>
                    <a:pt x="56" y="43"/>
                    <a:pt x="57" y="41"/>
                    <a:pt x="58" y="40"/>
                  </a:cubicBezTo>
                  <a:cubicBezTo>
                    <a:pt x="58" y="39"/>
                    <a:pt x="59" y="38"/>
                    <a:pt x="59" y="38"/>
                  </a:cubicBezTo>
                  <a:cubicBezTo>
                    <a:pt x="60" y="37"/>
                    <a:pt x="61" y="36"/>
                    <a:pt x="61" y="35"/>
                  </a:cubicBezTo>
                  <a:cubicBezTo>
                    <a:pt x="62" y="34"/>
                    <a:pt x="62" y="33"/>
                    <a:pt x="62" y="33"/>
                  </a:cubicBezTo>
                  <a:cubicBezTo>
                    <a:pt x="62" y="33"/>
                    <a:pt x="62" y="32"/>
                    <a:pt x="62" y="32"/>
                  </a:cubicBezTo>
                  <a:cubicBezTo>
                    <a:pt x="62" y="32"/>
                    <a:pt x="61" y="31"/>
                    <a:pt x="61" y="31"/>
                  </a:cubicBezTo>
                  <a:cubicBezTo>
                    <a:pt x="61" y="31"/>
                    <a:pt x="59" y="31"/>
                    <a:pt x="59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6" y="33"/>
                    <a:pt x="57" y="33"/>
                  </a:cubicBezTo>
                  <a:cubicBezTo>
                    <a:pt x="59" y="32"/>
                    <a:pt x="58" y="32"/>
                    <a:pt x="56" y="33"/>
                  </a:cubicBezTo>
                  <a:cubicBezTo>
                    <a:pt x="56" y="33"/>
                    <a:pt x="55" y="34"/>
                    <a:pt x="54" y="34"/>
                  </a:cubicBezTo>
                  <a:cubicBezTo>
                    <a:pt x="53" y="34"/>
                    <a:pt x="52" y="36"/>
                    <a:pt x="51" y="37"/>
                  </a:cubicBezTo>
                  <a:cubicBezTo>
                    <a:pt x="50" y="38"/>
                    <a:pt x="49" y="39"/>
                    <a:pt x="48" y="40"/>
                  </a:cubicBezTo>
                  <a:cubicBezTo>
                    <a:pt x="48" y="41"/>
                    <a:pt x="47" y="41"/>
                    <a:pt x="47" y="41"/>
                  </a:cubicBezTo>
                  <a:cubicBezTo>
                    <a:pt x="47" y="41"/>
                    <a:pt x="47" y="42"/>
                    <a:pt x="47" y="42"/>
                  </a:cubicBezTo>
                  <a:cubicBezTo>
                    <a:pt x="47" y="43"/>
                    <a:pt x="47" y="44"/>
                    <a:pt x="47" y="45"/>
                  </a:cubicBezTo>
                  <a:cubicBezTo>
                    <a:pt x="47" y="45"/>
                    <a:pt x="46" y="45"/>
                    <a:pt x="46" y="46"/>
                  </a:cubicBezTo>
                  <a:cubicBezTo>
                    <a:pt x="46" y="48"/>
                    <a:pt x="45" y="48"/>
                    <a:pt x="45" y="49"/>
                  </a:cubicBezTo>
                  <a:cubicBezTo>
                    <a:pt x="44" y="49"/>
                    <a:pt x="43" y="49"/>
                    <a:pt x="43" y="49"/>
                  </a:cubicBezTo>
                  <a:cubicBezTo>
                    <a:pt x="42" y="49"/>
                    <a:pt x="41" y="48"/>
                    <a:pt x="41" y="47"/>
                  </a:cubicBezTo>
                  <a:cubicBezTo>
                    <a:pt x="41" y="47"/>
                    <a:pt x="41" y="46"/>
                    <a:pt x="41" y="45"/>
                  </a:cubicBezTo>
                  <a:cubicBezTo>
                    <a:pt x="41" y="45"/>
                    <a:pt x="41" y="44"/>
                    <a:pt x="41" y="44"/>
                  </a:cubicBezTo>
                  <a:cubicBezTo>
                    <a:pt x="40" y="43"/>
                    <a:pt x="40" y="42"/>
                    <a:pt x="39" y="42"/>
                  </a:cubicBezTo>
                  <a:cubicBezTo>
                    <a:pt x="38" y="43"/>
                    <a:pt x="37" y="44"/>
                    <a:pt x="36" y="44"/>
                  </a:cubicBezTo>
                  <a:cubicBezTo>
                    <a:pt x="36" y="44"/>
                    <a:pt x="36" y="44"/>
                    <a:pt x="36" y="45"/>
                  </a:cubicBezTo>
                  <a:cubicBezTo>
                    <a:pt x="35" y="45"/>
                    <a:pt x="35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7"/>
                    <a:pt x="32" y="49"/>
                    <a:pt x="31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29" y="52"/>
                  </a:cubicBezTo>
                  <a:cubicBezTo>
                    <a:pt x="29" y="53"/>
                    <a:pt x="28" y="54"/>
                    <a:pt x="28" y="54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7" y="57"/>
                    <a:pt x="27" y="58"/>
                    <a:pt x="27" y="58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0"/>
                    <a:pt x="24" y="59"/>
                    <a:pt x="24" y="59"/>
                  </a:cubicBezTo>
                  <a:cubicBezTo>
                    <a:pt x="24" y="57"/>
                    <a:pt x="23" y="56"/>
                    <a:pt x="23" y="55"/>
                  </a:cubicBezTo>
                  <a:cubicBezTo>
                    <a:pt x="23" y="55"/>
                    <a:pt x="24" y="53"/>
                    <a:pt x="24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19" y="54"/>
                    <a:pt x="17" y="56"/>
                    <a:pt x="17" y="56"/>
                  </a:cubicBezTo>
                  <a:cubicBezTo>
                    <a:pt x="15" y="58"/>
                    <a:pt x="13" y="62"/>
                    <a:pt x="12" y="64"/>
                  </a:cubicBezTo>
                  <a:cubicBezTo>
                    <a:pt x="12" y="66"/>
                    <a:pt x="11" y="67"/>
                    <a:pt x="10" y="69"/>
                  </a:cubicBezTo>
                  <a:cubicBezTo>
                    <a:pt x="10" y="70"/>
                    <a:pt x="10" y="71"/>
                    <a:pt x="9" y="71"/>
                  </a:cubicBezTo>
                  <a:cubicBezTo>
                    <a:pt x="8" y="72"/>
                    <a:pt x="7" y="71"/>
                    <a:pt x="6" y="71"/>
                  </a:cubicBezTo>
                  <a:cubicBezTo>
                    <a:pt x="5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2" y="70"/>
                    <a:pt x="2" y="70"/>
                  </a:cubicBezTo>
                  <a:cubicBezTo>
                    <a:pt x="2" y="70"/>
                    <a:pt x="1" y="70"/>
                    <a:pt x="1" y="69"/>
                  </a:cubicBezTo>
                  <a:cubicBezTo>
                    <a:pt x="1" y="69"/>
                    <a:pt x="0" y="69"/>
                    <a:pt x="0" y="69"/>
                  </a:cubicBezTo>
                  <a:cubicBezTo>
                    <a:pt x="0" y="69"/>
                    <a:pt x="0" y="69"/>
                    <a:pt x="0" y="68"/>
                  </a:cubicBezTo>
                  <a:cubicBezTo>
                    <a:pt x="0" y="68"/>
                    <a:pt x="0" y="66"/>
                    <a:pt x="0" y="65"/>
                  </a:cubicBezTo>
                  <a:cubicBezTo>
                    <a:pt x="0" y="65"/>
                    <a:pt x="1" y="62"/>
                    <a:pt x="1" y="60"/>
                  </a:cubicBezTo>
                  <a:cubicBezTo>
                    <a:pt x="1" y="60"/>
                    <a:pt x="1" y="59"/>
                    <a:pt x="1" y="58"/>
                  </a:cubicBezTo>
                  <a:cubicBezTo>
                    <a:pt x="1" y="57"/>
                    <a:pt x="0" y="57"/>
                    <a:pt x="2" y="57"/>
                  </a:cubicBezTo>
                  <a:cubicBezTo>
                    <a:pt x="3" y="57"/>
                    <a:pt x="3" y="58"/>
                    <a:pt x="4" y="58"/>
                  </a:cubicBezTo>
                  <a:cubicBezTo>
                    <a:pt x="4" y="58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8" y="59"/>
                    <a:pt x="10" y="57"/>
                    <a:pt x="10" y="56"/>
                  </a:cubicBezTo>
                  <a:cubicBezTo>
                    <a:pt x="10" y="56"/>
                    <a:pt x="12" y="55"/>
                    <a:pt x="13" y="55"/>
                  </a:cubicBezTo>
                  <a:cubicBezTo>
                    <a:pt x="15" y="53"/>
                    <a:pt x="17" y="50"/>
                    <a:pt x="17" y="50"/>
                  </a:cubicBezTo>
                  <a:cubicBezTo>
                    <a:pt x="18" y="49"/>
                    <a:pt x="19" y="48"/>
                    <a:pt x="20" y="48"/>
                  </a:cubicBezTo>
                  <a:cubicBezTo>
                    <a:pt x="20" y="47"/>
                    <a:pt x="21" y="47"/>
                    <a:pt x="21" y="47"/>
                  </a:cubicBezTo>
                  <a:cubicBezTo>
                    <a:pt x="21" y="47"/>
                    <a:pt x="24" y="44"/>
                    <a:pt x="25" y="43"/>
                  </a:cubicBezTo>
                  <a:cubicBezTo>
                    <a:pt x="26" y="42"/>
                    <a:pt x="27" y="42"/>
                    <a:pt x="27" y="41"/>
                  </a:cubicBezTo>
                  <a:cubicBezTo>
                    <a:pt x="27" y="41"/>
                    <a:pt x="27" y="41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8" y="36"/>
                    <a:pt x="28" y="35"/>
                    <a:pt x="27" y="33"/>
                  </a:cubicBezTo>
                  <a:cubicBezTo>
                    <a:pt x="27" y="33"/>
                    <a:pt x="28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8" y="29"/>
                  </a:cubicBezTo>
                  <a:cubicBezTo>
                    <a:pt x="28" y="29"/>
                    <a:pt x="28" y="28"/>
                    <a:pt x="28" y="28"/>
                  </a:cubicBezTo>
                  <a:cubicBezTo>
                    <a:pt x="28" y="28"/>
                    <a:pt x="28" y="28"/>
                    <a:pt x="28" y="27"/>
                  </a:cubicBezTo>
                  <a:cubicBezTo>
                    <a:pt x="28" y="27"/>
                    <a:pt x="29" y="27"/>
                    <a:pt x="29" y="26"/>
                  </a:cubicBezTo>
                  <a:cubicBezTo>
                    <a:pt x="31" y="25"/>
                    <a:pt x="32" y="24"/>
                    <a:pt x="33" y="23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2" y="20"/>
                    <a:pt x="32" y="20"/>
                  </a:cubicBezTo>
                  <a:cubicBezTo>
                    <a:pt x="31" y="20"/>
                    <a:pt x="30" y="20"/>
                    <a:pt x="30" y="19"/>
                  </a:cubicBezTo>
                  <a:cubicBezTo>
                    <a:pt x="29" y="19"/>
                    <a:pt x="26" y="17"/>
                    <a:pt x="26" y="16"/>
                  </a:cubicBezTo>
                  <a:cubicBezTo>
                    <a:pt x="25" y="15"/>
                    <a:pt x="24" y="14"/>
                    <a:pt x="26" y="14"/>
                  </a:cubicBezTo>
                  <a:cubicBezTo>
                    <a:pt x="27" y="14"/>
                    <a:pt x="31" y="14"/>
                    <a:pt x="33" y="15"/>
                  </a:cubicBezTo>
                  <a:cubicBezTo>
                    <a:pt x="35" y="14"/>
                    <a:pt x="35" y="15"/>
                    <a:pt x="37" y="14"/>
                  </a:cubicBezTo>
                  <a:cubicBezTo>
                    <a:pt x="37" y="14"/>
                    <a:pt x="40" y="13"/>
                    <a:pt x="41" y="13"/>
                  </a:cubicBezTo>
                  <a:cubicBezTo>
                    <a:pt x="43" y="12"/>
                    <a:pt x="45" y="11"/>
                    <a:pt x="47" y="10"/>
                  </a:cubicBezTo>
                  <a:cubicBezTo>
                    <a:pt x="48" y="10"/>
                    <a:pt x="50" y="9"/>
                    <a:pt x="51" y="8"/>
                  </a:cubicBezTo>
                  <a:cubicBezTo>
                    <a:pt x="51" y="8"/>
                    <a:pt x="52" y="8"/>
                    <a:pt x="52" y="7"/>
                  </a:cubicBezTo>
                  <a:cubicBezTo>
                    <a:pt x="53" y="7"/>
                    <a:pt x="54" y="7"/>
                    <a:pt x="54" y="6"/>
                  </a:cubicBezTo>
                  <a:cubicBezTo>
                    <a:pt x="56" y="5"/>
                    <a:pt x="57" y="5"/>
                    <a:pt x="59" y="4"/>
                  </a:cubicBezTo>
                  <a:cubicBezTo>
                    <a:pt x="59" y="3"/>
                    <a:pt x="60" y="3"/>
                    <a:pt x="61" y="2"/>
                  </a:cubicBezTo>
                  <a:cubicBezTo>
                    <a:pt x="61" y="2"/>
                    <a:pt x="63" y="1"/>
                    <a:pt x="63" y="1"/>
                  </a:cubicBezTo>
                  <a:cubicBezTo>
                    <a:pt x="64" y="0"/>
                    <a:pt x="64" y="1"/>
                    <a:pt x="65" y="1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7" y="3"/>
                    <a:pt x="68" y="3"/>
                  </a:cubicBezTo>
                  <a:cubicBezTo>
                    <a:pt x="68" y="4"/>
                    <a:pt x="68" y="5"/>
                    <a:pt x="68" y="6"/>
                  </a:cubicBezTo>
                  <a:cubicBezTo>
                    <a:pt x="68" y="6"/>
                    <a:pt x="68" y="8"/>
                    <a:pt x="67" y="9"/>
                  </a:cubicBezTo>
                  <a:cubicBezTo>
                    <a:pt x="66" y="9"/>
                    <a:pt x="65" y="10"/>
                    <a:pt x="63" y="10"/>
                  </a:cubicBezTo>
                  <a:cubicBezTo>
                    <a:pt x="62" y="11"/>
                    <a:pt x="61" y="12"/>
                    <a:pt x="60" y="12"/>
                  </a:cubicBezTo>
                  <a:cubicBezTo>
                    <a:pt x="56" y="14"/>
                    <a:pt x="53" y="16"/>
                    <a:pt x="51" y="18"/>
                  </a:cubicBezTo>
                  <a:cubicBezTo>
                    <a:pt x="50" y="18"/>
                    <a:pt x="50" y="18"/>
                    <a:pt x="50" y="19"/>
                  </a:cubicBezTo>
                  <a:cubicBezTo>
                    <a:pt x="50" y="19"/>
                    <a:pt x="50" y="20"/>
                    <a:pt x="50" y="20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3" y="24"/>
                    <a:pt x="52" y="26"/>
                    <a:pt x="52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5" y="29"/>
                    <a:pt x="55" y="29"/>
                    <a:pt x="56" y="28"/>
                  </a:cubicBezTo>
                  <a:cubicBezTo>
                    <a:pt x="58" y="27"/>
                    <a:pt x="60" y="27"/>
                    <a:pt x="62" y="26"/>
                  </a:cubicBezTo>
                  <a:cubicBezTo>
                    <a:pt x="63" y="25"/>
                    <a:pt x="66" y="23"/>
                    <a:pt x="66" y="23"/>
                  </a:cubicBezTo>
                  <a:cubicBezTo>
                    <a:pt x="66" y="23"/>
                    <a:pt x="67" y="22"/>
                    <a:pt x="68" y="22"/>
                  </a:cubicBezTo>
                  <a:cubicBezTo>
                    <a:pt x="68" y="22"/>
                    <a:pt x="69" y="22"/>
                    <a:pt x="69" y="22"/>
                  </a:cubicBezTo>
                  <a:cubicBezTo>
                    <a:pt x="70" y="22"/>
                    <a:pt x="71" y="23"/>
                    <a:pt x="72" y="23"/>
                  </a:cubicBezTo>
                  <a:cubicBezTo>
                    <a:pt x="73" y="24"/>
                    <a:pt x="74" y="24"/>
                    <a:pt x="74" y="25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7"/>
                    <a:pt x="75" y="29"/>
                    <a:pt x="74" y="30"/>
                  </a:cubicBezTo>
                  <a:cubicBezTo>
                    <a:pt x="74" y="30"/>
                    <a:pt x="74" y="31"/>
                    <a:pt x="74" y="31"/>
                  </a:cubicBezTo>
                  <a:cubicBezTo>
                    <a:pt x="72" y="33"/>
                    <a:pt x="72" y="34"/>
                    <a:pt x="71" y="35"/>
                  </a:cubicBezTo>
                  <a:cubicBezTo>
                    <a:pt x="71" y="36"/>
                    <a:pt x="71" y="36"/>
                    <a:pt x="70" y="37"/>
                  </a:cubicBezTo>
                  <a:cubicBezTo>
                    <a:pt x="70" y="38"/>
                    <a:pt x="69" y="39"/>
                    <a:pt x="69" y="40"/>
                  </a:cubicBezTo>
                  <a:cubicBezTo>
                    <a:pt x="68" y="42"/>
                    <a:pt x="67" y="43"/>
                    <a:pt x="66" y="45"/>
                  </a:cubicBezTo>
                  <a:cubicBezTo>
                    <a:pt x="65" y="45"/>
                    <a:pt x="65" y="46"/>
                    <a:pt x="65" y="47"/>
                  </a:cubicBezTo>
                  <a:cubicBezTo>
                    <a:pt x="63" y="50"/>
                    <a:pt x="63" y="52"/>
                    <a:pt x="62" y="55"/>
                  </a:cubicBezTo>
                  <a:cubicBezTo>
                    <a:pt x="61" y="56"/>
                    <a:pt x="61" y="56"/>
                    <a:pt x="61" y="57"/>
                  </a:cubicBezTo>
                  <a:cubicBezTo>
                    <a:pt x="60" y="59"/>
                    <a:pt x="59" y="61"/>
                    <a:pt x="59" y="64"/>
                  </a:cubicBezTo>
                  <a:cubicBezTo>
                    <a:pt x="58" y="65"/>
                    <a:pt x="58" y="66"/>
                    <a:pt x="57" y="68"/>
                  </a:cubicBezTo>
                  <a:cubicBezTo>
                    <a:pt x="57" y="68"/>
                    <a:pt x="57" y="69"/>
                    <a:pt x="56" y="70"/>
                  </a:cubicBezTo>
                  <a:cubicBezTo>
                    <a:pt x="56" y="70"/>
                    <a:pt x="55" y="70"/>
                    <a:pt x="55" y="70"/>
                  </a:cubicBezTo>
                  <a:cubicBezTo>
                    <a:pt x="54" y="71"/>
                    <a:pt x="53" y="71"/>
                    <a:pt x="53" y="71"/>
                  </a:cubicBezTo>
                  <a:cubicBezTo>
                    <a:pt x="52" y="72"/>
                    <a:pt x="51" y="71"/>
                    <a:pt x="50" y="71"/>
                  </a:cubicBezTo>
                  <a:cubicBezTo>
                    <a:pt x="49" y="71"/>
                    <a:pt x="48" y="72"/>
                    <a:pt x="48" y="71"/>
                  </a:cubicBezTo>
                  <a:cubicBezTo>
                    <a:pt x="47" y="70"/>
                    <a:pt x="46" y="68"/>
                    <a:pt x="46" y="67"/>
                  </a:cubicBezTo>
                  <a:cubicBezTo>
                    <a:pt x="45" y="67"/>
                    <a:pt x="45" y="66"/>
                    <a:pt x="45" y="66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2" y="65"/>
                    <a:pt x="40" y="66"/>
                    <a:pt x="40" y="68"/>
                  </a:cubicBezTo>
                  <a:cubicBezTo>
                    <a:pt x="40" y="68"/>
                    <a:pt x="40" y="70"/>
                    <a:pt x="40" y="70"/>
                  </a:cubicBezTo>
                  <a:close/>
                  <a:moveTo>
                    <a:pt x="31" y="28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1" y="34"/>
                    <a:pt x="32" y="35"/>
                  </a:cubicBezTo>
                  <a:cubicBezTo>
                    <a:pt x="33" y="36"/>
                    <a:pt x="34" y="37"/>
                    <a:pt x="34" y="37"/>
                  </a:cubicBezTo>
                  <a:cubicBezTo>
                    <a:pt x="34" y="37"/>
                    <a:pt x="36" y="37"/>
                    <a:pt x="36" y="37"/>
                  </a:cubicBezTo>
                  <a:cubicBezTo>
                    <a:pt x="36" y="37"/>
                    <a:pt x="39" y="36"/>
                    <a:pt x="41" y="35"/>
                  </a:cubicBezTo>
                  <a:cubicBezTo>
                    <a:pt x="44" y="34"/>
                    <a:pt x="45" y="32"/>
                    <a:pt x="45" y="32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7" y="29"/>
                    <a:pt x="47" y="27"/>
                  </a:cubicBezTo>
                  <a:cubicBezTo>
                    <a:pt x="47" y="24"/>
                    <a:pt x="46" y="24"/>
                    <a:pt x="46" y="24"/>
                  </a:cubicBezTo>
                  <a:cubicBezTo>
                    <a:pt x="46" y="24"/>
                    <a:pt x="45" y="22"/>
                    <a:pt x="44" y="22"/>
                  </a:cubicBezTo>
                  <a:cubicBezTo>
                    <a:pt x="44" y="22"/>
                    <a:pt x="42" y="22"/>
                    <a:pt x="42" y="22"/>
                  </a:cubicBezTo>
                  <a:cubicBezTo>
                    <a:pt x="41" y="22"/>
                    <a:pt x="40" y="22"/>
                    <a:pt x="38" y="24"/>
                  </a:cubicBezTo>
                  <a:cubicBezTo>
                    <a:pt x="36" y="24"/>
                    <a:pt x="35" y="25"/>
                    <a:pt x="34" y="26"/>
                  </a:cubicBezTo>
                  <a:cubicBezTo>
                    <a:pt x="33" y="27"/>
                    <a:pt x="32" y="27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139081" y="657212"/>
            <a:ext cx="1525986" cy="107975"/>
          </a:xfrm>
          <a:custGeom>
            <a:avLst/>
            <a:gdLst>
              <a:gd name="connsiteX0" fmla="*/ 1072429 w 2414454"/>
              <a:gd name="connsiteY0" fmla="*/ 88859 h 170840"/>
              <a:gd name="connsiteX1" fmla="*/ 1052522 w 2414454"/>
              <a:gd name="connsiteY1" fmla="*/ 104604 h 170840"/>
              <a:gd name="connsiteX2" fmla="*/ 1057408 w 2414454"/>
              <a:gd name="connsiteY2" fmla="*/ 116095 h 170840"/>
              <a:gd name="connsiteX3" fmla="*/ 1072972 w 2414454"/>
              <a:gd name="connsiteY3" fmla="*/ 119805 h 170840"/>
              <a:gd name="connsiteX4" fmla="*/ 1083740 w 2414454"/>
              <a:gd name="connsiteY4" fmla="*/ 118901 h 170840"/>
              <a:gd name="connsiteX5" fmla="*/ 1092879 w 2414454"/>
              <a:gd name="connsiteY5" fmla="*/ 113833 h 170840"/>
              <a:gd name="connsiteX6" fmla="*/ 1097404 w 2414454"/>
              <a:gd name="connsiteY6" fmla="*/ 98450 h 170840"/>
              <a:gd name="connsiteX7" fmla="*/ 1097404 w 2414454"/>
              <a:gd name="connsiteY7" fmla="*/ 88859 h 170840"/>
              <a:gd name="connsiteX8" fmla="*/ 1515646 w 2414454"/>
              <a:gd name="connsiteY8" fmla="*/ 51397 h 170840"/>
              <a:gd name="connsiteX9" fmla="*/ 1503974 w 2414454"/>
              <a:gd name="connsiteY9" fmla="*/ 54292 h 170840"/>
              <a:gd name="connsiteX10" fmla="*/ 1497187 w 2414454"/>
              <a:gd name="connsiteY10" fmla="*/ 61803 h 170840"/>
              <a:gd name="connsiteX11" fmla="*/ 1494110 w 2414454"/>
              <a:gd name="connsiteY11" fmla="*/ 72480 h 170840"/>
              <a:gd name="connsiteX12" fmla="*/ 1493387 w 2414454"/>
              <a:gd name="connsiteY12" fmla="*/ 84696 h 170840"/>
              <a:gd name="connsiteX13" fmla="*/ 1494110 w 2414454"/>
              <a:gd name="connsiteY13" fmla="*/ 97003 h 170840"/>
              <a:gd name="connsiteX14" fmla="*/ 1497187 w 2414454"/>
              <a:gd name="connsiteY14" fmla="*/ 107590 h 170840"/>
              <a:gd name="connsiteX15" fmla="*/ 1503974 w 2414454"/>
              <a:gd name="connsiteY15" fmla="*/ 115100 h 170840"/>
              <a:gd name="connsiteX16" fmla="*/ 1515646 w 2414454"/>
              <a:gd name="connsiteY16" fmla="*/ 117996 h 170840"/>
              <a:gd name="connsiteX17" fmla="*/ 1527229 w 2414454"/>
              <a:gd name="connsiteY17" fmla="*/ 115100 h 170840"/>
              <a:gd name="connsiteX18" fmla="*/ 1533925 w 2414454"/>
              <a:gd name="connsiteY18" fmla="*/ 107590 h 170840"/>
              <a:gd name="connsiteX19" fmla="*/ 1537002 w 2414454"/>
              <a:gd name="connsiteY19" fmla="*/ 97003 h 170840"/>
              <a:gd name="connsiteX20" fmla="*/ 1537726 w 2414454"/>
              <a:gd name="connsiteY20" fmla="*/ 84696 h 170840"/>
              <a:gd name="connsiteX21" fmla="*/ 1537002 w 2414454"/>
              <a:gd name="connsiteY21" fmla="*/ 72480 h 170840"/>
              <a:gd name="connsiteX22" fmla="*/ 1533925 w 2414454"/>
              <a:gd name="connsiteY22" fmla="*/ 61803 h 170840"/>
              <a:gd name="connsiteX23" fmla="*/ 1527229 w 2414454"/>
              <a:gd name="connsiteY23" fmla="*/ 54292 h 170840"/>
              <a:gd name="connsiteX24" fmla="*/ 1515646 w 2414454"/>
              <a:gd name="connsiteY24" fmla="*/ 51397 h 170840"/>
              <a:gd name="connsiteX25" fmla="*/ 1326232 w 2414454"/>
              <a:gd name="connsiteY25" fmla="*/ 51397 h 170840"/>
              <a:gd name="connsiteX26" fmla="*/ 1310126 w 2414454"/>
              <a:gd name="connsiteY26" fmla="*/ 57912 h 170840"/>
              <a:gd name="connsiteX27" fmla="*/ 1306235 w 2414454"/>
              <a:gd name="connsiteY27" fmla="*/ 63613 h 170840"/>
              <a:gd name="connsiteX28" fmla="*/ 1304063 w 2414454"/>
              <a:gd name="connsiteY28" fmla="*/ 70399 h 170840"/>
              <a:gd name="connsiteX29" fmla="*/ 1303068 w 2414454"/>
              <a:gd name="connsiteY29" fmla="*/ 77819 h 170840"/>
              <a:gd name="connsiteX30" fmla="*/ 1302887 w 2414454"/>
              <a:gd name="connsiteY30" fmla="*/ 85420 h 170840"/>
              <a:gd name="connsiteX31" fmla="*/ 1303068 w 2414454"/>
              <a:gd name="connsiteY31" fmla="*/ 93021 h 170840"/>
              <a:gd name="connsiteX32" fmla="*/ 1304063 w 2414454"/>
              <a:gd name="connsiteY32" fmla="*/ 100441 h 170840"/>
              <a:gd name="connsiteX33" fmla="*/ 1306235 w 2414454"/>
              <a:gd name="connsiteY33" fmla="*/ 107318 h 170840"/>
              <a:gd name="connsiteX34" fmla="*/ 1310126 w 2414454"/>
              <a:gd name="connsiteY34" fmla="*/ 112928 h 170840"/>
              <a:gd name="connsiteX35" fmla="*/ 1326232 w 2414454"/>
              <a:gd name="connsiteY35" fmla="*/ 119443 h 170840"/>
              <a:gd name="connsiteX36" fmla="*/ 1342520 w 2414454"/>
              <a:gd name="connsiteY36" fmla="*/ 112928 h 170840"/>
              <a:gd name="connsiteX37" fmla="*/ 1346321 w 2414454"/>
              <a:gd name="connsiteY37" fmla="*/ 107318 h 170840"/>
              <a:gd name="connsiteX38" fmla="*/ 1348492 w 2414454"/>
              <a:gd name="connsiteY38" fmla="*/ 100441 h 170840"/>
              <a:gd name="connsiteX39" fmla="*/ 1349397 w 2414454"/>
              <a:gd name="connsiteY39" fmla="*/ 93021 h 170840"/>
              <a:gd name="connsiteX40" fmla="*/ 1349578 w 2414454"/>
              <a:gd name="connsiteY40" fmla="*/ 85420 h 170840"/>
              <a:gd name="connsiteX41" fmla="*/ 1349397 w 2414454"/>
              <a:gd name="connsiteY41" fmla="*/ 77819 h 170840"/>
              <a:gd name="connsiteX42" fmla="*/ 1348492 w 2414454"/>
              <a:gd name="connsiteY42" fmla="*/ 70399 h 170840"/>
              <a:gd name="connsiteX43" fmla="*/ 1346321 w 2414454"/>
              <a:gd name="connsiteY43" fmla="*/ 63613 h 170840"/>
              <a:gd name="connsiteX44" fmla="*/ 1342520 w 2414454"/>
              <a:gd name="connsiteY44" fmla="*/ 57912 h 170840"/>
              <a:gd name="connsiteX45" fmla="*/ 1326232 w 2414454"/>
              <a:gd name="connsiteY45" fmla="*/ 51397 h 170840"/>
              <a:gd name="connsiteX46" fmla="*/ 1173832 w 2414454"/>
              <a:gd name="connsiteY46" fmla="*/ 51397 h 170840"/>
              <a:gd name="connsiteX47" fmla="*/ 1157726 w 2414454"/>
              <a:gd name="connsiteY47" fmla="*/ 57912 h 170840"/>
              <a:gd name="connsiteX48" fmla="*/ 1153835 w 2414454"/>
              <a:gd name="connsiteY48" fmla="*/ 63613 h 170840"/>
              <a:gd name="connsiteX49" fmla="*/ 1151663 w 2414454"/>
              <a:gd name="connsiteY49" fmla="*/ 70399 h 170840"/>
              <a:gd name="connsiteX50" fmla="*/ 1150668 w 2414454"/>
              <a:gd name="connsiteY50" fmla="*/ 77819 h 170840"/>
              <a:gd name="connsiteX51" fmla="*/ 1150487 w 2414454"/>
              <a:gd name="connsiteY51" fmla="*/ 85420 h 170840"/>
              <a:gd name="connsiteX52" fmla="*/ 1150668 w 2414454"/>
              <a:gd name="connsiteY52" fmla="*/ 93021 h 170840"/>
              <a:gd name="connsiteX53" fmla="*/ 1151663 w 2414454"/>
              <a:gd name="connsiteY53" fmla="*/ 100441 h 170840"/>
              <a:gd name="connsiteX54" fmla="*/ 1153835 w 2414454"/>
              <a:gd name="connsiteY54" fmla="*/ 107318 h 170840"/>
              <a:gd name="connsiteX55" fmla="*/ 1157726 w 2414454"/>
              <a:gd name="connsiteY55" fmla="*/ 112928 h 170840"/>
              <a:gd name="connsiteX56" fmla="*/ 1173832 w 2414454"/>
              <a:gd name="connsiteY56" fmla="*/ 119443 h 170840"/>
              <a:gd name="connsiteX57" fmla="*/ 1190120 w 2414454"/>
              <a:gd name="connsiteY57" fmla="*/ 112928 h 170840"/>
              <a:gd name="connsiteX58" fmla="*/ 1193921 w 2414454"/>
              <a:gd name="connsiteY58" fmla="*/ 107318 h 170840"/>
              <a:gd name="connsiteX59" fmla="*/ 1196092 w 2414454"/>
              <a:gd name="connsiteY59" fmla="*/ 100441 h 170840"/>
              <a:gd name="connsiteX60" fmla="*/ 1196997 w 2414454"/>
              <a:gd name="connsiteY60" fmla="*/ 93021 h 170840"/>
              <a:gd name="connsiteX61" fmla="*/ 1197178 w 2414454"/>
              <a:gd name="connsiteY61" fmla="*/ 85420 h 170840"/>
              <a:gd name="connsiteX62" fmla="*/ 1196997 w 2414454"/>
              <a:gd name="connsiteY62" fmla="*/ 77819 h 170840"/>
              <a:gd name="connsiteX63" fmla="*/ 1196092 w 2414454"/>
              <a:gd name="connsiteY63" fmla="*/ 70399 h 170840"/>
              <a:gd name="connsiteX64" fmla="*/ 1193921 w 2414454"/>
              <a:gd name="connsiteY64" fmla="*/ 63613 h 170840"/>
              <a:gd name="connsiteX65" fmla="*/ 1190120 w 2414454"/>
              <a:gd name="connsiteY65" fmla="*/ 57912 h 170840"/>
              <a:gd name="connsiteX66" fmla="*/ 1173832 w 2414454"/>
              <a:gd name="connsiteY66" fmla="*/ 51397 h 170840"/>
              <a:gd name="connsiteX67" fmla="*/ 145132 w 2414454"/>
              <a:gd name="connsiteY67" fmla="*/ 51397 h 170840"/>
              <a:gd name="connsiteX68" fmla="*/ 129026 w 2414454"/>
              <a:gd name="connsiteY68" fmla="*/ 57912 h 170840"/>
              <a:gd name="connsiteX69" fmla="*/ 125135 w 2414454"/>
              <a:gd name="connsiteY69" fmla="*/ 63613 h 170840"/>
              <a:gd name="connsiteX70" fmla="*/ 122963 w 2414454"/>
              <a:gd name="connsiteY70" fmla="*/ 70399 h 170840"/>
              <a:gd name="connsiteX71" fmla="*/ 121968 w 2414454"/>
              <a:gd name="connsiteY71" fmla="*/ 77819 h 170840"/>
              <a:gd name="connsiteX72" fmla="*/ 121787 w 2414454"/>
              <a:gd name="connsiteY72" fmla="*/ 85420 h 170840"/>
              <a:gd name="connsiteX73" fmla="*/ 121968 w 2414454"/>
              <a:gd name="connsiteY73" fmla="*/ 93021 h 170840"/>
              <a:gd name="connsiteX74" fmla="*/ 122963 w 2414454"/>
              <a:gd name="connsiteY74" fmla="*/ 100441 h 170840"/>
              <a:gd name="connsiteX75" fmla="*/ 125135 w 2414454"/>
              <a:gd name="connsiteY75" fmla="*/ 107318 h 170840"/>
              <a:gd name="connsiteX76" fmla="*/ 129026 w 2414454"/>
              <a:gd name="connsiteY76" fmla="*/ 112928 h 170840"/>
              <a:gd name="connsiteX77" fmla="*/ 145132 w 2414454"/>
              <a:gd name="connsiteY77" fmla="*/ 119443 h 170840"/>
              <a:gd name="connsiteX78" fmla="*/ 161420 w 2414454"/>
              <a:gd name="connsiteY78" fmla="*/ 112928 h 170840"/>
              <a:gd name="connsiteX79" fmla="*/ 165221 w 2414454"/>
              <a:gd name="connsiteY79" fmla="*/ 107318 h 170840"/>
              <a:gd name="connsiteX80" fmla="*/ 167392 w 2414454"/>
              <a:gd name="connsiteY80" fmla="*/ 100441 h 170840"/>
              <a:gd name="connsiteX81" fmla="*/ 168297 w 2414454"/>
              <a:gd name="connsiteY81" fmla="*/ 93021 h 170840"/>
              <a:gd name="connsiteX82" fmla="*/ 168478 w 2414454"/>
              <a:gd name="connsiteY82" fmla="*/ 85420 h 170840"/>
              <a:gd name="connsiteX83" fmla="*/ 168297 w 2414454"/>
              <a:gd name="connsiteY83" fmla="*/ 77819 h 170840"/>
              <a:gd name="connsiteX84" fmla="*/ 167392 w 2414454"/>
              <a:gd name="connsiteY84" fmla="*/ 70399 h 170840"/>
              <a:gd name="connsiteX85" fmla="*/ 165221 w 2414454"/>
              <a:gd name="connsiteY85" fmla="*/ 63613 h 170840"/>
              <a:gd name="connsiteX86" fmla="*/ 161420 w 2414454"/>
              <a:gd name="connsiteY86" fmla="*/ 57912 h 170840"/>
              <a:gd name="connsiteX87" fmla="*/ 145132 w 2414454"/>
              <a:gd name="connsiteY87" fmla="*/ 51397 h 170840"/>
              <a:gd name="connsiteX88" fmla="*/ 2031082 w 2414454"/>
              <a:gd name="connsiteY88" fmla="*/ 51035 h 170840"/>
              <a:gd name="connsiteX89" fmla="*/ 2018414 w 2414454"/>
              <a:gd name="connsiteY89" fmla="*/ 54632 h 170840"/>
              <a:gd name="connsiteX90" fmla="*/ 2010270 w 2414454"/>
              <a:gd name="connsiteY90" fmla="*/ 64342 h 170840"/>
              <a:gd name="connsiteX91" fmla="*/ 2008280 w 2414454"/>
              <a:gd name="connsiteY91" fmla="*/ 70814 h 170840"/>
              <a:gd name="connsiteX92" fmla="*/ 2007556 w 2414454"/>
              <a:gd name="connsiteY92" fmla="*/ 79086 h 170840"/>
              <a:gd name="connsiteX93" fmla="*/ 2054609 w 2414454"/>
              <a:gd name="connsiteY93" fmla="*/ 79086 h 170840"/>
              <a:gd name="connsiteX94" fmla="*/ 2054247 w 2414454"/>
              <a:gd name="connsiteY94" fmla="*/ 74410 h 170840"/>
              <a:gd name="connsiteX95" fmla="*/ 2053795 w 2414454"/>
              <a:gd name="connsiteY95" fmla="*/ 70815 h 170840"/>
              <a:gd name="connsiteX96" fmla="*/ 2053071 w 2414454"/>
              <a:gd name="connsiteY96" fmla="*/ 67669 h 170840"/>
              <a:gd name="connsiteX97" fmla="*/ 2051894 w 2414454"/>
              <a:gd name="connsiteY97" fmla="*/ 64342 h 170840"/>
              <a:gd name="connsiteX98" fmla="*/ 2043750 w 2414454"/>
              <a:gd name="connsiteY98" fmla="*/ 54632 h 170840"/>
              <a:gd name="connsiteX99" fmla="*/ 2031082 w 2414454"/>
              <a:gd name="connsiteY99" fmla="*/ 51035 h 170840"/>
              <a:gd name="connsiteX100" fmla="*/ 630907 w 2414454"/>
              <a:gd name="connsiteY100" fmla="*/ 51035 h 170840"/>
              <a:gd name="connsiteX101" fmla="*/ 618239 w 2414454"/>
              <a:gd name="connsiteY101" fmla="*/ 54632 h 170840"/>
              <a:gd name="connsiteX102" fmla="*/ 610095 w 2414454"/>
              <a:gd name="connsiteY102" fmla="*/ 64342 h 170840"/>
              <a:gd name="connsiteX103" fmla="*/ 608104 w 2414454"/>
              <a:gd name="connsiteY103" fmla="*/ 70814 h 170840"/>
              <a:gd name="connsiteX104" fmla="*/ 607381 w 2414454"/>
              <a:gd name="connsiteY104" fmla="*/ 79086 h 170840"/>
              <a:gd name="connsiteX105" fmla="*/ 654434 w 2414454"/>
              <a:gd name="connsiteY105" fmla="*/ 79086 h 170840"/>
              <a:gd name="connsiteX106" fmla="*/ 654072 w 2414454"/>
              <a:gd name="connsiteY106" fmla="*/ 74410 h 170840"/>
              <a:gd name="connsiteX107" fmla="*/ 653620 w 2414454"/>
              <a:gd name="connsiteY107" fmla="*/ 70815 h 170840"/>
              <a:gd name="connsiteX108" fmla="*/ 652896 w 2414454"/>
              <a:gd name="connsiteY108" fmla="*/ 67669 h 170840"/>
              <a:gd name="connsiteX109" fmla="*/ 651720 w 2414454"/>
              <a:gd name="connsiteY109" fmla="*/ 64342 h 170840"/>
              <a:gd name="connsiteX110" fmla="*/ 643576 w 2414454"/>
              <a:gd name="connsiteY110" fmla="*/ 54632 h 170840"/>
              <a:gd name="connsiteX111" fmla="*/ 630907 w 2414454"/>
              <a:gd name="connsiteY111" fmla="*/ 51035 h 170840"/>
              <a:gd name="connsiteX112" fmla="*/ 2337540 w 2414454"/>
              <a:gd name="connsiteY112" fmla="*/ 40900 h 170840"/>
              <a:gd name="connsiteX113" fmla="*/ 2351656 w 2414454"/>
              <a:gd name="connsiteY113" fmla="*/ 40900 h 170840"/>
              <a:gd name="connsiteX114" fmla="*/ 2376087 w 2414454"/>
              <a:gd name="connsiteY114" fmla="*/ 112385 h 170840"/>
              <a:gd name="connsiteX115" fmla="*/ 2400338 w 2414454"/>
              <a:gd name="connsiteY115" fmla="*/ 40900 h 170840"/>
              <a:gd name="connsiteX116" fmla="*/ 2414454 w 2414454"/>
              <a:gd name="connsiteY116" fmla="*/ 40900 h 170840"/>
              <a:gd name="connsiteX117" fmla="*/ 2373916 w 2414454"/>
              <a:gd name="connsiteY117" fmla="*/ 151476 h 170840"/>
              <a:gd name="connsiteX118" fmla="*/ 2367582 w 2414454"/>
              <a:gd name="connsiteY118" fmla="*/ 161973 h 170840"/>
              <a:gd name="connsiteX119" fmla="*/ 2359438 w 2414454"/>
              <a:gd name="connsiteY119" fmla="*/ 166768 h 170840"/>
              <a:gd name="connsiteX120" fmla="*/ 2350208 w 2414454"/>
              <a:gd name="connsiteY120" fmla="*/ 168126 h 170840"/>
              <a:gd name="connsiteX121" fmla="*/ 2344598 w 2414454"/>
              <a:gd name="connsiteY121" fmla="*/ 168126 h 170840"/>
              <a:gd name="connsiteX122" fmla="*/ 2344598 w 2414454"/>
              <a:gd name="connsiteY122" fmla="*/ 156543 h 170840"/>
              <a:gd name="connsiteX123" fmla="*/ 2348579 w 2414454"/>
              <a:gd name="connsiteY123" fmla="*/ 156543 h 170840"/>
              <a:gd name="connsiteX124" fmla="*/ 2358171 w 2414454"/>
              <a:gd name="connsiteY124" fmla="*/ 154100 h 170840"/>
              <a:gd name="connsiteX125" fmla="*/ 2363238 w 2414454"/>
              <a:gd name="connsiteY125" fmla="*/ 145504 h 170840"/>
              <a:gd name="connsiteX126" fmla="*/ 2369572 w 2414454"/>
              <a:gd name="connsiteY126" fmla="*/ 128130 h 170840"/>
              <a:gd name="connsiteX127" fmla="*/ 2247062 w 2414454"/>
              <a:gd name="connsiteY127" fmla="*/ 40900 h 170840"/>
              <a:gd name="connsiteX128" fmla="*/ 2260092 w 2414454"/>
              <a:gd name="connsiteY128" fmla="*/ 40900 h 170840"/>
              <a:gd name="connsiteX129" fmla="*/ 2260092 w 2414454"/>
              <a:gd name="connsiteY129" fmla="*/ 129940 h 170840"/>
              <a:gd name="connsiteX130" fmla="*/ 2247062 w 2414454"/>
              <a:gd name="connsiteY130" fmla="*/ 129940 h 170840"/>
              <a:gd name="connsiteX131" fmla="*/ 1899390 w 2414454"/>
              <a:gd name="connsiteY131" fmla="*/ 40900 h 170840"/>
              <a:gd name="connsiteX132" fmla="*/ 1913506 w 2414454"/>
              <a:gd name="connsiteY132" fmla="*/ 40900 h 170840"/>
              <a:gd name="connsiteX133" fmla="*/ 1937756 w 2414454"/>
              <a:gd name="connsiteY133" fmla="*/ 112385 h 170840"/>
              <a:gd name="connsiteX134" fmla="*/ 1962188 w 2414454"/>
              <a:gd name="connsiteY134" fmla="*/ 40900 h 170840"/>
              <a:gd name="connsiteX135" fmla="*/ 1976304 w 2414454"/>
              <a:gd name="connsiteY135" fmla="*/ 40900 h 170840"/>
              <a:gd name="connsiteX136" fmla="*/ 1943548 w 2414454"/>
              <a:gd name="connsiteY136" fmla="*/ 129940 h 170840"/>
              <a:gd name="connsiteX137" fmla="*/ 1931965 w 2414454"/>
              <a:gd name="connsiteY137" fmla="*/ 129940 h 170840"/>
              <a:gd name="connsiteX138" fmla="*/ 1875587 w 2414454"/>
              <a:gd name="connsiteY138" fmla="*/ 40900 h 170840"/>
              <a:gd name="connsiteX139" fmla="*/ 1888617 w 2414454"/>
              <a:gd name="connsiteY139" fmla="*/ 40900 h 170840"/>
              <a:gd name="connsiteX140" fmla="*/ 1888617 w 2414454"/>
              <a:gd name="connsiteY140" fmla="*/ 129940 h 170840"/>
              <a:gd name="connsiteX141" fmla="*/ 1875587 w 2414454"/>
              <a:gd name="connsiteY141" fmla="*/ 129940 h 170840"/>
              <a:gd name="connsiteX142" fmla="*/ 999287 w 2414454"/>
              <a:gd name="connsiteY142" fmla="*/ 40900 h 170840"/>
              <a:gd name="connsiteX143" fmla="*/ 1012317 w 2414454"/>
              <a:gd name="connsiteY143" fmla="*/ 40900 h 170840"/>
              <a:gd name="connsiteX144" fmla="*/ 1012317 w 2414454"/>
              <a:gd name="connsiteY144" fmla="*/ 129940 h 170840"/>
              <a:gd name="connsiteX145" fmla="*/ 999287 w 2414454"/>
              <a:gd name="connsiteY145" fmla="*/ 129940 h 170840"/>
              <a:gd name="connsiteX146" fmla="*/ 451590 w 2414454"/>
              <a:gd name="connsiteY146" fmla="*/ 40900 h 170840"/>
              <a:gd name="connsiteX147" fmla="*/ 465706 w 2414454"/>
              <a:gd name="connsiteY147" fmla="*/ 40900 h 170840"/>
              <a:gd name="connsiteX148" fmla="*/ 486156 w 2414454"/>
              <a:gd name="connsiteY148" fmla="*/ 112385 h 170840"/>
              <a:gd name="connsiteX149" fmla="*/ 509502 w 2414454"/>
              <a:gd name="connsiteY149" fmla="*/ 40900 h 170840"/>
              <a:gd name="connsiteX150" fmla="*/ 520722 w 2414454"/>
              <a:gd name="connsiteY150" fmla="*/ 40900 h 170840"/>
              <a:gd name="connsiteX151" fmla="*/ 544249 w 2414454"/>
              <a:gd name="connsiteY151" fmla="*/ 112385 h 170840"/>
              <a:gd name="connsiteX152" fmla="*/ 564518 w 2414454"/>
              <a:gd name="connsiteY152" fmla="*/ 40900 h 170840"/>
              <a:gd name="connsiteX153" fmla="*/ 578634 w 2414454"/>
              <a:gd name="connsiteY153" fmla="*/ 40900 h 170840"/>
              <a:gd name="connsiteX154" fmla="*/ 550583 w 2414454"/>
              <a:gd name="connsiteY154" fmla="*/ 129940 h 170840"/>
              <a:gd name="connsiteX155" fmla="*/ 538458 w 2414454"/>
              <a:gd name="connsiteY155" fmla="*/ 129940 h 170840"/>
              <a:gd name="connsiteX156" fmla="*/ 515112 w 2414454"/>
              <a:gd name="connsiteY156" fmla="*/ 60808 h 170840"/>
              <a:gd name="connsiteX157" fmla="*/ 491947 w 2414454"/>
              <a:gd name="connsiteY157" fmla="*/ 129940 h 170840"/>
              <a:gd name="connsiteX158" fmla="*/ 479822 w 2414454"/>
              <a:gd name="connsiteY158" fmla="*/ 129940 h 170840"/>
              <a:gd name="connsiteX159" fmla="*/ 207807 w 2414454"/>
              <a:gd name="connsiteY159" fmla="*/ 40900 h 170840"/>
              <a:gd name="connsiteX160" fmla="*/ 220837 w 2414454"/>
              <a:gd name="connsiteY160" fmla="*/ 40900 h 170840"/>
              <a:gd name="connsiteX161" fmla="*/ 220837 w 2414454"/>
              <a:gd name="connsiteY161" fmla="*/ 95736 h 170840"/>
              <a:gd name="connsiteX162" fmla="*/ 226628 w 2414454"/>
              <a:gd name="connsiteY162" fmla="*/ 113562 h 170840"/>
              <a:gd name="connsiteX163" fmla="*/ 242554 w 2414454"/>
              <a:gd name="connsiteY163" fmla="*/ 119443 h 170840"/>
              <a:gd name="connsiteX164" fmla="*/ 258751 w 2414454"/>
              <a:gd name="connsiteY164" fmla="*/ 113471 h 170840"/>
              <a:gd name="connsiteX165" fmla="*/ 264814 w 2414454"/>
              <a:gd name="connsiteY165" fmla="*/ 95736 h 170840"/>
              <a:gd name="connsiteX166" fmla="*/ 264814 w 2414454"/>
              <a:gd name="connsiteY166" fmla="*/ 40900 h 170840"/>
              <a:gd name="connsiteX167" fmla="*/ 277844 w 2414454"/>
              <a:gd name="connsiteY167" fmla="*/ 40900 h 170840"/>
              <a:gd name="connsiteX168" fmla="*/ 277844 w 2414454"/>
              <a:gd name="connsiteY168" fmla="*/ 129940 h 170840"/>
              <a:gd name="connsiteX169" fmla="*/ 264995 w 2414454"/>
              <a:gd name="connsiteY169" fmla="*/ 129940 h 170840"/>
              <a:gd name="connsiteX170" fmla="*/ 264995 w 2414454"/>
              <a:gd name="connsiteY170" fmla="*/ 119986 h 170840"/>
              <a:gd name="connsiteX171" fmla="*/ 253865 w 2414454"/>
              <a:gd name="connsiteY171" fmla="*/ 128221 h 170840"/>
              <a:gd name="connsiteX172" fmla="*/ 239839 w 2414454"/>
              <a:gd name="connsiteY172" fmla="*/ 131026 h 170840"/>
              <a:gd name="connsiteX173" fmla="*/ 216856 w 2414454"/>
              <a:gd name="connsiteY173" fmla="*/ 122701 h 170840"/>
              <a:gd name="connsiteX174" fmla="*/ 209979 w 2414454"/>
              <a:gd name="connsiteY174" fmla="*/ 111752 h 170840"/>
              <a:gd name="connsiteX175" fmla="*/ 207807 w 2414454"/>
              <a:gd name="connsiteY175" fmla="*/ 97726 h 170840"/>
              <a:gd name="connsiteX176" fmla="*/ 2189569 w 2414454"/>
              <a:gd name="connsiteY176" fmla="*/ 39814 h 170840"/>
              <a:gd name="connsiteX177" fmla="*/ 2207395 w 2414454"/>
              <a:gd name="connsiteY177" fmla="*/ 42205 h 170840"/>
              <a:gd name="connsiteX178" fmla="*/ 2221601 w 2414454"/>
              <a:gd name="connsiteY178" fmla="*/ 49564 h 170840"/>
              <a:gd name="connsiteX179" fmla="*/ 2213096 w 2414454"/>
              <a:gd name="connsiteY179" fmla="*/ 58093 h 170840"/>
              <a:gd name="connsiteX180" fmla="*/ 2202328 w 2414454"/>
              <a:gd name="connsiteY180" fmla="*/ 52754 h 170840"/>
              <a:gd name="connsiteX181" fmla="*/ 2189388 w 2414454"/>
              <a:gd name="connsiteY181" fmla="*/ 51035 h 170840"/>
              <a:gd name="connsiteX182" fmla="*/ 2174548 w 2414454"/>
              <a:gd name="connsiteY182" fmla="*/ 54900 h 170840"/>
              <a:gd name="connsiteX183" fmla="*/ 2169480 w 2414454"/>
              <a:gd name="connsiteY183" fmla="*/ 65598 h 170840"/>
              <a:gd name="connsiteX184" fmla="*/ 2173010 w 2414454"/>
              <a:gd name="connsiteY184" fmla="*/ 74589 h 170840"/>
              <a:gd name="connsiteX185" fmla="*/ 2185044 w 2414454"/>
              <a:gd name="connsiteY185" fmla="*/ 78543 h 170840"/>
              <a:gd name="connsiteX186" fmla="*/ 2199342 w 2414454"/>
              <a:gd name="connsiteY186" fmla="*/ 79810 h 170840"/>
              <a:gd name="connsiteX187" fmla="*/ 2210019 w 2414454"/>
              <a:gd name="connsiteY187" fmla="*/ 81801 h 170840"/>
              <a:gd name="connsiteX188" fmla="*/ 2218344 w 2414454"/>
              <a:gd name="connsiteY188" fmla="*/ 86144 h 170840"/>
              <a:gd name="connsiteX189" fmla="*/ 2223683 w 2414454"/>
              <a:gd name="connsiteY189" fmla="*/ 93383 h 170840"/>
              <a:gd name="connsiteX190" fmla="*/ 2225583 w 2414454"/>
              <a:gd name="connsiteY190" fmla="*/ 103880 h 170840"/>
              <a:gd name="connsiteX191" fmla="*/ 2222959 w 2414454"/>
              <a:gd name="connsiteY191" fmla="*/ 115372 h 170840"/>
              <a:gd name="connsiteX192" fmla="*/ 2215539 w 2414454"/>
              <a:gd name="connsiteY192" fmla="*/ 123877 h 170840"/>
              <a:gd name="connsiteX193" fmla="*/ 2204137 w 2414454"/>
              <a:gd name="connsiteY193" fmla="*/ 129216 h 170840"/>
              <a:gd name="connsiteX194" fmla="*/ 2189388 w 2414454"/>
              <a:gd name="connsiteY194" fmla="*/ 131026 h 170840"/>
              <a:gd name="connsiteX195" fmla="*/ 2169119 w 2414454"/>
              <a:gd name="connsiteY195" fmla="*/ 128130 h 170840"/>
              <a:gd name="connsiteX196" fmla="*/ 2152831 w 2414454"/>
              <a:gd name="connsiteY196" fmla="*/ 118177 h 170840"/>
              <a:gd name="connsiteX197" fmla="*/ 2161518 w 2414454"/>
              <a:gd name="connsiteY197" fmla="*/ 109490 h 170840"/>
              <a:gd name="connsiteX198" fmla="*/ 2173824 w 2414454"/>
              <a:gd name="connsiteY198" fmla="*/ 117453 h 170840"/>
              <a:gd name="connsiteX199" fmla="*/ 2189207 w 2414454"/>
              <a:gd name="connsiteY199" fmla="*/ 119805 h 170840"/>
              <a:gd name="connsiteX200" fmla="*/ 2206580 w 2414454"/>
              <a:gd name="connsiteY200" fmla="*/ 115914 h 170840"/>
              <a:gd name="connsiteX201" fmla="*/ 2212915 w 2414454"/>
              <a:gd name="connsiteY201" fmla="*/ 104061 h 170840"/>
              <a:gd name="connsiteX202" fmla="*/ 2209386 w 2414454"/>
              <a:gd name="connsiteY202" fmla="*/ 95012 h 170840"/>
              <a:gd name="connsiteX203" fmla="*/ 2198074 w 2414454"/>
              <a:gd name="connsiteY203" fmla="*/ 91030 h 170840"/>
              <a:gd name="connsiteX204" fmla="*/ 2183416 w 2414454"/>
              <a:gd name="connsiteY204" fmla="*/ 89764 h 170840"/>
              <a:gd name="connsiteX205" fmla="*/ 2163599 w 2414454"/>
              <a:gd name="connsiteY205" fmla="*/ 82796 h 170840"/>
              <a:gd name="connsiteX206" fmla="*/ 2156812 w 2414454"/>
              <a:gd name="connsiteY206" fmla="*/ 65875 h 170840"/>
              <a:gd name="connsiteX207" fmla="*/ 2159256 w 2414454"/>
              <a:gd name="connsiteY207" fmla="*/ 54926 h 170840"/>
              <a:gd name="connsiteX208" fmla="*/ 2166042 w 2414454"/>
              <a:gd name="connsiteY208" fmla="*/ 46782 h 170840"/>
              <a:gd name="connsiteX209" fmla="*/ 2176448 w 2414454"/>
              <a:gd name="connsiteY209" fmla="*/ 41624 h 170840"/>
              <a:gd name="connsiteX210" fmla="*/ 2189569 w 2414454"/>
              <a:gd name="connsiteY210" fmla="*/ 39814 h 170840"/>
              <a:gd name="connsiteX211" fmla="*/ 2123142 w 2414454"/>
              <a:gd name="connsiteY211" fmla="*/ 39814 h 170840"/>
              <a:gd name="connsiteX212" fmla="*/ 2134634 w 2414454"/>
              <a:gd name="connsiteY212" fmla="*/ 41624 h 170840"/>
              <a:gd name="connsiteX213" fmla="*/ 2144496 w 2414454"/>
              <a:gd name="connsiteY213" fmla="*/ 48139 h 170840"/>
              <a:gd name="connsiteX214" fmla="*/ 2134905 w 2414454"/>
              <a:gd name="connsiteY214" fmla="*/ 57912 h 170840"/>
              <a:gd name="connsiteX215" fmla="*/ 2128028 w 2414454"/>
              <a:gd name="connsiteY215" fmla="*/ 52845 h 170840"/>
              <a:gd name="connsiteX216" fmla="*/ 2119522 w 2414454"/>
              <a:gd name="connsiteY216" fmla="*/ 51397 h 170840"/>
              <a:gd name="connsiteX217" fmla="*/ 2110654 w 2414454"/>
              <a:gd name="connsiteY217" fmla="*/ 53207 h 170840"/>
              <a:gd name="connsiteX218" fmla="*/ 2103958 w 2414454"/>
              <a:gd name="connsiteY218" fmla="*/ 58274 h 170840"/>
              <a:gd name="connsiteX219" fmla="*/ 2099705 w 2414454"/>
              <a:gd name="connsiteY219" fmla="*/ 65875 h 170840"/>
              <a:gd name="connsiteX220" fmla="*/ 2098167 w 2414454"/>
              <a:gd name="connsiteY220" fmla="*/ 75286 h 170840"/>
              <a:gd name="connsiteX221" fmla="*/ 2098167 w 2414454"/>
              <a:gd name="connsiteY221" fmla="*/ 129940 h 170840"/>
              <a:gd name="connsiteX222" fmla="*/ 2085137 w 2414454"/>
              <a:gd name="connsiteY222" fmla="*/ 129940 h 170840"/>
              <a:gd name="connsiteX223" fmla="*/ 2085137 w 2414454"/>
              <a:gd name="connsiteY223" fmla="*/ 40900 h 170840"/>
              <a:gd name="connsiteX224" fmla="*/ 2098167 w 2414454"/>
              <a:gd name="connsiteY224" fmla="*/ 40900 h 170840"/>
              <a:gd name="connsiteX225" fmla="*/ 2098167 w 2414454"/>
              <a:gd name="connsiteY225" fmla="*/ 51759 h 170840"/>
              <a:gd name="connsiteX226" fmla="*/ 2108573 w 2414454"/>
              <a:gd name="connsiteY226" fmla="*/ 42982 h 170840"/>
              <a:gd name="connsiteX227" fmla="*/ 2123142 w 2414454"/>
              <a:gd name="connsiteY227" fmla="*/ 39814 h 170840"/>
              <a:gd name="connsiteX228" fmla="*/ 2031082 w 2414454"/>
              <a:gd name="connsiteY228" fmla="*/ 39814 h 170840"/>
              <a:gd name="connsiteX229" fmla="*/ 2058048 w 2414454"/>
              <a:gd name="connsiteY229" fmla="*/ 51397 h 170840"/>
              <a:gd name="connsiteX230" fmla="*/ 2067640 w 2414454"/>
              <a:gd name="connsiteY230" fmla="*/ 82887 h 170840"/>
              <a:gd name="connsiteX231" fmla="*/ 2067640 w 2414454"/>
              <a:gd name="connsiteY231" fmla="*/ 88859 h 170840"/>
              <a:gd name="connsiteX232" fmla="*/ 2007556 w 2414454"/>
              <a:gd name="connsiteY232" fmla="*/ 88859 h 170840"/>
              <a:gd name="connsiteX233" fmla="*/ 2014252 w 2414454"/>
              <a:gd name="connsiteY233" fmla="*/ 111704 h 170840"/>
              <a:gd name="connsiteX234" fmla="*/ 2033797 w 2414454"/>
              <a:gd name="connsiteY234" fmla="*/ 119805 h 170840"/>
              <a:gd name="connsiteX235" fmla="*/ 2046737 w 2414454"/>
              <a:gd name="connsiteY235" fmla="*/ 117362 h 170840"/>
              <a:gd name="connsiteX236" fmla="*/ 2057143 w 2414454"/>
              <a:gd name="connsiteY236" fmla="*/ 109671 h 170840"/>
              <a:gd name="connsiteX237" fmla="*/ 2066010 w 2414454"/>
              <a:gd name="connsiteY237" fmla="*/ 117453 h 170840"/>
              <a:gd name="connsiteX238" fmla="*/ 2059224 w 2414454"/>
              <a:gd name="connsiteY238" fmla="*/ 123367 h 170840"/>
              <a:gd name="connsiteX239" fmla="*/ 2052076 w 2414454"/>
              <a:gd name="connsiteY239" fmla="*/ 127552 h 170840"/>
              <a:gd name="connsiteX240" fmla="*/ 2043660 w 2414454"/>
              <a:gd name="connsiteY240" fmla="*/ 130135 h 170840"/>
              <a:gd name="connsiteX241" fmla="*/ 2033435 w 2414454"/>
              <a:gd name="connsiteY241" fmla="*/ 131026 h 170840"/>
              <a:gd name="connsiteX242" fmla="*/ 2017419 w 2414454"/>
              <a:gd name="connsiteY242" fmla="*/ 128311 h 170840"/>
              <a:gd name="connsiteX243" fmla="*/ 2005203 w 2414454"/>
              <a:gd name="connsiteY243" fmla="*/ 119986 h 170840"/>
              <a:gd name="connsiteX244" fmla="*/ 1997331 w 2414454"/>
              <a:gd name="connsiteY244" fmla="*/ 105780 h 170840"/>
              <a:gd name="connsiteX245" fmla="*/ 1994525 w 2414454"/>
              <a:gd name="connsiteY245" fmla="*/ 85420 h 170840"/>
              <a:gd name="connsiteX246" fmla="*/ 2004298 w 2414454"/>
              <a:gd name="connsiteY246" fmla="*/ 51759 h 170840"/>
              <a:gd name="connsiteX247" fmla="*/ 2031082 w 2414454"/>
              <a:gd name="connsiteY247" fmla="*/ 39814 h 170840"/>
              <a:gd name="connsiteX248" fmla="*/ 1808816 w 2414454"/>
              <a:gd name="connsiteY248" fmla="*/ 39814 h 170840"/>
              <a:gd name="connsiteX249" fmla="*/ 1831619 w 2414454"/>
              <a:gd name="connsiteY249" fmla="*/ 48139 h 170840"/>
              <a:gd name="connsiteX250" fmla="*/ 1840849 w 2414454"/>
              <a:gd name="connsiteY250" fmla="*/ 72933 h 170840"/>
              <a:gd name="connsiteX251" fmla="*/ 1840849 w 2414454"/>
              <a:gd name="connsiteY251" fmla="*/ 129940 h 170840"/>
              <a:gd name="connsiteX252" fmla="*/ 1827819 w 2414454"/>
              <a:gd name="connsiteY252" fmla="*/ 129940 h 170840"/>
              <a:gd name="connsiteX253" fmla="*/ 1827819 w 2414454"/>
              <a:gd name="connsiteY253" fmla="*/ 75105 h 170840"/>
              <a:gd name="connsiteX254" fmla="*/ 1821937 w 2414454"/>
              <a:gd name="connsiteY254" fmla="*/ 57279 h 170840"/>
              <a:gd name="connsiteX255" fmla="*/ 1805921 w 2414454"/>
              <a:gd name="connsiteY255" fmla="*/ 51397 h 170840"/>
              <a:gd name="connsiteX256" fmla="*/ 1789814 w 2414454"/>
              <a:gd name="connsiteY256" fmla="*/ 57369 h 170840"/>
              <a:gd name="connsiteX257" fmla="*/ 1783842 w 2414454"/>
              <a:gd name="connsiteY257" fmla="*/ 75105 h 170840"/>
              <a:gd name="connsiteX258" fmla="*/ 1783842 w 2414454"/>
              <a:gd name="connsiteY258" fmla="*/ 129940 h 170840"/>
              <a:gd name="connsiteX259" fmla="*/ 1770812 w 2414454"/>
              <a:gd name="connsiteY259" fmla="*/ 129940 h 170840"/>
              <a:gd name="connsiteX260" fmla="*/ 1770812 w 2414454"/>
              <a:gd name="connsiteY260" fmla="*/ 40900 h 170840"/>
              <a:gd name="connsiteX261" fmla="*/ 1783842 w 2414454"/>
              <a:gd name="connsiteY261" fmla="*/ 40900 h 170840"/>
              <a:gd name="connsiteX262" fmla="*/ 1783842 w 2414454"/>
              <a:gd name="connsiteY262" fmla="*/ 50673 h 170840"/>
              <a:gd name="connsiteX263" fmla="*/ 1794882 w 2414454"/>
              <a:gd name="connsiteY263" fmla="*/ 42529 h 170840"/>
              <a:gd name="connsiteX264" fmla="*/ 1808816 w 2414454"/>
              <a:gd name="connsiteY264" fmla="*/ 39814 h 170840"/>
              <a:gd name="connsiteX265" fmla="*/ 1512932 w 2414454"/>
              <a:gd name="connsiteY265" fmla="*/ 39814 h 170840"/>
              <a:gd name="connsiteX266" fmla="*/ 1526415 w 2414454"/>
              <a:gd name="connsiteY266" fmla="*/ 42077 h 170840"/>
              <a:gd name="connsiteX267" fmla="*/ 1537906 w 2414454"/>
              <a:gd name="connsiteY267" fmla="*/ 51397 h 170840"/>
              <a:gd name="connsiteX268" fmla="*/ 1537906 w 2414454"/>
              <a:gd name="connsiteY268" fmla="*/ 40900 h 170840"/>
              <a:gd name="connsiteX269" fmla="*/ 1550756 w 2414454"/>
              <a:gd name="connsiteY269" fmla="*/ 40900 h 170840"/>
              <a:gd name="connsiteX270" fmla="*/ 1550756 w 2414454"/>
              <a:gd name="connsiteY270" fmla="*/ 132655 h 170840"/>
              <a:gd name="connsiteX271" fmla="*/ 1548222 w 2414454"/>
              <a:gd name="connsiteY271" fmla="*/ 147947 h 170840"/>
              <a:gd name="connsiteX272" fmla="*/ 1540983 w 2414454"/>
              <a:gd name="connsiteY272" fmla="*/ 159982 h 170840"/>
              <a:gd name="connsiteX273" fmla="*/ 1529310 w 2414454"/>
              <a:gd name="connsiteY273" fmla="*/ 167945 h 170840"/>
              <a:gd name="connsiteX274" fmla="*/ 1513656 w 2414454"/>
              <a:gd name="connsiteY274" fmla="*/ 170840 h 170840"/>
              <a:gd name="connsiteX275" fmla="*/ 1504607 w 2414454"/>
              <a:gd name="connsiteY275" fmla="*/ 170217 h 170840"/>
              <a:gd name="connsiteX276" fmla="*/ 1497097 w 2414454"/>
              <a:gd name="connsiteY276" fmla="*/ 168168 h 170840"/>
              <a:gd name="connsiteX277" fmla="*/ 1490220 w 2414454"/>
              <a:gd name="connsiteY277" fmla="*/ 164518 h 170840"/>
              <a:gd name="connsiteX278" fmla="*/ 1483433 w 2414454"/>
              <a:gd name="connsiteY278" fmla="*/ 159077 h 170840"/>
              <a:gd name="connsiteX279" fmla="*/ 1491939 w 2414454"/>
              <a:gd name="connsiteY279" fmla="*/ 150752 h 170840"/>
              <a:gd name="connsiteX280" fmla="*/ 1496554 w 2414454"/>
              <a:gd name="connsiteY280" fmla="*/ 154553 h 170840"/>
              <a:gd name="connsiteX281" fmla="*/ 1501259 w 2414454"/>
              <a:gd name="connsiteY281" fmla="*/ 157358 h 170840"/>
              <a:gd name="connsiteX282" fmla="*/ 1506598 w 2414454"/>
              <a:gd name="connsiteY282" fmla="*/ 159077 h 170840"/>
              <a:gd name="connsiteX283" fmla="*/ 1513294 w 2414454"/>
              <a:gd name="connsiteY283" fmla="*/ 159620 h 170840"/>
              <a:gd name="connsiteX284" fmla="*/ 1524424 w 2414454"/>
              <a:gd name="connsiteY284" fmla="*/ 157438 h 170840"/>
              <a:gd name="connsiteX285" fmla="*/ 1532025 w 2414454"/>
              <a:gd name="connsiteY285" fmla="*/ 151622 h 170840"/>
              <a:gd name="connsiteX286" fmla="*/ 1536368 w 2414454"/>
              <a:gd name="connsiteY286" fmla="*/ 142989 h 170840"/>
              <a:gd name="connsiteX287" fmla="*/ 1537726 w 2414454"/>
              <a:gd name="connsiteY287" fmla="*/ 132174 h 170840"/>
              <a:gd name="connsiteX288" fmla="*/ 1537726 w 2414454"/>
              <a:gd name="connsiteY288" fmla="*/ 118177 h 170840"/>
              <a:gd name="connsiteX289" fmla="*/ 1526143 w 2414454"/>
              <a:gd name="connsiteY289" fmla="*/ 127406 h 170840"/>
              <a:gd name="connsiteX290" fmla="*/ 1512751 w 2414454"/>
              <a:gd name="connsiteY290" fmla="*/ 129759 h 170840"/>
              <a:gd name="connsiteX291" fmla="*/ 1500354 w 2414454"/>
              <a:gd name="connsiteY291" fmla="*/ 127587 h 170840"/>
              <a:gd name="connsiteX292" fmla="*/ 1491215 w 2414454"/>
              <a:gd name="connsiteY292" fmla="*/ 121796 h 170840"/>
              <a:gd name="connsiteX293" fmla="*/ 1482438 w 2414454"/>
              <a:gd name="connsiteY293" fmla="*/ 105327 h 170840"/>
              <a:gd name="connsiteX294" fmla="*/ 1480356 w 2414454"/>
              <a:gd name="connsiteY294" fmla="*/ 84696 h 170840"/>
              <a:gd name="connsiteX295" fmla="*/ 1482438 w 2414454"/>
              <a:gd name="connsiteY295" fmla="*/ 64065 h 170840"/>
              <a:gd name="connsiteX296" fmla="*/ 1491215 w 2414454"/>
              <a:gd name="connsiteY296" fmla="*/ 47596 h 170840"/>
              <a:gd name="connsiteX297" fmla="*/ 1500445 w 2414454"/>
              <a:gd name="connsiteY297" fmla="*/ 41896 h 170840"/>
              <a:gd name="connsiteX298" fmla="*/ 1512932 w 2414454"/>
              <a:gd name="connsiteY298" fmla="*/ 39814 h 170840"/>
              <a:gd name="connsiteX299" fmla="*/ 1418292 w 2414454"/>
              <a:gd name="connsiteY299" fmla="*/ 39814 h 170840"/>
              <a:gd name="connsiteX300" fmla="*/ 1441094 w 2414454"/>
              <a:gd name="connsiteY300" fmla="*/ 48139 h 170840"/>
              <a:gd name="connsiteX301" fmla="*/ 1450324 w 2414454"/>
              <a:gd name="connsiteY301" fmla="*/ 72933 h 170840"/>
              <a:gd name="connsiteX302" fmla="*/ 1450324 w 2414454"/>
              <a:gd name="connsiteY302" fmla="*/ 129940 h 170840"/>
              <a:gd name="connsiteX303" fmla="*/ 1437294 w 2414454"/>
              <a:gd name="connsiteY303" fmla="*/ 129940 h 170840"/>
              <a:gd name="connsiteX304" fmla="*/ 1437294 w 2414454"/>
              <a:gd name="connsiteY304" fmla="*/ 75105 h 170840"/>
              <a:gd name="connsiteX305" fmla="*/ 1431412 w 2414454"/>
              <a:gd name="connsiteY305" fmla="*/ 57279 h 170840"/>
              <a:gd name="connsiteX306" fmla="*/ 1415396 w 2414454"/>
              <a:gd name="connsiteY306" fmla="*/ 51397 h 170840"/>
              <a:gd name="connsiteX307" fmla="*/ 1399289 w 2414454"/>
              <a:gd name="connsiteY307" fmla="*/ 57369 h 170840"/>
              <a:gd name="connsiteX308" fmla="*/ 1393317 w 2414454"/>
              <a:gd name="connsiteY308" fmla="*/ 75105 h 170840"/>
              <a:gd name="connsiteX309" fmla="*/ 1393317 w 2414454"/>
              <a:gd name="connsiteY309" fmla="*/ 129940 h 170840"/>
              <a:gd name="connsiteX310" fmla="*/ 1380287 w 2414454"/>
              <a:gd name="connsiteY310" fmla="*/ 129940 h 170840"/>
              <a:gd name="connsiteX311" fmla="*/ 1380287 w 2414454"/>
              <a:gd name="connsiteY311" fmla="*/ 40900 h 170840"/>
              <a:gd name="connsiteX312" fmla="*/ 1393317 w 2414454"/>
              <a:gd name="connsiteY312" fmla="*/ 40900 h 170840"/>
              <a:gd name="connsiteX313" fmla="*/ 1393317 w 2414454"/>
              <a:gd name="connsiteY313" fmla="*/ 50673 h 170840"/>
              <a:gd name="connsiteX314" fmla="*/ 1404356 w 2414454"/>
              <a:gd name="connsiteY314" fmla="*/ 42529 h 170840"/>
              <a:gd name="connsiteX315" fmla="*/ 1418292 w 2414454"/>
              <a:gd name="connsiteY315" fmla="*/ 39814 h 170840"/>
              <a:gd name="connsiteX316" fmla="*/ 1326232 w 2414454"/>
              <a:gd name="connsiteY316" fmla="*/ 39814 h 170840"/>
              <a:gd name="connsiteX317" fmla="*/ 1340710 w 2414454"/>
              <a:gd name="connsiteY317" fmla="*/ 42529 h 170840"/>
              <a:gd name="connsiteX318" fmla="*/ 1351750 w 2414454"/>
              <a:gd name="connsiteY318" fmla="*/ 49949 h 170840"/>
              <a:gd name="connsiteX319" fmla="*/ 1360527 w 2414454"/>
              <a:gd name="connsiteY319" fmla="*/ 65965 h 170840"/>
              <a:gd name="connsiteX320" fmla="*/ 1362608 w 2414454"/>
              <a:gd name="connsiteY320" fmla="*/ 85420 h 170840"/>
              <a:gd name="connsiteX321" fmla="*/ 1360527 w 2414454"/>
              <a:gd name="connsiteY321" fmla="*/ 104875 h 170840"/>
              <a:gd name="connsiteX322" fmla="*/ 1351750 w 2414454"/>
              <a:gd name="connsiteY322" fmla="*/ 120891 h 170840"/>
              <a:gd name="connsiteX323" fmla="*/ 1340710 w 2414454"/>
              <a:gd name="connsiteY323" fmla="*/ 128311 h 170840"/>
              <a:gd name="connsiteX324" fmla="*/ 1326232 w 2414454"/>
              <a:gd name="connsiteY324" fmla="*/ 131026 h 170840"/>
              <a:gd name="connsiteX325" fmla="*/ 1311754 w 2414454"/>
              <a:gd name="connsiteY325" fmla="*/ 128311 h 170840"/>
              <a:gd name="connsiteX326" fmla="*/ 1300715 w 2414454"/>
              <a:gd name="connsiteY326" fmla="*/ 120891 h 170840"/>
              <a:gd name="connsiteX327" fmla="*/ 1295195 w 2414454"/>
              <a:gd name="connsiteY327" fmla="*/ 113381 h 170840"/>
              <a:gd name="connsiteX328" fmla="*/ 1291938 w 2414454"/>
              <a:gd name="connsiteY328" fmla="*/ 104875 h 170840"/>
              <a:gd name="connsiteX329" fmla="*/ 1290309 w 2414454"/>
              <a:gd name="connsiteY329" fmla="*/ 95555 h 170840"/>
              <a:gd name="connsiteX330" fmla="*/ 1289856 w 2414454"/>
              <a:gd name="connsiteY330" fmla="*/ 85420 h 170840"/>
              <a:gd name="connsiteX331" fmla="*/ 1290309 w 2414454"/>
              <a:gd name="connsiteY331" fmla="*/ 75376 h 170840"/>
              <a:gd name="connsiteX332" fmla="*/ 1291938 w 2414454"/>
              <a:gd name="connsiteY332" fmla="*/ 65965 h 170840"/>
              <a:gd name="connsiteX333" fmla="*/ 1295195 w 2414454"/>
              <a:gd name="connsiteY333" fmla="*/ 57460 h 170840"/>
              <a:gd name="connsiteX334" fmla="*/ 1300715 w 2414454"/>
              <a:gd name="connsiteY334" fmla="*/ 49949 h 170840"/>
              <a:gd name="connsiteX335" fmla="*/ 1311754 w 2414454"/>
              <a:gd name="connsiteY335" fmla="*/ 42529 h 170840"/>
              <a:gd name="connsiteX336" fmla="*/ 1326232 w 2414454"/>
              <a:gd name="connsiteY336" fmla="*/ 39814 h 170840"/>
              <a:gd name="connsiteX337" fmla="*/ 1173832 w 2414454"/>
              <a:gd name="connsiteY337" fmla="*/ 39814 h 170840"/>
              <a:gd name="connsiteX338" fmla="*/ 1188310 w 2414454"/>
              <a:gd name="connsiteY338" fmla="*/ 42529 h 170840"/>
              <a:gd name="connsiteX339" fmla="*/ 1199350 w 2414454"/>
              <a:gd name="connsiteY339" fmla="*/ 49949 h 170840"/>
              <a:gd name="connsiteX340" fmla="*/ 1208127 w 2414454"/>
              <a:gd name="connsiteY340" fmla="*/ 65965 h 170840"/>
              <a:gd name="connsiteX341" fmla="*/ 1210208 w 2414454"/>
              <a:gd name="connsiteY341" fmla="*/ 85420 h 170840"/>
              <a:gd name="connsiteX342" fmla="*/ 1208127 w 2414454"/>
              <a:gd name="connsiteY342" fmla="*/ 104875 h 170840"/>
              <a:gd name="connsiteX343" fmla="*/ 1199350 w 2414454"/>
              <a:gd name="connsiteY343" fmla="*/ 120891 h 170840"/>
              <a:gd name="connsiteX344" fmla="*/ 1188310 w 2414454"/>
              <a:gd name="connsiteY344" fmla="*/ 128311 h 170840"/>
              <a:gd name="connsiteX345" fmla="*/ 1173832 w 2414454"/>
              <a:gd name="connsiteY345" fmla="*/ 131026 h 170840"/>
              <a:gd name="connsiteX346" fmla="*/ 1159354 w 2414454"/>
              <a:gd name="connsiteY346" fmla="*/ 128311 h 170840"/>
              <a:gd name="connsiteX347" fmla="*/ 1148315 w 2414454"/>
              <a:gd name="connsiteY347" fmla="*/ 120891 h 170840"/>
              <a:gd name="connsiteX348" fmla="*/ 1142795 w 2414454"/>
              <a:gd name="connsiteY348" fmla="*/ 113381 h 170840"/>
              <a:gd name="connsiteX349" fmla="*/ 1139538 w 2414454"/>
              <a:gd name="connsiteY349" fmla="*/ 104875 h 170840"/>
              <a:gd name="connsiteX350" fmla="*/ 1137909 w 2414454"/>
              <a:gd name="connsiteY350" fmla="*/ 95555 h 170840"/>
              <a:gd name="connsiteX351" fmla="*/ 1137456 w 2414454"/>
              <a:gd name="connsiteY351" fmla="*/ 85420 h 170840"/>
              <a:gd name="connsiteX352" fmla="*/ 1137909 w 2414454"/>
              <a:gd name="connsiteY352" fmla="*/ 75376 h 170840"/>
              <a:gd name="connsiteX353" fmla="*/ 1139538 w 2414454"/>
              <a:gd name="connsiteY353" fmla="*/ 65965 h 170840"/>
              <a:gd name="connsiteX354" fmla="*/ 1142795 w 2414454"/>
              <a:gd name="connsiteY354" fmla="*/ 57460 h 170840"/>
              <a:gd name="connsiteX355" fmla="*/ 1148315 w 2414454"/>
              <a:gd name="connsiteY355" fmla="*/ 49949 h 170840"/>
              <a:gd name="connsiteX356" fmla="*/ 1159354 w 2414454"/>
              <a:gd name="connsiteY356" fmla="*/ 42529 h 170840"/>
              <a:gd name="connsiteX357" fmla="*/ 1173832 w 2414454"/>
              <a:gd name="connsiteY357" fmla="*/ 39814 h 170840"/>
              <a:gd name="connsiteX358" fmla="*/ 1074782 w 2414454"/>
              <a:gd name="connsiteY358" fmla="*/ 39814 h 170840"/>
              <a:gd name="connsiteX359" fmla="*/ 1101657 w 2414454"/>
              <a:gd name="connsiteY359" fmla="*/ 47325 h 170840"/>
              <a:gd name="connsiteX360" fmla="*/ 1110434 w 2414454"/>
              <a:gd name="connsiteY360" fmla="*/ 69494 h 170840"/>
              <a:gd name="connsiteX361" fmla="*/ 1110434 w 2414454"/>
              <a:gd name="connsiteY361" fmla="*/ 129940 h 170840"/>
              <a:gd name="connsiteX362" fmla="*/ 1097404 w 2414454"/>
              <a:gd name="connsiteY362" fmla="*/ 129940 h 170840"/>
              <a:gd name="connsiteX363" fmla="*/ 1097404 w 2414454"/>
              <a:gd name="connsiteY363" fmla="*/ 121434 h 170840"/>
              <a:gd name="connsiteX364" fmla="*/ 1086274 w 2414454"/>
              <a:gd name="connsiteY364" fmla="*/ 128945 h 170840"/>
              <a:gd name="connsiteX365" fmla="*/ 1071705 w 2414454"/>
              <a:gd name="connsiteY365" fmla="*/ 131026 h 170840"/>
              <a:gd name="connsiteX366" fmla="*/ 1056594 w 2414454"/>
              <a:gd name="connsiteY366" fmla="*/ 129126 h 170840"/>
              <a:gd name="connsiteX367" fmla="*/ 1046550 w 2414454"/>
              <a:gd name="connsiteY367" fmla="*/ 122882 h 170840"/>
              <a:gd name="connsiteX368" fmla="*/ 1041573 w 2414454"/>
              <a:gd name="connsiteY368" fmla="*/ 114829 h 170840"/>
              <a:gd name="connsiteX369" fmla="*/ 1039854 w 2414454"/>
              <a:gd name="connsiteY369" fmla="*/ 104785 h 170840"/>
              <a:gd name="connsiteX370" fmla="*/ 1047726 w 2414454"/>
              <a:gd name="connsiteY370" fmla="*/ 86054 h 170840"/>
              <a:gd name="connsiteX371" fmla="*/ 1070620 w 2414454"/>
              <a:gd name="connsiteY371" fmla="*/ 79086 h 170840"/>
              <a:gd name="connsiteX372" fmla="*/ 1097404 w 2414454"/>
              <a:gd name="connsiteY372" fmla="*/ 79086 h 170840"/>
              <a:gd name="connsiteX373" fmla="*/ 1097404 w 2414454"/>
              <a:gd name="connsiteY373" fmla="*/ 70580 h 170840"/>
              <a:gd name="connsiteX374" fmla="*/ 1092156 w 2414454"/>
              <a:gd name="connsiteY374" fmla="*/ 55921 h 170840"/>
              <a:gd name="connsiteX375" fmla="*/ 1074601 w 2414454"/>
              <a:gd name="connsiteY375" fmla="*/ 51035 h 170840"/>
              <a:gd name="connsiteX376" fmla="*/ 1061028 w 2414454"/>
              <a:gd name="connsiteY376" fmla="*/ 53297 h 170840"/>
              <a:gd name="connsiteX377" fmla="*/ 1052160 w 2414454"/>
              <a:gd name="connsiteY377" fmla="*/ 61170 h 170840"/>
              <a:gd name="connsiteX378" fmla="*/ 1043292 w 2414454"/>
              <a:gd name="connsiteY378" fmla="*/ 53026 h 170840"/>
              <a:gd name="connsiteX379" fmla="*/ 1056594 w 2414454"/>
              <a:gd name="connsiteY379" fmla="*/ 42529 h 170840"/>
              <a:gd name="connsiteX380" fmla="*/ 1074782 w 2414454"/>
              <a:gd name="connsiteY380" fmla="*/ 39814 h 170840"/>
              <a:gd name="connsiteX381" fmla="*/ 722719 w 2414454"/>
              <a:gd name="connsiteY381" fmla="*/ 39814 h 170840"/>
              <a:gd name="connsiteX382" fmla="*/ 740545 w 2414454"/>
              <a:gd name="connsiteY382" fmla="*/ 42205 h 170840"/>
              <a:gd name="connsiteX383" fmla="*/ 754751 w 2414454"/>
              <a:gd name="connsiteY383" fmla="*/ 49564 h 170840"/>
              <a:gd name="connsiteX384" fmla="*/ 746246 w 2414454"/>
              <a:gd name="connsiteY384" fmla="*/ 58093 h 170840"/>
              <a:gd name="connsiteX385" fmla="*/ 735478 w 2414454"/>
              <a:gd name="connsiteY385" fmla="*/ 52754 h 170840"/>
              <a:gd name="connsiteX386" fmla="*/ 722538 w 2414454"/>
              <a:gd name="connsiteY386" fmla="*/ 51035 h 170840"/>
              <a:gd name="connsiteX387" fmla="*/ 707698 w 2414454"/>
              <a:gd name="connsiteY387" fmla="*/ 54900 h 170840"/>
              <a:gd name="connsiteX388" fmla="*/ 702631 w 2414454"/>
              <a:gd name="connsiteY388" fmla="*/ 65598 h 170840"/>
              <a:gd name="connsiteX389" fmla="*/ 706160 w 2414454"/>
              <a:gd name="connsiteY389" fmla="*/ 74589 h 170840"/>
              <a:gd name="connsiteX390" fmla="*/ 718194 w 2414454"/>
              <a:gd name="connsiteY390" fmla="*/ 78543 h 170840"/>
              <a:gd name="connsiteX391" fmla="*/ 732491 w 2414454"/>
              <a:gd name="connsiteY391" fmla="*/ 79810 h 170840"/>
              <a:gd name="connsiteX392" fmla="*/ 743169 w 2414454"/>
              <a:gd name="connsiteY392" fmla="*/ 81801 h 170840"/>
              <a:gd name="connsiteX393" fmla="*/ 751494 w 2414454"/>
              <a:gd name="connsiteY393" fmla="*/ 86144 h 170840"/>
              <a:gd name="connsiteX394" fmla="*/ 756833 w 2414454"/>
              <a:gd name="connsiteY394" fmla="*/ 93383 h 170840"/>
              <a:gd name="connsiteX395" fmla="*/ 758733 w 2414454"/>
              <a:gd name="connsiteY395" fmla="*/ 103880 h 170840"/>
              <a:gd name="connsiteX396" fmla="*/ 756109 w 2414454"/>
              <a:gd name="connsiteY396" fmla="*/ 115372 h 170840"/>
              <a:gd name="connsiteX397" fmla="*/ 748689 w 2414454"/>
              <a:gd name="connsiteY397" fmla="*/ 123877 h 170840"/>
              <a:gd name="connsiteX398" fmla="*/ 737287 w 2414454"/>
              <a:gd name="connsiteY398" fmla="*/ 129216 h 170840"/>
              <a:gd name="connsiteX399" fmla="*/ 722538 w 2414454"/>
              <a:gd name="connsiteY399" fmla="*/ 131026 h 170840"/>
              <a:gd name="connsiteX400" fmla="*/ 702269 w 2414454"/>
              <a:gd name="connsiteY400" fmla="*/ 128130 h 170840"/>
              <a:gd name="connsiteX401" fmla="*/ 685981 w 2414454"/>
              <a:gd name="connsiteY401" fmla="*/ 118177 h 170840"/>
              <a:gd name="connsiteX402" fmla="*/ 694668 w 2414454"/>
              <a:gd name="connsiteY402" fmla="*/ 109490 h 170840"/>
              <a:gd name="connsiteX403" fmla="*/ 706974 w 2414454"/>
              <a:gd name="connsiteY403" fmla="*/ 117453 h 170840"/>
              <a:gd name="connsiteX404" fmla="*/ 722357 w 2414454"/>
              <a:gd name="connsiteY404" fmla="*/ 119805 h 170840"/>
              <a:gd name="connsiteX405" fmla="*/ 739730 w 2414454"/>
              <a:gd name="connsiteY405" fmla="*/ 115914 h 170840"/>
              <a:gd name="connsiteX406" fmla="*/ 746065 w 2414454"/>
              <a:gd name="connsiteY406" fmla="*/ 104061 h 170840"/>
              <a:gd name="connsiteX407" fmla="*/ 742536 w 2414454"/>
              <a:gd name="connsiteY407" fmla="*/ 95012 h 170840"/>
              <a:gd name="connsiteX408" fmla="*/ 731225 w 2414454"/>
              <a:gd name="connsiteY408" fmla="*/ 91030 h 170840"/>
              <a:gd name="connsiteX409" fmla="*/ 716566 w 2414454"/>
              <a:gd name="connsiteY409" fmla="*/ 89764 h 170840"/>
              <a:gd name="connsiteX410" fmla="*/ 696749 w 2414454"/>
              <a:gd name="connsiteY410" fmla="*/ 82796 h 170840"/>
              <a:gd name="connsiteX411" fmla="*/ 689962 w 2414454"/>
              <a:gd name="connsiteY411" fmla="*/ 65875 h 170840"/>
              <a:gd name="connsiteX412" fmla="*/ 692406 w 2414454"/>
              <a:gd name="connsiteY412" fmla="*/ 54926 h 170840"/>
              <a:gd name="connsiteX413" fmla="*/ 699192 w 2414454"/>
              <a:gd name="connsiteY413" fmla="*/ 46782 h 170840"/>
              <a:gd name="connsiteX414" fmla="*/ 709598 w 2414454"/>
              <a:gd name="connsiteY414" fmla="*/ 41624 h 170840"/>
              <a:gd name="connsiteX415" fmla="*/ 722719 w 2414454"/>
              <a:gd name="connsiteY415" fmla="*/ 39814 h 170840"/>
              <a:gd name="connsiteX416" fmla="*/ 630907 w 2414454"/>
              <a:gd name="connsiteY416" fmla="*/ 39814 h 170840"/>
              <a:gd name="connsiteX417" fmla="*/ 657873 w 2414454"/>
              <a:gd name="connsiteY417" fmla="*/ 51397 h 170840"/>
              <a:gd name="connsiteX418" fmla="*/ 667464 w 2414454"/>
              <a:gd name="connsiteY418" fmla="*/ 82887 h 170840"/>
              <a:gd name="connsiteX419" fmla="*/ 667464 w 2414454"/>
              <a:gd name="connsiteY419" fmla="*/ 88859 h 170840"/>
              <a:gd name="connsiteX420" fmla="*/ 607381 w 2414454"/>
              <a:gd name="connsiteY420" fmla="*/ 88859 h 170840"/>
              <a:gd name="connsiteX421" fmla="*/ 614077 w 2414454"/>
              <a:gd name="connsiteY421" fmla="*/ 111704 h 170840"/>
              <a:gd name="connsiteX422" fmla="*/ 633622 w 2414454"/>
              <a:gd name="connsiteY422" fmla="*/ 119805 h 170840"/>
              <a:gd name="connsiteX423" fmla="*/ 646562 w 2414454"/>
              <a:gd name="connsiteY423" fmla="*/ 117362 h 170840"/>
              <a:gd name="connsiteX424" fmla="*/ 656968 w 2414454"/>
              <a:gd name="connsiteY424" fmla="*/ 109671 h 170840"/>
              <a:gd name="connsiteX425" fmla="*/ 665836 w 2414454"/>
              <a:gd name="connsiteY425" fmla="*/ 117453 h 170840"/>
              <a:gd name="connsiteX426" fmla="*/ 659049 w 2414454"/>
              <a:gd name="connsiteY426" fmla="*/ 123367 h 170840"/>
              <a:gd name="connsiteX427" fmla="*/ 651900 w 2414454"/>
              <a:gd name="connsiteY427" fmla="*/ 127552 h 170840"/>
              <a:gd name="connsiteX428" fmla="*/ 643485 w 2414454"/>
              <a:gd name="connsiteY428" fmla="*/ 130135 h 170840"/>
              <a:gd name="connsiteX429" fmla="*/ 633260 w 2414454"/>
              <a:gd name="connsiteY429" fmla="*/ 131026 h 170840"/>
              <a:gd name="connsiteX430" fmla="*/ 617244 w 2414454"/>
              <a:gd name="connsiteY430" fmla="*/ 128311 h 170840"/>
              <a:gd name="connsiteX431" fmla="*/ 605028 w 2414454"/>
              <a:gd name="connsiteY431" fmla="*/ 119986 h 170840"/>
              <a:gd name="connsiteX432" fmla="*/ 597156 w 2414454"/>
              <a:gd name="connsiteY432" fmla="*/ 105780 h 170840"/>
              <a:gd name="connsiteX433" fmla="*/ 594350 w 2414454"/>
              <a:gd name="connsiteY433" fmla="*/ 85420 h 170840"/>
              <a:gd name="connsiteX434" fmla="*/ 604123 w 2414454"/>
              <a:gd name="connsiteY434" fmla="*/ 51759 h 170840"/>
              <a:gd name="connsiteX435" fmla="*/ 630907 w 2414454"/>
              <a:gd name="connsiteY435" fmla="*/ 39814 h 170840"/>
              <a:gd name="connsiteX436" fmla="*/ 145132 w 2414454"/>
              <a:gd name="connsiteY436" fmla="*/ 39814 h 170840"/>
              <a:gd name="connsiteX437" fmla="*/ 159610 w 2414454"/>
              <a:gd name="connsiteY437" fmla="*/ 42529 h 170840"/>
              <a:gd name="connsiteX438" fmla="*/ 170650 w 2414454"/>
              <a:gd name="connsiteY438" fmla="*/ 49949 h 170840"/>
              <a:gd name="connsiteX439" fmla="*/ 179427 w 2414454"/>
              <a:gd name="connsiteY439" fmla="*/ 65965 h 170840"/>
              <a:gd name="connsiteX440" fmla="*/ 181508 w 2414454"/>
              <a:gd name="connsiteY440" fmla="*/ 85420 h 170840"/>
              <a:gd name="connsiteX441" fmla="*/ 179427 w 2414454"/>
              <a:gd name="connsiteY441" fmla="*/ 104875 h 170840"/>
              <a:gd name="connsiteX442" fmla="*/ 170650 w 2414454"/>
              <a:gd name="connsiteY442" fmla="*/ 120891 h 170840"/>
              <a:gd name="connsiteX443" fmla="*/ 159610 w 2414454"/>
              <a:gd name="connsiteY443" fmla="*/ 128311 h 170840"/>
              <a:gd name="connsiteX444" fmla="*/ 145132 w 2414454"/>
              <a:gd name="connsiteY444" fmla="*/ 131026 h 170840"/>
              <a:gd name="connsiteX445" fmla="*/ 130654 w 2414454"/>
              <a:gd name="connsiteY445" fmla="*/ 128311 h 170840"/>
              <a:gd name="connsiteX446" fmla="*/ 119615 w 2414454"/>
              <a:gd name="connsiteY446" fmla="*/ 120891 h 170840"/>
              <a:gd name="connsiteX447" fmla="*/ 114095 w 2414454"/>
              <a:gd name="connsiteY447" fmla="*/ 113381 h 170840"/>
              <a:gd name="connsiteX448" fmla="*/ 110838 w 2414454"/>
              <a:gd name="connsiteY448" fmla="*/ 104875 h 170840"/>
              <a:gd name="connsiteX449" fmla="*/ 109209 w 2414454"/>
              <a:gd name="connsiteY449" fmla="*/ 95555 h 170840"/>
              <a:gd name="connsiteX450" fmla="*/ 108756 w 2414454"/>
              <a:gd name="connsiteY450" fmla="*/ 85420 h 170840"/>
              <a:gd name="connsiteX451" fmla="*/ 109209 w 2414454"/>
              <a:gd name="connsiteY451" fmla="*/ 75376 h 170840"/>
              <a:gd name="connsiteX452" fmla="*/ 110838 w 2414454"/>
              <a:gd name="connsiteY452" fmla="*/ 65965 h 170840"/>
              <a:gd name="connsiteX453" fmla="*/ 114095 w 2414454"/>
              <a:gd name="connsiteY453" fmla="*/ 57460 h 170840"/>
              <a:gd name="connsiteX454" fmla="*/ 119615 w 2414454"/>
              <a:gd name="connsiteY454" fmla="*/ 49949 h 170840"/>
              <a:gd name="connsiteX455" fmla="*/ 130654 w 2414454"/>
              <a:gd name="connsiteY455" fmla="*/ 42529 h 170840"/>
              <a:gd name="connsiteX456" fmla="*/ 145132 w 2414454"/>
              <a:gd name="connsiteY456" fmla="*/ 39814 h 170840"/>
              <a:gd name="connsiteX457" fmla="*/ 2296858 w 2414454"/>
              <a:gd name="connsiteY457" fmla="*/ 13573 h 170840"/>
              <a:gd name="connsiteX458" fmla="*/ 2309889 w 2414454"/>
              <a:gd name="connsiteY458" fmla="*/ 13573 h 170840"/>
              <a:gd name="connsiteX459" fmla="*/ 2309889 w 2414454"/>
              <a:gd name="connsiteY459" fmla="*/ 41443 h 170840"/>
              <a:gd name="connsiteX460" fmla="*/ 2328891 w 2414454"/>
              <a:gd name="connsiteY460" fmla="*/ 41443 h 170840"/>
              <a:gd name="connsiteX461" fmla="*/ 2328891 w 2414454"/>
              <a:gd name="connsiteY461" fmla="*/ 51397 h 170840"/>
              <a:gd name="connsiteX462" fmla="*/ 2309889 w 2414454"/>
              <a:gd name="connsiteY462" fmla="*/ 51397 h 170840"/>
              <a:gd name="connsiteX463" fmla="*/ 2309889 w 2414454"/>
              <a:gd name="connsiteY463" fmla="*/ 105689 h 170840"/>
              <a:gd name="connsiteX464" fmla="*/ 2312784 w 2414454"/>
              <a:gd name="connsiteY464" fmla="*/ 115281 h 170840"/>
              <a:gd name="connsiteX465" fmla="*/ 2322014 w 2414454"/>
              <a:gd name="connsiteY465" fmla="*/ 118720 h 170840"/>
              <a:gd name="connsiteX466" fmla="*/ 2328891 w 2414454"/>
              <a:gd name="connsiteY466" fmla="*/ 118720 h 170840"/>
              <a:gd name="connsiteX467" fmla="*/ 2328891 w 2414454"/>
              <a:gd name="connsiteY467" fmla="*/ 129940 h 170840"/>
              <a:gd name="connsiteX468" fmla="*/ 2319661 w 2414454"/>
              <a:gd name="connsiteY468" fmla="*/ 129940 h 170840"/>
              <a:gd name="connsiteX469" fmla="*/ 2309617 w 2414454"/>
              <a:gd name="connsiteY469" fmla="*/ 128040 h 170840"/>
              <a:gd name="connsiteX470" fmla="*/ 2302559 w 2414454"/>
              <a:gd name="connsiteY470" fmla="*/ 122882 h 170840"/>
              <a:gd name="connsiteX471" fmla="*/ 2298306 w 2414454"/>
              <a:gd name="connsiteY471" fmla="*/ 115281 h 170840"/>
              <a:gd name="connsiteX472" fmla="*/ 2296858 w 2414454"/>
              <a:gd name="connsiteY472" fmla="*/ 106051 h 170840"/>
              <a:gd name="connsiteX473" fmla="*/ 2296858 w 2414454"/>
              <a:gd name="connsiteY473" fmla="*/ 51397 h 170840"/>
              <a:gd name="connsiteX474" fmla="*/ 2285638 w 2414454"/>
              <a:gd name="connsiteY474" fmla="*/ 51397 h 170840"/>
              <a:gd name="connsiteX475" fmla="*/ 2285638 w 2414454"/>
              <a:gd name="connsiteY475" fmla="*/ 41443 h 170840"/>
              <a:gd name="connsiteX476" fmla="*/ 2296858 w 2414454"/>
              <a:gd name="connsiteY476" fmla="*/ 41443 h 170840"/>
              <a:gd name="connsiteX477" fmla="*/ 1239583 w 2414454"/>
              <a:gd name="connsiteY477" fmla="*/ 13573 h 170840"/>
              <a:gd name="connsiteX478" fmla="*/ 1252614 w 2414454"/>
              <a:gd name="connsiteY478" fmla="*/ 13573 h 170840"/>
              <a:gd name="connsiteX479" fmla="*/ 1252614 w 2414454"/>
              <a:gd name="connsiteY479" fmla="*/ 41443 h 170840"/>
              <a:gd name="connsiteX480" fmla="*/ 1271616 w 2414454"/>
              <a:gd name="connsiteY480" fmla="*/ 41443 h 170840"/>
              <a:gd name="connsiteX481" fmla="*/ 1271616 w 2414454"/>
              <a:gd name="connsiteY481" fmla="*/ 51397 h 170840"/>
              <a:gd name="connsiteX482" fmla="*/ 1252614 w 2414454"/>
              <a:gd name="connsiteY482" fmla="*/ 51397 h 170840"/>
              <a:gd name="connsiteX483" fmla="*/ 1252614 w 2414454"/>
              <a:gd name="connsiteY483" fmla="*/ 105689 h 170840"/>
              <a:gd name="connsiteX484" fmla="*/ 1255509 w 2414454"/>
              <a:gd name="connsiteY484" fmla="*/ 115281 h 170840"/>
              <a:gd name="connsiteX485" fmla="*/ 1264739 w 2414454"/>
              <a:gd name="connsiteY485" fmla="*/ 118720 h 170840"/>
              <a:gd name="connsiteX486" fmla="*/ 1271616 w 2414454"/>
              <a:gd name="connsiteY486" fmla="*/ 118720 h 170840"/>
              <a:gd name="connsiteX487" fmla="*/ 1271616 w 2414454"/>
              <a:gd name="connsiteY487" fmla="*/ 129940 h 170840"/>
              <a:gd name="connsiteX488" fmla="*/ 1262386 w 2414454"/>
              <a:gd name="connsiteY488" fmla="*/ 129940 h 170840"/>
              <a:gd name="connsiteX489" fmla="*/ 1252342 w 2414454"/>
              <a:gd name="connsiteY489" fmla="*/ 128040 h 170840"/>
              <a:gd name="connsiteX490" fmla="*/ 1245284 w 2414454"/>
              <a:gd name="connsiteY490" fmla="*/ 122882 h 170840"/>
              <a:gd name="connsiteX491" fmla="*/ 1241031 w 2414454"/>
              <a:gd name="connsiteY491" fmla="*/ 115281 h 170840"/>
              <a:gd name="connsiteX492" fmla="*/ 1239583 w 2414454"/>
              <a:gd name="connsiteY492" fmla="*/ 106051 h 170840"/>
              <a:gd name="connsiteX493" fmla="*/ 1239583 w 2414454"/>
              <a:gd name="connsiteY493" fmla="*/ 51397 h 170840"/>
              <a:gd name="connsiteX494" fmla="*/ 1228363 w 2414454"/>
              <a:gd name="connsiteY494" fmla="*/ 51397 h 170840"/>
              <a:gd name="connsiteX495" fmla="*/ 1228363 w 2414454"/>
              <a:gd name="connsiteY495" fmla="*/ 41443 h 170840"/>
              <a:gd name="connsiteX496" fmla="*/ 1239583 w 2414454"/>
              <a:gd name="connsiteY496" fmla="*/ 41443 h 170840"/>
              <a:gd name="connsiteX497" fmla="*/ 782383 w 2414454"/>
              <a:gd name="connsiteY497" fmla="*/ 13573 h 170840"/>
              <a:gd name="connsiteX498" fmla="*/ 795414 w 2414454"/>
              <a:gd name="connsiteY498" fmla="*/ 13573 h 170840"/>
              <a:gd name="connsiteX499" fmla="*/ 795414 w 2414454"/>
              <a:gd name="connsiteY499" fmla="*/ 41443 h 170840"/>
              <a:gd name="connsiteX500" fmla="*/ 814416 w 2414454"/>
              <a:gd name="connsiteY500" fmla="*/ 41443 h 170840"/>
              <a:gd name="connsiteX501" fmla="*/ 814416 w 2414454"/>
              <a:gd name="connsiteY501" fmla="*/ 51397 h 170840"/>
              <a:gd name="connsiteX502" fmla="*/ 795414 w 2414454"/>
              <a:gd name="connsiteY502" fmla="*/ 51397 h 170840"/>
              <a:gd name="connsiteX503" fmla="*/ 795414 w 2414454"/>
              <a:gd name="connsiteY503" fmla="*/ 105689 h 170840"/>
              <a:gd name="connsiteX504" fmla="*/ 798309 w 2414454"/>
              <a:gd name="connsiteY504" fmla="*/ 115281 h 170840"/>
              <a:gd name="connsiteX505" fmla="*/ 807539 w 2414454"/>
              <a:gd name="connsiteY505" fmla="*/ 118720 h 170840"/>
              <a:gd name="connsiteX506" fmla="*/ 814416 w 2414454"/>
              <a:gd name="connsiteY506" fmla="*/ 118720 h 170840"/>
              <a:gd name="connsiteX507" fmla="*/ 814416 w 2414454"/>
              <a:gd name="connsiteY507" fmla="*/ 129940 h 170840"/>
              <a:gd name="connsiteX508" fmla="*/ 805186 w 2414454"/>
              <a:gd name="connsiteY508" fmla="*/ 129940 h 170840"/>
              <a:gd name="connsiteX509" fmla="*/ 795142 w 2414454"/>
              <a:gd name="connsiteY509" fmla="*/ 128040 h 170840"/>
              <a:gd name="connsiteX510" fmla="*/ 788084 w 2414454"/>
              <a:gd name="connsiteY510" fmla="*/ 122882 h 170840"/>
              <a:gd name="connsiteX511" fmla="*/ 783831 w 2414454"/>
              <a:gd name="connsiteY511" fmla="*/ 115281 h 170840"/>
              <a:gd name="connsiteX512" fmla="*/ 782383 w 2414454"/>
              <a:gd name="connsiteY512" fmla="*/ 106051 h 170840"/>
              <a:gd name="connsiteX513" fmla="*/ 782383 w 2414454"/>
              <a:gd name="connsiteY513" fmla="*/ 51397 h 170840"/>
              <a:gd name="connsiteX514" fmla="*/ 771163 w 2414454"/>
              <a:gd name="connsiteY514" fmla="*/ 51397 h 170840"/>
              <a:gd name="connsiteX515" fmla="*/ 771163 w 2414454"/>
              <a:gd name="connsiteY515" fmla="*/ 41443 h 170840"/>
              <a:gd name="connsiteX516" fmla="*/ 782383 w 2414454"/>
              <a:gd name="connsiteY516" fmla="*/ 41443 h 170840"/>
              <a:gd name="connsiteX517" fmla="*/ 315658 w 2414454"/>
              <a:gd name="connsiteY517" fmla="*/ 13573 h 170840"/>
              <a:gd name="connsiteX518" fmla="*/ 328689 w 2414454"/>
              <a:gd name="connsiteY518" fmla="*/ 13573 h 170840"/>
              <a:gd name="connsiteX519" fmla="*/ 328689 w 2414454"/>
              <a:gd name="connsiteY519" fmla="*/ 41443 h 170840"/>
              <a:gd name="connsiteX520" fmla="*/ 347691 w 2414454"/>
              <a:gd name="connsiteY520" fmla="*/ 41443 h 170840"/>
              <a:gd name="connsiteX521" fmla="*/ 347691 w 2414454"/>
              <a:gd name="connsiteY521" fmla="*/ 51397 h 170840"/>
              <a:gd name="connsiteX522" fmla="*/ 328689 w 2414454"/>
              <a:gd name="connsiteY522" fmla="*/ 51397 h 170840"/>
              <a:gd name="connsiteX523" fmla="*/ 328689 w 2414454"/>
              <a:gd name="connsiteY523" fmla="*/ 105689 h 170840"/>
              <a:gd name="connsiteX524" fmla="*/ 331584 w 2414454"/>
              <a:gd name="connsiteY524" fmla="*/ 115281 h 170840"/>
              <a:gd name="connsiteX525" fmla="*/ 340814 w 2414454"/>
              <a:gd name="connsiteY525" fmla="*/ 118720 h 170840"/>
              <a:gd name="connsiteX526" fmla="*/ 347691 w 2414454"/>
              <a:gd name="connsiteY526" fmla="*/ 118720 h 170840"/>
              <a:gd name="connsiteX527" fmla="*/ 347691 w 2414454"/>
              <a:gd name="connsiteY527" fmla="*/ 129940 h 170840"/>
              <a:gd name="connsiteX528" fmla="*/ 338461 w 2414454"/>
              <a:gd name="connsiteY528" fmla="*/ 129940 h 170840"/>
              <a:gd name="connsiteX529" fmla="*/ 328417 w 2414454"/>
              <a:gd name="connsiteY529" fmla="*/ 128040 h 170840"/>
              <a:gd name="connsiteX530" fmla="*/ 321359 w 2414454"/>
              <a:gd name="connsiteY530" fmla="*/ 122882 h 170840"/>
              <a:gd name="connsiteX531" fmla="*/ 317106 w 2414454"/>
              <a:gd name="connsiteY531" fmla="*/ 115281 h 170840"/>
              <a:gd name="connsiteX532" fmla="*/ 315658 w 2414454"/>
              <a:gd name="connsiteY532" fmla="*/ 106051 h 170840"/>
              <a:gd name="connsiteX533" fmla="*/ 315658 w 2414454"/>
              <a:gd name="connsiteY533" fmla="*/ 51397 h 170840"/>
              <a:gd name="connsiteX534" fmla="*/ 304438 w 2414454"/>
              <a:gd name="connsiteY534" fmla="*/ 51397 h 170840"/>
              <a:gd name="connsiteX535" fmla="*/ 304438 w 2414454"/>
              <a:gd name="connsiteY535" fmla="*/ 41443 h 170840"/>
              <a:gd name="connsiteX536" fmla="*/ 315658 w 2414454"/>
              <a:gd name="connsiteY536" fmla="*/ 41443 h 170840"/>
              <a:gd name="connsiteX537" fmla="*/ 1647530 w 2414454"/>
              <a:gd name="connsiteY537" fmla="*/ 1086 h 170840"/>
              <a:gd name="connsiteX538" fmla="*/ 1661284 w 2414454"/>
              <a:gd name="connsiteY538" fmla="*/ 1086 h 170840"/>
              <a:gd name="connsiteX539" fmla="*/ 1661284 w 2414454"/>
              <a:gd name="connsiteY539" fmla="*/ 86325 h 170840"/>
              <a:gd name="connsiteX540" fmla="*/ 1663456 w 2414454"/>
              <a:gd name="connsiteY540" fmla="*/ 99717 h 170840"/>
              <a:gd name="connsiteX541" fmla="*/ 1669699 w 2414454"/>
              <a:gd name="connsiteY541" fmla="*/ 109852 h 170840"/>
              <a:gd name="connsiteX542" fmla="*/ 1679562 w 2414454"/>
              <a:gd name="connsiteY542" fmla="*/ 116367 h 170840"/>
              <a:gd name="connsiteX543" fmla="*/ 1692411 w 2414454"/>
              <a:gd name="connsiteY543" fmla="*/ 118720 h 170840"/>
              <a:gd name="connsiteX544" fmla="*/ 1705261 w 2414454"/>
              <a:gd name="connsiteY544" fmla="*/ 116367 h 170840"/>
              <a:gd name="connsiteX545" fmla="*/ 1715124 w 2414454"/>
              <a:gd name="connsiteY545" fmla="*/ 109852 h 170840"/>
              <a:gd name="connsiteX546" fmla="*/ 1721458 w 2414454"/>
              <a:gd name="connsiteY546" fmla="*/ 99717 h 170840"/>
              <a:gd name="connsiteX547" fmla="*/ 1723720 w 2414454"/>
              <a:gd name="connsiteY547" fmla="*/ 86325 h 170840"/>
              <a:gd name="connsiteX548" fmla="*/ 1723720 w 2414454"/>
              <a:gd name="connsiteY548" fmla="*/ 1086 h 170840"/>
              <a:gd name="connsiteX549" fmla="*/ 1737474 w 2414454"/>
              <a:gd name="connsiteY549" fmla="*/ 1086 h 170840"/>
              <a:gd name="connsiteX550" fmla="*/ 1737474 w 2414454"/>
              <a:gd name="connsiteY550" fmla="*/ 87411 h 170840"/>
              <a:gd name="connsiteX551" fmla="*/ 1734126 w 2414454"/>
              <a:gd name="connsiteY551" fmla="*/ 105056 h 170840"/>
              <a:gd name="connsiteX552" fmla="*/ 1724716 w 2414454"/>
              <a:gd name="connsiteY552" fmla="*/ 118901 h 170840"/>
              <a:gd name="connsiteX553" fmla="*/ 1710418 w 2414454"/>
              <a:gd name="connsiteY553" fmla="*/ 127859 h 170840"/>
              <a:gd name="connsiteX554" fmla="*/ 1692411 w 2414454"/>
              <a:gd name="connsiteY554" fmla="*/ 131026 h 170840"/>
              <a:gd name="connsiteX555" fmla="*/ 1674404 w 2414454"/>
              <a:gd name="connsiteY555" fmla="*/ 127859 h 170840"/>
              <a:gd name="connsiteX556" fmla="*/ 1660198 w 2414454"/>
              <a:gd name="connsiteY556" fmla="*/ 118901 h 170840"/>
              <a:gd name="connsiteX557" fmla="*/ 1650878 w 2414454"/>
              <a:gd name="connsiteY557" fmla="*/ 105056 h 170840"/>
              <a:gd name="connsiteX558" fmla="*/ 1647530 w 2414454"/>
              <a:gd name="connsiteY558" fmla="*/ 87411 h 170840"/>
              <a:gd name="connsiteX559" fmla="*/ 947833 w 2414454"/>
              <a:gd name="connsiteY559" fmla="*/ 1086 h 170840"/>
              <a:gd name="connsiteX560" fmla="*/ 961587 w 2414454"/>
              <a:gd name="connsiteY560" fmla="*/ 1086 h 170840"/>
              <a:gd name="connsiteX561" fmla="*/ 961587 w 2414454"/>
              <a:gd name="connsiteY561" fmla="*/ 90849 h 170840"/>
              <a:gd name="connsiteX562" fmla="*/ 958601 w 2414454"/>
              <a:gd name="connsiteY562" fmla="*/ 107590 h 170840"/>
              <a:gd name="connsiteX563" fmla="*/ 950276 w 2414454"/>
              <a:gd name="connsiteY563" fmla="*/ 120258 h 170840"/>
              <a:gd name="connsiteX564" fmla="*/ 937608 w 2414454"/>
              <a:gd name="connsiteY564" fmla="*/ 128221 h 170840"/>
              <a:gd name="connsiteX565" fmla="*/ 921410 w 2414454"/>
              <a:gd name="connsiteY565" fmla="*/ 131026 h 170840"/>
              <a:gd name="connsiteX566" fmla="*/ 905032 w 2414454"/>
              <a:gd name="connsiteY566" fmla="*/ 128221 h 170840"/>
              <a:gd name="connsiteX567" fmla="*/ 891911 w 2414454"/>
              <a:gd name="connsiteY567" fmla="*/ 119443 h 170840"/>
              <a:gd name="connsiteX568" fmla="*/ 901141 w 2414454"/>
              <a:gd name="connsiteY568" fmla="*/ 110214 h 170840"/>
              <a:gd name="connsiteX569" fmla="*/ 909014 w 2414454"/>
              <a:gd name="connsiteY569" fmla="*/ 116276 h 170840"/>
              <a:gd name="connsiteX570" fmla="*/ 921410 w 2414454"/>
              <a:gd name="connsiteY570" fmla="*/ 118720 h 170840"/>
              <a:gd name="connsiteX571" fmla="*/ 940956 w 2414454"/>
              <a:gd name="connsiteY571" fmla="*/ 111028 h 170840"/>
              <a:gd name="connsiteX572" fmla="*/ 947833 w 2414454"/>
              <a:gd name="connsiteY572" fmla="*/ 89040 h 170840"/>
              <a:gd name="connsiteX573" fmla="*/ 370637 w 2414454"/>
              <a:gd name="connsiteY573" fmla="*/ 1086 h 170840"/>
              <a:gd name="connsiteX574" fmla="*/ 383667 w 2414454"/>
              <a:gd name="connsiteY574" fmla="*/ 1086 h 170840"/>
              <a:gd name="connsiteX575" fmla="*/ 383667 w 2414454"/>
              <a:gd name="connsiteY575" fmla="*/ 50673 h 170840"/>
              <a:gd name="connsiteX576" fmla="*/ 408642 w 2414454"/>
              <a:gd name="connsiteY576" fmla="*/ 39814 h 170840"/>
              <a:gd name="connsiteX577" fmla="*/ 432259 w 2414454"/>
              <a:gd name="connsiteY577" fmla="*/ 48682 h 170840"/>
              <a:gd name="connsiteX578" fmla="*/ 440674 w 2414454"/>
              <a:gd name="connsiteY578" fmla="*/ 72752 h 170840"/>
              <a:gd name="connsiteX579" fmla="*/ 440674 w 2414454"/>
              <a:gd name="connsiteY579" fmla="*/ 129940 h 170840"/>
              <a:gd name="connsiteX580" fmla="*/ 427644 w 2414454"/>
              <a:gd name="connsiteY580" fmla="*/ 129940 h 170840"/>
              <a:gd name="connsiteX581" fmla="*/ 427644 w 2414454"/>
              <a:gd name="connsiteY581" fmla="*/ 74924 h 170840"/>
              <a:gd name="connsiteX582" fmla="*/ 421853 w 2414454"/>
              <a:gd name="connsiteY582" fmla="*/ 57279 h 170840"/>
              <a:gd name="connsiteX583" fmla="*/ 405927 w 2414454"/>
              <a:gd name="connsiteY583" fmla="*/ 51397 h 170840"/>
              <a:gd name="connsiteX584" fmla="*/ 389730 w 2414454"/>
              <a:gd name="connsiteY584" fmla="*/ 57369 h 170840"/>
              <a:gd name="connsiteX585" fmla="*/ 383667 w 2414454"/>
              <a:gd name="connsiteY585" fmla="*/ 74924 h 170840"/>
              <a:gd name="connsiteX586" fmla="*/ 383667 w 2414454"/>
              <a:gd name="connsiteY586" fmla="*/ 129940 h 170840"/>
              <a:gd name="connsiteX587" fmla="*/ 370637 w 2414454"/>
              <a:gd name="connsiteY587" fmla="*/ 129940 h 170840"/>
              <a:gd name="connsiteX588" fmla="*/ 2246338 w 2414454"/>
              <a:gd name="connsiteY588" fmla="*/ 905 h 170840"/>
              <a:gd name="connsiteX589" fmla="*/ 2260997 w 2414454"/>
              <a:gd name="connsiteY589" fmla="*/ 905 h 170840"/>
              <a:gd name="connsiteX590" fmla="*/ 2260997 w 2414454"/>
              <a:gd name="connsiteY590" fmla="*/ 15564 h 170840"/>
              <a:gd name="connsiteX591" fmla="*/ 2246338 w 2414454"/>
              <a:gd name="connsiteY591" fmla="*/ 15564 h 170840"/>
              <a:gd name="connsiteX592" fmla="*/ 1874863 w 2414454"/>
              <a:gd name="connsiteY592" fmla="*/ 905 h 170840"/>
              <a:gd name="connsiteX593" fmla="*/ 1889522 w 2414454"/>
              <a:gd name="connsiteY593" fmla="*/ 905 h 170840"/>
              <a:gd name="connsiteX594" fmla="*/ 1889522 w 2414454"/>
              <a:gd name="connsiteY594" fmla="*/ 15564 h 170840"/>
              <a:gd name="connsiteX595" fmla="*/ 1874863 w 2414454"/>
              <a:gd name="connsiteY595" fmla="*/ 15564 h 170840"/>
              <a:gd name="connsiteX596" fmla="*/ 998563 w 2414454"/>
              <a:gd name="connsiteY596" fmla="*/ 905 h 170840"/>
              <a:gd name="connsiteX597" fmla="*/ 1013222 w 2414454"/>
              <a:gd name="connsiteY597" fmla="*/ 905 h 170840"/>
              <a:gd name="connsiteX598" fmla="*/ 1013222 w 2414454"/>
              <a:gd name="connsiteY598" fmla="*/ 15564 h 170840"/>
              <a:gd name="connsiteX599" fmla="*/ 998563 w 2414454"/>
              <a:gd name="connsiteY599" fmla="*/ 15564 h 170840"/>
              <a:gd name="connsiteX600" fmla="*/ 44701 w 2414454"/>
              <a:gd name="connsiteY600" fmla="*/ 0 h 170840"/>
              <a:gd name="connsiteX601" fmla="*/ 65875 w 2414454"/>
              <a:gd name="connsiteY601" fmla="*/ 3348 h 170840"/>
              <a:gd name="connsiteX602" fmla="*/ 83067 w 2414454"/>
              <a:gd name="connsiteY602" fmla="*/ 14116 h 170840"/>
              <a:gd name="connsiteX603" fmla="*/ 74200 w 2414454"/>
              <a:gd name="connsiteY603" fmla="*/ 22984 h 170840"/>
              <a:gd name="connsiteX604" fmla="*/ 61350 w 2414454"/>
              <a:gd name="connsiteY604" fmla="*/ 14749 h 170840"/>
              <a:gd name="connsiteX605" fmla="*/ 44158 w 2414454"/>
              <a:gd name="connsiteY605" fmla="*/ 11944 h 170840"/>
              <a:gd name="connsiteX606" fmla="*/ 24070 w 2414454"/>
              <a:gd name="connsiteY606" fmla="*/ 18459 h 170840"/>
              <a:gd name="connsiteX607" fmla="*/ 17012 w 2414454"/>
              <a:gd name="connsiteY607" fmla="*/ 35833 h 170840"/>
              <a:gd name="connsiteX608" fmla="*/ 22803 w 2414454"/>
              <a:gd name="connsiteY608" fmla="*/ 50673 h 170840"/>
              <a:gd name="connsiteX609" fmla="*/ 30494 w 2414454"/>
              <a:gd name="connsiteY609" fmla="*/ 55016 h 170840"/>
              <a:gd name="connsiteX610" fmla="*/ 40176 w 2414454"/>
              <a:gd name="connsiteY610" fmla="*/ 57731 h 170840"/>
              <a:gd name="connsiteX611" fmla="*/ 54292 w 2414454"/>
              <a:gd name="connsiteY611" fmla="*/ 59903 h 170840"/>
              <a:gd name="connsiteX612" fmla="*/ 62346 w 2414454"/>
              <a:gd name="connsiteY612" fmla="*/ 61441 h 170840"/>
              <a:gd name="connsiteX613" fmla="*/ 68589 w 2414454"/>
              <a:gd name="connsiteY613" fmla="*/ 63341 h 170840"/>
              <a:gd name="connsiteX614" fmla="*/ 73566 w 2414454"/>
              <a:gd name="connsiteY614" fmla="*/ 65784 h 170840"/>
              <a:gd name="connsiteX615" fmla="*/ 77819 w 2414454"/>
              <a:gd name="connsiteY615" fmla="*/ 68951 h 170840"/>
              <a:gd name="connsiteX616" fmla="*/ 88678 w 2414454"/>
              <a:gd name="connsiteY616" fmla="*/ 94469 h 170840"/>
              <a:gd name="connsiteX617" fmla="*/ 85511 w 2414454"/>
              <a:gd name="connsiteY617" fmla="*/ 109761 h 170840"/>
              <a:gd name="connsiteX618" fmla="*/ 76462 w 2414454"/>
              <a:gd name="connsiteY618" fmla="*/ 121253 h 170840"/>
              <a:gd name="connsiteX619" fmla="*/ 62346 w 2414454"/>
              <a:gd name="connsiteY619" fmla="*/ 128492 h 170840"/>
              <a:gd name="connsiteX620" fmla="*/ 44158 w 2414454"/>
              <a:gd name="connsiteY620" fmla="*/ 131026 h 170840"/>
              <a:gd name="connsiteX621" fmla="*/ 19364 w 2414454"/>
              <a:gd name="connsiteY621" fmla="*/ 127044 h 170840"/>
              <a:gd name="connsiteX622" fmla="*/ 0 w 2414454"/>
              <a:gd name="connsiteY622" fmla="*/ 114014 h 170840"/>
              <a:gd name="connsiteX623" fmla="*/ 9411 w 2414454"/>
              <a:gd name="connsiteY623" fmla="*/ 104604 h 170840"/>
              <a:gd name="connsiteX624" fmla="*/ 25517 w 2414454"/>
              <a:gd name="connsiteY624" fmla="*/ 115643 h 170840"/>
              <a:gd name="connsiteX625" fmla="*/ 44520 w 2414454"/>
              <a:gd name="connsiteY625" fmla="*/ 118720 h 170840"/>
              <a:gd name="connsiteX626" fmla="*/ 66780 w 2414454"/>
              <a:gd name="connsiteY626" fmla="*/ 112476 h 170840"/>
              <a:gd name="connsiteX627" fmla="*/ 74924 w 2414454"/>
              <a:gd name="connsiteY627" fmla="*/ 94831 h 170840"/>
              <a:gd name="connsiteX628" fmla="*/ 73385 w 2414454"/>
              <a:gd name="connsiteY628" fmla="*/ 85601 h 170840"/>
              <a:gd name="connsiteX629" fmla="*/ 68770 w 2414454"/>
              <a:gd name="connsiteY629" fmla="*/ 78724 h 170840"/>
              <a:gd name="connsiteX630" fmla="*/ 62346 w 2414454"/>
              <a:gd name="connsiteY630" fmla="*/ 74833 h 170840"/>
              <a:gd name="connsiteX631" fmla="*/ 51940 w 2414454"/>
              <a:gd name="connsiteY631" fmla="*/ 72571 h 170840"/>
              <a:gd name="connsiteX632" fmla="*/ 36919 w 2414454"/>
              <a:gd name="connsiteY632" fmla="*/ 70218 h 170840"/>
              <a:gd name="connsiteX633" fmla="*/ 13211 w 2414454"/>
              <a:gd name="connsiteY633" fmla="*/ 60446 h 170840"/>
              <a:gd name="connsiteX634" fmla="*/ 3438 w 2414454"/>
              <a:gd name="connsiteY634" fmla="*/ 36376 h 170840"/>
              <a:gd name="connsiteX635" fmla="*/ 6334 w 2414454"/>
              <a:gd name="connsiteY635" fmla="*/ 21446 h 170840"/>
              <a:gd name="connsiteX636" fmla="*/ 14568 w 2414454"/>
              <a:gd name="connsiteY636" fmla="*/ 9954 h 170840"/>
              <a:gd name="connsiteX637" fmla="*/ 27508 w 2414454"/>
              <a:gd name="connsiteY637" fmla="*/ 2624 h 170840"/>
              <a:gd name="connsiteX638" fmla="*/ 44701 w 2414454"/>
              <a:gd name="connsiteY638" fmla="*/ 0 h 1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</a:cxnLst>
            <a:rect l="l" t="t" r="r" b="b"/>
            <a:pathLst>
              <a:path w="2414454" h="170840">
                <a:moveTo>
                  <a:pt x="1072429" y="88859"/>
                </a:moveTo>
                <a:cubicBezTo>
                  <a:pt x="1059158" y="88859"/>
                  <a:pt x="1052522" y="94107"/>
                  <a:pt x="1052522" y="104604"/>
                </a:cubicBezTo>
                <a:cubicBezTo>
                  <a:pt x="1052522" y="109791"/>
                  <a:pt x="1054151" y="113622"/>
                  <a:pt x="1057408" y="116095"/>
                </a:cubicBezTo>
                <a:cubicBezTo>
                  <a:pt x="1060666" y="118569"/>
                  <a:pt x="1065854" y="119805"/>
                  <a:pt x="1072972" y="119805"/>
                </a:cubicBezTo>
                <a:cubicBezTo>
                  <a:pt x="1076833" y="119805"/>
                  <a:pt x="1080422" y="119504"/>
                  <a:pt x="1083740" y="118901"/>
                </a:cubicBezTo>
                <a:cubicBezTo>
                  <a:pt x="1087058" y="118297"/>
                  <a:pt x="1090104" y="116608"/>
                  <a:pt x="1092879" y="113833"/>
                </a:cubicBezTo>
                <a:cubicBezTo>
                  <a:pt x="1095896" y="110938"/>
                  <a:pt x="1097404" y="105810"/>
                  <a:pt x="1097404" y="98450"/>
                </a:cubicBezTo>
                <a:lnTo>
                  <a:pt x="1097404" y="88859"/>
                </a:lnTo>
                <a:close/>
                <a:moveTo>
                  <a:pt x="1515646" y="51397"/>
                </a:moveTo>
                <a:cubicBezTo>
                  <a:pt x="1510820" y="51397"/>
                  <a:pt x="1506930" y="52362"/>
                  <a:pt x="1503974" y="54292"/>
                </a:cubicBezTo>
                <a:cubicBezTo>
                  <a:pt x="1501018" y="56223"/>
                  <a:pt x="1498756" y="58726"/>
                  <a:pt x="1497187" y="61803"/>
                </a:cubicBezTo>
                <a:cubicBezTo>
                  <a:pt x="1495619" y="64880"/>
                  <a:pt x="1494593" y="68439"/>
                  <a:pt x="1494110" y="72480"/>
                </a:cubicBezTo>
                <a:cubicBezTo>
                  <a:pt x="1493628" y="76522"/>
                  <a:pt x="1493387" y="80594"/>
                  <a:pt x="1493387" y="84696"/>
                </a:cubicBezTo>
                <a:cubicBezTo>
                  <a:pt x="1493387" y="88919"/>
                  <a:pt x="1493628" y="93021"/>
                  <a:pt x="1494110" y="97003"/>
                </a:cubicBezTo>
                <a:cubicBezTo>
                  <a:pt x="1494593" y="100984"/>
                  <a:pt x="1495619" y="104513"/>
                  <a:pt x="1497187" y="107590"/>
                </a:cubicBezTo>
                <a:cubicBezTo>
                  <a:pt x="1498756" y="110666"/>
                  <a:pt x="1501018" y="113170"/>
                  <a:pt x="1503974" y="115100"/>
                </a:cubicBezTo>
                <a:cubicBezTo>
                  <a:pt x="1506930" y="117030"/>
                  <a:pt x="1510820" y="117996"/>
                  <a:pt x="1515646" y="117996"/>
                </a:cubicBezTo>
                <a:cubicBezTo>
                  <a:pt x="1520472" y="117996"/>
                  <a:pt x="1524333" y="117030"/>
                  <a:pt x="1527229" y="115100"/>
                </a:cubicBezTo>
                <a:cubicBezTo>
                  <a:pt x="1530124" y="113170"/>
                  <a:pt x="1532356" y="110666"/>
                  <a:pt x="1533925" y="107590"/>
                </a:cubicBezTo>
                <a:cubicBezTo>
                  <a:pt x="1535493" y="104513"/>
                  <a:pt x="1536519" y="100984"/>
                  <a:pt x="1537002" y="97003"/>
                </a:cubicBezTo>
                <a:cubicBezTo>
                  <a:pt x="1537484" y="93021"/>
                  <a:pt x="1537726" y="88919"/>
                  <a:pt x="1537726" y="84696"/>
                </a:cubicBezTo>
                <a:cubicBezTo>
                  <a:pt x="1537726" y="80594"/>
                  <a:pt x="1537484" y="76522"/>
                  <a:pt x="1537002" y="72480"/>
                </a:cubicBezTo>
                <a:cubicBezTo>
                  <a:pt x="1536519" y="68439"/>
                  <a:pt x="1535493" y="64880"/>
                  <a:pt x="1533925" y="61803"/>
                </a:cubicBezTo>
                <a:cubicBezTo>
                  <a:pt x="1532356" y="58726"/>
                  <a:pt x="1530124" y="56223"/>
                  <a:pt x="1527229" y="54292"/>
                </a:cubicBezTo>
                <a:cubicBezTo>
                  <a:pt x="1524333" y="52362"/>
                  <a:pt x="1520472" y="51397"/>
                  <a:pt x="1515646" y="51397"/>
                </a:cubicBezTo>
                <a:close/>
                <a:moveTo>
                  <a:pt x="1326232" y="51397"/>
                </a:moveTo>
                <a:cubicBezTo>
                  <a:pt x="1319838" y="51397"/>
                  <a:pt x="1314469" y="53569"/>
                  <a:pt x="1310126" y="57912"/>
                </a:cubicBezTo>
                <a:cubicBezTo>
                  <a:pt x="1308436" y="59601"/>
                  <a:pt x="1307140" y="61501"/>
                  <a:pt x="1306235" y="63613"/>
                </a:cubicBezTo>
                <a:cubicBezTo>
                  <a:pt x="1305330" y="65724"/>
                  <a:pt x="1304606" y="67986"/>
                  <a:pt x="1304063" y="70399"/>
                </a:cubicBezTo>
                <a:cubicBezTo>
                  <a:pt x="1303520" y="72812"/>
                  <a:pt x="1303188" y="75286"/>
                  <a:pt x="1303068" y="77819"/>
                </a:cubicBezTo>
                <a:cubicBezTo>
                  <a:pt x="1302947" y="80353"/>
                  <a:pt x="1302887" y="82887"/>
                  <a:pt x="1302887" y="85420"/>
                </a:cubicBezTo>
                <a:cubicBezTo>
                  <a:pt x="1302887" y="87954"/>
                  <a:pt x="1302947" y="90487"/>
                  <a:pt x="1303068" y="93021"/>
                </a:cubicBezTo>
                <a:cubicBezTo>
                  <a:pt x="1303188" y="95555"/>
                  <a:pt x="1303520" y="98028"/>
                  <a:pt x="1304063" y="100441"/>
                </a:cubicBezTo>
                <a:cubicBezTo>
                  <a:pt x="1304606" y="102854"/>
                  <a:pt x="1305330" y="105146"/>
                  <a:pt x="1306235" y="107318"/>
                </a:cubicBezTo>
                <a:cubicBezTo>
                  <a:pt x="1307140" y="109490"/>
                  <a:pt x="1308436" y="111360"/>
                  <a:pt x="1310126" y="112928"/>
                </a:cubicBezTo>
                <a:cubicBezTo>
                  <a:pt x="1314469" y="117272"/>
                  <a:pt x="1319838" y="119443"/>
                  <a:pt x="1326232" y="119443"/>
                </a:cubicBezTo>
                <a:cubicBezTo>
                  <a:pt x="1332748" y="119443"/>
                  <a:pt x="1338177" y="117272"/>
                  <a:pt x="1342520" y="112928"/>
                </a:cubicBezTo>
                <a:cubicBezTo>
                  <a:pt x="1344088" y="111360"/>
                  <a:pt x="1345355" y="109490"/>
                  <a:pt x="1346321" y="107318"/>
                </a:cubicBezTo>
                <a:cubicBezTo>
                  <a:pt x="1347286" y="105146"/>
                  <a:pt x="1348010" y="102854"/>
                  <a:pt x="1348492" y="100441"/>
                </a:cubicBezTo>
                <a:cubicBezTo>
                  <a:pt x="1348975" y="98028"/>
                  <a:pt x="1349276" y="95555"/>
                  <a:pt x="1349397" y="93021"/>
                </a:cubicBezTo>
                <a:cubicBezTo>
                  <a:pt x="1349518" y="90487"/>
                  <a:pt x="1349578" y="87954"/>
                  <a:pt x="1349578" y="85420"/>
                </a:cubicBezTo>
                <a:cubicBezTo>
                  <a:pt x="1349578" y="82887"/>
                  <a:pt x="1349518" y="80353"/>
                  <a:pt x="1349397" y="77819"/>
                </a:cubicBezTo>
                <a:cubicBezTo>
                  <a:pt x="1349276" y="75286"/>
                  <a:pt x="1348975" y="72812"/>
                  <a:pt x="1348492" y="70399"/>
                </a:cubicBezTo>
                <a:cubicBezTo>
                  <a:pt x="1348010" y="67986"/>
                  <a:pt x="1347286" y="65724"/>
                  <a:pt x="1346321" y="63613"/>
                </a:cubicBezTo>
                <a:cubicBezTo>
                  <a:pt x="1345355" y="61501"/>
                  <a:pt x="1344088" y="59601"/>
                  <a:pt x="1342520" y="57912"/>
                </a:cubicBezTo>
                <a:cubicBezTo>
                  <a:pt x="1338177" y="53569"/>
                  <a:pt x="1332748" y="51397"/>
                  <a:pt x="1326232" y="51397"/>
                </a:cubicBezTo>
                <a:close/>
                <a:moveTo>
                  <a:pt x="1173832" y="51397"/>
                </a:moveTo>
                <a:cubicBezTo>
                  <a:pt x="1167438" y="51397"/>
                  <a:pt x="1162069" y="53569"/>
                  <a:pt x="1157726" y="57912"/>
                </a:cubicBezTo>
                <a:cubicBezTo>
                  <a:pt x="1156036" y="59601"/>
                  <a:pt x="1154740" y="61501"/>
                  <a:pt x="1153835" y="63613"/>
                </a:cubicBezTo>
                <a:cubicBezTo>
                  <a:pt x="1152930" y="65724"/>
                  <a:pt x="1152206" y="67986"/>
                  <a:pt x="1151663" y="70399"/>
                </a:cubicBezTo>
                <a:cubicBezTo>
                  <a:pt x="1151120" y="72812"/>
                  <a:pt x="1150788" y="75286"/>
                  <a:pt x="1150668" y="77819"/>
                </a:cubicBezTo>
                <a:cubicBezTo>
                  <a:pt x="1150547" y="80353"/>
                  <a:pt x="1150487" y="82887"/>
                  <a:pt x="1150487" y="85420"/>
                </a:cubicBezTo>
                <a:cubicBezTo>
                  <a:pt x="1150487" y="87954"/>
                  <a:pt x="1150547" y="90487"/>
                  <a:pt x="1150668" y="93021"/>
                </a:cubicBezTo>
                <a:cubicBezTo>
                  <a:pt x="1150788" y="95555"/>
                  <a:pt x="1151120" y="98028"/>
                  <a:pt x="1151663" y="100441"/>
                </a:cubicBezTo>
                <a:cubicBezTo>
                  <a:pt x="1152206" y="102854"/>
                  <a:pt x="1152930" y="105146"/>
                  <a:pt x="1153835" y="107318"/>
                </a:cubicBezTo>
                <a:cubicBezTo>
                  <a:pt x="1154740" y="109490"/>
                  <a:pt x="1156036" y="111360"/>
                  <a:pt x="1157726" y="112928"/>
                </a:cubicBezTo>
                <a:cubicBezTo>
                  <a:pt x="1162069" y="117272"/>
                  <a:pt x="1167438" y="119443"/>
                  <a:pt x="1173832" y="119443"/>
                </a:cubicBezTo>
                <a:cubicBezTo>
                  <a:pt x="1180348" y="119443"/>
                  <a:pt x="1185777" y="117272"/>
                  <a:pt x="1190120" y="112928"/>
                </a:cubicBezTo>
                <a:cubicBezTo>
                  <a:pt x="1191689" y="111360"/>
                  <a:pt x="1192955" y="109490"/>
                  <a:pt x="1193921" y="107318"/>
                </a:cubicBezTo>
                <a:cubicBezTo>
                  <a:pt x="1194886" y="105146"/>
                  <a:pt x="1195610" y="102854"/>
                  <a:pt x="1196092" y="100441"/>
                </a:cubicBezTo>
                <a:cubicBezTo>
                  <a:pt x="1196575" y="98028"/>
                  <a:pt x="1196876" y="95555"/>
                  <a:pt x="1196997" y="93021"/>
                </a:cubicBezTo>
                <a:cubicBezTo>
                  <a:pt x="1197118" y="90487"/>
                  <a:pt x="1197178" y="87954"/>
                  <a:pt x="1197178" y="85420"/>
                </a:cubicBezTo>
                <a:cubicBezTo>
                  <a:pt x="1197178" y="82887"/>
                  <a:pt x="1197118" y="80353"/>
                  <a:pt x="1196997" y="77819"/>
                </a:cubicBezTo>
                <a:cubicBezTo>
                  <a:pt x="1196876" y="75286"/>
                  <a:pt x="1196575" y="72812"/>
                  <a:pt x="1196092" y="70399"/>
                </a:cubicBezTo>
                <a:cubicBezTo>
                  <a:pt x="1195610" y="67986"/>
                  <a:pt x="1194886" y="65724"/>
                  <a:pt x="1193921" y="63613"/>
                </a:cubicBezTo>
                <a:cubicBezTo>
                  <a:pt x="1192955" y="61501"/>
                  <a:pt x="1191689" y="59601"/>
                  <a:pt x="1190120" y="57912"/>
                </a:cubicBezTo>
                <a:cubicBezTo>
                  <a:pt x="1185777" y="53569"/>
                  <a:pt x="1180348" y="51397"/>
                  <a:pt x="1173832" y="51397"/>
                </a:cubicBezTo>
                <a:close/>
                <a:moveTo>
                  <a:pt x="145132" y="51397"/>
                </a:moveTo>
                <a:cubicBezTo>
                  <a:pt x="138738" y="51397"/>
                  <a:pt x="133369" y="53569"/>
                  <a:pt x="129026" y="57912"/>
                </a:cubicBezTo>
                <a:cubicBezTo>
                  <a:pt x="127336" y="59601"/>
                  <a:pt x="126040" y="61501"/>
                  <a:pt x="125135" y="63613"/>
                </a:cubicBezTo>
                <a:cubicBezTo>
                  <a:pt x="124230" y="65724"/>
                  <a:pt x="123506" y="67986"/>
                  <a:pt x="122963" y="70399"/>
                </a:cubicBezTo>
                <a:cubicBezTo>
                  <a:pt x="122420" y="72812"/>
                  <a:pt x="122088" y="75286"/>
                  <a:pt x="121968" y="77819"/>
                </a:cubicBezTo>
                <a:cubicBezTo>
                  <a:pt x="121847" y="80353"/>
                  <a:pt x="121787" y="82887"/>
                  <a:pt x="121787" y="85420"/>
                </a:cubicBezTo>
                <a:cubicBezTo>
                  <a:pt x="121787" y="87954"/>
                  <a:pt x="121847" y="90487"/>
                  <a:pt x="121968" y="93021"/>
                </a:cubicBezTo>
                <a:cubicBezTo>
                  <a:pt x="122088" y="95555"/>
                  <a:pt x="122420" y="98028"/>
                  <a:pt x="122963" y="100441"/>
                </a:cubicBezTo>
                <a:cubicBezTo>
                  <a:pt x="123506" y="102854"/>
                  <a:pt x="124230" y="105146"/>
                  <a:pt x="125135" y="107318"/>
                </a:cubicBezTo>
                <a:cubicBezTo>
                  <a:pt x="126040" y="109490"/>
                  <a:pt x="127336" y="111360"/>
                  <a:pt x="129026" y="112928"/>
                </a:cubicBezTo>
                <a:cubicBezTo>
                  <a:pt x="133369" y="117272"/>
                  <a:pt x="138738" y="119443"/>
                  <a:pt x="145132" y="119443"/>
                </a:cubicBezTo>
                <a:cubicBezTo>
                  <a:pt x="151648" y="119443"/>
                  <a:pt x="157077" y="117272"/>
                  <a:pt x="161420" y="112928"/>
                </a:cubicBezTo>
                <a:cubicBezTo>
                  <a:pt x="162989" y="111360"/>
                  <a:pt x="164255" y="109490"/>
                  <a:pt x="165221" y="107318"/>
                </a:cubicBezTo>
                <a:cubicBezTo>
                  <a:pt x="166186" y="105146"/>
                  <a:pt x="166910" y="102854"/>
                  <a:pt x="167392" y="100441"/>
                </a:cubicBezTo>
                <a:cubicBezTo>
                  <a:pt x="167875" y="98028"/>
                  <a:pt x="168177" y="95555"/>
                  <a:pt x="168297" y="93021"/>
                </a:cubicBezTo>
                <a:cubicBezTo>
                  <a:pt x="168418" y="90487"/>
                  <a:pt x="168478" y="87954"/>
                  <a:pt x="168478" y="85420"/>
                </a:cubicBezTo>
                <a:cubicBezTo>
                  <a:pt x="168478" y="82887"/>
                  <a:pt x="168418" y="80353"/>
                  <a:pt x="168297" y="77819"/>
                </a:cubicBezTo>
                <a:cubicBezTo>
                  <a:pt x="168177" y="75286"/>
                  <a:pt x="167875" y="72812"/>
                  <a:pt x="167392" y="70399"/>
                </a:cubicBezTo>
                <a:cubicBezTo>
                  <a:pt x="166910" y="67986"/>
                  <a:pt x="166186" y="65724"/>
                  <a:pt x="165221" y="63613"/>
                </a:cubicBezTo>
                <a:cubicBezTo>
                  <a:pt x="164255" y="61501"/>
                  <a:pt x="162989" y="59601"/>
                  <a:pt x="161420" y="57912"/>
                </a:cubicBezTo>
                <a:cubicBezTo>
                  <a:pt x="157077" y="53569"/>
                  <a:pt x="151648" y="51397"/>
                  <a:pt x="145132" y="51397"/>
                </a:cubicBezTo>
                <a:close/>
                <a:moveTo>
                  <a:pt x="2031082" y="51035"/>
                </a:moveTo>
                <a:cubicBezTo>
                  <a:pt x="2026377" y="51035"/>
                  <a:pt x="2022154" y="52234"/>
                  <a:pt x="2018414" y="54632"/>
                </a:cubicBezTo>
                <a:cubicBezTo>
                  <a:pt x="2014674" y="57030"/>
                  <a:pt x="2011959" y="60267"/>
                  <a:pt x="2010270" y="64342"/>
                </a:cubicBezTo>
                <a:cubicBezTo>
                  <a:pt x="2009305" y="66738"/>
                  <a:pt x="2008642" y="68895"/>
                  <a:pt x="2008280" y="70814"/>
                </a:cubicBezTo>
                <a:cubicBezTo>
                  <a:pt x="2007918" y="72732"/>
                  <a:pt x="2007676" y="75489"/>
                  <a:pt x="2007556" y="79086"/>
                </a:cubicBezTo>
                <a:lnTo>
                  <a:pt x="2054609" y="79086"/>
                </a:lnTo>
                <a:cubicBezTo>
                  <a:pt x="2054488" y="77288"/>
                  <a:pt x="2054368" y="75729"/>
                  <a:pt x="2054247" y="74410"/>
                </a:cubicBezTo>
                <a:cubicBezTo>
                  <a:pt x="2054126" y="73092"/>
                  <a:pt x="2053976" y="71893"/>
                  <a:pt x="2053795" y="70815"/>
                </a:cubicBezTo>
                <a:cubicBezTo>
                  <a:pt x="2053614" y="69737"/>
                  <a:pt x="2053372" y="68688"/>
                  <a:pt x="2053071" y="67669"/>
                </a:cubicBezTo>
                <a:cubicBezTo>
                  <a:pt x="2052769" y="66650"/>
                  <a:pt x="2052377" y="65541"/>
                  <a:pt x="2051894" y="64342"/>
                </a:cubicBezTo>
                <a:cubicBezTo>
                  <a:pt x="2050206" y="60267"/>
                  <a:pt x="2047491" y="57030"/>
                  <a:pt x="2043750" y="54632"/>
                </a:cubicBezTo>
                <a:cubicBezTo>
                  <a:pt x="2040010" y="52234"/>
                  <a:pt x="2035788" y="51035"/>
                  <a:pt x="2031082" y="51035"/>
                </a:cubicBezTo>
                <a:close/>
                <a:moveTo>
                  <a:pt x="630907" y="51035"/>
                </a:moveTo>
                <a:cubicBezTo>
                  <a:pt x="626202" y="51035"/>
                  <a:pt x="621979" y="52234"/>
                  <a:pt x="618239" y="54632"/>
                </a:cubicBezTo>
                <a:cubicBezTo>
                  <a:pt x="614499" y="57030"/>
                  <a:pt x="611784" y="60267"/>
                  <a:pt x="610095" y="64342"/>
                </a:cubicBezTo>
                <a:cubicBezTo>
                  <a:pt x="609130" y="66738"/>
                  <a:pt x="608466" y="68895"/>
                  <a:pt x="608104" y="70814"/>
                </a:cubicBezTo>
                <a:cubicBezTo>
                  <a:pt x="607743" y="72732"/>
                  <a:pt x="607501" y="75489"/>
                  <a:pt x="607381" y="79086"/>
                </a:cubicBezTo>
                <a:lnTo>
                  <a:pt x="654434" y="79086"/>
                </a:lnTo>
                <a:cubicBezTo>
                  <a:pt x="654313" y="77288"/>
                  <a:pt x="654193" y="75729"/>
                  <a:pt x="654072" y="74410"/>
                </a:cubicBezTo>
                <a:cubicBezTo>
                  <a:pt x="653952" y="73092"/>
                  <a:pt x="653801" y="71893"/>
                  <a:pt x="653620" y="70815"/>
                </a:cubicBezTo>
                <a:cubicBezTo>
                  <a:pt x="653439" y="69737"/>
                  <a:pt x="653197" y="68688"/>
                  <a:pt x="652896" y="67669"/>
                </a:cubicBezTo>
                <a:cubicBezTo>
                  <a:pt x="652594" y="66650"/>
                  <a:pt x="652202" y="65541"/>
                  <a:pt x="651720" y="64342"/>
                </a:cubicBezTo>
                <a:cubicBezTo>
                  <a:pt x="650030" y="60267"/>
                  <a:pt x="647316" y="57030"/>
                  <a:pt x="643576" y="54632"/>
                </a:cubicBezTo>
                <a:cubicBezTo>
                  <a:pt x="639836" y="52234"/>
                  <a:pt x="635613" y="51035"/>
                  <a:pt x="630907" y="51035"/>
                </a:cubicBezTo>
                <a:close/>
                <a:moveTo>
                  <a:pt x="2337540" y="40900"/>
                </a:moveTo>
                <a:lnTo>
                  <a:pt x="2351656" y="40900"/>
                </a:lnTo>
                <a:lnTo>
                  <a:pt x="2376087" y="112385"/>
                </a:lnTo>
                <a:lnTo>
                  <a:pt x="2400338" y="40900"/>
                </a:lnTo>
                <a:lnTo>
                  <a:pt x="2414454" y="40900"/>
                </a:lnTo>
                <a:lnTo>
                  <a:pt x="2373916" y="151476"/>
                </a:lnTo>
                <a:cubicBezTo>
                  <a:pt x="2372226" y="156181"/>
                  <a:pt x="2370115" y="159680"/>
                  <a:pt x="2367582" y="161973"/>
                </a:cubicBezTo>
                <a:cubicBezTo>
                  <a:pt x="2365168" y="164265"/>
                  <a:pt x="2362454" y="165864"/>
                  <a:pt x="2359438" y="166768"/>
                </a:cubicBezTo>
                <a:cubicBezTo>
                  <a:pt x="2356421" y="167673"/>
                  <a:pt x="2353345" y="168126"/>
                  <a:pt x="2350208" y="168126"/>
                </a:cubicBezTo>
                <a:lnTo>
                  <a:pt x="2344598" y="168126"/>
                </a:lnTo>
                <a:lnTo>
                  <a:pt x="2344598" y="156543"/>
                </a:lnTo>
                <a:lnTo>
                  <a:pt x="2348579" y="156543"/>
                </a:lnTo>
                <a:cubicBezTo>
                  <a:pt x="2353043" y="156543"/>
                  <a:pt x="2356240" y="155729"/>
                  <a:pt x="2358171" y="154100"/>
                </a:cubicBezTo>
                <a:cubicBezTo>
                  <a:pt x="2360101" y="152471"/>
                  <a:pt x="2361790" y="149606"/>
                  <a:pt x="2363238" y="145504"/>
                </a:cubicBezTo>
                <a:lnTo>
                  <a:pt x="2369572" y="128130"/>
                </a:lnTo>
                <a:close/>
                <a:moveTo>
                  <a:pt x="2247062" y="40900"/>
                </a:moveTo>
                <a:lnTo>
                  <a:pt x="2260092" y="40900"/>
                </a:lnTo>
                <a:lnTo>
                  <a:pt x="2260092" y="129940"/>
                </a:lnTo>
                <a:lnTo>
                  <a:pt x="2247062" y="129940"/>
                </a:lnTo>
                <a:close/>
                <a:moveTo>
                  <a:pt x="1899390" y="40900"/>
                </a:moveTo>
                <a:lnTo>
                  <a:pt x="1913506" y="40900"/>
                </a:lnTo>
                <a:lnTo>
                  <a:pt x="1937756" y="112385"/>
                </a:lnTo>
                <a:lnTo>
                  <a:pt x="1962188" y="40900"/>
                </a:lnTo>
                <a:lnTo>
                  <a:pt x="1976304" y="40900"/>
                </a:lnTo>
                <a:lnTo>
                  <a:pt x="1943548" y="129940"/>
                </a:lnTo>
                <a:lnTo>
                  <a:pt x="1931965" y="129940"/>
                </a:lnTo>
                <a:close/>
                <a:moveTo>
                  <a:pt x="1875587" y="40900"/>
                </a:moveTo>
                <a:lnTo>
                  <a:pt x="1888617" y="40900"/>
                </a:lnTo>
                <a:lnTo>
                  <a:pt x="1888617" y="129940"/>
                </a:lnTo>
                <a:lnTo>
                  <a:pt x="1875587" y="129940"/>
                </a:lnTo>
                <a:close/>
                <a:moveTo>
                  <a:pt x="999287" y="40900"/>
                </a:moveTo>
                <a:lnTo>
                  <a:pt x="1012317" y="40900"/>
                </a:lnTo>
                <a:lnTo>
                  <a:pt x="1012317" y="129940"/>
                </a:lnTo>
                <a:lnTo>
                  <a:pt x="999287" y="129940"/>
                </a:lnTo>
                <a:close/>
                <a:moveTo>
                  <a:pt x="451590" y="40900"/>
                </a:moveTo>
                <a:lnTo>
                  <a:pt x="465706" y="40900"/>
                </a:lnTo>
                <a:lnTo>
                  <a:pt x="486156" y="112385"/>
                </a:lnTo>
                <a:lnTo>
                  <a:pt x="509502" y="40900"/>
                </a:lnTo>
                <a:lnTo>
                  <a:pt x="520722" y="40900"/>
                </a:lnTo>
                <a:lnTo>
                  <a:pt x="544249" y="112385"/>
                </a:lnTo>
                <a:lnTo>
                  <a:pt x="564518" y="40900"/>
                </a:lnTo>
                <a:lnTo>
                  <a:pt x="578634" y="40900"/>
                </a:lnTo>
                <a:lnTo>
                  <a:pt x="550583" y="129940"/>
                </a:lnTo>
                <a:lnTo>
                  <a:pt x="538458" y="129940"/>
                </a:lnTo>
                <a:lnTo>
                  <a:pt x="515112" y="60808"/>
                </a:lnTo>
                <a:lnTo>
                  <a:pt x="491947" y="129940"/>
                </a:lnTo>
                <a:lnTo>
                  <a:pt x="479822" y="129940"/>
                </a:lnTo>
                <a:close/>
                <a:moveTo>
                  <a:pt x="207807" y="40900"/>
                </a:moveTo>
                <a:lnTo>
                  <a:pt x="220837" y="40900"/>
                </a:lnTo>
                <a:lnTo>
                  <a:pt x="220837" y="95736"/>
                </a:lnTo>
                <a:cubicBezTo>
                  <a:pt x="220837" y="103699"/>
                  <a:pt x="222767" y="109641"/>
                  <a:pt x="226628" y="113562"/>
                </a:cubicBezTo>
                <a:cubicBezTo>
                  <a:pt x="230489" y="117483"/>
                  <a:pt x="235798" y="119443"/>
                  <a:pt x="242554" y="119443"/>
                </a:cubicBezTo>
                <a:cubicBezTo>
                  <a:pt x="249310" y="119443"/>
                  <a:pt x="254710" y="117453"/>
                  <a:pt x="258751" y="113471"/>
                </a:cubicBezTo>
                <a:cubicBezTo>
                  <a:pt x="262793" y="109490"/>
                  <a:pt x="264814" y="103578"/>
                  <a:pt x="264814" y="95736"/>
                </a:cubicBezTo>
                <a:lnTo>
                  <a:pt x="264814" y="40900"/>
                </a:lnTo>
                <a:lnTo>
                  <a:pt x="277844" y="40900"/>
                </a:lnTo>
                <a:lnTo>
                  <a:pt x="277844" y="129940"/>
                </a:lnTo>
                <a:lnTo>
                  <a:pt x="264995" y="129940"/>
                </a:lnTo>
                <a:lnTo>
                  <a:pt x="264995" y="119986"/>
                </a:lnTo>
                <a:cubicBezTo>
                  <a:pt x="261858" y="123606"/>
                  <a:pt x="258148" y="126351"/>
                  <a:pt x="253865" y="128221"/>
                </a:cubicBezTo>
                <a:cubicBezTo>
                  <a:pt x="249582" y="130091"/>
                  <a:pt x="244907" y="131026"/>
                  <a:pt x="239839" y="131026"/>
                </a:cubicBezTo>
                <a:cubicBezTo>
                  <a:pt x="230067" y="131026"/>
                  <a:pt x="222406" y="128251"/>
                  <a:pt x="216856" y="122701"/>
                </a:cubicBezTo>
                <a:cubicBezTo>
                  <a:pt x="213719" y="119564"/>
                  <a:pt x="211426" y="115914"/>
                  <a:pt x="209979" y="111752"/>
                </a:cubicBezTo>
                <a:cubicBezTo>
                  <a:pt x="208531" y="107590"/>
                  <a:pt x="207807" y="102914"/>
                  <a:pt x="207807" y="97726"/>
                </a:cubicBezTo>
                <a:close/>
                <a:moveTo>
                  <a:pt x="2189569" y="39814"/>
                </a:moveTo>
                <a:cubicBezTo>
                  <a:pt x="2195964" y="39814"/>
                  <a:pt x="2201905" y="40611"/>
                  <a:pt x="2207395" y="42205"/>
                </a:cubicBezTo>
                <a:cubicBezTo>
                  <a:pt x="2212884" y="43799"/>
                  <a:pt x="2217620" y="46252"/>
                  <a:pt x="2221601" y="49564"/>
                </a:cubicBezTo>
                <a:lnTo>
                  <a:pt x="2213096" y="58093"/>
                </a:lnTo>
                <a:cubicBezTo>
                  <a:pt x="2209959" y="55680"/>
                  <a:pt x="2206370" y="53900"/>
                  <a:pt x="2202328" y="52754"/>
                </a:cubicBezTo>
                <a:cubicBezTo>
                  <a:pt x="2198286" y="51608"/>
                  <a:pt x="2193973" y="51035"/>
                  <a:pt x="2189388" y="51035"/>
                </a:cubicBezTo>
                <a:cubicBezTo>
                  <a:pt x="2182873" y="51035"/>
                  <a:pt x="2177926" y="52323"/>
                  <a:pt x="2174548" y="54900"/>
                </a:cubicBezTo>
                <a:cubicBezTo>
                  <a:pt x="2171170" y="57477"/>
                  <a:pt x="2169480" y="61043"/>
                  <a:pt x="2169480" y="65598"/>
                </a:cubicBezTo>
                <a:cubicBezTo>
                  <a:pt x="2169480" y="69434"/>
                  <a:pt x="2170657" y="72431"/>
                  <a:pt x="2173010" y="74589"/>
                </a:cubicBezTo>
                <a:cubicBezTo>
                  <a:pt x="2175362" y="76746"/>
                  <a:pt x="2179374" y="78064"/>
                  <a:pt x="2185044" y="78543"/>
                </a:cubicBezTo>
                <a:lnTo>
                  <a:pt x="2199342" y="79810"/>
                </a:lnTo>
                <a:cubicBezTo>
                  <a:pt x="2203202" y="80172"/>
                  <a:pt x="2206762" y="80835"/>
                  <a:pt x="2210019" y="81801"/>
                </a:cubicBezTo>
                <a:cubicBezTo>
                  <a:pt x="2213276" y="82766"/>
                  <a:pt x="2216052" y="84214"/>
                  <a:pt x="2218344" y="86144"/>
                </a:cubicBezTo>
                <a:cubicBezTo>
                  <a:pt x="2220636" y="88074"/>
                  <a:pt x="2222416" y="90487"/>
                  <a:pt x="2223683" y="93383"/>
                </a:cubicBezTo>
                <a:cubicBezTo>
                  <a:pt x="2224950" y="96279"/>
                  <a:pt x="2225583" y="99778"/>
                  <a:pt x="2225583" y="103880"/>
                </a:cubicBezTo>
                <a:cubicBezTo>
                  <a:pt x="2225583" y="108223"/>
                  <a:pt x="2224708" y="112054"/>
                  <a:pt x="2222959" y="115372"/>
                </a:cubicBezTo>
                <a:cubicBezTo>
                  <a:pt x="2221210" y="118689"/>
                  <a:pt x="2218736" y="121525"/>
                  <a:pt x="2215539" y="123877"/>
                </a:cubicBezTo>
                <a:cubicBezTo>
                  <a:pt x="2212342" y="126230"/>
                  <a:pt x="2208541" y="128010"/>
                  <a:pt x="2204137" y="129216"/>
                </a:cubicBezTo>
                <a:cubicBezTo>
                  <a:pt x="2199734" y="130423"/>
                  <a:pt x="2194817" y="131026"/>
                  <a:pt x="2189388" y="131026"/>
                </a:cubicBezTo>
                <a:cubicBezTo>
                  <a:pt x="2181787" y="131026"/>
                  <a:pt x="2175030" y="130061"/>
                  <a:pt x="2169119" y="128130"/>
                </a:cubicBezTo>
                <a:cubicBezTo>
                  <a:pt x="2163207" y="126200"/>
                  <a:pt x="2157778" y="122882"/>
                  <a:pt x="2152831" y="118177"/>
                </a:cubicBezTo>
                <a:lnTo>
                  <a:pt x="2161518" y="109490"/>
                </a:lnTo>
                <a:cubicBezTo>
                  <a:pt x="2165016" y="113230"/>
                  <a:pt x="2169119" y="115884"/>
                  <a:pt x="2173824" y="117453"/>
                </a:cubicBezTo>
                <a:cubicBezTo>
                  <a:pt x="2178530" y="119021"/>
                  <a:pt x="2183657" y="119805"/>
                  <a:pt x="2189207" y="119805"/>
                </a:cubicBezTo>
                <a:cubicBezTo>
                  <a:pt x="2196566" y="119805"/>
                  <a:pt x="2202358" y="118508"/>
                  <a:pt x="2206580" y="115914"/>
                </a:cubicBezTo>
                <a:cubicBezTo>
                  <a:pt x="2210803" y="113320"/>
                  <a:pt x="2212915" y="109369"/>
                  <a:pt x="2212915" y="104061"/>
                </a:cubicBezTo>
                <a:cubicBezTo>
                  <a:pt x="2212915" y="100200"/>
                  <a:pt x="2211738" y="97184"/>
                  <a:pt x="2209386" y="95012"/>
                </a:cubicBezTo>
                <a:cubicBezTo>
                  <a:pt x="2207033" y="92840"/>
                  <a:pt x="2203263" y="91513"/>
                  <a:pt x="2198074" y="91030"/>
                </a:cubicBezTo>
                <a:lnTo>
                  <a:pt x="2183416" y="89764"/>
                </a:lnTo>
                <a:cubicBezTo>
                  <a:pt x="2174729" y="89040"/>
                  <a:pt x="2168124" y="86717"/>
                  <a:pt x="2163599" y="82796"/>
                </a:cubicBezTo>
                <a:cubicBezTo>
                  <a:pt x="2159074" y="78875"/>
                  <a:pt x="2156812" y="73235"/>
                  <a:pt x="2156812" y="65875"/>
                </a:cubicBezTo>
                <a:cubicBezTo>
                  <a:pt x="2156812" y="61773"/>
                  <a:pt x="2157627" y="58123"/>
                  <a:pt x="2159256" y="54926"/>
                </a:cubicBezTo>
                <a:cubicBezTo>
                  <a:pt x="2160884" y="51729"/>
                  <a:pt x="2163146" y="49014"/>
                  <a:pt x="2166042" y="46782"/>
                </a:cubicBezTo>
                <a:cubicBezTo>
                  <a:pt x="2168938" y="44550"/>
                  <a:pt x="2172406" y="42831"/>
                  <a:pt x="2176448" y="41624"/>
                </a:cubicBezTo>
                <a:cubicBezTo>
                  <a:pt x="2180490" y="40418"/>
                  <a:pt x="2184864" y="39814"/>
                  <a:pt x="2189569" y="39814"/>
                </a:cubicBezTo>
                <a:close/>
                <a:moveTo>
                  <a:pt x="2123142" y="39814"/>
                </a:moveTo>
                <a:cubicBezTo>
                  <a:pt x="2127364" y="39814"/>
                  <a:pt x="2131195" y="40418"/>
                  <a:pt x="2134634" y="41624"/>
                </a:cubicBezTo>
                <a:cubicBezTo>
                  <a:pt x="2138072" y="42831"/>
                  <a:pt x="2141360" y="45002"/>
                  <a:pt x="2144496" y="48139"/>
                </a:cubicBezTo>
                <a:lnTo>
                  <a:pt x="2134905" y="57912"/>
                </a:lnTo>
                <a:cubicBezTo>
                  <a:pt x="2132492" y="55499"/>
                  <a:pt x="2130200" y="53810"/>
                  <a:pt x="2128028" y="52845"/>
                </a:cubicBezTo>
                <a:cubicBezTo>
                  <a:pt x="2125856" y="51879"/>
                  <a:pt x="2123021" y="51397"/>
                  <a:pt x="2119522" y="51397"/>
                </a:cubicBezTo>
                <a:cubicBezTo>
                  <a:pt x="2116264" y="51397"/>
                  <a:pt x="2113308" y="52000"/>
                  <a:pt x="2110654" y="53207"/>
                </a:cubicBezTo>
                <a:cubicBezTo>
                  <a:pt x="2108000" y="54413"/>
                  <a:pt x="2105768" y="56102"/>
                  <a:pt x="2103958" y="58274"/>
                </a:cubicBezTo>
                <a:cubicBezTo>
                  <a:pt x="2102148" y="60446"/>
                  <a:pt x="2100731" y="62979"/>
                  <a:pt x="2099705" y="65875"/>
                </a:cubicBezTo>
                <a:cubicBezTo>
                  <a:pt x="2098680" y="68770"/>
                  <a:pt x="2098167" y="71907"/>
                  <a:pt x="2098167" y="75286"/>
                </a:cubicBezTo>
                <a:lnTo>
                  <a:pt x="2098167" y="129940"/>
                </a:lnTo>
                <a:lnTo>
                  <a:pt x="2085137" y="129940"/>
                </a:lnTo>
                <a:lnTo>
                  <a:pt x="2085137" y="40900"/>
                </a:lnTo>
                <a:lnTo>
                  <a:pt x="2098167" y="40900"/>
                </a:lnTo>
                <a:lnTo>
                  <a:pt x="2098167" y="51759"/>
                </a:lnTo>
                <a:cubicBezTo>
                  <a:pt x="2100580" y="48019"/>
                  <a:pt x="2104049" y="45093"/>
                  <a:pt x="2108573" y="42982"/>
                </a:cubicBezTo>
                <a:cubicBezTo>
                  <a:pt x="2113097" y="40870"/>
                  <a:pt x="2117954" y="39814"/>
                  <a:pt x="2123142" y="39814"/>
                </a:cubicBezTo>
                <a:close/>
                <a:moveTo>
                  <a:pt x="2031082" y="39814"/>
                </a:moveTo>
                <a:cubicBezTo>
                  <a:pt x="2042665" y="39814"/>
                  <a:pt x="2051653" y="43675"/>
                  <a:pt x="2058048" y="51397"/>
                </a:cubicBezTo>
                <a:cubicBezTo>
                  <a:pt x="2064442" y="59118"/>
                  <a:pt x="2067640" y="69615"/>
                  <a:pt x="2067640" y="82887"/>
                </a:cubicBezTo>
                <a:lnTo>
                  <a:pt x="2067640" y="88859"/>
                </a:lnTo>
                <a:lnTo>
                  <a:pt x="2007556" y="88859"/>
                </a:lnTo>
                <a:cubicBezTo>
                  <a:pt x="2007556" y="98688"/>
                  <a:pt x="2009788" y="106303"/>
                  <a:pt x="2014252" y="111704"/>
                </a:cubicBezTo>
                <a:cubicBezTo>
                  <a:pt x="2018716" y="117105"/>
                  <a:pt x="2025231" y="119805"/>
                  <a:pt x="2033797" y="119805"/>
                </a:cubicBezTo>
                <a:cubicBezTo>
                  <a:pt x="2038985" y="119805"/>
                  <a:pt x="2043298" y="118991"/>
                  <a:pt x="2046737" y="117362"/>
                </a:cubicBezTo>
                <a:cubicBezTo>
                  <a:pt x="2050175" y="115733"/>
                  <a:pt x="2053644" y="113170"/>
                  <a:pt x="2057143" y="109671"/>
                </a:cubicBezTo>
                <a:lnTo>
                  <a:pt x="2066010" y="117453"/>
                </a:lnTo>
                <a:cubicBezTo>
                  <a:pt x="2063718" y="119734"/>
                  <a:pt x="2061456" y="121705"/>
                  <a:pt x="2059224" y="123367"/>
                </a:cubicBezTo>
                <a:cubicBezTo>
                  <a:pt x="2056992" y="125029"/>
                  <a:pt x="2054609" y="126424"/>
                  <a:pt x="2052076" y="127552"/>
                </a:cubicBezTo>
                <a:cubicBezTo>
                  <a:pt x="2049542" y="128680"/>
                  <a:pt x="2046737" y="129541"/>
                  <a:pt x="2043660" y="130135"/>
                </a:cubicBezTo>
                <a:cubicBezTo>
                  <a:pt x="2040584" y="130729"/>
                  <a:pt x="2037175" y="131026"/>
                  <a:pt x="2033435" y="131026"/>
                </a:cubicBezTo>
                <a:cubicBezTo>
                  <a:pt x="2027523" y="131026"/>
                  <a:pt x="2022184" y="130121"/>
                  <a:pt x="2017419" y="128311"/>
                </a:cubicBezTo>
                <a:cubicBezTo>
                  <a:pt x="2012653" y="126501"/>
                  <a:pt x="2008581" y="123727"/>
                  <a:pt x="2005203" y="119986"/>
                </a:cubicBezTo>
                <a:cubicBezTo>
                  <a:pt x="2001825" y="116246"/>
                  <a:pt x="1999201" y="111511"/>
                  <a:pt x="1997331" y="105780"/>
                </a:cubicBezTo>
                <a:cubicBezTo>
                  <a:pt x="1995460" y="100049"/>
                  <a:pt x="1994525" y="93262"/>
                  <a:pt x="1994525" y="85420"/>
                </a:cubicBezTo>
                <a:cubicBezTo>
                  <a:pt x="1994525" y="70942"/>
                  <a:pt x="1997783" y="59722"/>
                  <a:pt x="2004298" y="51759"/>
                </a:cubicBezTo>
                <a:cubicBezTo>
                  <a:pt x="2010813" y="43796"/>
                  <a:pt x="2019741" y="39814"/>
                  <a:pt x="2031082" y="39814"/>
                </a:cubicBezTo>
                <a:close/>
                <a:moveTo>
                  <a:pt x="1808816" y="39814"/>
                </a:moveTo>
                <a:cubicBezTo>
                  <a:pt x="1818468" y="39814"/>
                  <a:pt x="1826069" y="42589"/>
                  <a:pt x="1831619" y="48139"/>
                </a:cubicBezTo>
                <a:cubicBezTo>
                  <a:pt x="1837772" y="54172"/>
                  <a:pt x="1840849" y="62436"/>
                  <a:pt x="1840849" y="72933"/>
                </a:cubicBezTo>
                <a:lnTo>
                  <a:pt x="1840849" y="129940"/>
                </a:lnTo>
                <a:lnTo>
                  <a:pt x="1827819" y="129940"/>
                </a:lnTo>
                <a:lnTo>
                  <a:pt x="1827819" y="75105"/>
                </a:lnTo>
                <a:cubicBezTo>
                  <a:pt x="1827819" y="67142"/>
                  <a:pt x="1825858" y="61200"/>
                  <a:pt x="1821937" y="57279"/>
                </a:cubicBezTo>
                <a:cubicBezTo>
                  <a:pt x="1818016" y="53357"/>
                  <a:pt x="1812677" y="51397"/>
                  <a:pt x="1805921" y="51397"/>
                </a:cubicBezTo>
                <a:cubicBezTo>
                  <a:pt x="1799164" y="51397"/>
                  <a:pt x="1793796" y="53388"/>
                  <a:pt x="1789814" y="57369"/>
                </a:cubicBezTo>
                <a:cubicBezTo>
                  <a:pt x="1785833" y="61350"/>
                  <a:pt x="1783842" y="67262"/>
                  <a:pt x="1783842" y="75105"/>
                </a:cubicBezTo>
                <a:lnTo>
                  <a:pt x="1783842" y="129940"/>
                </a:lnTo>
                <a:lnTo>
                  <a:pt x="1770812" y="129940"/>
                </a:lnTo>
                <a:lnTo>
                  <a:pt x="1770812" y="40900"/>
                </a:lnTo>
                <a:lnTo>
                  <a:pt x="1783842" y="40900"/>
                </a:lnTo>
                <a:lnTo>
                  <a:pt x="1783842" y="50673"/>
                </a:lnTo>
                <a:cubicBezTo>
                  <a:pt x="1786979" y="47053"/>
                  <a:pt x="1790659" y="44339"/>
                  <a:pt x="1794882" y="42529"/>
                </a:cubicBezTo>
                <a:cubicBezTo>
                  <a:pt x="1799104" y="40719"/>
                  <a:pt x="1803749" y="39814"/>
                  <a:pt x="1808816" y="39814"/>
                </a:cubicBezTo>
                <a:close/>
                <a:moveTo>
                  <a:pt x="1512932" y="39814"/>
                </a:moveTo>
                <a:cubicBezTo>
                  <a:pt x="1517879" y="39814"/>
                  <a:pt x="1522373" y="40569"/>
                  <a:pt x="1526415" y="42077"/>
                </a:cubicBezTo>
                <a:cubicBezTo>
                  <a:pt x="1530456" y="43585"/>
                  <a:pt x="1534287" y="46692"/>
                  <a:pt x="1537906" y="51397"/>
                </a:cubicBezTo>
                <a:lnTo>
                  <a:pt x="1537906" y="40900"/>
                </a:lnTo>
                <a:lnTo>
                  <a:pt x="1550756" y="40900"/>
                </a:lnTo>
                <a:lnTo>
                  <a:pt x="1550756" y="132655"/>
                </a:lnTo>
                <a:cubicBezTo>
                  <a:pt x="1550756" y="138205"/>
                  <a:pt x="1549911" y="143302"/>
                  <a:pt x="1548222" y="147947"/>
                </a:cubicBezTo>
                <a:cubicBezTo>
                  <a:pt x="1546533" y="152592"/>
                  <a:pt x="1544120" y="156604"/>
                  <a:pt x="1540983" y="159982"/>
                </a:cubicBezTo>
                <a:cubicBezTo>
                  <a:pt x="1537846" y="163360"/>
                  <a:pt x="1533955" y="166014"/>
                  <a:pt x="1529310" y="167945"/>
                </a:cubicBezTo>
                <a:cubicBezTo>
                  <a:pt x="1524665" y="169875"/>
                  <a:pt x="1519447" y="170840"/>
                  <a:pt x="1513656" y="170840"/>
                </a:cubicBezTo>
                <a:cubicBezTo>
                  <a:pt x="1510278" y="170840"/>
                  <a:pt x="1507261" y="170633"/>
                  <a:pt x="1504607" y="170217"/>
                </a:cubicBezTo>
                <a:cubicBezTo>
                  <a:pt x="1501953" y="169801"/>
                  <a:pt x="1499449" y="169118"/>
                  <a:pt x="1497097" y="168168"/>
                </a:cubicBezTo>
                <a:cubicBezTo>
                  <a:pt x="1494744" y="167218"/>
                  <a:pt x="1492452" y="166001"/>
                  <a:pt x="1490220" y="164518"/>
                </a:cubicBezTo>
                <a:cubicBezTo>
                  <a:pt x="1487988" y="163034"/>
                  <a:pt x="1485725" y="161220"/>
                  <a:pt x="1483433" y="159077"/>
                </a:cubicBezTo>
                <a:lnTo>
                  <a:pt x="1491939" y="150752"/>
                </a:lnTo>
                <a:cubicBezTo>
                  <a:pt x="1493507" y="152200"/>
                  <a:pt x="1495046" y="153467"/>
                  <a:pt x="1496554" y="154553"/>
                </a:cubicBezTo>
                <a:cubicBezTo>
                  <a:pt x="1498062" y="155638"/>
                  <a:pt x="1499630" y="156574"/>
                  <a:pt x="1501259" y="157358"/>
                </a:cubicBezTo>
                <a:cubicBezTo>
                  <a:pt x="1502888" y="158142"/>
                  <a:pt x="1504667" y="158715"/>
                  <a:pt x="1506598" y="159077"/>
                </a:cubicBezTo>
                <a:cubicBezTo>
                  <a:pt x="1508528" y="159439"/>
                  <a:pt x="1510760" y="159620"/>
                  <a:pt x="1513294" y="159620"/>
                </a:cubicBezTo>
                <a:cubicBezTo>
                  <a:pt x="1517637" y="159620"/>
                  <a:pt x="1521347" y="158893"/>
                  <a:pt x="1524424" y="157438"/>
                </a:cubicBezTo>
                <a:cubicBezTo>
                  <a:pt x="1527500" y="155984"/>
                  <a:pt x="1530034" y="154045"/>
                  <a:pt x="1532025" y="151622"/>
                </a:cubicBezTo>
                <a:cubicBezTo>
                  <a:pt x="1534016" y="149198"/>
                  <a:pt x="1535463" y="146321"/>
                  <a:pt x="1536368" y="142989"/>
                </a:cubicBezTo>
                <a:cubicBezTo>
                  <a:pt x="1537273" y="139657"/>
                  <a:pt x="1537726" y="136052"/>
                  <a:pt x="1537726" y="132174"/>
                </a:cubicBezTo>
                <a:lnTo>
                  <a:pt x="1537726" y="118177"/>
                </a:lnTo>
                <a:cubicBezTo>
                  <a:pt x="1534106" y="122761"/>
                  <a:pt x="1530245" y="125838"/>
                  <a:pt x="1526143" y="127406"/>
                </a:cubicBezTo>
                <a:cubicBezTo>
                  <a:pt x="1522041" y="128975"/>
                  <a:pt x="1517577" y="129759"/>
                  <a:pt x="1512751" y="129759"/>
                </a:cubicBezTo>
                <a:cubicBezTo>
                  <a:pt x="1508166" y="129759"/>
                  <a:pt x="1504034" y="129035"/>
                  <a:pt x="1500354" y="127587"/>
                </a:cubicBezTo>
                <a:cubicBezTo>
                  <a:pt x="1496674" y="126140"/>
                  <a:pt x="1493628" y="124209"/>
                  <a:pt x="1491215" y="121796"/>
                </a:cubicBezTo>
                <a:cubicBezTo>
                  <a:pt x="1486751" y="117332"/>
                  <a:pt x="1483825" y="111843"/>
                  <a:pt x="1482438" y="105327"/>
                </a:cubicBezTo>
                <a:cubicBezTo>
                  <a:pt x="1481050" y="98812"/>
                  <a:pt x="1480356" y="91935"/>
                  <a:pt x="1480356" y="84696"/>
                </a:cubicBezTo>
                <a:cubicBezTo>
                  <a:pt x="1480356" y="77457"/>
                  <a:pt x="1481050" y="70580"/>
                  <a:pt x="1482438" y="64065"/>
                </a:cubicBezTo>
                <a:cubicBezTo>
                  <a:pt x="1483825" y="57550"/>
                  <a:pt x="1486751" y="52060"/>
                  <a:pt x="1491215" y="47596"/>
                </a:cubicBezTo>
                <a:cubicBezTo>
                  <a:pt x="1493628" y="45183"/>
                  <a:pt x="1496704" y="43283"/>
                  <a:pt x="1500445" y="41896"/>
                </a:cubicBezTo>
                <a:cubicBezTo>
                  <a:pt x="1504185" y="40508"/>
                  <a:pt x="1508347" y="39814"/>
                  <a:pt x="1512932" y="39814"/>
                </a:cubicBezTo>
                <a:close/>
                <a:moveTo>
                  <a:pt x="1418292" y="39814"/>
                </a:moveTo>
                <a:cubicBezTo>
                  <a:pt x="1427944" y="39814"/>
                  <a:pt x="1435544" y="42589"/>
                  <a:pt x="1441094" y="48139"/>
                </a:cubicBezTo>
                <a:cubicBezTo>
                  <a:pt x="1447248" y="54172"/>
                  <a:pt x="1450324" y="62436"/>
                  <a:pt x="1450324" y="72933"/>
                </a:cubicBezTo>
                <a:lnTo>
                  <a:pt x="1450324" y="129940"/>
                </a:lnTo>
                <a:lnTo>
                  <a:pt x="1437294" y="129940"/>
                </a:lnTo>
                <a:lnTo>
                  <a:pt x="1437294" y="75105"/>
                </a:lnTo>
                <a:cubicBezTo>
                  <a:pt x="1437294" y="67142"/>
                  <a:pt x="1435333" y="61200"/>
                  <a:pt x="1431412" y="57279"/>
                </a:cubicBezTo>
                <a:cubicBezTo>
                  <a:pt x="1427491" y="53357"/>
                  <a:pt x="1422152" y="51397"/>
                  <a:pt x="1415396" y="51397"/>
                </a:cubicBezTo>
                <a:cubicBezTo>
                  <a:pt x="1408640" y="51397"/>
                  <a:pt x="1403270" y="53388"/>
                  <a:pt x="1399289" y="57369"/>
                </a:cubicBezTo>
                <a:cubicBezTo>
                  <a:pt x="1395308" y="61350"/>
                  <a:pt x="1393317" y="67262"/>
                  <a:pt x="1393317" y="75105"/>
                </a:cubicBezTo>
                <a:lnTo>
                  <a:pt x="1393317" y="129940"/>
                </a:lnTo>
                <a:lnTo>
                  <a:pt x="1380287" y="129940"/>
                </a:lnTo>
                <a:lnTo>
                  <a:pt x="1380287" y="40900"/>
                </a:lnTo>
                <a:lnTo>
                  <a:pt x="1393317" y="40900"/>
                </a:lnTo>
                <a:lnTo>
                  <a:pt x="1393317" y="50673"/>
                </a:lnTo>
                <a:cubicBezTo>
                  <a:pt x="1396454" y="47053"/>
                  <a:pt x="1400134" y="44339"/>
                  <a:pt x="1404356" y="42529"/>
                </a:cubicBezTo>
                <a:cubicBezTo>
                  <a:pt x="1408579" y="40719"/>
                  <a:pt x="1413224" y="39814"/>
                  <a:pt x="1418292" y="39814"/>
                </a:cubicBezTo>
                <a:close/>
                <a:moveTo>
                  <a:pt x="1326232" y="39814"/>
                </a:moveTo>
                <a:cubicBezTo>
                  <a:pt x="1331662" y="39814"/>
                  <a:pt x="1336488" y="40719"/>
                  <a:pt x="1340710" y="42529"/>
                </a:cubicBezTo>
                <a:cubicBezTo>
                  <a:pt x="1344933" y="44339"/>
                  <a:pt x="1348613" y="46812"/>
                  <a:pt x="1351750" y="49949"/>
                </a:cubicBezTo>
                <a:cubicBezTo>
                  <a:pt x="1356214" y="54534"/>
                  <a:pt x="1359140" y="59873"/>
                  <a:pt x="1360527" y="65965"/>
                </a:cubicBezTo>
                <a:cubicBezTo>
                  <a:pt x="1361915" y="72058"/>
                  <a:pt x="1362608" y="78543"/>
                  <a:pt x="1362608" y="85420"/>
                </a:cubicBezTo>
                <a:cubicBezTo>
                  <a:pt x="1362608" y="92297"/>
                  <a:pt x="1361915" y="98782"/>
                  <a:pt x="1360527" y="104875"/>
                </a:cubicBezTo>
                <a:cubicBezTo>
                  <a:pt x="1359140" y="110968"/>
                  <a:pt x="1356214" y="116307"/>
                  <a:pt x="1351750" y="120891"/>
                </a:cubicBezTo>
                <a:cubicBezTo>
                  <a:pt x="1348613" y="124028"/>
                  <a:pt x="1344933" y="126501"/>
                  <a:pt x="1340710" y="128311"/>
                </a:cubicBezTo>
                <a:cubicBezTo>
                  <a:pt x="1336488" y="130121"/>
                  <a:pt x="1331662" y="131026"/>
                  <a:pt x="1326232" y="131026"/>
                </a:cubicBezTo>
                <a:cubicBezTo>
                  <a:pt x="1320803" y="131026"/>
                  <a:pt x="1315977" y="130121"/>
                  <a:pt x="1311754" y="128311"/>
                </a:cubicBezTo>
                <a:cubicBezTo>
                  <a:pt x="1307532" y="126501"/>
                  <a:pt x="1303852" y="124028"/>
                  <a:pt x="1300715" y="120891"/>
                </a:cubicBezTo>
                <a:cubicBezTo>
                  <a:pt x="1298422" y="118599"/>
                  <a:pt x="1296583" y="116095"/>
                  <a:pt x="1295195" y="113381"/>
                </a:cubicBezTo>
                <a:cubicBezTo>
                  <a:pt x="1293808" y="110666"/>
                  <a:pt x="1292722" y="107831"/>
                  <a:pt x="1291938" y="104875"/>
                </a:cubicBezTo>
                <a:cubicBezTo>
                  <a:pt x="1291153" y="101919"/>
                  <a:pt x="1290610" y="98812"/>
                  <a:pt x="1290309" y="95555"/>
                </a:cubicBezTo>
                <a:cubicBezTo>
                  <a:pt x="1290007" y="92297"/>
                  <a:pt x="1289856" y="88919"/>
                  <a:pt x="1289856" y="85420"/>
                </a:cubicBezTo>
                <a:cubicBezTo>
                  <a:pt x="1289856" y="82042"/>
                  <a:pt x="1290007" y="78694"/>
                  <a:pt x="1290309" y="75376"/>
                </a:cubicBezTo>
                <a:cubicBezTo>
                  <a:pt x="1290610" y="72058"/>
                  <a:pt x="1291153" y="68921"/>
                  <a:pt x="1291938" y="65965"/>
                </a:cubicBezTo>
                <a:cubicBezTo>
                  <a:pt x="1292722" y="63009"/>
                  <a:pt x="1293808" y="60174"/>
                  <a:pt x="1295195" y="57460"/>
                </a:cubicBezTo>
                <a:cubicBezTo>
                  <a:pt x="1296583" y="54745"/>
                  <a:pt x="1298422" y="52241"/>
                  <a:pt x="1300715" y="49949"/>
                </a:cubicBezTo>
                <a:cubicBezTo>
                  <a:pt x="1303852" y="46812"/>
                  <a:pt x="1307532" y="44339"/>
                  <a:pt x="1311754" y="42529"/>
                </a:cubicBezTo>
                <a:cubicBezTo>
                  <a:pt x="1315977" y="40719"/>
                  <a:pt x="1320803" y="39814"/>
                  <a:pt x="1326232" y="39814"/>
                </a:cubicBezTo>
                <a:close/>
                <a:moveTo>
                  <a:pt x="1173832" y="39814"/>
                </a:moveTo>
                <a:cubicBezTo>
                  <a:pt x="1179262" y="39814"/>
                  <a:pt x="1184088" y="40719"/>
                  <a:pt x="1188310" y="42529"/>
                </a:cubicBezTo>
                <a:cubicBezTo>
                  <a:pt x="1192533" y="44339"/>
                  <a:pt x="1196213" y="46812"/>
                  <a:pt x="1199350" y="49949"/>
                </a:cubicBezTo>
                <a:cubicBezTo>
                  <a:pt x="1203814" y="54534"/>
                  <a:pt x="1206740" y="59873"/>
                  <a:pt x="1208127" y="65965"/>
                </a:cubicBezTo>
                <a:cubicBezTo>
                  <a:pt x="1209515" y="72058"/>
                  <a:pt x="1210208" y="78543"/>
                  <a:pt x="1210208" y="85420"/>
                </a:cubicBezTo>
                <a:cubicBezTo>
                  <a:pt x="1210208" y="92297"/>
                  <a:pt x="1209515" y="98782"/>
                  <a:pt x="1208127" y="104875"/>
                </a:cubicBezTo>
                <a:cubicBezTo>
                  <a:pt x="1206740" y="110968"/>
                  <a:pt x="1203814" y="116307"/>
                  <a:pt x="1199350" y="120891"/>
                </a:cubicBezTo>
                <a:cubicBezTo>
                  <a:pt x="1196213" y="124028"/>
                  <a:pt x="1192533" y="126501"/>
                  <a:pt x="1188310" y="128311"/>
                </a:cubicBezTo>
                <a:cubicBezTo>
                  <a:pt x="1184088" y="130121"/>
                  <a:pt x="1179262" y="131026"/>
                  <a:pt x="1173832" y="131026"/>
                </a:cubicBezTo>
                <a:cubicBezTo>
                  <a:pt x="1168403" y="131026"/>
                  <a:pt x="1163577" y="130121"/>
                  <a:pt x="1159354" y="128311"/>
                </a:cubicBezTo>
                <a:cubicBezTo>
                  <a:pt x="1155132" y="126501"/>
                  <a:pt x="1151452" y="124028"/>
                  <a:pt x="1148315" y="120891"/>
                </a:cubicBezTo>
                <a:cubicBezTo>
                  <a:pt x="1146022" y="118599"/>
                  <a:pt x="1144183" y="116095"/>
                  <a:pt x="1142795" y="113381"/>
                </a:cubicBezTo>
                <a:cubicBezTo>
                  <a:pt x="1141408" y="110666"/>
                  <a:pt x="1140322" y="107831"/>
                  <a:pt x="1139538" y="104875"/>
                </a:cubicBezTo>
                <a:cubicBezTo>
                  <a:pt x="1138753" y="101919"/>
                  <a:pt x="1138210" y="98812"/>
                  <a:pt x="1137909" y="95555"/>
                </a:cubicBezTo>
                <a:cubicBezTo>
                  <a:pt x="1137607" y="92297"/>
                  <a:pt x="1137456" y="88919"/>
                  <a:pt x="1137456" y="85420"/>
                </a:cubicBezTo>
                <a:cubicBezTo>
                  <a:pt x="1137456" y="82042"/>
                  <a:pt x="1137607" y="78694"/>
                  <a:pt x="1137909" y="75376"/>
                </a:cubicBezTo>
                <a:cubicBezTo>
                  <a:pt x="1138210" y="72058"/>
                  <a:pt x="1138753" y="68921"/>
                  <a:pt x="1139538" y="65965"/>
                </a:cubicBezTo>
                <a:cubicBezTo>
                  <a:pt x="1140322" y="63009"/>
                  <a:pt x="1141408" y="60174"/>
                  <a:pt x="1142795" y="57460"/>
                </a:cubicBezTo>
                <a:cubicBezTo>
                  <a:pt x="1144183" y="54745"/>
                  <a:pt x="1146022" y="52241"/>
                  <a:pt x="1148315" y="49949"/>
                </a:cubicBezTo>
                <a:cubicBezTo>
                  <a:pt x="1151452" y="46812"/>
                  <a:pt x="1155132" y="44339"/>
                  <a:pt x="1159354" y="42529"/>
                </a:cubicBezTo>
                <a:cubicBezTo>
                  <a:pt x="1163577" y="40719"/>
                  <a:pt x="1168403" y="39814"/>
                  <a:pt x="1173832" y="39814"/>
                </a:cubicBezTo>
                <a:close/>
                <a:moveTo>
                  <a:pt x="1074782" y="39814"/>
                </a:moveTo>
                <a:cubicBezTo>
                  <a:pt x="1086847" y="39814"/>
                  <a:pt x="1095805" y="42318"/>
                  <a:pt x="1101657" y="47325"/>
                </a:cubicBezTo>
                <a:cubicBezTo>
                  <a:pt x="1107508" y="52332"/>
                  <a:pt x="1110434" y="59722"/>
                  <a:pt x="1110434" y="69494"/>
                </a:cubicBezTo>
                <a:lnTo>
                  <a:pt x="1110434" y="129940"/>
                </a:lnTo>
                <a:lnTo>
                  <a:pt x="1097404" y="129940"/>
                </a:lnTo>
                <a:lnTo>
                  <a:pt x="1097404" y="121434"/>
                </a:lnTo>
                <a:cubicBezTo>
                  <a:pt x="1093784" y="125054"/>
                  <a:pt x="1090074" y="127557"/>
                  <a:pt x="1086274" y="128945"/>
                </a:cubicBezTo>
                <a:cubicBezTo>
                  <a:pt x="1082473" y="130332"/>
                  <a:pt x="1077617" y="131026"/>
                  <a:pt x="1071705" y="131026"/>
                </a:cubicBezTo>
                <a:cubicBezTo>
                  <a:pt x="1065552" y="131026"/>
                  <a:pt x="1060515" y="130392"/>
                  <a:pt x="1056594" y="129126"/>
                </a:cubicBezTo>
                <a:cubicBezTo>
                  <a:pt x="1052673" y="127859"/>
                  <a:pt x="1049325" y="125778"/>
                  <a:pt x="1046550" y="122882"/>
                </a:cubicBezTo>
                <a:cubicBezTo>
                  <a:pt x="1044378" y="120710"/>
                  <a:pt x="1042719" y="118026"/>
                  <a:pt x="1041573" y="114829"/>
                </a:cubicBezTo>
                <a:cubicBezTo>
                  <a:pt x="1040427" y="111631"/>
                  <a:pt x="1039854" y="108283"/>
                  <a:pt x="1039854" y="104785"/>
                </a:cubicBezTo>
                <a:cubicBezTo>
                  <a:pt x="1039854" y="96942"/>
                  <a:pt x="1042478" y="90699"/>
                  <a:pt x="1047726" y="86054"/>
                </a:cubicBezTo>
                <a:cubicBezTo>
                  <a:pt x="1052974" y="81409"/>
                  <a:pt x="1060606" y="79086"/>
                  <a:pt x="1070620" y="79086"/>
                </a:cubicBezTo>
                <a:lnTo>
                  <a:pt x="1097404" y="79086"/>
                </a:lnTo>
                <a:lnTo>
                  <a:pt x="1097404" y="70580"/>
                </a:lnTo>
                <a:cubicBezTo>
                  <a:pt x="1097404" y="64065"/>
                  <a:pt x="1095654" y="59179"/>
                  <a:pt x="1092156" y="55921"/>
                </a:cubicBezTo>
                <a:cubicBezTo>
                  <a:pt x="1088657" y="52664"/>
                  <a:pt x="1082805" y="51035"/>
                  <a:pt x="1074601" y="51035"/>
                </a:cubicBezTo>
                <a:cubicBezTo>
                  <a:pt x="1068810" y="51035"/>
                  <a:pt x="1064285" y="51789"/>
                  <a:pt x="1061028" y="53297"/>
                </a:cubicBezTo>
                <a:cubicBezTo>
                  <a:pt x="1057770" y="54805"/>
                  <a:pt x="1054814" y="57429"/>
                  <a:pt x="1052160" y="61170"/>
                </a:cubicBezTo>
                <a:lnTo>
                  <a:pt x="1043292" y="53026"/>
                </a:lnTo>
                <a:cubicBezTo>
                  <a:pt x="1047274" y="47838"/>
                  <a:pt x="1051708" y="44339"/>
                  <a:pt x="1056594" y="42529"/>
                </a:cubicBezTo>
                <a:cubicBezTo>
                  <a:pt x="1061480" y="40719"/>
                  <a:pt x="1067543" y="39814"/>
                  <a:pt x="1074782" y="39814"/>
                </a:cubicBezTo>
                <a:close/>
                <a:moveTo>
                  <a:pt x="722719" y="39814"/>
                </a:moveTo>
                <a:cubicBezTo>
                  <a:pt x="729113" y="39814"/>
                  <a:pt x="735055" y="40611"/>
                  <a:pt x="740545" y="42205"/>
                </a:cubicBezTo>
                <a:cubicBezTo>
                  <a:pt x="746034" y="43799"/>
                  <a:pt x="750770" y="46252"/>
                  <a:pt x="754751" y="49564"/>
                </a:cubicBezTo>
                <a:lnTo>
                  <a:pt x="746246" y="58093"/>
                </a:lnTo>
                <a:cubicBezTo>
                  <a:pt x="743109" y="55680"/>
                  <a:pt x="739519" y="53900"/>
                  <a:pt x="735478" y="52754"/>
                </a:cubicBezTo>
                <a:cubicBezTo>
                  <a:pt x="731436" y="51608"/>
                  <a:pt x="727123" y="51035"/>
                  <a:pt x="722538" y="51035"/>
                </a:cubicBezTo>
                <a:cubicBezTo>
                  <a:pt x="716023" y="51035"/>
                  <a:pt x="711076" y="52323"/>
                  <a:pt x="707698" y="54900"/>
                </a:cubicBezTo>
                <a:cubicBezTo>
                  <a:pt x="704320" y="57477"/>
                  <a:pt x="702631" y="61043"/>
                  <a:pt x="702631" y="65598"/>
                </a:cubicBezTo>
                <a:cubicBezTo>
                  <a:pt x="702631" y="69434"/>
                  <a:pt x="703807" y="72431"/>
                  <a:pt x="706160" y="74589"/>
                </a:cubicBezTo>
                <a:cubicBezTo>
                  <a:pt x="708512" y="76746"/>
                  <a:pt x="712524" y="78064"/>
                  <a:pt x="718194" y="78543"/>
                </a:cubicBezTo>
                <a:lnTo>
                  <a:pt x="732491" y="79810"/>
                </a:lnTo>
                <a:cubicBezTo>
                  <a:pt x="736352" y="80172"/>
                  <a:pt x="739911" y="80835"/>
                  <a:pt x="743169" y="81801"/>
                </a:cubicBezTo>
                <a:cubicBezTo>
                  <a:pt x="746427" y="82766"/>
                  <a:pt x="749202" y="84214"/>
                  <a:pt x="751494" y="86144"/>
                </a:cubicBezTo>
                <a:cubicBezTo>
                  <a:pt x="753786" y="88074"/>
                  <a:pt x="755566" y="90487"/>
                  <a:pt x="756833" y="93383"/>
                </a:cubicBezTo>
                <a:cubicBezTo>
                  <a:pt x="758099" y="96279"/>
                  <a:pt x="758733" y="99778"/>
                  <a:pt x="758733" y="103880"/>
                </a:cubicBezTo>
                <a:cubicBezTo>
                  <a:pt x="758733" y="108223"/>
                  <a:pt x="757858" y="112054"/>
                  <a:pt x="756109" y="115372"/>
                </a:cubicBezTo>
                <a:cubicBezTo>
                  <a:pt x="754359" y="118689"/>
                  <a:pt x="751886" y="121525"/>
                  <a:pt x="748689" y="123877"/>
                </a:cubicBezTo>
                <a:cubicBezTo>
                  <a:pt x="745492" y="126230"/>
                  <a:pt x="741691" y="128010"/>
                  <a:pt x="737287" y="129216"/>
                </a:cubicBezTo>
                <a:cubicBezTo>
                  <a:pt x="732884" y="130423"/>
                  <a:pt x="727967" y="131026"/>
                  <a:pt x="722538" y="131026"/>
                </a:cubicBezTo>
                <a:cubicBezTo>
                  <a:pt x="714937" y="131026"/>
                  <a:pt x="708180" y="130061"/>
                  <a:pt x="702269" y="128130"/>
                </a:cubicBezTo>
                <a:cubicBezTo>
                  <a:pt x="696357" y="126200"/>
                  <a:pt x="690928" y="122882"/>
                  <a:pt x="685981" y="118177"/>
                </a:cubicBezTo>
                <a:lnTo>
                  <a:pt x="694668" y="109490"/>
                </a:lnTo>
                <a:cubicBezTo>
                  <a:pt x="698167" y="113230"/>
                  <a:pt x="702269" y="115884"/>
                  <a:pt x="706974" y="117453"/>
                </a:cubicBezTo>
                <a:cubicBezTo>
                  <a:pt x="711679" y="119021"/>
                  <a:pt x="716807" y="119805"/>
                  <a:pt x="722357" y="119805"/>
                </a:cubicBezTo>
                <a:cubicBezTo>
                  <a:pt x="729717" y="119805"/>
                  <a:pt x="735508" y="118508"/>
                  <a:pt x="739730" y="115914"/>
                </a:cubicBezTo>
                <a:cubicBezTo>
                  <a:pt x="743953" y="113320"/>
                  <a:pt x="746065" y="109369"/>
                  <a:pt x="746065" y="104061"/>
                </a:cubicBezTo>
                <a:cubicBezTo>
                  <a:pt x="746065" y="100200"/>
                  <a:pt x="744888" y="97184"/>
                  <a:pt x="742536" y="95012"/>
                </a:cubicBezTo>
                <a:cubicBezTo>
                  <a:pt x="740183" y="92840"/>
                  <a:pt x="736413" y="91513"/>
                  <a:pt x="731225" y="91030"/>
                </a:cubicBezTo>
                <a:lnTo>
                  <a:pt x="716566" y="89764"/>
                </a:lnTo>
                <a:cubicBezTo>
                  <a:pt x="707879" y="89040"/>
                  <a:pt x="701273" y="86717"/>
                  <a:pt x="696749" y="82796"/>
                </a:cubicBezTo>
                <a:cubicBezTo>
                  <a:pt x="692224" y="78875"/>
                  <a:pt x="689962" y="73235"/>
                  <a:pt x="689962" y="65875"/>
                </a:cubicBezTo>
                <a:cubicBezTo>
                  <a:pt x="689962" y="61773"/>
                  <a:pt x="690777" y="58123"/>
                  <a:pt x="692406" y="54926"/>
                </a:cubicBezTo>
                <a:cubicBezTo>
                  <a:pt x="694034" y="51729"/>
                  <a:pt x="696296" y="49014"/>
                  <a:pt x="699192" y="46782"/>
                </a:cubicBezTo>
                <a:cubicBezTo>
                  <a:pt x="702088" y="44550"/>
                  <a:pt x="705556" y="42831"/>
                  <a:pt x="709598" y="41624"/>
                </a:cubicBezTo>
                <a:cubicBezTo>
                  <a:pt x="713640" y="40418"/>
                  <a:pt x="718014" y="39814"/>
                  <a:pt x="722719" y="39814"/>
                </a:cubicBezTo>
                <a:close/>
                <a:moveTo>
                  <a:pt x="630907" y="39814"/>
                </a:moveTo>
                <a:cubicBezTo>
                  <a:pt x="642490" y="39814"/>
                  <a:pt x="651478" y="43675"/>
                  <a:pt x="657873" y="51397"/>
                </a:cubicBezTo>
                <a:cubicBezTo>
                  <a:pt x="664267" y="59118"/>
                  <a:pt x="667464" y="69615"/>
                  <a:pt x="667464" y="82887"/>
                </a:cubicBezTo>
                <a:lnTo>
                  <a:pt x="667464" y="88859"/>
                </a:lnTo>
                <a:lnTo>
                  <a:pt x="607381" y="88859"/>
                </a:lnTo>
                <a:cubicBezTo>
                  <a:pt x="607381" y="98688"/>
                  <a:pt x="609613" y="106303"/>
                  <a:pt x="614077" y="111704"/>
                </a:cubicBezTo>
                <a:cubicBezTo>
                  <a:pt x="618541" y="117105"/>
                  <a:pt x="625056" y="119805"/>
                  <a:pt x="633622" y="119805"/>
                </a:cubicBezTo>
                <a:cubicBezTo>
                  <a:pt x="638810" y="119805"/>
                  <a:pt x="643123" y="118991"/>
                  <a:pt x="646562" y="117362"/>
                </a:cubicBezTo>
                <a:cubicBezTo>
                  <a:pt x="650000" y="115733"/>
                  <a:pt x="653469" y="113170"/>
                  <a:pt x="656968" y="109671"/>
                </a:cubicBezTo>
                <a:lnTo>
                  <a:pt x="665836" y="117453"/>
                </a:lnTo>
                <a:cubicBezTo>
                  <a:pt x="663543" y="119734"/>
                  <a:pt x="661281" y="121705"/>
                  <a:pt x="659049" y="123367"/>
                </a:cubicBezTo>
                <a:cubicBezTo>
                  <a:pt x="656817" y="125029"/>
                  <a:pt x="654434" y="126424"/>
                  <a:pt x="651900" y="127552"/>
                </a:cubicBezTo>
                <a:cubicBezTo>
                  <a:pt x="649367" y="128680"/>
                  <a:pt x="646562" y="129541"/>
                  <a:pt x="643485" y="130135"/>
                </a:cubicBezTo>
                <a:cubicBezTo>
                  <a:pt x="640409" y="130729"/>
                  <a:pt x="637000" y="131026"/>
                  <a:pt x="633260" y="131026"/>
                </a:cubicBezTo>
                <a:cubicBezTo>
                  <a:pt x="627348" y="131026"/>
                  <a:pt x="622009" y="130121"/>
                  <a:pt x="617244" y="128311"/>
                </a:cubicBezTo>
                <a:cubicBezTo>
                  <a:pt x="612478" y="126501"/>
                  <a:pt x="608406" y="123727"/>
                  <a:pt x="605028" y="119986"/>
                </a:cubicBezTo>
                <a:cubicBezTo>
                  <a:pt x="601650" y="116246"/>
                  <a:pt x="599026" y="111511"/>
                  <a:pt x="597156" y="105780"/>
                </a:cubicBezTo>
                <a:cubicBezTo>
                  <a:pt x="595285" y="100049"/>
                  <a:pt x="594350" y="93262"/>
                  <a:pt x="594350" y="85420"/>
                </a:cubicBezTo>
                <a:cubicBezTo>
                  <a:pt x="594350" y="70942"/>
                  <a:pt x="597608" y="59722"/>
                  <a:pt x="604123" y="51759"/>
                </a:cubicBezTo>
                <a:cubicBezTo>
                  <a:pt x="610638" y="43796"/>
                  <a:pt x="619566" y="39814"/>
                  <a:pt x="630907" y="39814"/>
                </a:cubicBezTo>
                <a:close/>
                <a:moveTo>
                  <a:pt x="145132" y="39814"/>
                </a:moveTo>
                <a:cubicBezTo>
                  <a:pt x="150562" y="39814"/>
                  <a:pt x="155388" y="40719"/>
                  <a:pt x="159610" y="42529"/>
                </a:cubicBezTo>
                <a:cubicBezTo>
                  <a:pt x="163833" y="44339"/>
                  <a:pt x="167513" y="46812"/>
                  <a:pt x="170650" y="49949"/>
                </a:cubicBezTo>
                <a:cubicBezTo>
                  <a:pt x="175114" y="54534"/>
                  <a:pt x="178040" y="59873"/>
                  <a:pt x="179427" y="65965"/>
                </a:cubicBezTo>
                <a:cubicBezTo>
                  <a:pt x="180815" y="72058"/>
                  <a:pt x="181508" y="78543"/>
                  <a:pt x="181508" y="85420"/>
                </a:cubicBezTo>
                <a:cubicBezTo>
                  <a:pt x="181508" y="92297"/>
                  <a:pt x="180815" y="98782"/>
                  <a:pt x="179427" y="104875"/>
                </a:cubicBezTo>
                <a:cubicBezTo>
                  <a:pt x="178040" y="110968"/>
                  <a:pt x="175114" y="116307"/>
                  <a:pt x="170650" y="120891"/>
                </a:cubicBezTo>
                <a:cubicBezTo>
                  <a:pt x="167513" y="124028"/>
                  <a:pt x="163833" y="126501"/>
                  <a:pt x="159610" y="128311"/>
                </a:cubicBezTo>
                <a:cubicBezTo>
                  <a:pt x="155388" y="130121"/>
                  <a:pt x="150562" y="131026"/>
                  <a:pt x="145132" y="131026"/>
                </a:cubicBezTo>
                <a:cubicBezTo>
                  <a:pt x="139703" y="131026"/>
                  <a:pt x="134877" y="130121"/>
                  <a:pt x="130654" y="128311"/>
                </a:cubicBezTo>
                <a:cubicBezTo>
                  <a:pt x="126432" y="126501"/>
                  <a:pt x="122752" y="124028"/>
                  <a:pt x="119615" y="120891"/>
                </a:cubicBezTo>
                <a:cubicBezTo>
                  <a:pt x="117323" y="118599"/>
                  <a:pt x="115483" y="116095"/>
                  <a:pt x="114095" y="113381"/>
                </a:cubicBezTo>
                <a:cubicBezTo>
                  <a:pt x="112708" y="110666"/>
                  <a:pt x="111622" y="107831"/>
                  <a:pt x="110838" y="104875"/>
                </a:cubicBezTo>
                <a:cubicBezTo>
                  <a:pt x="110053" y="101919"/>
                  <a:pt x="109510" y="98812"/>
                  <a:pt x="109209" y="95555"/>
                </a:cubicBezTo>
                <a:cubicBezTo>
                  <a:pt x="108907" y="92297"/>
                  <a:pt x="108756" y="88919"/>
                  <a:pt x="108756" y="85420"/>
                </a:cubicBezTo>
                <a:cubicBezTo>
                  <a:pt x="108756" y="82042"/>
                  <a:pt x="108907" y="78694"/>
                  <a:pt x="109209" y="75376"/>
                </a:cubicBezTo>
                <a:cubicBezTo>
                  <a:pt x="109510" y="72058"/>
                  <a:pt x="110053" y="68921"/>
                  <a:pt x="110838" y="65965"/>
                </a:cubicBezTo>
                <a:cubicBezTo>
                  <a:pt x="111622" y="63009"/>
                  <a:pt x="112708" y="60174"/>
                  <a:pt x="114095" y="57460"/>
                </a:cubicBezTo>
                <a:cubicBezTo>
                  <a:pt x="115483" y="54745"/>
                  <a:pt x="117323" y="52241"/>
                  <a:pt x="119615" y="49949"/>
                </a:cubicBezTo>
                <a:cubicBezTo>
                  <a:pt x="122752" y="46812"/>
                  <a:pt x="126432" y="44339"/>
                  <a:pt x="130654" y="42529"/>
                </a:cubicBezTo>
                <a:cubicBezTo>
                  <a:pt x="134877" y="40719"/>
                  <a:pt x="139703" y="39814"/>
                  <a:pt x="145132" y="39814"/>
                </a:cubicBezTo>
                <a:close/>
                <a:moveTo>
                  <a:pt x="2296858" y="13573"/>
                </a:moveTo>
                <a:lnTo>
                  <a:pt x="2309889" y="13573"/>
                </a:lnTo>
                <a:lnTo>
                  <a:pt x="2309889" y="41443"/>
                </a:lnTo>
                <a:lnTo>
                  <a:pt x="2328891" y="41443"/>
                </a:lnTo>
                <a:lnTo>
                  <a:pt x="2328891" y="51397"/>
                </a:lnTo>
                <a:lnTo>
                  <a:pt x="2309889" y="51397"/>
                </a:lnTo>
                <a:lnTo>
                  <a:pt x="2309889" y="105689"/>
                </a:lnTo>
                <a:cubicBezTo>
                  <a:pt x="2309889" y="109791"/>
                  <a:pt x="2310854" y="112989"/>
                  <a:pt x="2312784" y="115281"/>
                </a:cubicBezTo>
                <a:cubicBezTo>
                  <a:pt x="2314715" y="117573"/>
                  <a:pt x="2317791" y="118720"/>
                  <a:pt x="2322014" y="118720"/>
                </a:cubicBezTo>
                <a:lnTo>
                  <a:pt x="2328891" y="118720"/>
                </a:lnTo>
                <a:lnTo>
                  <a:pt x="2328891" y="129940"/>
                </a:lnTo>
                <a:lnTo>
                  <a:pt x="2319661" y="129940"/>
                </a:lnTo>
                <a:cubicBezTo>
                  <a:pt x="2315800" y="129940"/>
                  <a:pt x="2312452" y="129307"/>
                  <a:pt x="2309617" y="128040"/>
                </a:cubicBezTo>
                <a:cubicBezTo>
                  <a:pt x="2306782" y="126773"/>
                  <a:pt x="2304429" y="125054"/>
                  <a:pt x="2302559" y="122882"/>
                </a:cubicBezTo>
                <a:cubicBezTo>
                  <a:pt x="2300689" y="120710"/>
                  <a:pt x="2299272" y="118177"/>
                  <a:pt x="2298306" y="115281"/>
                </a:cubicBezTo>
                <a:cubicBezTo>
                  <a:pt x="2297341" y="112385"/>
                  <a:pt x="2296858" y="109309"/>
                  <a:pt x="2296858" y="106051"/>
                </a:cubicBezTo>
                <a:lnTo>
                  <a:pt x="2296858" y="51397"/>
                </a:lnTo>
                <a:lnTo>
                  <a:pt x="2285638" y="51397"/>
                </a:lnTo>
                <a:lnTo>
                  <a:pt x="2285638" y="41443"/>
                </a:lnTo>
                <a:lnTo>
                  <a:pt x="2296858" y="41443"/>
                </a:lnTo>
                <a:close/>
                <a:moveTo>
                  <a:pt x="1239583" y="13573"/>
                </a:moveTo>
                <a:lnTo>
                  <a:pt x="1252614" y="13573"/>
                </a:lnTo>
                <a:lnTo>
                  <a:pt x="1252614" y="41443"/>
                </a:lnTo>
                <a:lnTo>
                  <a:pt x="1271616" y="41443"/>
                </a:lnTo>
                <a:lnTo>
                  <a:pt x="1271616" y="51397"/>
                </a:lnTo>
                <a:lnTo>
                  <a:pt x="1252614" y="51397"/>
                </a:lnTo>
                <a:lnTo>
                  <a:pt x="1252614" y="105689"/>
                </a:lnTo>
                <a:cubicBezTo>
                  <a:pt x="1252614" y="109791"/>
                  <a:pt x="1253579" y="112989"/>
                  <a:pt x="1255509" y="115281"/>
                </a:cubicBezTo>
                <a:cubicBezTo>
                  <a:pt x="1257440" y="117573"/>
                  <a:pt x="1260516" y="118720"/>
                  <a:pt x="1264739" y="118720"/>
                </a:cubicBezTo>
                <a:lnTo>
                  <a:pt x="1271616" y="118720"/>
                </a:lnTo>
                <a:lnTo>
                  <a:pt x="1271616" y="129940"/>
                </a:lnTo>
                <a:lnTo>
                  <a:pt x="1262386" y="129940"/>
                </a:lnTo>
                <a:cubicBezTo>
                  <a:pt x="1258526" y="129940"/>
                  <a:pt x="1255178" y="129307"/>
                  <a:pt x="1252342" y="128040"/>
                </a:cubicBezTo>
                <a:cubicBezTo>
                  <a:pt x="1249507" y="126773"/>
                  <a:pt x="1247154" y="125054"/>
                  <a:pt x="1245284" y="122882"/>
                </a:cubicBezTo>
                <a:cubicBezTo>
                  <a:pt x="1243414" y="120710"/>
                  <a:pt x="1241996" y="118177"/>
                  <a:pt x="1241031" y="115281"/>
                </a:cubicBezTo>
                <a:cubicBezTo>
                  <a:pt x="1240066" y="112385"/>
                  <a:pt x="1239583" y="109309"/>
                  <a:pt x="1239583" y="106051"/>
                </a:cubicBezTo>
                <a:lnTo>
                  <a:pt x="1239583" y="51397"/>
                </a:lnTo>
                <a:lnTo>
                  <a:pt x="1228363" y="51397"/>
                </a:lnTo>
                <a:lnTo>
                  <a:pt x="1228363" y="41443"/>
                </a:lnTo>
                <a:lnTo>
                  <a:pt x="1239583" y="41443"/>
                </a:lnTo>
                <a:close/>
                <a:moveTo>
                  <a:pt x="782383" y="13573"/>
                </a:moveTo>
                <a:lnTo>
                  <a:pt x="795414" y="13573"/>
                </a:lnTo>
                <a:lnTo>
                  <a:pt x="795414" y="41443"/>
                </a:lnTo>
                <a:lnTo>
                  <a:pt x="814416" y="41443"/>
                </a:lnTo>
                <a:lnTo>
                  <a:pt x="814416" y="51397"/>
                </a:lnTo>
                <a:lnTo>
                  <a:pt x="795414" y="51397"/>
                </a:lnTo>
                <a:lnTo>
                  <a:pt x="795414" y="105689"/>
                </a:lnTo>
                <a:cubicBezTo>
                  <a:pt x="795414" y="109791"/>
                  <a:pt x="796379" y="112989"/>
                  <a:pt x="798309" y="115281"/>
                </a:cubicBezTo>
                <a:cubicBezTo>
                  <a:pt x="800240" y="117573"/>
                  <a:pt x="803316" y="118720"/>
                  <a:pt x="807539" y="118720"/>
                </a:cubicBezTo>
                <a:lnTo>
                  <a:pt x="814416" y="118720"/>
                </a:lnTo>
                <a:lnTo>
                  <a:pt x="814416" y="129940"/>
                </a:lnTo>
                <a:lnTo>
                  <a:pt x="805186" y="129940"/>
                </a:lnTo>
                <a:cubicBezTo>
                  <a:pt x="801326" y="129940"/>
                  <a:pt x="797978" y="129307"/>
                  <a:pt x="795142" y="128040"/>
                </a:cubicBezTo>
                <a:cubicBezTo>
                  <a:pt x="792307" y="126773"/>
                  <a:pt x="789954" y="125054"/>
                  <a:pt x="788084" y="122882"/>
                </a:cubicBezTo>
                <a:cubicBezTo>
                  <a:pt x="786214" y="120710"/>
                  <a:pt x="784796" y="118177"/>
                  <a:pt x="783831" y="115281"/>
                </a:cubicBezTo>
                <a:cubicBezTo>
                  <a:pt x="782866" y="112385"/>
                  <a:pt x="782383" y="109309"/>
                  <a:pt x="782383" y="106051"/>
                </a:cubicBezTo>
                <a:lnTo>
                  <a:pt x="782383" y="51397"/>
                </a:lnTo>
                <a:lnTo>
                  <a:pt x="771163" y="51397"/>
                </a:lnTo>
                <a:lnTo>
                  <a:pt x="771163" y="41443"/>
                </a:lnTo>
                <a:lnTo>
                  <a:pt x="782383" y="41443"/>
                </a:lnTo>
                <a:close/>
                <a:moveTo>
                  <a:pt x="315658" y="13573"/>
                </a:moveTo>
                <a:lnTo>
                  <a:pt x="328689" y="13573"/>
                </a:lnTo>
                <a:lnTo>
                  <a:pt x="328689" y="41443"/>
                </a:lnTo>
                <a:lnTo>
                  <a:pt x="347691" y="41443"/>
                </a:lnTo>
                <a:lnTo>
                  <a:pt x="347691" y="51397"/>
                </a:lnTo>
                <a:lnTo>
                  <a:pt x="328689" y="51397"/>
                </a:lnTo>
                <a:lnTo>
                  <a:pt x="328689" y="105689"/>
                </a:lnTo>
                <a:cubicBezTo>
                  <a:pt x="328689" y="109791"/>
                  <a:pt x="329654" y="112989"/>
                  <a:pt x="331584" y="115281"/>
                </a:cubicBezTo>
                <a:cubicBezTo>
                  <a:pt x="333515" y="117573"/>
                  <a:pt x="336591" y="118720"/>
                  <a:pt x="340814" y="118720"/>
                </a:cubicBezTo>
                <a:lnTo>
                  <a:pt x="347691" y="118720"/>
                </a:lnTo>
                <a:lnTo>
                  <a:pt x="347691" y="129940"/>
                </a:lnTo>
                <a:lnTo>
                  <a:pt x="338461" y="129940"/>
                </a:lnTo>
                <a:cubicBezTo>
                  <a:pt x="334600" y="129940"/>
                  <a:pt x="331252" y="129307"/>
                  <a:pt x="328417" y="128040"/>
                </a:cubicBezTo>
                <a:cubicBezTo>
                  <a:pt x="325582" y="126773"/>
                  <a:pt x="323229" y="125054"/>
                  <a:pt x="321359" y="122882"/>
                </a:cubicBezTo>
                <a:cubicBezTo>
                  <a:pt x="319489" y="120710"/>
                  <a:pt x="318071" y="118177"/>
                  <a:pt x="317106" y="115281"/>
                </a:cubicBezTo>
                <a:cubicBezTo>
                  <a:pt x="316141" y="112385"/>
                  <a:pt x="315658" y="109309"/>
                  <a:pt x="315658" y="106051"/>
                </a:cubicBezTo>
                <a:lnTo>
                  <a:pt x="315658" y="51397"/>
                </a:lnTo>
                <a:lnTo>
                  <a:pt x="304438" y="51397"/>
                </a:lnTo>
                <a:lnTo>
                  <a:pt x="304438" y="41443"/>
                </a:lnTo>
                <a:lnTo>
                  <a:pt x="315658" y="41443"/>
                </a:lnTo>
                <a:close/>
                <a:moveTo>
                  <a:pt x="1647530" y="1086"/>
                </a:moveTo>
                <a:lnTo>
                  <a:pt x="1661284" y="1086"/>
                </a:lnTo>
                <a:lnTo>
                  <a:pt x="1661284" y="86325"/>
                </a:lnTo>
                <a:cubicBezTo>
                  <a:pt x="1661284" y="91272"/>
                  <a:pt x="1662008" y="95736"/>
                  <a:pt x="1663456" y="99717"/>
                </a:cubicBezTo>
                <a:cubicBezTo>
                  <a:pt x="1664903" y="103699"/>
                  <a:pt x="1666984" y="107077"/>
                  <a:pt x="1669699" y="109852"/>
                </a:cubicBezTo>
                <a:cubicBezTo>
                  <a:pt x="1672414" y="112627"/>
                  <a:pt x="1675701" y="114798"/>
                  <a:pt x="1679562" y="116367"/>
                </a:cubicBezTo>
                <a:cubicBezTo>
                  <a:pt x="1683423" y="117935"/>
                  <a:pt x="1687706" y="118720"/>
                  <a:pt x="1692411" y="118720"/>
                </a:cubicBezTo>
                <a:cubicBezTo>
                  <a:pt x="1697117" y="118720"/>
                  <a:pt x="1701400" y="117935"/>
                  <a:pt x="1705261" y="116367"/>
                </a:cubicBezTo>
                <a:cubicBezTo>
                  <a:pt x="1709122" y="114798"/>
                  <a:pt x="1712409" y="112627"/>
                  <a:pt x="1715124" y="109852"/>
                </a:cubicBezTo>
                <a:cubicBezTo>
                  <a:pt x="1717838" y="107077"/>
                  <a:pt x="1719950" y="103699"/>
                  <a:pt x="1721458" y="99717"/>
                </a:cubicBezTo>
                <a:cubicBezTo>
                  <a:pt x="1722966" y="95736"/>
                  <a:pt x="1723720" y="91272"/>
                  <a:pt x="1723720" y="86325"/>
                </a:cubicBezTo>
                <a:lnTo>
                  <a:pt x="1723720" y="1086"/>
                </a:lnTo>
                <a:lnTo>
                  <a:pt x="1737474" y="1086"/>
                </a:lnTo>
                <a:lnTo>
                  <a:pt x="1737474" y="87411"/>
                </a:lnTo>
                <a:cubicBezTo>
                  <a:pt x="1737474" y="93805"/>
                  <a:pt x="1736358" y="99687"/>
                  <a:pt x="1734126" y="105056"/>
                </a:cubicBezTo>
                <a:cubicBezTo>
                  <a:pt x="1731894" y="110425"/>
                  <a:pt x="1728757" y="115040"/>
                  <a:pt x="1724716" y="118901"/>
                </a:cubicBezTo>
                <a:cubicBezTo>
                  <a:pt x="1720674" y="122761"/>
                  <a:pt x="1715908" y="125747"/>
                  <a:pt x="1710418" y="127859"/>
                </a:cubicBezTo>
                <a:cubicBezTo>
                  <a:pt x="1704929" y="129970"/>
                  <a:pt x="1698927" y="131026"/>
                  <a:pt x="1692411" y="131026"/>
                </a:cubicBezTo>
                <a:cubicBezTo>
                  <a:pt x="1685896" y="131026"/>
                  <a:pt x="1679894" y="129970"/>
                  <a:pt x="1674404" y="127859"/>
                </a:cubicBezTo>
                <a:cubicBezTo>
                  <a:pt x="1668915" y="125747"/>
                  <a:pt x="1664179" y="122761"/>
                  <a:pt x="1660198" y="118901"/>
                </a:cubicBezTo>
                <a:cubicBezTo>
                  <a:pt x="1656216" y="115040"/>
                  <a:pt x="1653110" y="110425"/>
                  <a:pt x="1650878" y="105056"/>
                </a:cubicBezTo>
                <a:cubicBezTo>
                  <a:pt x="1648646" y="99687"/>
                  <a:pt x="1647530" y="93805"/>
                  <a:pt x="1647530" y="87411"/>
                </a:cubicBezTo>
                <a:close/>
                <a:moveTo>
                  <a:pt x="947833" y="1086"/>
                </a:moveTo>
                <a:lnTo>
                  <a:pt x="961587" y="1086"/>
                </a:lnTo>
                <a:lnTo>
                  <a:pt x="961587" y="90849"/>
                </a:lnTo>
                <a:cubicBezTo>
                  <a:pt x="961587" y="97003"/>
                  <a:pt x="960592" y="102583"/>
                  <a:pt x="958601" y="107590"/>
                </a:cubicBezTo>
                <a:cubicBezTo>
                  <a:pt x="956610" y="112597"/>
                  <a:pt x="953835" y="116819"/>
                  <a:pt x="950276" y="120258"/>
                </a:cubicBezTo>
                <a:cubicBezTo>
                  <a:pt x="946717" y="123696"/>
                  <a:pt x="942494" y="126351"/>
                  <a:pt x="937608" y="128221"/>
                </a:cubicBezTo>
                <a:cubicBezTo>
                  <a:pt x="932721" y="130091"/>
                  <a:pt x="927322" y="131026"/>
                  <a:pt x="921410" y="131026"/>
                </a:cubicBezTo>
                <a:cubicBezTo>
                  <a:pt x="915257" y="131026"/>
                  <a:pt x="909798" y="130091"/>
                  <a:pt x="905032" y="128221"/>
                </a:cubicBezTo>
                <a:cubicBezTo>
                  <a:pt x="900266" y="126351"/>
                  <a:pt x="895893" y="123425"/>
                  <a:pt x="891911" y="119443"/>
                </a:cubicBezTo>
                <a:lnTo>
                  <a:pt x="901141" y="110214"/>
                </a:lnTo>
                <a:cubicBezTo>
                  <a:pt x="903434" y="112627"/>
                  <a:pt x="906058" y="114648"/>
                  <a:pt x="909014" y="116276"/>
                </a:cubicBezTo>
                <a:cubicBezTo>
                  <a:pt x="911970" y="117905"/>
                  <a:pt x="916102" y="118720"/>
                  <a:pt x="921410" y="118720"/>
                </a:cubicBezTo>
                <a:cubicBezTo>
                  <a:pt x="929856" y="118720"/>
                  <a:pt x="936371" y="116156"/>
                  <a:pt x="940956" y="111028"/>
                </a:cubicBezTo>
                <a:cubicBezTo>
                  <a:pt x="945540" y="105901"/>
                  <a:pt x="947833" y="98571"/>
                  <a:pt x="947833" y="89040"/>
                </a:cubicBezTo>
                <a:close/>
                <a:moveTo>
                  <a:pt x="370637" y="1086"/>
                </a:moveTo>
                <a:lnTo>
                  <a:pt x="383667" y="1086"/>
                </a:lnTo>
                <a:lnTo>
                  <a:pt x="383667" y="50673"/>
                </a:lnTo>
                <a:cubicBezTo>
                  <a:pt x="390061" y="43434"/>
                  <a:pt x="398386" y="39814"/>
                  <a:pt x="408642" y="39814"/>
                </a:cubicBezTo>
                <a:cubicBezTo>
                  <a:pt x="418776" y="39814"/>
                  <a:pt x="426648" y="42770"/>
                  <a:pt x="432259" y="48682"/>
                </a:cubicBezTo>
                <a:cubicBezTo>
                  <a:pt x="437869" y="54594"/>
                  <a:pt x="440674" y="62617"/>
                  <a:pt x="440674" y="72752"/>
                </a:cubicBezTo>
                <a:lnTo>
                  <a:pt x="440674" y="129940"/>
                </a:lnTo>
                <a:lnTo>
                  <a:pt x="427644" y="129940"/>
                </a:lnTo>
                <a:lnTo>
                  <a:pt x="427644" y="74924"/>
                </a:lnTo>
                <a:cubicBezTo>
                  <a:pt x="427644" y="67081"/>
                  <a:pt x="425713" y="61200"/>
                  <a:pt x="421853" y="57279"/>
                </a:cubicBezTo>
                <a:cubicBezTo>
                  <a:pt x="417992" y="53357"/>
                  <a:pt x="412683" y="51397"/>
                  <a:pt x="405927" y="51397"/>
                </a:cubicBezTo>
                <a:cubicBezTo>
                  <a:pt x="399170" y="51397"/>
                  <a:pt x="393771" y="53388"/>
                  <a:pt x="389730" y="57369"/>
                </a:cubicBezTo>
                <a:cubicBezTo>
                  <a:pt x="385688" y="61350"/>
                  <a:pt x="383667" y="67202"/>
                  <a:pt x="383667" y="74924"/>
                </a:cubicBezTo>
                <a:lnTo>
                  <a:pt x="383667" y="129940"/>
                </a:lnTo>
                <a:lnTo>
                  <a:pt x="370637" y="129940"/>
                </a:lnTo>
                <a:close/>
                <a:moveTo>
                  <a:pt x="2246338" y="905"/>
                </a:moveTo>
                <a:lnTo>
                  <a:pt x="2260997" y="905"/>
                </a:lnTo>
                <a:lnTo>
                  <a:pt x="2260997" y="15564"/>
                </a:lnTo>
                <a:lnTo>
                  <a:pt x="2246338" y="15564"/>
                </a:lnTo>
                <a:close/>
                <a:moveTo>
                  <a:pt x="1874863" y="905"/>
                </a:moveTo>
                <a:lnTo>
                  <a:pt x="1889522" y="905"/>
                </a:lnTo>
                <a:lnTo>
                  <a:pt x="1889522" y="15564"/>
                </a:lnTo>
                <a:lnTo>
                  <a:pt x="1874863" y="15564"/>
                </a:lnTo>
                <a:close/>
                <a:moveTo>
                  <a:pt x="998563" y="905"/>
                </a:moveTo>
                <a:lnTo>
                  <a:pt x="1013222" y="905"/>
                </a:lnTo>
                <a:lnTo>
                  <a:pt x="1013222" y="15564"/>
                </a:lnTo>
                <a:lnTo>
                  <a:pt x="998563" y="15564"/>
                </a:lnTo>
                <a:close/>
                <a:moveTo>
                  <a:pt x="44701" y="0"/>
                </a:moveTo>
                <a:cubicBezTo>
                  <a:pt x="52905" y="0"/>
                  <a:pt x="59963" y="1116"/>
                  <a:pt x="65875" y="3348"/>
                </a:cubicBezTo>
                <a:cubicBezTo>
                  <a:pt x="71787" y="5580"/>
                  <a:pt x="77518" y="9169"/>
                  <a:pt x="83067" y="14116"/>
                </a:cubicBezTo>
                <a:lnTo>
                  <a:pt x="74200" y="22984"/>
                </a:lnTo>
                <a:cubicBezTo>
                  <a:pt x="70218" y="19364"/>
                  <a:pt x="65935" y="16620"/>
                  <a:pt x="61350" y="14749"/>
                </a:cubicBezTo>
                <a:cubicBezTo>
                  <a:pt x="56766" y="12879"/>
                  <a:pt x="51035" y="11944"/>
                  <a:pt x="44158" y="11944"/>
                </a:cubicBezTo>
                <a:cubicBezTo>
                  <a:pt x="35471" y="11944"/>
                  <a:pt x="28775" y="14116"/>
                  <a:pt x="24070" y="18459"/>
                </a:cubicBezTo>
                <a:cubicBezTo>
                  <a:pt x="19364" y="22803"/>
                  <a:pt x="17012" y="28594"/>
                  <a:pt x="17012" y="35833"/>
                </a:cubicBezTo>
                <a:cubicBezTo>
                  <a:pt x="17012" y="42348"/>
                  <a:pt x="18942" y="47295"/>
                  <a:pt x="22803" y="50673"/>
                </a:cubicBezTo>
                <a:cubicBezTo>
                  <a:pt x="24854" y="52362"/>
                  <a:pt x="27418" y="53810"/>
                  <a:pt x="30494" y="55016"/>
                </a:cubicBezTo>
                <a:cubicBezTo>
                  <a:pt x="33571" y="56223"/>
                  <a:pt x="36798" y="57128"/>
                  <a:pt x="40176" y="57731"/>
                </a:cubicBezTo>
                <a:lnTo>
                  <a:pt x="54292" y="59903"/>
                </a:lnTo>
                <a:cubicBezTo>
                  <a:pt x="57309" y="60385"/>
                  <a:pt x="59993" y="60898"/>
                  <a:pt x="62346" y="61441"/>
                </a:cubicBezTo>
                <a:cubicBezTo>
                  <a:pt x="64699" y="61984"/>
                  <a:pt x="66780" y="62617"/>
                  <a:pt x="68589" y="63341"/>
                </a:cubicBezTo>
                <a:cubicBezTo>
                  <a:pt x="70399" y="64065"/>
                  <a:pt x="72058" y="64880"/>
                  <a:pt x="73566" y="65784"/>
                </a:cubicBezTo>
                <a:cubicBezTo>
                  <a:pt x="75074" y="66689"/>
                  <a:pt x="76492" y="67745"/>
                  <a:pt x="77819" y="68951"/>
                </a:cubicBezTo>
                <a:cubicBezTo>
                  <a:pt x="85058" y="75105"/>
                  <a:pt x="88678" y="83610"/>
                  <a:pt x="88678" y="94469"/>
                </a:cubicBezTo>
                <a:cubicBezTo>
                  <a:pt x="88678" y="100139"/>
                  <a:pt x="87622" y="105237"/>
                  <a:pt x="85511" y="109761"/>
                </a:cubicBezTo>
                <a:cubicBezTo>
                  <a:pt x="83399" y="114286"/>
                  <a:pt x="80383" y="118116"/>
                  <a:pt x="76462" y="121253"/>
                </a:cubicBezTo>
                <a:cubicBezTo>
                  <a:pt x="72541" y="124390"/>
                  <a:pt x="67835" y="126803"/>
                  <a:pt x="62346" y="128492"/>
                </a:cubicBezTo>
                <a:cubicBezTo>
                  <a:pt x="56856" y="130181"/>
                  <a:pt x="50794" y="131026"/>
                  <a:pt x="44158" y="131026"/>
                </a:cubicBezTo>
                <a:cubicBezTo>
                  <a:pt x="34506" y="131026"/>
                  <a:pt x="26241" y="129699"/>
                  <a:pt x="19364" y="127044"/>
                </a:cubicBezTo>
                <a:cubicBezTo>
                  <a:pt x="12487" y="124390"/>
                  <a:pt x="6032" y="120047"/>
                  <a:pt x="0" y="114014"/>
                </a:cubicBezTo>
                <a:lnTo>
                  <a:pt x="9411" y="104604"/>
                </a:lnTo>
                <a:cubicBezTo>
                  <a:pt x="14719" y="109912"/>
                  <a:pt x="20088" y="113592"/>
                  <a:pt x="25517" y="115643"/>
                </a:cubicBezTo>
                <a:cubicBezTo>
                  <a:pt x="30947" y="117694"/>
                  <a:pt x="37281" y="118720"/>
                  <a:pt x="44520" y="118720"/>
                </a:cubicBezTo>
                <a:cubicBezTo>
                  <a:pt x="53931" y="118720"/>
                  <a:pt x="61350" y="116638"/>
                  <a:pt x="66780" y="112476"/>
                </a:cubicBezTo>
                <a:cubicBezTo>
                  <a:pt x="72209" y="108314"/>
                  <a:pt x="74924" y="102432"/>
                  <a:pt x="74924" y="94831"/>
                </a:cubicBezTo>
                <a:cubicBezTo>
                  <a:pt x="74924" y="91453"/>
                  <a:pt x="74411" y="88376"/>
                  <a:pt x="73385" y="85601"/>
                </a:cubicBezTo>
                <a:cubicBezTo>
                  <a:pt x="72360" y="82826"/>
                  <a:pt x="70822" y="80534"/>
                  <a:pt x="68770" y="78724"/>
                </a:cubicBezTo>
                <a:cubicBezTo>
                  <a:pt x="66719" y="76914"/>
                  <a:pt x="64578" y="75617"/>
                  <a:pt x="62346" y="74833"/>
                </a:cubicBezTo>
                <a:cubicBezTo>
                  <a:pt x="60114" y="74049"/>
                  <a:pt x="56645" y="73295"/>
                  <a:pt x="51940" y="72571"/>
                </a:cubicBezTo>
                <a:lnTo>
                  <a:pt x="36919" y="70218"/>
                </a:lnTo>
                <a:cubicBezTo>
                  <a:pt x="26664" y="68529"/>
                  <a:pt x="18761" y="65272"/>
                  <a:pt x="13211" y="60446"/>
                </a:cubicBezTo>
                <a:cubicBezTo>
                  <a:pt x="6696" y="54654"/>
                  <a:pt x="3438" y="46631"/>
                  <a:pt x="3438" y="36376"/>
                </a:cubicBezTo>
                <a:cubicBezTo>
                  <a:pt x="3438" y="30947"/>
                  <a:pt x="4404" y="25970"/>
                  <a:pt x="6334" y="21446"/>
                </a:cubicBezTo>
                <a:cubicBezTo>
                  <a:pt x="8264" y="16921"/>
                  <a:pt x="11009" y="13090"/>
                  <a:pt x="14568" y="9954"/>
                </a:cubicBezTo>
                <a:cubicBezTo>
                  <a:pt x="18128" y="6817"/>
                  <a:pt x="22441" y="4374"/>
                  <a:pt x="27508" y="2624"/>
                </a:cubicBezTo>
                <a:cubicBezTo>
                  <a:pt x="32575" y="875"/>
                  <a:pt x="38306" y="0"/>
                  <a:pt x="44701" y="0"/>
                </a:cubicBezTo>
                <a:close/>
              </a:path>
            </a:pathLst>
          </a:custGeom>
          <a:solidFill>
            <a:srgbClr val="0254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思源黑体 CN Normal" panose="020B04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程序</a:t>
            </a: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讲解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 descr="post_object_image_20648933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492" y="881493"/>
            <a:ext cx="11256012" cy="4961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代码段</a:t>
            </a:r>
            <a:r>
              <a:rPr lang="zh-CN" altLang="en-US" sz="3000" dirty="0">
                <a:solidFill>
                  <a:schemeClr val="accent1"/>
                </a:solidFill>
                <a:latin typeface="+mj-ea"/>
                <a:ea typeface="+mj-ea"/>
                <a:cs typeface="Arial" panose="020B0604020202020204" pitchFamily="34" charset="0"/>
              </a:rPr>
              <a:t>初始化</a:t>
            </a:r>
            <a:endParaRPr lang="zh-CN" altLang="en-US" sz="3000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 descr="post_object_image_39182238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526" y="2233016"/>
            <a:ext cx="11354949" cy="1897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NEXT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 descr="post_object_image_38609705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571" y="1684311"/>
            <a:ext cx="10668915" cy="1747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D</a:t>
            </a:r>
            <a:r>
              <a:rPr lang="en-US" altLang="zh-CN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ISPHEX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3" name="图片 2" descr="post_object_image_36770252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94" y="2767862"/>
            <a:ext cx="10697515" cy="1265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代码段结束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 descr="post_object_image_997469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12" y="2507235"/>
            <a:ext cx="10858902" cy="18394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8" b="27248"/>
          <a:stretch>
            <a:fillRect/>
          </a:stretch>
        </p:blipFill>
        <p:spPr>
          <a:xfrm>
            <a:off x="2" y="1651573"/>
            <a:ext cx="12191996" cy="3554854"/>
          </a:xfrm>
          <a:custGeom>
            <a:avLst/>
            <a:gdLst>
              <a:gd name="connsiteX0" fmla="*/ 0 w 12191996"/>
              <a:gd name="connsiteY0" fmla="*/ 0 h 3554854"/>
              <a:gd name="connsiteX1" fmla="*/ 12191996 w 12191996"/>
              <a:gd name="connsiteY1" fmla="*/ 0 h 3554854"/>
              <a:gd name="connsiteX2" fmla="*/ 12191996 w 12191996"/>
              <a:gd name="connsiteY2" fmla="*/ 3554854 h 3554854"/>
              <a:gd name="connsiteX3" fmla="*/ 0 w 12191996"/>
              <a:gd name="connsiteY3" fmla="*/ 3554854 h 355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6" h="3554854">
                <a:moveTo>
                  <a:pt x="0" y="0"/>
                </a:moveTo>
                <a:lnTo>
                  <a:pt x="12191996" y="0"/>
                </a:lnTo>
                <a:lnTo>
                  <a:pt x="12191996" y="3554854"/>
                </a:lnTo>
                <a:lnTo>
                  <a:pt x="0" y="3554854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1" y="1415980"/>
            <a:ext cx="12191999" cy="3932263"/>
          </a:xfrm>
          <a:prstGeom prst="rect">
            <a:avLst/>
          </a:prstGeom>
          <a:solidFill>
            <a:srgbClr val="025483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6128" y="1509757"/>
            <a:ext cx="333974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4000">
                      <a:prstClr val="white"/>
                    </a:gs>
                    <a:gs pos="73000">
                      <a:prstClr val="white">
                        <a:alpha val="0"/>
                      </a:prst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Prism" panose="00000500000000000000" pitchFamily="50" charset="0"/>
                <a:ea typeface="思源黑体 CN Normal" panose="020B0400000000000000" pitchFamily="34" charset="-122"/>
                <a:cs typeface="+mn-cs"/>
              </a:rPr>
              <a:t>2</a:t>
            </a:r>
            <a:endParaRPr kumimoji="0" lang="en-US" altLang="zh-CN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4000">
                    <a:prstClr val="white"/>
                  </a:gs>
                  <a:gs pos="73000">
                    <a:prstClr val="white">
                      <a:alpha val="0"/>
                    </a:prst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Prism" panose="00000500000000000000" pitchFamily="50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9737" y="3738411"/>
            <a:ext cx="551252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程序单步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调试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415980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105116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8" name="图片 7" descr="图片包含 游戏机, 烟花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0179">
            <a:off x="4845273" y="2013219"/>
            <a:ext cx="980532" cy="52158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0755506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974974" y="6391456"/>
            <a:ext cx="107699" cy="107699"/>
          </a:xfrm>
          <a:prstGeom prst="ellipse">
            <a:avLst/>
          </a:prstGeom>
          <a:solidFill>
            <a:srgbClr val="0254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194442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413910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633378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grpSp>
        <p:nvGrpSpPr>
          <p:cNvPr id="14" name="î$ļidê"/>
          <p:cNvGrpSpPr/>
          <p:nvPr/>
        </p:nvGrpSpPr>
        <p:grpSpPr>
          <a:xfrm>
            <a:off x="10136115" y="291345"/>
            <a:ext cx="1614134" cy="338536"/>
            <a:chOff x="5472113" y="3055938"/>
            <a:chExt cx="2316163" cy="485775"/>
          </a:xfrm>
          <a:solidFill>
            <a:srgbClr val="025483"/>
          </a:solidFill>
        </p:grpSpPr>
        <p:sp>
          <p:nvSpPr>
            <p:cNvPr id="15" name="i$liďê"/>
            <p:cNvSpPr/>
            <p:nvPr/>
          </p:nvSpPr>
          <p:spPr bwMode="auto">
            <a:xfrm>
              <a:off x="7018338" y="3143250"/>
              <a:ext cx="342900" cy="361950"/>
            </a:xfrm>
            <a:custGeom>
              <a:avLst/>
              <a:gdLst>
                <a:gd name="T0" fmla="*/ 48 w 64"/>
                <a:gd name="T1" fmla="*/ 0 h 67"/>
                <a:gd name="T2" fmla="*/ 54 w 64"/>
                <a:gd name="T3" fmla="*/ 4 h 67"/>
                <a:gd name="T4" fmla="*/ 54 w 64"/>
                <a:gd name="T5" fmla="*/ 7 h 67"/>
                <a:gd name="T6" fmla="*/ 52 w 64"/>
                <a:gd name="T7" fmla="*/ 10 h 67"/>
                <a:gd name="T8" fmla="*/ 50 w 64"/>
                <a:gd name="T9" fmla="*/ 15 h 67"/>
                <a:gd name="T10" fmla="*/ 47 w 64"/>
                <a:gd name="T11" fmla="*/ 21 h 67"/>
                <a:gd name="T12" fmla="*/ 51 w 64"/>
                <a:gd name="T13" fmla="*/ 21 h 67"/>
                <a:gd name="T14" fmla="*/ 51 w 64"/>
                <a:gd name="T15" fmla="*/ 20 h 67"/>
                <a:gd name="T16" fmla="*/ 60 w 64"/>
                <a:gd name="T17" fmla="*/ 20 h 67"/>
                <a:gd name="T18" fmla="*/ 60 w 64"/>
                <a:gd name="T19" fmla="*/ 22 h 67"/>
                <a:gd name="T20" fmla="*/ 58 w 64"/>
                <a:gd name="T21" fmla="*/ 24 h 67"/>
                <a:gd name="T22" fmla="*/ 51 w 64"/>
                <a:gd name="T23" fmla="*/ 27 h 67"/>
                <a:gd name="T24" fmla="*/ 45 w 64"/>
                <a:gd name="T25" fmla="*/ 29 h 67"/>
                <a:gd name="T26" fmla="*/ 37 w 64"/>
                <a:gd name="T27" fmla="*/ 40 h 67"/>
                <a:gd name="T28" fmla="*/ 52 w 64"/>
                <a:gd name="T29" fmla="*/ 51 h 67"/>
                <a:gd name="T30" fmla="*/ 64 w 64"/>
                <a:gd name="T31" fmla="*/ 52 h 67"/>
                <a:gd name="T32" fmla="*/ 64 w 64"/>
                <a:gd name="T33" fmla="*/ 53 h 67"/>
                <a:gd name="T34" fmla="*/ 64 w 64"/>
                <a:gd name="T35" fmla="*/ 54 h 67"/>
                <a:gd name="T36" fmla="*/ 58 w 64"/>
                <a:gd name="T37" fmla="*/ 56 h 67"/>
                <a:gd name="T38" fmla="*/ 56 w 64"/>
                <a:gd name="T39" fmla="*/ 59 h 67"/>
                <a:gd name="T40" fmla="*/ 50 w 64"/>
                <a:gd name="T41" fmla="*/ 60 h 67"/>
                <a:gd name="T42" fmla="*/ 45 w 64"/>
                <a:gd name="T43" fmla="*/ 56 h 67"/>
                <a:gd name="T44" fmla="*/ 41 w 64"/>
                <a:gd name="T45" fmla="*/ 49 h 67"/>
                <a:gd name="T46" fmla="*/ 38 w 64"/>
                <a:gd name="T47" fmla="*/ 45 h 67"/>
                <a:gd name="T48" fmla="*/ 35 w 64"/>
                <a:gd name="T49" fmla="*/ 42 h 67"/>
                <a:gd name="T50" fmla="*/ 29 w 64"/>
                <a:gd name="T51" fmla="*/ 49 h 67"/>
                <a:gd name="T52" fmla="*/ 14 w 64"/>
                <a:gd name="T53" fmla="*/ 61 h 67"/>
                <a:gd name="T54" fmla="*/ 0 w 64"/>
                <a:gd name="T55" fmla="*/ 67 h 67"/>
                <a:gd name="T56" fmla="*/ 0 w 64"/>
                <a:gd name="T57" fmla="*/ 66 h 67"/>
                <a:gd name="T58" fmla="*/ 9 w 64"/>
                <a:gd name="T59" fmla="*/ 60 h 67"/>
                <a:gd name="T60" fmla="*/ 27 w 64"/>
                <a:gd name="T61" fmla="*/ 40 h 67"/>
                <a:gd name="T62" fmla="*/ 33 w 64"/>
                <a:gd name="T63" fmla="*/ 31 h 67"/>
                <a:gd name="T64" fmla="*/ 25 w 64"/>
                <a:gd name="T65" fmla="*/ 23 h 67"/>
                <a:gd name="T66" fmla="*/ 26 w 64"/>
                <a:gd name="T67" fmla="*/ 23 h 67"/>
                <a:gd name="T68" fmla="*/ 38 w 64"/>
                <a:gd name="T69" fmla="*/ 23 h 67"/>
                <a:gd name="T70" fmla="*/ 42 w 64"/>
                <a:gd name="T71" fmla="*/ 16 h 67"/>
                <a:gd name="T72" fmla="*/ 45 w 64"/>
                <a:gd name="T73" fmla="*/ 10 h 67"/>
                <a:gd name="T74" fmla="*/ 48 w 64"/>
                <a:gd name="T7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7">
                  <a:moveTo>
                    <a:pt x="48" y="0"/>
                  </a:moveTo>
                  <a:cubicBezTo>
                    <a:pt x="52" y="0"/>
                    <a:pt x="52" y="2"/>
                    <a:pt x="54" y="4"/>
                  </a:cubicBezTo>
                  <a:cubicBezTo>
                    <a:pt x="54" y="5"/>
                    <a:pt x="54" y="6"/>
                    <a:pt x="54" y="7"/>
                  </a:cubicBezTo>
                  <a:cubicBezTo>
                    <a:pt x="54" y="8"/>
                    <a:pt x="53" y="9"/>
                    <a:pt x="52" y="10"/>
                  </a:cubicBezTo>
                  <a:cubicBezTo>
                    <a:pt x="51" y="12"/>
                    <a:pt x="51" y="13"/>
                    <a:pt x="50" y="15"/>
                  </a:cubicBezTo>
                  <a:cubicBezTo>
                    <a:pt x="49" y="17"/>
                    <a:pt x="48" y="19"/>
                    <a:pt x="47" y="21"/>
                  </a:cubicBezTo>
                  <a:cubicBezTo>
                    <a:pt x="49" y="21"/>
                    <a:pt x="50" y="21"/>
                    <a:pt x="51" y="2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4" y="20"/>
                    <a:pt x="57" y="20"/>
                    <a:pt x="60" y="20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59" y="22"/>
                    <a:pt x="59" y="23"/>
                    <a:pt x="58" y="24"/>
                  </a:cubicBezTo>
                  <a:cubicBezTo>
                    <a:pt x="56" y="25"/>
                    <a:pt x="53" y="26"/>
                    <a:pt x="51" y="27"/>
                  </a:cubicBezTo>
                  <a:cubicBezTo>
                    <a:pt x="49" y="28"/>
                    <a:pt x="47" y="28"/>
                    <a:pt x="45" y="29"/>
                  </a:cubicBezTo>
                  <a:cubicBezTo>
                    <a:pt x="43" y="30"/>
                    <a:pt x="38" y="38"/>
                    <a:pt x="37" y="40"/>
                  </a:cubicBezTo>
                  <a:cubicBezTo>
                    <a:pt x="42" y="43"/>
                    <a:pt x="46" y="48"/>
                    <a:pt x="52" y="51"/>
                  </a:cubicBezTo>
                  <a:cubicBezTo>
                    <a:pt x="55" y="52"/>
                    <a:pt x="60" y="52"/>
                    <a:pt x="64" y="52"/>
                  </a:cubicBezTo>
                  <a:cubicBezTo>
                    <a:pt x="64" y="52"/>
                    <a:pt x="64" y="52"/>
                    <a:pt x="64" y="53"/>
                  </a:cubicBezTo>
                  <a:cubicBezTo>
                    <a:pt x="64" y="53"/>
                    <a:pt x="64" y="53"/>
                    <a:pt x="64" y="54"/>
                  </a:cubicBezTo>
                  <a:cubicBezTo>
                    <a:pt x="62" y="54"/>
                    <a:pt x="59" y="55"/>
                    <a:pt x="58" y="56"/>
                  </a:cubicBezTo>
                  <a:cubicBezTo>
                    <a:pt x="57" y="57"/>
                    <a:pt x="57" y="58"/>
                    <a:pt x="56" y="59"/>
                  </a:cubicBezTo>
                  <a:cubicBezTo>
                    <a:pt x="55" y="60"/>
                    <a:pt x="52" y="60"/>
                    <a:pt x="50" y="60"/>
                  </a:cubicBezTo>
                  <a:cubicBezTo>
                    <a:pt x="49" y="58"/>
                    <a:pt x="46" y="58"/>
                    <a:pt x="45" y="56"/>
                  </a:cubicBezTo>
                  <a:cubicBezTo>
                    <a:pt x="44" y="54"/>
                    <a:pt x="43" y="51"/>
                    <a:pt x="41" y="49"/>
                  </a:cubicBezTo>
                  <a:cubicBezTo>
                    <a:pt x="41" y="47"/>
                    <a:pt x="39" y="46"/>
                    <a:pt x="38" y="45"/>
                  </a:cubicBezTo>
                  <a:cubicBezTo>
                    <a:pt x="38" y="44"/>
                    <a:pt x="37" y="42"/>
                    <a:pt x="35" y="42"/>
                  </a:cubicBezTo>
                  <a:cubicBezTo>
                    <a:pt x="34" y="45"/>
                    <a:pt x="31" y="47"/>
                    <a:pt x="29" y="49"/>
                  </a:cubicBezTo>
                  <a:cubicBezTo>
                    <a:pt x="25" y="55"/>
                    <a:pt x="20" y="58"/>
                    <a:pt x="14" y="61"/>
                  </a:cubicBezTo>
                  <a:cubicBezTo>
                    <a:pt x="10" y="64"/>
                    <a:pt x="6" y="67"/>
                    <a:pt x="0" y="67"/>
                  </a:cubicBezTo>
                  <a:cubicBezTo>
                    <a:pt x="0" y="67"/>
                    <a:pt x="0" y="67"/>
                    <a:pt x="0" y="66"/>
                  </a:cubicBezTo>
                  <a:cubicBezTo>
                    <a:pt x="4" y="65"/>
                    <a:pt x="6" y="62"/>
                    <a:pt x="9" y="60"/>
                  </a:cubicBezTo>
                  <a:cubicBezTo>
                    <a:pt x="16" y="55"/>
                    <a:pt x="22" y="48"/>
                    <a:pt x="27" y="40"/>
                  </a:cubicBezTo>
                  <a:cubicBezTo>
                    <a:pt x="29" y="37"/>
                    <a:pt x="32" y="34"/>
                    <a:pt x="33" y="31"/>
                  </a:cubicBezTo>
                  <a:cubicBezTo>
                    <a:pt x="30" y="30"/>
                    <a:pt x="25" y="26"/>
                    <a:pt x="25" y="23"/>
                  </a:cubicBezTo>
                  <a:cubicBezTo>
                    <a:pt x="25" y="23"/>
                    <a:pt x="26" y="23"/>
                    <a:pt x="26" y="23"/>
                  </a:cubicBezTo>
                  <a:cubicBezTo>
                    <a:pt x="29" y="25"/>
                    <a:pt x="34" y="24"/>
                    <a:pt x="38" y="23"/>
                  </a:cubicBezTo>
                  <a:cubicBezTo>
                    <a:pt x="39" y="21"/>
                    <a:pt x="41" y="19"/>
                    <a:pt x="42" y="16"/>
                  </a:cubicBezTo>
                  <a:cubicBezTo>
                    <a:pt x="43" y="14"/>
                    <a:pt x="44" y="12"/>
                    <a:pt x="45" y="10"/>
                  </a:cubicBezTo>
                  <a:cubicBezTo>
                    <a:pt x="46" y="7"/>
                    <a:pt x="48" y="4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6" name="í$ḷîḍê"/>
            <p:cNvSpPr/>
            <p:nvPr/>
          </p:nvSpPr>
          <p:spPr bwMode="auto">
            <a:xfrm>
              <a:off x="6408738" y="3132138"/>
              <a:ext cx="171450" cy="85725"/>
            </a:xfrm>
            <a:custGeom>
              <a:avLst/>
              <a:gdLst>
                <a:gd name="T0" fmla="*/ 6 w 32"/>
                <a:gd name="T1" fmla="*/ 0 h 16"/>
                <a:gd name="T2" fmla="*/ 17 w 32"/>
                <a:gd name="T3" fmla="*/ 4 h 16"/>
                <a:gd name="T4" fmla="*/ 18 w 32"/>
                <a:gd name="T5" fmla="*/ 8 h 16"/>
                <a:gd name="T6" fmla="*/ 24 w 32"/>
                <a:gd name="T7" fmla="*/ 7 h 16"/>
                <a:gd name="T8" fmla="*/ 25 w 32"/>
                <a:gd name="T9" fmla="*/ 5 h 16"/>
                <a:gd name="T10" fmla="*/ 31 w 32"/>
                <a:gd name="T11" fmla="*/ 6 h 16"/>
                <a:gd name="T12" fmla="*/ 32 w 32"/>
                <a:gd name="T13" fmla="*/ 8 h 16"/>
                <a:gd name="T14" fmla="*/ 31 w 32"/>
                <a:gd name="T15" fmla="*/ 9 h 16"/>
                <a:gd name="T16" fmla="*/ 14 w 32"/>
                <a:gd name="T17" fmla="*/ 15 h 16"/>
                <a:gd name="T18" fmla="*/ 14 w 32"/>
                <a:gd name="T19" fmla="*/ 14 h 16"/>
                <a:gd name="T20" fmla="*/ 16 w 32"/>
                <a:gd name="T21" fmla="*/ 13 h 16"/>
                <a:gd name="T22" fmla="*/ 16 w 32"/>
                <a:gd name="T23" fmla="*/ 13 h 16"/>
                <a:gd name="T24" fmla="*/ 15 w 32"/>
                <a:gd name="T25" fmla="*/ 13 h 16"/>
                <a:gd name="T26" fmla="*/ 13 w 32"/>
                <a:gd name="T27" fmla="*/ 14 h 16"/>
                <a:gd name="T28" fmla="*/ 0 w 32"/>
                <a:gd name="T29" fmla="*/ 16 h 16"/>
                <a:gd name="T30" fmla="*/ 0 w 32"/>
                <a:gd name="T31" fmla="*/ 15 h 16"/>
                <a:gd name="T32" fmla="*/ 9 w 32"/>
                <a:gd name="T33" fmla="*/ 6 h 16"/>
                <a:gd name="T34" fmla="*/ 6 w 32"/>
                <a:gd name="T3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6">
                  <a:moveTo>
                    <a:pt x="6" y="0"/>
                  </a:moveTo>
                  <a:cubicBezTo>
                    <a:pt x="9" y="0"/>
                    <a:pt x="16" y="2"/>
                    <a:pt x="17" y="4"/>
                  </a:cubicBezTo>
                  <a:cubicBezTo>
                    <a:pt x="18" y="5"/>
                    <a:pt x="18" y="7"/>
                    <a:pt x="18" y="8"/>
                  </a:cubicBezTo>
                  <a:cubicBezTo>
                    <a:pt x="19" y="8"/>
                    <a:pt x="23" y="7"/>
                    <a:pt x="24" y="7"/>
                  </a:cubicBezTo>
                  <a:cubicBezTo>
                    <a:pt x="24" y="6"/>
                    <a:pt x="24" y="6"/>
                    <a:pt x="25" y="5"/>
                  </a:cubicBezTo>
                  <a:cubicBezTo>
                    <a:pt x="25" y="5"/>
                    <a:pt x="30" y="6"/>
                    <a:pt x="31" y="6"/>
                  </a:cubicBezTo>
                  <a:cubicBezTo>
                    <a:pt x="32" y="6"/>
                    <a:pt x="32" y="7"/>
                    <a:pt x="32" y="8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25" y="10"/>
                    <a:pt x="21" y="15"/>
                    <a:pt x="14" y="15"/>
                  </a:cubicBezTo>
                  <a:cubicBezTo>
                    <a:pt x="14" y="15"/>
                    <a:pt x="14" y="15"/>
                    <a:pt x="14" y="14"/>
                  </a:cubicBezTo>
                  <a:cubicBezTo>
                    <a:pt x="15" y="14"/>
                    <a:pt x="15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4" y="13"/>
                    <a:pt x="14" y="13"/>
                    <a:pt x="13" y="14"/>
                  </a:cubicBezTo>
                  <a:cubicBezTo>
                    <a:pt x="9" y="15"/>
                    <a:pt x="5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4" y="15"/>
                    <a:pt x="9" y="11"/>
                    <a:pt x="9" y="6"/>
                  </a:cubicBezTo>
                  <a:cubicBezTo>
                    <a:pt x="8" y="6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7" name="iṣ1îḓê"/>
            <p:cNvSpPr/>
            <p:nvPr/>
          </p:nvSpPr>
          <p:spPr bwMode="auto">
            <a:xfrm>
              <a:off x="6376988" y="3235325"/>
              <a:ext cx="160338" cy="90488"/>
            </a:xfrm>
            <a:custGeom>
              <a:avLst/>
              <a:gdLst>
                <a:gd name="T0" fmla="*/ 21 w 30"/>
                <a:gd name="T1" fmla="*/ 8 h 17"/>
                <a:gd name="T2" fmla="*/ 22 w 30"/>
                <a:gd name="T3" fmla="*/ 3 h 17"/>
                <a:gd name="T4" fmla="*/ 22 w 30"/>
                <a:gd name="T5" fmla="*/ 3 h 17"/>
                <a:gd name="T6" fmla="*/ 21 w 30"/>
                <a:gd name="T7" fmla="*/ 3 h 17"/>
                <a:gd name="T8" fmla="*/ 16 w 30"/>
                <a:gd name="T9" fmla="*/ 9 h 17"/>
                <a:gd name="T10" fmla="*/ 6 w 30"/>
                <a:gd name="T11" fmla="*/ 13 h 17"/>
                <a:gd name="T12" fmla="*/ 0 w 30"/>
                <a:gd name="T13" fmla="*/ 13 h 17"/>
                <a:gd name="T14" fmla="*/ 1 w 30"/>
                <a:gd name="T15" fmla="*/ 11 h 17"/>
                <a:gd name="T16" fmla="*/ 4 w 30"/>
                <a:gd name="T17" fmla="*/ 9 h 17"/>
                <a:gd name="T18" fmla="*/ 11 w 30"/>
                <a:gd name="T19" fmla="*/ 3 h 17"/>
                <a:gd name="T20" fmla="*/ 11 w 30"/>
                <a:gd name="T21" fmla="*/ 6 h 17"/>
                <a:gd name="T22" fmla="*/ 11 w 30"/>
                <a:gd name="T23" fmla="*/ 6 h 17"/>
                <a:gd name="T24" fmla="*/ 15 w 30"/>
                <a:gd name="T25" fmla="*/ 5 h 17"/>
                <a:gd name="T26" fmla="*/ 25 w 30"/>
                <a:gd name="T27" fmla="*/ 1 h 17"/>
                <a:gd name="T28" fmla="*/ 29 w 30"/>
                <a:gd name="T29" fmla="*/ 2 h 17"/>
                <a:gd name="T30" fmla="*/ 30 w 30"/>
                <a:gd name="T31" fmla="*/ 3 h 17"/>
                <a:gd name="T32" fmla="*/ 28 w 30"/>
                <a:gd name="T33" fmla="*/ 7 h 17"/>
                <a:gd name="T34" fmla="*/ 21 w 30"/>
                <a:gd name="T3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7">
                  <a:moveTo>
                    <a:pt x="21" y="8"/>
                  </a:moveTo>
                  <a:cubicBezTo>
                    <a:pt x="21" y="6"/>
                    <a:pt x="23" y="4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4"/>
                    <a:pt x="18" y="7"/>
                    <a:pt x="16" y="9"/>
                  </a:cubicBezTo>
                  <a:cubicBezTo>
                    <a:pt x="13" y="11"/>
                    <a:pt x="9" y="12"/>
                    <a:pt x="6" y="13"/>
                  </a:cubicBezTo>
                  <a:cubicBezTo>
                    <a:pt x="4" y="14"/>
                    <a:pt x="0" y="17"/>
                    <a:pt x="0" y="13"/>
                  </a:cubicBezTo>
                  <a:cubicBezTo>
                    <a:pt x="1" y="13"/>
                    <a:pt x="1" y="12"/>
                    <a:pt x="1" y="11"/>
                  </a:cubicBezTo>
                  <a:cubicBezTo>
                    <a:pt x="2" y="10"/>
                    <a:pt x="3" y="9"/>
                    <a:pt x="4" y="9"/>
                  </a:cubicBezTo>
                  <a:cubicBezTo>
                    <a:pt x="6" y="7"/>
                    <a:pt x="9" y="4"/>
                    <a:pt x="11" y="3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8" y="3"/>
                    <a:pt x="21" y="0"/>
                    <a:pt x="25" y="1"/>
                  </a:cubicBezTo>
                  <a:cubicBezTo>
                    <a:pt x="26" y="1"/>
                    <a:pt x="28" y="2"/>
                    <a:pt x="29" y="2"/>
                  </a:cubicBezTo>
                  <a:cubicBezTo>
                    <a:pt x="29" y="3"/>
                    <a:pt x="29" y="3"/>
                    <a:pt x="30" y="3"/>
                  </a:cubicBezTo>
                  <a:cubicBezTo>
                    <a:pt x="30" y="5"/>
                    <a:pt x="30" y="7"/>
                    <a:pt x="28" y="7"/>
                  </a:cubicBezTo>
                  <a:cubicBezTo>
                    <a:pt x="28" y="8"/>
                    <a:pt x="23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8" name="îšḷídè"/>
            <p:cNvSpPr/>
            <p:nvPr/>
          </p:nvSpPr>
          <p:spPr bwMode="auto">
            <a:xfrm>
              <a:off x="6307138" y="3316288"/>
              <a:ext cx="300038" cy="198438"/>
            </a:xfrm>
            <a:custGeom>
              <a:avLst/>
              <a:gdLst>
                <a:gd name="T0" fmla="*/ 29 w 56"/>
                <a:gd name="T1" fmla="*/ 0 h 37"/>
                <a:gd name="T2" fmla="*/ 31 w 56"/>
                <a:gd name="T3" fmla="*/ 0 h 37"/>
                <a:gd name="T4" fmla="*/ 34 w 56"/>
                <a:gd name="T5" fmla="*/ 2 h 37"/>
                <a:gd name="T6" fmla="*/ 36 w 56"/>
                <a:gd name="T7" fmla="*/ 6 h 37"/>
                <a:gd name="T8" fmla="*/ 35 w 56"/>
                <a:gd name="T9" fmla="*/ 10 h 37"/>
                <a:gd name="T10" fmla="*/ 33 w 56"/>
                <a:gd name="T11" fmla="*/ 13 h 37"/>
                <a:gd name="T12" fmla="*/ 36 w 56"/>
                <a:gd name="T13" fmla="*/ 17 h 37"/>
                <a:gd name="T14" fmla="*/ 44 w 56"/>
                <a:gd name="T15" fmla="*/ 27 h 37"/>
                <a:gd name="T16" fmla="*/ 47 w 56"/>
                <a:gd name="T17" fmla="*/ 30 h 37"/>
                <a:gd name="T18" fmla="*/ 56 w 56"/>
                <a:gd name="T19" fmla="*/ 34 h 37"/>
                <a:gd name="T20" fmla="*/ 53 w 56"/>
                <a:gd name="T21" fmla="*/ 35 h 37"/>
                <a:gd name="T22" fmla="*/ 50 w 56"/>
                <a:gd name="T23" fmla="*/ 35 h 37"/>
                <a:gd name="T24" fmla="*/ 46 w 56"/>
                <a:gd name="T25" fmla="*/ 36 h 37"/>
                <a:gd name="T26" fmla="*/ 39 w 56"/>
                <a:gd name="T27" fmla="*/ 35 h 37"/>
                <a:gd name="T28" fmla="*/ 33 w 56"/>
                <a:gd name="T29" fmla="*/ 26 h 37"/>
                <a:gd name="T30" fmla="*/ 28 w 56"/>
                <a:gd name="T31" fmla="*/ 17 h 37"/>
                <a:gd name="T32" fmla="*/ 28 w 56"/>
                <a:gd name="T33" fmla="*/ 17 h 37"/>
                <a:gd name="T34" fmla="*/ 12 w 56"/>
                <a:gd name="T35" fmla="*/ 32 h 37"/>
                <a:gd name="T36" fmla="*/ 0 w 56"/>
                <a:gd name="T37" fmla="*/ 35 h 37"/>
                <a:gd name="T38" fmla="*/ 0 w 56"/>
                <a:gd name="T39" fmla="*/ 34 h 37"/>
                <a:gd name="T40" fmla="*/ 0 w 56"/>
                <a:gd name="T41" fmla="*/ 34 h 37"/>
                <a:gd name="T42" fmla="*/ 3 w 56"/>
                <a:gd name="T43" fmla="*/ 34 h 37"/>
                <a:gd name="T44" fmla="*/ 9 w 56"/>
                <a:gd name="T45" fmla="*/ 30 h 37"/>
                <a:gd name="T46" fmla="*/ 15 w 56"/>
                <a:gd name="T47" fmla="*/ 24 h 37"/>
                <a:gd name="T48" fmla="*/ 19 w 56"/>
                <a:gd name="T49" fmla="*/ 19 h 37"/>
                <a:gd name="T50" fmla="*/ 24 w 56"/>
                <a:gd name="T51" fmla="*/ 11 h 37"/>
                <a:gd name="T52" fmla="*/ 18 w 56"/>
                <a:gd name="T53" fmla="*/ 1 h 37"/>
                <a:gd name="T54" fmla="*/ 26 w 56"/>
                <a:gd name="T55" fmla="*/ 7 h 37"/>
                <a:gd name="T56" fmla="*/ 26 w 56"/>
                <a:gd name="T57" fmla="*/ 7 h 37"/>
                <a:gd name="T58" fmla="*/ 26 w 56"/>
                <a:gd name="T59" fmla="*/ 7 h 37"/>
                <a:gd name="T60" fmla="*/ 29 w 56"/>
                <a:gd name="T6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37">
                  <a:moveTo>
                    <a:pt x="29" y="0"/>
                  </a:moveTo>
                  <a:cubicBezTo>
                    <a:pt x="30" y="0"/>
                    <a:pt x="30" y="0"/>
                    <a:pt x="31" y="0"/>
                  </a:cubicBezTo>
                  <a:cubicBezTo>
                    <a:pt x="31" y="1"/>
                    <a:pt x="33" y="1"/>
                    <a:pt x="34" y="2"/>
                  </a:cubicBezTo>
                  <a:cubicBezTo>
                    <a:pt x="35" y="4"/>
                    <a:pt x="35" y="5"/>
                    <a:pt x="36" y="6"/>
                  </a:cubicBezTo>
                  <a:cubicBezTo>
                    <a:pt x="36" y="7"/>
                    <a:pt x="36" y="9"/>
                    <a:pt x="35" y="10"/>
                  </a:cubicBezTo>
                  <a:cubicBezTo>
                    <a:pt x="34" y="11"/>
                    <a:pt x="33" y="11"/>
                    <a:pt x="33" y="13"/>
                  </a:cubicBezTo>
                  <a:cubicBezTo>
                    <a:pt x="34" y="15"/>
                    <a:pt x="35" y="16"/>
                    <a:pt x="36" y="17"/>
                  </a:cubicBezTo>
                  <a:cubicBezTo>
                    <a:pt x="38" y="21"/>
                    <a:pt x="41" y="24"/>
                    <a:pt x="44" y="27"/>
                  </a:cubicBezTo>
                  <a:cubicBezTo>
                    <a:pt x="45" y="28"/>
                    <a:pt x="46" y="29"/>
                    <a:pt x="47" y="30"/>
                  </a:cubicBezTo>
                  <a:cubicBezTo>
                    <a:pt x="49" y="31"/>
                    <a:pt x="56" y="32"/>
                    <a:pt x="56" y="34"/>
                  </a:cubicBezTo>
                  <a:cubicBezTo>
                    <a:pt x="55" y="34"/>
                    <a:pt x="54" y="35"/>
                    <a:pt x="53" y="35"/>
                  </a:cubicBezTo>
                  <a:cubicBezTo>
                    <a:pt x="52" y="35"/>
                    <a:pt x="51" y="35"/>
                    <a:pt x="50" y="35"/>
                  </a:cubicBezTo>
                  <a:cubicBezTo>
                    <a:pt x="48" y="35"/>
                    <a:pt x="47" y="36"/>
                    <a:pt x="46" y="36"/>
                  </a:cubicBezTo>
                  <a:cubicBezTo>
                    <a:pt x="43" y="37"/>
                    <a:pt x="41" y="36"/>
                    <a:pt x="39" y="35"/>
                  </a:cubicBezTo>
                  <a:cubicBezTo>
                    <a:pt x="35" y="32"/>
                    <a:pt x="35" y="31"/>
                    <a:pt x="33" y="26"/>
                  </a:cubicBezTo>
                  <a:cubicBezTo>
                    <a:pt x="31" y="23"/>
                    <a:pt x="30" y="20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3" y="24"/>
                    <a:pt x="19" y="27"/>
                    <a:pt x="12" y="32"/>
                  </a:cubicBezTo>
                  <a:cubicBezTo>
                    <a:pt x="9" y="34"/>
                    <a:pt x="6" y="36"/>
                    <a:pt x="0" y="35"/>
                  </a:cubicBezTo>
                  <a:cubicBezTo>
                    <a:pt x="0" y="35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4"/>
                    <a:pt x="3" y="34"/>
                  </a:cubicBezTo>
                  <a:cubicBezTo>
                    <a:pt x="5" y="33"/>
                    <a:pt x="7" y="32"/>
                    <a:pt x="9" y="30"/>
                  </a:cubicBezTo>
                  <a:cubicBezTo>
                    <a:pt x="11" y="29"/>
                    <a:pt x="13" y="26"/>
                    <a:pt x="15" y="24"/>
                  </a:cubicBezTo>
                  <a:cubicBezTo>
                    <a:pt x="16" y="22"/>
                    <a:pt x="18" y="21"/>
                    <a:pt x="19" y="19"/>
                  </a:cubicBezTo>
                  <a:cubicBezTo>
                    <a:pt x="21" y="16"/>
                    <a:pt x="22" y="13"/>
                    <a:pt x="24" y="11"/>
                  </a:cubicBezTo>
                  <a:cubicBezTo>
                    <a:pt x="23" y="7"/>
                    <a:pt x="18" y="4"/>
                    <a:pt x="18" y="1"/>
                  </a:cubicBezTo>
                  <a:cubicBezTo>
                    <a:pt x="21" y="1"/>
                    <a:pt x="25" y="5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8" y="5"/>
                    <a:pt x="29" y="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9" name="íṧḷide"/>
            <p:cNvSpPr/>
            <p:nvPr/>
          </p:nvSpPr>
          <p:spPr bwMode="auto">
            <a:xfrm>
              <a:off x="6751638" y="3121025"/>
              <a:ext cx="185738" cy="134938"/>
            </a:xfrm>
            <a:custGeom>
              <a:avLst/>
              <a:gdLst>
                <a:gd name="T0" fmla="*/ 17 w 35"/>
                <a:gd name="T1" fmla="*/ 25 h 25"/>
                <a:gd name="T2" fmla="*/ 17 w 35"/>
                <a:gd name="T3" fmla="*/ 24 h 25"/>
                <a:gd name="T4" fmla="*/ 22 w 35"/>
                <a:gd name="T5" fmla="*/ 19 h 25"/>
                <a:gd name="T6" fmla="*/ 22 w 35"/>
                <a:gd name="T7" fmla="*/ 19 h 25"/>
                <a:gd name="T8" fmla="*/ 21 w 35"/>
                <a:gd name="T9" fmla="*/ 15 h 25"/>
                <a:gd name="T10" fmla="*/ 27 w 35"/>
                <a:gd name="T11" fmla="*/ 8 h 25"/>
                <a:gd name="T12" fmla="*/ 26 w 35"/>
                <a:gd name="T13" fmla="*/ 8 h 25"/>
                <a:gd name="T14" fmla="*/ 22 w 35"/>
                <a:gd name="T15" fmla="*/ 10 h 25"/>
                <a:gd name="T16" fmla="*/ 15 w 35"/>
                <a:gd name="T17" fmla="*/ 17 h 25"/>
                <a:gd name="T18" fmla="*/ 11 w 35"/>
                <a:gd name="T19" fmla="*/ 21 h 25"/>
                <a:gd name="T20" fmla="*/ 0 w 35"/>
                <a:gd name="T21" fmla="*/ 20 h 25"/>
                <a:gd name="T22" fmla="*/ 10 w 35"/>
                <a:gd name="T23" fmla="*/ 13 h 25"/>
                <a:gd name="T24" fmla="*/ 22 w 35"/>
                <a:gd name="T25" fmla="*/ 5 h 25"/>
                <a:gd name="T26" fmla="*/ 24 w 35"/>
                <a:gd name="T27" fmla="*/ 3 h 25"/>
                <a:gd name="T28" fmla="*/ 28 w 35"/>
                <a:gd name="T29" fmla="*/ 2 h 25"/>
                <a:gd name="T30" fmla="*/ 29 w 35"/>
                <a:gd name="T31" fmla="*/ 0 h 25"/>
                <a:gd name="T32" fmla="*/ 34 w 35"/>
                <a:gd name="T33" fmla="*/ 0 h 25"/>
                <a:gd name="T34" fmla="*/ 34 w 35"/>
                <a:gd name="T35" fmla="*/ 0 h 25"/>
                <a:gd name="T36" fmla="*/ 35 w 35"/>
                <a:gd name="T37" fmla="*/ 4 h 25"/>
                <a:gd name="T38" fmla="*/ 33 w 35"/>
                <a:gd name="T39" fmla="*/ 7 h 25"/>
                <a:gd name="T40" fmla="*/ 31 w 35"/>
                <a:gd name="T41" fmla="*/ 9 h 25"/>
                <a:gd name="T42" fmla="*/ 26 w 35"/>
                <a:gd name="T43" fmla="*/ 15 h 25"/>
                <a:gd name="T44" fmla="*/ 26 w 35"/>
                <a:gd name="T45" fmla="*/ 15 h 25"/>
                <a:gd name="T46" fmla="*/ 29 w 35"/>
                <a:gd name="T47" fmla="*/ 18 h 25"/>
                <a:gd name="T48" fmla="*/ 29 w 35"/>
                <a:gd name="T49" fmla="*/ 19 h 25"/>
                <a:gd name="T50" fmla="*/ 17 w 35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" h="25">
                  <a:moveTo>
                    <a:pt x="17" y="25"/>
                  </a:moveTo>
                  <a:cubicBezTo>
                    <a:pt x="17" y="24"/>
                    <a:pt x="17" y="24"/>
                    <a:pt x="17" y="24"/>
                  </a:cubicBezTo>
                  <a:cubicBezTo>
                    <a:pt x="19" y="23"/>
                    <a:pt x="21" y="21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8"/>
                    <a:pt x="21" y="16"/>
                    <a:pt x="21" y="15"/>
                  </a:cubicBezTo>
                  <a:cubicBezTo>
                    <a:pt x="23" y="12"/>
                    <a:pt x="25" y="10"/>
                    <a:pt x="27" y="8"/>
                  </a:cubicBezTo>
                  <a:cubicBezTo>
                    <a:pt x="27" y="8"/>
                    <a:pt x="26" y="8"/>
                    <a:pt x="26" y="8"/>
                  </a:cubicBezTo>
                  <a:cubicBezTo>
                    <a:pt x="25" y="9"/>
                    <a:pt x="24" y="10"/>
                    <a:pt x="22" y="10"/>
                  </a:cubicBezTo>
                  <a:cubicBezTo>
                    <a:pt x="20" y="12"/>
                    <a:pt x="18" y="15"/>
                    <a:pt x="15" y="17"/>
                  </a:cubicBezTo>
                  <a:cubicBezTo>
                    <a:pt x="14" y="18"/>
                    <a:pt x="13" y="20"/>
                    <a:pt x="11" y="21"/>
                  </a:cubicBezTo>
                  <a:cubicBezTo>
                    <a:pt x="9" y="22"/>
                    <a:pt x="0" y="23"/>
                    <a:pt x="0" y="20"/>
                  </a:cubicBezTo>
                  <a:cubicBezTo>
                    <a:pt x="4" y="19"/>
                    <a:pt x="6" y="16"/>
                    <a:pt x="10" y="13"/>
                  </a:cubicBezTo>
                  <a:cubicBezTo>
                    <a:pt x="14" y="10"/>
                    <a:pt x="18" y="8"/>
                    <a:pt x="22" y="5"/>
                  </a:cubicBezTo>
                  <a:cubicBezTo>
                    <a:pt x="23" y="5"/>
                    <a:pt x="24" y="4"/>
                    <a:pt x="24" y="3"/>
                  </a:cubicBezTo>
                  <a:cubicBezTo>
                    <a:pt x="26" y="3"/>
                    <a:pt x="27" y="3"/>
                    <a:pt x="28" y="2"/>
                  </a:cubicBezTo>
                  <a:cubicBezTo>
                    <a:pt x="28" y="1"/>
                    <a:pt x="29" y="1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2"/>
                    <a:pt x="35" y="4"/>
                  </a:cubicBezTo>
                  <a:cubicBezTo>
                    <a:pt x="34" y="5"/>
                    <a:pt x="34" y="6"/>
                    <a:pt x="33" y="7"/>
                  </a:cubicBezTo>
                  <a:cubicBezTo>
                    <a:pt x="32" y="8"/>
                    <a:pt x="31" y="9"/>
                    <a:pt x="31" y="9"/>
                  </a:cubicBezTo>
                  <a:cubicBezTo>
                    <a:pt x="29" y="11"/>
                    <a:pt x="28" y="13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16"/>
                    <a:pt x="28" y="17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7" y="22"/>
                    <a:pt x="22" y="25"/>
                    <a:pt x="1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0" name="ïśḷïdé"/>
            <p:cNvSpPr/>
            <p:nvPr/>
          </p:nvSpPr>
          <p:spPr bwMode="auto">
            <a:xfrm>
              <a:off x="6713538" y="3325813"/>
              <a:ext cx="42863" cy="60325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0 h 11"/>
                <a:gd name="T4" fmla="*/ 4 w 8"/>
                <a:gd name="T5" fmla="*/ 11 h 11"/>
                <a:gd name="T6" fmla="*/ 2 w 8"/>
                <a:gd name="T7" fmla="*/ 10 h 11"/>
                <a:gd name="T8" fmla="*/ 2 w 8"/>
                <a:gd name="T9" fmla="*/ 8 h 11"/>
                <a:gd name="T10" fmla="*/ 0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4" y="0"/>
                    <a:pt x="8" y="5"/>
                    <a:pt x="8" y="10"/>
                  </a:cubicBezTo>
                  <a:cubicBezTo>
                    <a:pt x="7" y="10"/>
                    <a:pt x="6" y="11"/>
                    <a:pt x="4" y="11"/>
                  </a:cubicBezTo>
                  <a:cubicBezTo>
                    <a:pt x="4" y="10"/>
                    <a:pt x="3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1" y="6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1" name="iṩḷïḓé"/>
            <p:cNvSpPr/>
            <p:nvPr/>
          </p:nvSpPr>
          <p:spPr bwMode="auto">
            <a:xfrm>
              <a:off x="6734175" y="3413125"/>
              <a:ext cx="26988" cy="38100"/>
            </a:xfrm>
            <a:custGeom>
              <a:avLst/>
              <a:gdLst>
                <a:gd name="T0" fmla="*/ 0 w 5"/>
                <a:gd name="T1" fmla="*/ 0 h 7"/>
                <a:gd name="T2" fmla="*/ 1 w 5"/>
                <a:gd name="T3" fmla="*/ 0 h 7"/>
                <a:gd name="T4" fmla="*/ 5 w 5"/>
                <a:gd name="T5" fmla="*/ 6 h 7"/>
                <a:gd name="T6" fmla="*/ 3 w 5"/>
                <a:gd name="T7" fmla="*/ 7 h 7"/>
                <a:gd name="T8" fmla="*/ 1 w 5"/>
                <a:gd name="T9" fmla="*/ 6 h 7"/>
                <a:gd name="T10" fmla="*/ 1 w 5"/>
                <a:gd name="T11" fmla="*/ 5 h 7"/>
                <a:gd name="T12" fmla="*/ 0 w 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2"/>
                    <a:pt x="5" y="6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2" y="7"/>
                    <a:pt x="2" y="7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3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2" name="ïšľîde"/>
            <p:cNvSpPr/>
            <p:nvPr/>
          </p:nvSpPr>
          <p:spPr bwMode="auto">
            <a:xfrm>
              <a:off x="6681788" y="3440113"/>
              <a:ext cx="266700" cy="101600"/>
            </a:xfrm>
            <a:custGeom>
              <a:avLst/>
              <a:gdLst>
                <a:gd name="T0" fmla="*/ 0 w 50"/>
                <a:gd name="T1" fmla="*/ 0 h 19"/>
                <a:gd name="T2" fmla="*/ 9 w 50"/>
                <a:gd name="T3" fmla="*/ 2 h 19"/>
                <a:gd name="T4" fmla="*/ 18 w 50"/>
                <a:gd name="T5" fmla="*/ 4 h 19"/>
                <a:gd name="T6" fmla="*/ 37 w 50"/>
                <a:gd name="T7" fmla="*/ 10 h 19"/>
                <a:gd name="T8" fmla="*/ 50 w 50"/>
                <a:gd name="T9" fmla="*/ 9 h 19"/>
                <a:gd name="T10" fmla="*/ 50 w 50"/>
                <a:gd name="T11" fmla="*/ 10 h 19"/>
                <a:gd name="T12" fmla="*/ 50 w 50"/>
                <a:gd name="T13" fmla="*/ 11 h 19"/>
                <a:gd name="T14" fmla="*/ 46 w 50"/>
                <a:gd name="T15" fmla="*/ 13 h 19"/>
                <a:gd name="T16" fmla="*/ 42 w 50"/>
                <a:gd name="T17" fmla="*/ 14 h 19"/>
                <a:gd name="T18" fmla="*/ 38 w 50"/>
                <a:gd name="T19" fmla="*/ 18 h 19"/>
                <a:gd name="T20" fmla="*/ 25 w 50"/>
                <a:gd name="T21" fmla="*/ 13 h 19"/>
                <a:gd name="T22" fmla="*/ 11 w 50"/>
                <a:gd name="T23" fmla="*/ 6 h 19"/>
                <a:gd name="T24" fmla="*/ 0 w 5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19">
                  <a:moveTo>
                    <a:pt x="0" y="0"/>
                  </a:moveTo>
                  <a:cubicBezTo>
                    <a:pt x="3" y="0"/>
                    <a:pt x="7" y="1"/>
                    <a:pt x="9" y="2"/>
                  </a:cubicBezTo>
                  <a:cubicBezTo>
                    <a:pt x="12" y="3"/>
                    <a:pt x="15" y="3"/>
                    <a:pt x="18" y="4"/>
                  </a:cubicBezTo>
                  <a:cubicBezTo>
                    <a:pt x="24" y="6"/>
                    <a:pt x="30" y="8"/>
                    <a:pt x="37" y="10"/>
                  </a:cubicBezTo>
                  <a:cubicBezTo>
                    <a:pt x="40" y="11"/>
                    <a:pt x="46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0"/>
                    <a:pt x="50" y="11"/>
                  </a:cubicBezTo>
                  <a:cubicBezTo>
                    <a:pt x="49" y="11"/>
                    <a:pt x="48" y="12"/>
                    <a:pt x="46" y="13"/>
                  </a:cubicBezTo>
                  <a:cubicBezTo>
                    <a:pt x="45" y="14"/>
                    <a:pt x="43" y="14"/>
                    <a:pt x="42" y="14"/>
                  </a:cubicBezTo>
                  <a:cubicBezTo>
                    <a:pt x="41" y="15"/>
                    <a:pt x="38" y="18"/>
                    <a:pt x="38" y="18"/>
                  </a:cubicBezTo>
                  <a:cubicBezTo>
                    <a:pt x="31" y="19"/>
                    <a:pt x="29" y="15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7" y="4"/>
                    <a:pt x="1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3" name="iṩḷîḑê"/>
            <p:cNvSpPr/>
            <p:nvPr/>
          </p:nvSpPr>
          <p:spPr bwMode="auto">
            <a:xfrm>
              <a:off x="6761163" y="3240088"/>
              <a:ext cx="171450" cy="215900"/>
            </a:xfrm>
            <a:custGeom>
              <a:avLst/>
              <a:gdLst>
                <a:gd name="T0" fmla="*/ 7 w 32"/>
                <a:gd name="T1" fmla="*/ 13 h 40"/>
                <a:gd name="T2" fmla="*/ 7 w 32"/>
                <a:gd name="T3" fmla="*/ 17 h 40"/>
                <a:gd name="T4" fmla="*/ 7 w 32"/>
                <a:gd name="T5" fmla="*/ 17 h 40"/>
                <a:gd name="T6" fmla="*/ 11 w 32"/>
                <a:gd name="T7" fmla="*/ 12 h 40"/>
                <a:gd name="T8" fmla="*/ 20 w 32"/>
                <a:gd name="T9" fmla="*/ 3 h 40"/>
                <a:gd name="T10" fmla="*/ 30 w 32"/>
                <a:gd name="T11" fmla="*/ 3 h 40"/>
                <a:gd name="T12" fmla="*/ 25 w 32"/>
                <a:gd name="T13" fmla="*/ 18 h 40"/>
                <a:gd name="T14" fmla="*/ 25 w 32"/>
                <a:gd name="T15" fmla="*/ 22 h 40"/>
                <a:gd name="T16" fmla="*/ 23 w 32"/>
                <a:gd name="T17" fmla="*/ 32 h 40"/>
                <a:gd name="T18" fmla="*/ 20 w 32"/>
                <a:gd name="T19" fmla="*/ 40 h 40"/>
                <a:gd name="T20" fmla="*/ 18 w 32"/>
                <a:gd name="T21" fmla="*/ 39 h 40"/>
                <a:gd name="T22" fmla="*/ 15 w 32"/>
                <a:gd name="T23" fmla="*/ 36 h 40"/>
                <a:gd name="T24" fmla="*/ 12 w 32"/>
                <a:gd name="T25" fmla="*/ 38 h 40"/>
                <a:gd name="T26" fmla="*/ 11 w 32"/>
                <a:gd name="T27" fmla="*/ 37 h 40"/>
                <a:gd name="T28" fmla="*/ 12 w 32"/>
                <a:gd name="T29" fmla="*/ 28 h 40"/>
                <a:gd name="T30" fmla="*/ 12 w 32"/>
                <a:gd name="T31" fmla="*/ 28 h 40"/>
                <a:gd name="T32" fmla="*/ 9 w 32"/>
                <a:gd name="T33" fmla="*/ 28 h 40"/>
                <a:gd name="T34" fmla="*/ 8 w 32"/>
                <a:gd name="T35" fmla="*/ 26 h 40"/>
                <a:gd name="T36" fmla="*/ 12 w 32"/>
                <a:gd name="T37" fmla="*/ 18 h 40"/>
                <a:gd name="T38" fmla="*/ 12 w 32"/>
                <a:gd name="T39" fmla="*/ 17 h 40"/>
                <a:gd name="T40" fmla="*/ 14 w 32"/>
                <a:gd name="T41" fmla="*/ 13 h 40"/>
                <a:gd name="T42" fmla="*/ 13 w 32"/>
                <a:gd name="T43" fmla="*/ 13 h 40"/>
                <a:gd name="T44" fmla="*/ 7 w 32"/>
                <a:gd name="T45" fmla="*/ 25 h 40"/>
                <a:gd name="T46" fmla="*/ 7 w 32"/>
                <a:gd name="T47" fmla="*/ 34 h 40"/>
                <a:gd name="T48" fmla="*/ 4 w 32"/>
                <a:gd name="T49" fmla="*/ 34 h 40"/>
                <a:gd name="T50" fmla="*/ 1 w 32"/>
                <a:gd name="T51" fmla="*/ 30 h 40"/>
                <a:gd name="T52" fmla="*/ 3 w 32"/>
                <a:gd name="T53" fmla="*/ 19 h 40"/>
                <a:gd name="T54" fmla="*/ 7 w 32"/>
                <a:gd name="T55" fmla="*/ 13 h 40"/>
                <a:gd name="T56" fmla="*/ 23 w 32"/>
                <a:gd name="T57" fmla="*/ 5 h 40"/>
                <a:gd name="T58" fmla="*/ 20 w 32"/>
                <a:gd name="T59" fmla="*/ 6 h 40"/>
                <a:gd name="T60" fmla="*/ 15 w 32"/>
                <a:gd name="T61" fmla="*/ 11 h 40"/>
                <a:gd name="T62" fmla="*/ 15 w 32"/>
                <a:gd name="T63" fmla="*/ 11 h 40"/>
                <a:gd name="T64" fmla="*/ 17 w 32"/>
                <a:gd name="T65" fmla="*/ 18 h 40"/>
                <a:gd name="T66" fmla="*/ 21 w 32"/>
                <a:gd name="T67" fmla="*/ 21 h 40"/>
                <a:gd name="T68" fmla="*/ 23 w 32"/>
                <a:gd name="T69" fmla="*/ 10 h 40"/>
                <a:gd name="T70" fmla="*/ 23 w 32"/>
                <a:gd name="T71" fmla="*/ 5 h 40"/>
                <a:gd name="T72" fmla="*/ 23 w 32"/>
                <a:gd name="T73" fmla="*/ 5 h 40"/>
                <a:gd name="T74" fmla="*/ 20 w 32"/>
                <a:gd name="T75" fmla="*/ 22 h 40"/>
                <a:gd name="T76" fmla="*/ 17 w 32"/>
                <a:gd name="T77" fmla="*/ 26 h 40"/>
                <a:gd name="T78" fmla="*/ 16 w 32"/>
                <a:gd name="T79" fmla="*/ 35 h 40"/>
                <a:gd name="T80" fmla="*/ 19 w 32"/>
                <a:gd name="T81" fmla="*/ 35 h 40"/>
                <a:gd name="T82" fmla="*/ 19 w 32"/>
                <a:gd name="T83" fmla="*/ 32 h 40"/>
                <a:gd name="T84" fmla="*/ 20 w 32"/>
                <a:gd name="T8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" h="40">
                  <a:moveTo>
                    <a:pt x="7" y="13"/>
                  </a:moveTo>
                  <a:cubicBezTo>
                    <a:pt x="7" y="15"/>
                    <a:pt x="7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6"/>
                    <a:pt x="10" y="13"/>
                    <a:pt x="11" y="12"/>
                  </a:cubicBezTo>
                  <a:cubicBezTo>
                    <a:pt x="13" y="9"/>
                    <a:pt x="17" y="5"/>
                    <a:pt x="20" y="3"/>
                  </a:cubicBezTo>
                  <a:cubicBezTo>
                    <a:pt x="22" y="2"/>
                    <a:pt x="28" y="0"/>
                    <a:pt x="30" y="3"/>
                  </a:cubicBezTo>
                  <a:cubicBezTo>
                    <a:pt x="32" y="6"/>
                    <a:pt x="26" y="10"/>
                    <a:pt x="25" y="18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5"/>
                    <a:pt x="24" y="29"/>
                    <a:pt x="23" y="32"/>
                  </a:cubicBezTo>
                  <a:cubicBezTo>
                    <a:pt x="22" y="35"/>
                    <a:pt x="23" y="40"/>
                    <a:pt x="20" y="40"/>
                  </a:cubicBezTo>
                  <a:cubicBezTo>
                    <a:pt x="19" y="40"/>
                    <a:pt x="18" y="40"/>
                    <a:pt x="18" y="39"/>
                  </a:cubicBezTo>
                  <a:cubicBezTo>
                    <a:pt x="17" y="38"/>
                    <a:pt x="17" y="37"/>
                    <a:pt x="15" y="36"/>
                  </a:cubicBezTo>
                  <a:cubicBezTo>
                    <a:pt x="15" y="38"/>
                    <a:pt x="14" y="38"/>
                    <a:pt x="12" y="38"/>
                  </a:cubicBezTo>
                  <a:cubicBezTo>
                    <a:pt x="12" y="38"/>
                    <a:pt x="11" y="38"/>
                    <a:pt x="11" y="37"/>
                  </a:cubicBezTo>
                  <a:cubicBezTo>
                    <a:pt x="13" y="35"/>
                    <a:pt x="12" y="31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9"/>
                    <a:pt x="9" y="28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9" y="25"/>
                    <a:pt x="12" y="19"/>
                    <a:pt x="12" y="18"/>
                  </a:cubicBezTo>
                  <a:cubicBezTo>
                    <a:pt x="11" y="17"/>
                    <a:pt x="11" y="17"/>
                    <a:pt x="12" y="17"/>
                  </a:cubicBezTo>
                  <a:cubicBezTo>
                    <a:pt x="13" y="16"/>
                    <a:pt x="14" y="15"/>
                    <a:pt x="14" y="13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1" y="17"/>
                    <a:pt x="8" y="20"/>
                    <a:pt x="7" y="25"/>
                  </a:cubicBezTo>
                  <a:cubicBezTo>
                    <a:pt x="6" y="28"/>
                    <a:pt x="9" y="31"/>
                    <a:pt x="7" y="34"/>
                  </a:cubicBezTo>
                  <a:cubicBezTo>
                    <a:pt x="6" y="34"/>
                    <a:pt x="5" y="34"/>
                    <a:pt x="4" y="34"/>
                  </a:cubicBezTo>
                  <a:cubicBezTo>
                    <a:pt x="3" y="33"/>
                    <a:pt x="2" y="32"/>
                    <a:pt x="1" y="30"/>
                  </a:cubicBezTo>
                  <a:cubicBezTo>
                    <a:pt x="0" y="27"/>
                    <a:pt x="3" y="22"/>
                    <a:pt x="3" y="19"/>
                  </a:cubicBezTo>
                  <a:cubicBezTo>
                    <a:pt x="4" y="17"/>
                    <a:pt x="4" y="14"/>
                    <a:pt x="7" y="13"/>
                  </a:cubicBezTo>
                  <a:close/>
                  <a:moveTo>
                    <a:pt x="23" y="5"/>
                  </a:moveTo>
                  <a:cubicBezTo>
                    <a:pt x="22" y="5"/>
                    <a:pt x="21" y="6"/>
                    <a:pt x="20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7" y="12"/>
                    <a:pt x="17" y="16"/>
                    <a:pt x="17" y="18"/>
                  </a:cubicBezTo>
                  <a:cubicBezTo>
                    <a:pt x="20" y="18"/>
                    <a:pt x="20" y="19"/>
                    <a:pt x="21" y="21"/>
                  </a:cubicBezTo>
                  <a:cubicBezTo>
                    <a:pt x="21" y="17"/>
                    <a:pt x="23" y="14"/>
                    <a:pt x="23" y="10"/>
                  </a:cubicBezTo>
                  <a:cubicBezTo>
                    <a:pt x="24" y="9"/>
                    <a:pt x="24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lose/>
                  <a:moveTo>
                    <a:pt x="20" y="22"/>
                  </a:moveTo>
                  <a:cubicBezTo>
                    <a:pt x="19" y="24"/>
                    <a:pt x="18" y="25"/>
                    <a:pt x="17" y="26"/>
                  </a:cubicBezTo>
                  <a:cubicBezTo>
                    <a:pt x="16" y="29"/>
                    <a:pt x="16" y="32"/>
                    <a:pt x="16" y="35"/>
                  </a:cubicBezTo>
                  <a:cubicBezTo>
                    <a:pt x="17" y="35"/>
                    <a:pt x="18" y="36"/>
                    <a:pt x="19" y="35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20" y="31"/>
                    <a:pt x="21" y="23"/>
                    <a:pt x="2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4" name="íşlïḑe"/>
            <p:cNvSpPr/>
            <p:nvPr/>
          </p:nvSpPr>
          <p:spPr bwMode="auto">
            <a:xfrm>
              <a:off x="7505700" y="3190875"/>
              <a:ext cx="41275" cy="71438"/>
            </a:xfrm>
            <a:custGeom>
              <a:avLst/>
              <a:gdLst>
                <a:gd name="T0" fmla="*/ 0 w 8"/>
                <a:gd name="T1" fmla="*/ 0 h 13"/>
                <a:gd name="T2" fmla="*/ 1 w 8"/>
                <a:gd name="T3" fmla="*/ 0 h 13"/>
                <a:gd name="T4" fmla="*/ 7 w 8"/>
                <a:gd name="T5" fmla="*/ 6 h 13"/>
                <a:gd name="T6" fmla="*/ 7 w 8"/>
                <a:gd name="T7" fmla="*/ 11 h 13"/>
                <a:gd name="T8" fmla="*/ 5 w 8"/>
                <a:gd name="T9" fmla="*/ 12 h 13"/>
                <a:gd name="T10" fmla="*/ 3 w 8"/>
                <a:gd name="T11" fmla="*/ 12 h 13"/>
                <a:gd name="T12" fmla="*/ 0 w 8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2"/>
                    <a:pt x="6" y="4"/>
                    <a:pt x="7" y="6"/>
                  </a:cubicBezTo>
                  <a:cubicBezTo>
                    <a:pt x="7" y="8"/>
                    <a:pt x="8" y="10"/>
                    <a:pt x="7" y="11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5" name="ïślîḓe"/>
            <p:cNvSpPr/>
            <p:nvPr/>
          </p:nvSpPr>
          <p:spPr bwMode="auto">
            <a:xfrm>
              <a:off x="7569200" y="3325813"/>
              <a:ext cx="85725" cy="38100"/>
            </a:xfrm>
            <a:custGeom>
              <a:avLst/>
              <a:gdLst>
                <a:gd name="T0" fmla="*/ 0 w 16"/>
                <a:gd name="T1" fmla="*/ 3 h 7"/>
                <a:gd name="T2" fmla="*/ 9 w 16"/>
                <a:gd name="T3" fmla="*/ 2 h 7"/>
                <a:gd name="T4" fmla="*/ 12 w 16"/>
                <a:gd name="T5" fmla="*/ 0 h 7"/>
                <a:gd name="T6" fmla="*/ 16 w 16"/>
                <a:gd name="T7" fmla="*/ 0 h 7"/>
                <a:gd name="T8" fmla="*/ 16 w 16"/>
                <a:gd name="T9" fmla="*/ 2 h 7"/>
                <a:gd name="T10" fmla="*/ 15 w 16"/>
                <a:gd name="T11" fmla="*/ 4 h 7"/>
                <a:gd name="T12" fmla="*/ 11 w 16"/>
                <a:gd name="T13" fmla="*/ 7 h 7"/>
                <a:gd name="T14" fmla="*/ 7 w 16"/>
                <a:gd name="T15" fmla="*/ 7 h 7"/>
                <a:gd name="T16" fmla="*/ 7 w 16"/>
                <a:gd name="T17" fmla="*/ 6 h 7"/>
                <a:gd name="T18" fmla="*/ 9 w 16"/>
                <a:gd name="T19" fmla="*/ 5 h 7"/>
                <a:gd name="T20" fmla="*/ 9 w 16"/>
                <a:gd name="T21" fmla="*/ 5 h 7"/>
                <a:gd name="T22" fmla="*/ 8 w 16"/>
                <a:gd name="T23" fmla="*/ 5 h 7"/>
                <a:gd name="T24" fmla="*/ 0 w 16"/>
                <a:gd name="T2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7">
                  <a:moveTo>
                    <a:pt x="0" y="3"/>
                  </a:moveTo>
                  <a:cubicBezTo>
                    <a:pt x="3" y="3"/>
                    <a:pt x="6" y="3"/>
                    <a:pt x="9" y="2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4" y="0"/>
                    <a:pt x="16" y="0"/>
                  </a:cubicBezTo>
                  <a:cubicBezTo>
                    <a:pt x="16" y="0"/>
                    <a:pt x="16" y="1"/>
                    <a:pt x="16" y="2"/>
                  </a:cubicBezTo>
                  <a:cubicBezTo>
                    <a:pt x="15" y="2"/>
                    <a:pt x="15" y="3"/>
                    <a:pt x="15" y="4"/>
                  </a:cubicBezTo>
                  <a:cubicBezTo>
                    <a:pt x="14" y="5"/>
                    <a:pt x="12" y="6"/>
                    <a:pt x="11" y="7"/>
                  </a:cubicBezTo>
                  <a:cubicBezTo>
                    <a:pt x="10" y="7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6" y="7"/>
                    <a:pt x="0" y="6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6" name="iśľîḑè"/>
            <p:cNvSpPr/>
            <p:nvPr/>
          </p:nvSpPr>
          <p:spPr bwMode="auto">
            <a:xfrm>
              <a:off x="7510463" y="3352800"/>
              <a:ext cx="207963" cy="184150"/>
            </a:xfrm>
            <a:custGeom>
              <a:avLst/>
              <a:gdLst>
                <a:gd name="T0" fmla="*/ 25 w 39"/>
                <a:gd name="T1" fmla="*/ 7 h 34"/>
                <a:gd name="T2" fmla="*/ 25 w 39"/>
                <a:gd name="T3" fmla="*/ 7 h 34"/>
                <a:gd name="T4" fmla="*/ 27 w 39"/>
                <a:gd name="T5" fmla="*/ 6 h 34"/>
                <a:gd name="T6" fmla="*/ 27 w 39"/>
                <a:gd name="T7" fmla="*/ 5 h 34"/>
                <a:gd name="T8" fmla="*/ 24 w 39"/>
                <a:gd name="T9" fmla="*/ 6 h 34"/>
                <a:gd name="T10" fmla="*/ 24 w 39"/>
                <a:gd name="T11" fmla="*/ 7 h 34"/>
                <a:gd name="T12" fmla="*/ 25 w 39"/>
                <a:gd name="T13" fmla="*/ 13 h 34"/>
                <a:gd name="T14" fmla="*/ 26 w 39"/>
                <a:gd name="T15" fmla="*/ 25 h 34"/>
                <a:gd name="T16" fmla="*/ 25 w 39"/>
                <a:gd name="T17" fmla="*/ 32 h 34"/>
                <a:gd name="T18" fmla="*/ 24 w 39"/>
                <a:gd name="T19" fmla="*/ 33 h 34"/>
                <a:gd name="T20" fmla="*/ 21 w 39"/>
                <a:gd name="T21" fmla="*/ 33 h 34"/>
                <a:gd name="T22" fmla="*/ 17 w 39"/>
                <a:gd name="T23" fmla="*/ 31 h 34"/>
                <a:gd name="T24" fmla="*/ 5 w 39"/>
                <a:gd name="T25" fmla="*/ 24 h 34"/>
                <a:gd name="T26" fmla="*/ 0 w 39"/>
                <a:gd name="T27" fmla="*/ 21 h 34"/>
                <a:gd name="T28" fmla="*/ 8 w 39"/>
                <a:gd name="T29" fmla="*/ 23 h 34"/>
                <a:gd name="T30" fmla="*/ 15 w 39"/>
                <a:gd name="T31" fmla="*/ 24 h 34"/>
                <a:gd name="T32" fmla="*/ 19 w 39"/>
                <a:gd name="T33" fmla="*/ 25 h 34"/>
                <a:gd name="T34" fmla="*/ 20 w 39"/>
                <a:gd name="T35" fmla="*/ 18 h 34"/>
                <a:gd name="T36" fmla="*/ 21 w 39"/>
                <a:gd name="T37" fmla="*/ 7 h 34"/>
                <a:gd name="T38" fmla="*/ 21 w 39"/>
                <a:gd name="T39" fmla="*/ 7 h 34"/>
                <a:gd name="T40" fmla="*/ 17 w 39"/>
                <a:gd name="T41" fmla="*/ 9 h 34"/>
                <a:gd name="T42" fmla="*/ 5 w 39"/>
                <a:gd name="T43" fmla="*/ 13 h 34"/>
                <a:gd name="T44" fmla="*/ 3 w 39"/>
                <a:gd name="T45" fmla="*/ 9 h 34"/>
                <a:gd name="T46" fmla="*/ 7 w 39"/>
                <a:gd name="T47" fmla="*/ 10 h 34"/>
                <a:gd name="T48" fmla="*/ 11 w 39"/>
                <a:gd name="T49" fmla="*/ 8 h 34"/>
                <a:gd name="T50" fmla="*/ 19 w 39"/>
                <a:gd name="T51" fmla="*/ 4 h 34"/>
                <a:gd name="T52" fmla="*/ 29 w 39"/>
                <a:gd name="T53" fmla="*/ 2 h 34"/>
                <a:gd name="T54" fmla="*/ 33 w 39"/>
                <a:gd name="T55" fmla="*/ 0 h 34"/>
                <a:gd name="T56" fmla="*/ 37 w 39"/>
                <a:gd name="T57" fmla="*/ 1 h 34"/>
                <a:gd name="T58" fmla="*/ 39 w 39"/>
                <a:gd name="T59" fmla="*/ 3 h 34"/>
                <a:gd name="T60" fmla="*/ 39 w 39"/>
                <a:gd name="T61" fmla="*/ 5 h 34"/>
                <a:gd name="T62" fmla="*/ 25 w 39"/>
                <a:gd name="T6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" h="34"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7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6" y="8"/>
                    <a:pt x="25" y="10"/>
                    <a:pt x="25" y="13"/>
                  </a:cubicBezTo>
                  <a:cubicBezTo>
                    <a:pt x="26" y="17"/>
                    <a:pt x="26" y="21"/>
                    <a:pt x="26" y="25"/>
                  </a:cubicBezTo>
                  <a:cubicBezTo>
                    <a:pt x="26" y="26"/>
                    <a:pt x="26" y="31"/>
                    <a:pt x="25" y="32"/>
                  </a:cubicBezTo>
                  <a:cubicBezTo>
                    <a:pt x="25" y="32"/>
                    <a:pt x="25" y="33"/>
                    <a:pt x="24" y="33"/>
                  </a:cubicBezTo>
                  <a:cubicBezTo>
                    <a:pt x="23" y="34"/>
                    <a:pt x="22" y="33"/>
                    <a:pt x="21" y="33"/>
                  </a:cubicBezTo>
                  <a:cubicBezTo>
                    <a:pt x="20" y="32"/>
                    <a:pt x="18" y="32"/>
                    <a:pt x="17" y="31"/>
                  </a:cubicBezTo>
                  <a:cubicBezTo>
                    <a:pt x="13" y="29"/>
                    <a:pt x="8" y="26"/>
                    <a:pt x="5" y="24"/>
                  </a:cubicBezTo>
                  <a:cubicBezTo>
                    <a:pt x="3" y="23"/>
                    <a:pt x="0" y="23"/>
                    <a:pt x="0" y="21"/>
                  </a:cubicBezTo>
                  <a:cubicBezTo>
                    <a:pt x="3" y="21"/>
                    <a:pt x="5" y="23"/>
                    <a:pt x="8" y="23"/>
                  </a:cubicBezTo>
                  <a:cubicBezTo>
                    <a:pt x="10" y="24"/>
                    <a:pt x="12" y="24"/>
                    <a:pt x="15" y="24"/>
                  </a:cubicBezTo>
                  <a:cubicBezTo>
                    <a:pt x="16" y="24"/>
                    <a:pt x="19" y="25"/>
                    <a:pt x="19" y="25"/>
                  </a:cubicBezTo>
                  <a:cubicBezTo>
                    <a:pt x="21" y="23"/>
                    <a:pt x="20" y="21"/>
                    <a:pt x="20" y="18"/>
                  </a:cubicBezTo>
                  <a:cubicBezTo>
                    <a:pt x="21" y="16"/>
                    <a:pt x="22" y="9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8"/>
                    <a:pt x="18" y="9"/>
                    <a:pt x="17" y="9"/>
                  </a:cubicBezTo>
                  <a:cubicBezTo>
                    <a:pt x="14" y="11"/>
                    <a:pt x="10" y="14"/>
                    <a:pt x="5" y="13"/>
                  </a:cubicBezTo>
                  <a:cubicBezTo>
                    <a:pt x="4" y="12"/>
                    <a:pt x="3" y="11"/>
                    <a:pt x="3" y="9"/>
                  </a:cubicBezTo>
                  <a:cubicBezTo>
                    <a:pt x="4" y="9"/>
                    <a:pt x="5" y="10"/>
                    <a:pt x="7" y="10"/>
                  </a:cubicBezTo>
                  <a:cubicBezTo>
                    <a:pt x="8" y="9"/>
                    <a:pt x="10" y="8"/>
                    <a:pt x="11" y="8"/>
                  </a:cubicBezTo>
                  <a:cubicBezTo>
                    <a:pt x="14" y="6"/>
                    <a:pt x="17" y="5"/>
                    <a:pt x="19" y="4"/>
                  </a:cubicBezTo>
                  <a:cubicBezTo>
                    <a:pt x="22" y="3"/>
                    <a:pt x="25" y="3"/>
                    <a:pt x="29" y="2"/>
                  </a:cubicBezTo>
                  <a:cubicBezTo>
                    <a:pt x="30" y="1"/>
                    <a:pt x="31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8" y="2"/>
                    <a:pt x="38" y="2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6" y="7"/>
                    <a:pt x="30" y="8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7" name="iŝ1iḍe"/>
            <p:cNvSpPr/>
            <p:nvPr/>
          </p:nvSpPr>
          <p:spPr bwMode="auto">
            <a:xfrm>
              <a:off x="7472363" y="3055938"/>
              <a:ext cx="315913" cy="334963"/>
            </a:xfrm>
            <a:custGeom>
              <a:avLst/>
              <a:gdLst>
                <a:gd name="T0" fmla="*/ 41 w 59"/>
                <a:gd name="T1" fmla="*/ 7 h 62"/>
                <a:gd name="T2" fmla="*/ 31 w 59"/>
                <a:gd name="T3" fmla="*/ 15 h 62"/>
                <a:gd name="T4" fmla="*/ 29 w 59"/>
                <a:gd name="T5" fmla="*/ 18 h 62"/>
                <a:gd name="T6" fmla="*/ 48 w 59"/>
                <a:gd name="T7" fmla="*/ 10 h 62"/>
                <a:gd name="T8" fmla="*/ 57 w 59"/>
                <a:gd name="T9" fmla="*/ 10 h 62"/>
                <a:gd name="T10" fmla="*/ 43 w 59"/>
                <a:gd name="T11" fmla="*/ 30 h 62"/>
                <a:gd name="T12" fmla="*/ 39 w 59"/>
                <a:gd name="T13" fmla="*/ 37 h 62"/>
                <a:gd name="T14" fmla="*/ 51 w 59"/>
                <a:gd name="T15" fmla="*/ 34 h 62"/>
                <a:gd name="T16" fmla="*/ 52 w 59"/>
                <a:gd name="T17" fmla="*/ 41 h 62"/>
                <a:gd name="T18" fmla="*/ 38 w 59"/>
                <a:gd name="T19" fmla="*/ 46 h 62"/>
                <a:gd name="T20" fmla="*/ 26 w 59"/>
                <a:gd name="T21" fmla="*/ 48 h 62"/>
                <a:gd name="T22" fmla="*/ 45 w 59"/>
                <a:gd name="T23" fmla="*/ 40 h 62"/>
                <a:gd name="T24" fmla="*/ 50 w 59"/>
                <a:gd name="T25" fmla="*/ 36 h 62"/>
                <a:gd name="T26" fmla="*/ 39 w 59"/>
                <a:gd name="T27" fmla="*/ 39 h 62"/>
                <a:gd name="T28" fmla="*/ 33 w 59"/>
                <a:gd name="T29" fmla="*/ 42 h 62"/>
                <a:gd name="T30" fmla="*/ 26 w 59"/>
                <a:gd name="T31" fmla="*/ 43 h 62"/>
                <a:gd name="T32" fmla="*/ 2 w 59"/>
                <a:gd name="T33" fmla="*/ 62 h 62"/>
                <a:gd name="T34" fmla="*/ 1 w 59"/>
                <a:gd name="T35" fmla="*/ 56 h 62"/>
                <a:gd name="T36" fmla="*/ 9 w 59"/>
                <a:gd name="T37" fmla="*/ 45 h 62"/>
                <a:gd name="T38" fmla="*/ 3 w 59"/>
                <a:gd name="T39" fmla="*/ 57 h 62"/>
                <a:gd name="T40" fmla="*/ 7 w 59"/>
                <a:gd name="T41" fmla="*/ 54 h 62"/>
                <a:gd name="T42" fmla="*/ 20 w 59"/>
                <a:gd name="T43" fmla="*/ 44 h 62"/>
                <a:gd name="T44" fmla="*/ 28 w 59"/>
                <a:gd name="T45" fmla="*/ 40 h 62"/>
                <a:gd name="T46" fmla="*/ 23 w 59"/>
                <a:gd name="T47" fmla="*/ 34 h 62"/>
                <a:gd name="T48" fmla="*/ 15 w 59"/>
                <a:gd name="T49" fmla="*/ 40 h 62"/>
                <a:gd name="T50" fmla="*/ 20 w 59"/>
                <a:gd name="T51" fmla="*/ 31 h 62"/>
                <a:gd name="T52" fmla="*/ 15 w 59"/>
                <a:gd name="T53" fmla="*/ 30 h 62"/>
                <a:gd name="T54" fmla="*/ 13 w 59"/>
                <a:gd name="T55" fmla="*/ 18 h 62"/>
                <a:gd name="T56" fmla="*/ 12 w 59"/>
                <a:gd name="T57" fmla="*/ 14 h 62"/>
                <a:gd name="T58" fmla="*/ 18 w 59"/>
                <a:gd name="T59" fmla="*/ 22 h 62"/>
                <a:gd name="T60" fmla="*/ 21 w 59"/>
                <a:gd name="T61" fmla="*/ 29 h 62"/>
                <a:gd name="T62" fmla="*/ 23 w 59"/>
                <a:gd name="T63" fmla="*/ 16 h 62"/>
                <a:gd name="T64" fmla="*/ 35 w 59"/>
                <a:gd name="T65" fmla="*/ 3 h 62"/>
                <a:gd name="T66" fmla="*/ 52 w 59"/>
                <a:gd name="T67" fmla="*/ 11 h 62"/>
                <a:gd name="T68" fmla="*/ 35 w 59"/>
                <a:gd name="T69" fmla="*/ 17 h 62"/>
                <a:gd name="T70" fmla="*/ 40 w 59"/>
                <a:gd name="T71" fmla="*/ 28 h 62"/>
                <a:gd name="T72" fmla="*/ 40 w 59"/>
                <a:gd name="T73" fmla="*/ 28 h 62"/>
                <a:gd name="T74" fmla="*/ 49 w 59"/>
                <a:gd name="T75" fmla="*/ 17 h 62"/>
                <a:gd name="T76" fmla="*/ 39 w 59"/>
                <a:gd name="T77" fmla="*/ 29 h 62"/>
                <a:gd name="T78" fmla="*/ 30 w 59"/>
                <a:gd name="T79" fmla="*/ 32 h 62"/>
                <a:gd name="T80" fmla="*/ 32 w 59"/>
                <a:gd name="T81" fmla="*/ 38 h 62"/>
                <a:gd name="T82" fmla="*/ 39 w 59"/>
                <a:gd name="T83" fmla="*/ 29 h 62"/>
                <a:gd name="T84" fmla="*/ 29 w 59"/>
                <a:gd name="T85" fmla="*/ 28 h 62"/>
                <a:gd name="T86" fmla="*/ 30 w 59"/>
                <a:gd name="T87" fmla="*/ 30 h 62"/>
                <a:gd name="T88" fmla="*/ 35 w 59"/>
                <a:gd name="T89" fmla="*/ 20 h 62"/>
                <a:gd name="T90" fmla="*/ 31 w 59"/>
                <a:gd name="T91" fmla="*/ 19 h 62"/>
                <a:gd name="T92" fmla="*/ 31 w 59"/>
                <a:gd name="T93" fmla="*/ 24 h 62"/>
                <a:gd name="T94" fmla="*/ 28 w 59"/>
                <a:gd name="T95" fmla="*/ 31 h 62"/>
                <a:gd name="T96" fmla="*/ 28 w 59"/>
                <a:gd name="T97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62">
                  <a:moveTo>
                    <a:pt x="33" y="0"/>
                  </a:moveTo>
                  <a:cubicBezTo>
                    <a:pt x="37" y="0"/>
                    <a:pt x="41" y="3"/>
                    <a:pt x="41" y="7"/>
                  </a:cubicBezTo>
                  <a:cubicBezTo>
                    <a:pt x="40" y="8"/>
                    <a:pt x="39" y="9"/>
                    <a:pt x="38" y="10"/>
                  </a:cubicBezTo>
                  <a:cubicBezTo>
                    <a:pt x="36" y="12"/>
                    <a:pt x="34" y="13"/>
                    <a:pt x="31" y="15"/>
                  </a:cubicBezTo>
                  <a:cubicBezTo>
                    <a:pt x="30" y="15"/>
                    <a:pt x="28" y="16"/>
                    <a:pt x="28" y="17"/>
                  </a:cubicBezTo>
                  <a:cubicBezTo>
                    <a:pt x="28" y="17"/>
                    <a:pt x="29" y="18"/>
                    <a:pt x="29" y="18"/>
                  </a:cubicBezTo>
                  <a:cubicBezTo>
                    <a:pt x="31" y="17"/>
                    <a:pt x="32" y="16"/>
                    <a:pt x="34" y="15"/>
                  </a:cubicBezTo>
                  <a:cubicBezTo>
                    <a:pt x="39" y="13"/>
                    <a:pt x="43" y="11"/>
                    <a:pt x="48" y="10"/>
                  </a:cubicBezTo>
                  <a:cubicBezTo>
                    <a:pt x="51" y="9"/>
                    <a:pt x="54" y="8"/>
                    <a:pt x="57" y="9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7" y="14"/>
                    <a:pt x="53" y="16"/>
                    <a:pt x="51" y="19"/>
                  </a:cubicBezTo>
                  <a:cubicBezTo>
                    <a:pt x="48" y="22"/>
                    <a:pt x="46" y="26"/>
                    <a:pt x="43" y="30"/>
                  </a:cubicBezTo>
                  <a:cubicBezTo>
                    <a:pt x="43" y="31"/>
                    <a:pt x="43" y="31"/>
                    <a:pt x="42" y="32"/>
                  </a:cubicBezTo>
                  <a:cubicBezTo>
                    <a:pt x="41" y="33"/>
                    <a:pt x="40" y="35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2" y="35"/>
                    <a:pt x="49" y="34"/>
                    <a:pt x="51" y="34"/>
                  </a:cubicBezTo>
                  <a:cubicBezTo>
                    <a:pt x="53" y="33"/>
                    <a:pt x="56" y="34"/>
                    <a:pt x="56" y="35"/>
                  </a:cubicBezTo>
                  <a:cubicBezTo>
                    <a:pt x="59" y="37"/>
                    <a:pt x="54" y="40"/>
                    <a:pt x="52" y="41"/>
                  </a:cubicBezTo>
                  <a:cubicBezTo>
                    <a:pt x="50" y="43"/>
                    <a:pt x="46" y="44"/>
                    <a:pt x="43" y="45"/>
                  </a:cubicBezTo>
                  <a:cubicBezTo>
                    <a:pt x="41" y="45"/>
                    <a:pt x="39" y="45"/>
                    <a:pt x="38" y="46"/>
                  </a:cubicBezTo>
                  <a:cubicBezTo>
                    <a:pt x="34" y="47"/>
                    <a:pt x="31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7" y="47"/>
                    <a:pt x="29" y="47"/>
                    <a:pt x="30" y="46"/>
                  </a:cubicBezTo>
                  <a:cubicBezTo>
                    <a:pt x="34" y="44"/>
                    <a:pt x="40" y="42"/>
                    <a:pt x="45" y="40"/>
                  </a:cubicBezTo>
                  <a:cubicBezTo>
                    <a:pt x="47" y="39"/>
                    <a:pt x="50" y="38"/>
                    <a:pt x="51" y="36"/>
                  </a:cubicBezTo>
                  <a:cubicBezTo>
                    <a:pt x="51" y="36"/>
                    <a:pt x="50" y="36"/>
                    <a:pt x="50" y="36"/>
                  </a:cubicBezTo>
                  <a:cubicBezTo>
                    <a:pt x="49" y="37"/>
                    <a:pt x="48" y="37"/>
                    <a:pt x="47" y="37"/>
                  </a:cubicBezTo>
                  <a:cubicBezTo>
                    <a:pt x="45" y="38"/>
                    <a:pt x="42" y="38"/>
                    <a:pt x="39" y="39"/>
                  </a:cubicBezTo>
                  <a:cubicBezTo>
                    <a:pt x="38" y="39"/>
                    <a:pt x="37" y="40"/>
                    <a:pt x="36" y="40"/>
                  </a:cubicBezTo>
                  <a:cubicBezTo>
                    <a:pt x="35" y="41"/>
                    <a:pt x="34" y="42"/>
                    <a:pt x="33" y="42"/>
                  </a:cubicBezTo>
                  <a:cubicBezTo>
                    <a:pt x="31" y="43"/>
                    <a:pt x="30" y="42"/>
                    <a:pt x="29" y="42"/>
                  </a:cubicBezTo>
                  <a:cubicBezTo>
                    <a:pt x="28" y="42"/>
                    <a:pt x="27" y="43"/>
                    <a:pt x="26" y="43"/>
                  </a:cubicBezTo>
                  <a:cubicBezTo>
                    <a:pt x="22" y="45"/>
                    <a:pt x="18" y="46"/>
                    <a:pt x="15" y="48"/>
                  </a:cubicBezTo>
                  <a:cubicBezTo>
                    <a:pt x="11" y="51"/>
                    <a:pt x="8" y="60"/>
                    <a:pt x="2" y="62"/>
                  </a:cubicBezTo>
                  <a:cubicBezTo>
                    <a:pt x="1" y="62"/>
                    <a:pt x="0" y="62"/>
                    <a:pt x="0" y="61"/>
                  </a:cubicBezTo>
                  <a:cubicBezTo>
                    <a:pt x="0" y="60"/>
                    <a:pt x="0" y="57"/>
                    <a:pt x="1" y="56"/>
                  </a:cubicBezTo>
                  <a:cubicBezTo>
                    <a:pt x="3" y="53"/>
                    <a:pt x="5" y="50"/>
                    <a:pt x="7" y="47"/>
                  </a:cubicBezTo>
                  <a:cubicBezTo>
                    <a:pt x="8" y="46"/>
                    <a:pt x="8" y="45"/>
                    <a:pt x="9" y="45"/>
                  </a:cubicBezTo>
                  <a:cubicBezTo>
                    <a:pt x="9" y="46"/>
                    <a:pt x="8" y="47"/>
                    <a:pt x="8" y="48"/>
                  </a:cubicBezTo>
                  <a:cubicBezTo>
                    <a:pt x="6" y="51"/>
                    <a:pt x="4" y="5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9" y="52"/>
                    <a:pt x="10" y="50"/>
                    <a:pt x="12" y="49"/>
                  </a:cubicBezTo>
                  <a:cubicBezTo>
                    <a:pt x="15" y="47"/>
                    <a:pt x="17" y="45"/>
                    <a:pt x="20" y="44"/>
                  </a:cubicBezTo>
                  <a:cubicBezTo>
                    <a:pt x="22" y="43"/>
                    <a:pt x="24" y="42"/>
                    <a:pt x="26" y="41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6" y="36"/>
                    <a:pt x="25" y="35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0" y="36"/>
                    <a:pt x="19" y="40"/>
                    <a:pt x="15" y="40"/>
                  </a:cubicBezTo>
                  <a:cubicBezTo>
                    <a:pt x="15" y="40"/>
                    <a:pt x="15" y="40"/>
                    <a:pt x="15" y="39"/>
                  </a:cubicBezTo>
                  <a:cubicBezTo>
                    <a:pt x="17" y="38"/>
                    <a:pt x="20" y="34"/>
                    <a:pt x="20" y="31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8" y="31"/>
                    <a:pt x="15" y="32"/>
                    <a:pt x="15" y="30"/>
                  </a:cubicBezTo>
                  <a:cubicBezTo>
                    <a:pt x="16" y="29"/>
                    <a:pt x="15" y="27"/>
                    <a:pt x="15" y="26"/>
                  </a:cubicBezTo>
                  <a:cubicBezTo>
                    <a:pt x="14" y="23"/>
                    <a:pt x="14" y="21"/>
                    <a:pt x="13" y="18"/>
                  </a:cubicBezTo>
                  <a:cubicBezTo>
                    <a:pt x="12" y="17"/>
                    <a:pt x="12" y="16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6" y="18"/>
                    <a:pt x="17" y="20"/>
                    <a:pt x="18" y="22"/>
                  </a:cubicBezTo>
                  <a:cubicBezTo>
                    <a:pt x="19" y="23"/>
                    <a:pt x="20" y="25"/>
                    <a:pt x="21" y="27"/>
                  </a:cubicBezTo>
                  <a:cubicBezTo>
                    <a:pt x="21" y="28"/>
                    <a:pt x="21" y="28"/>
                    <a:pt x="21" y="29"/>
                  </a:cubicBezTo>
                  <a:cubicBezTo>
                    <a:pt x="23" y="27"/>
                    <a:pt x="25" y="24"/>
                    <a:pt x="25" y="21"/>
                  </a:cubicBezTo>
                  <a:cubicBezTo>
                    <a:pt x="24" y="20"/>
                    <a:pt x="23" y="18"/>
                    <a:pt x="23" y="16"/>
                  </a:cubicBezTo>
                  <a:cubicBezTo>
                    <a:pt x="24" y="16"/>
                    <a:pt x="25" y="16"/>
                    <a:pt x="26" y="17"/>
                  </a:cubicBezTo>
                  <a:cubicBezTo>
                    <a:pt x="28" y="13"/>
                    <a:pt x="34" y="7"/>
                    <a:pt x="35" y="3"/>
                  </a:cubicBezTo>
                  <a:cubicBezTo>
                    <a:pt x="34" y="2"/>
                    <a:pt x="33" y="1"/>
                    <a:pt x="33" y="0"/>
                  </a:cubicBezTo>
                  <a:close/>
                  <a:moveTo>
                    <a:pt x="52" y="11"/>
                  </a:moveTo>
                  <a:cubicBezTo>
                    <a:pt x="47" y="11"/>
                    <a:pt x="44" y="13"/>
                    <a:pt x="41" y="15"/>
                  </a:cubicBezTo>
                  <a:cubicBezTo>
                    <a:pt x="39" y="16"/>
                    <a:pt x="37" y="16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8" y="20"/>
                    <a:pt x="41" y="22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2" y="25"/>
                    <a:pt x="43" y="24"/>
                  </a:cubicBezTo>
                  <a:cubicBezTo>
                    <a:pt x="45" y="22"/>
                    <a:pt x="47" y="19"/>
                    <a:pt x="49" y="17"/>
                  </a:cubicBezTo>
                  <a:cubicBezTo>
                    <a:pt x="50" y="15"/>
                    <a:pt x="51" y="13"/>
                    <a:pt x="52" y="11"/>
                  </a:cubicBezTo>
                  <a:close/>
                  <a:moveTo>
                    <a:pt x="39" y="29"/>
                  </a:moveTo>
                  <a:cubicBezTo>
                    <a:pt x="39" y="29"/>
                    <a:pt x="33" y="31"/>
                    <a:pt x="33" y="32"/>
                  </a:cubicBezTo>
                  <a:cubicBezTo>
                    <a:pt x="32" y="32"/>
                    <a:pt x="30" y="32"/>
                    <a:pt x="30" y="32"/>
                  </a:cubicBezTo>
                  <a:cubicBezTo>
                    <a:pt x="30" y="33"/>
                    <a:pt x="30" y="34"/>
                    <a:pt x="30" y="34"/>
                  </a:cubicBezTo>
                  <a:cubicBezTo>
                    <a:pt x="31" y="36"/>
                    <a:pt x="30" y="37"/>
                    <a:pt x="32" y="38"/>
                  </a:cubicBezTo>
                  <a:cubicBezTo>
                    <a:pt x="34" y="34"/>
                    <a:pt x="37" y="32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lose/>
                  <a:moveTo>
                    <a:pt x="28" y="28"/>
                  </a:moveTo>
                  <a:cubicBezTo>
                    <a:pt x="28" y="28"/>
                    <a:pt x="29" y="28"/>
                    <a:pt x="29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9"/>
                    <a:pt x="29" y="30"/>
                    <a:pt x="30" y="30"/>
                  </a:cubicBezTo>
                  <a:cubicBezTo>
                    <a:pt x="32" y="28"/>
                    <a:pt x="37" y="28"/>
                    <a:pt x="37" y="24"/>
                  </a:cubicBezTo>
                  <a:cubicBezTo>
                    <a:pt x="36" y="23"/>
                    <a:pt x="36" y="21"/>
                    <a:pt x="35" y="20"/>
                  </a:cubicBezTo>
                  <a:cubicBezTo>
                    <a:pt x="35" y="19"/>
                    <a:pt x="34" y="19"/>
                    <a:pt x="33" y="18"/>
                  </a:cubicBezTo>
                  <a:cubicBezTo>
                    <a:pt x="33" y="18"/>
                    <a:pt x="32" y="18"/>
                    <a:pt x="31" y="19"/>
                  </a:cubicBezTo>
                  <a:cubicBezTo>
                    <a:pt x="32" y="19"/>
                    <a:pt x="34" y="21"/>
                    <a:pt x="33" y="22"/>
                  </a:cubicBezTo>
                  <a:cubicBezTo>
                    <a:pt x="33" y="23"/>
                    <a:pt x="32" y="23"/>
                    <a:pt x="31" y="24"/>
                  </a:cubicBezTo>
                  <a:cubicBezTo>
                    <a:pt x="30" y="25"/>
                    <a:pt x="27" y="28"/>
                    <a:pt x="27" y="30"/>
                  </a:cubicBezTo>
                  <a:cubicBezTo>
                    <a:pt x="27" y="30"/>
                    <a:pt x="27" y="31"/>
                    <a:pt x="28" y="31"/>
                  </a:cubicBezTo>
                  <a:cubicBezTo>
                    <a:pt x="28" y="31"/>
                    <a:pt x="28" y="31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29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8" name="ïŝḷîďé"/>
            <p:cNvSpPr/>
            <p:nvPr/>
          </p:nvSpPr>
          <p:spPr bwMode="auto">
            <a:xfrm>
              <a:off x="6002338" y="3148013"/>
              <a:ext cx="223838" cy="346075"/>
            </a:xfrm>
            <a:custGeom>
              <a:avLst/>
              <a:gdLst>
                <a:gd name="T0" fmla="*/ 31 w 42"/>
                <a:gd name="T1" fmla="*/ 43 h 64"/>
                <a:gd name="T2" fmla="*/ 33 w 42"/>
                <a:gd name="T3" fmla="*/ 34 h 64"/>
                <a:gd name="T4" fmla="*/ 32 w 42"/>
                <a:gd name="T5" fmla="*/ 28 h 64"/>
                <a:gd name="T6" fmla="*/ 29 w 42"/>
                <a:gd name="T7" fmla="*/ 29 h 64"/>
                <a:gd name="T8" fmla="*/ 23 w 42"/>
                <a:gd name="T9" fmla="*/ 34 h 64"/>
                <a:gd name="T10" fmla="*/ 23 w 42"/>
                <a:gd name="T11" fmla="*/ 40 h 64"/>
                <a:gd name="T12" fmla="*/ 11 w 42"/>
                <a:gd name="T13" fmla="*/ 45 h 64"/>
                <a:gd name="T14" fmla="*/ 1 w 42"/>
                <a:gd name="T15" fmla="*/ 44 h 64"/>
                <a:gd name="T16" fmla="*/ 1 w 42"/>
                <a:gd name="T17" fmla="*/ 40 h 64"/>
                <a:gd name="T18" fmla="*/ 6 w 42"/>
                <a:gd name="T19" fmla="*/ 39 h 64"/>
                <a:gd name="T20" fmla="*/ 13 w 42"/>
                <a:gd name="T21" fmla="*/ 34 h 64"/>
                <a:gd name="T22" fmla="*/ 11 w 42"/>
                <a:gd name="T23" fmla="*/ 31 h 64"/>
                <a:gd name="T24" fmla="*/ 6 w 42"/>
                <a:gd name="T25" fmla="*/ 33 h 64"/>
                <a:gd name="T26" fmla="*/ 1 w 42"/>
                <a:gd name="T27" fmla="*/ 29 h 64"/>
                <a:gd name="T28" fmla="*/ 1 w 42"/>
                <a:gd name="T29" fmla="*/ 28 h 64"/>
                <a:gd name="T30" fmla="*/ 5 w 42"/>
                <a:gd name="T31" fmla="*/ 26 h 64"/>
                <a:gd name="T32" fmla="*/ 8 w 42"/>
                <a:gd name="T33" fmla="*/ 25 h 64"/>
                <a:gd name="T34" fmla="*/ 17 w 42"/>
                <a:gd name="T35" fmla="*/ 21 h 64"/>
                <a:gd name="T36" fmla="*/ 21 w 42"/>
                <a:gd name="T37" fmla="*/ 12 h 64"/>
                <a:gd name="T38" fmla="*/ 22 w 42"/>
                <a:gd name="T39" fmla="*/ 8 h 64"/>
                <a:gd name="T40" fmla="*/ 25 w 42"/>
                <a:gd name="T41" fmla="*/ 0 h 64"/>
                <a:gd name="T42" fmla="*/ 28 w 42"/>
                <a:gd name="T43" fmla="*/ 1 h 64"/>
                <a:gd name="T44" fmla="*/ 29 w 42"/>
                <a:gd name="T45" fmla="*/ 13 h 64"/>
                <a:gd name="T46" fmla="*/ 33 w 42"/>
                <a:gd name="T47" fmla="*/ 13 h 64"/>
                <a:gd name="T48" fmla="*/ 36 w 42"/>
                <a:gd name="T49" fmla="*/ 9 h 64"/>
                <a:gd name="T50" fmla="*/ 41 w 42"/>
                <a:gd name="T51" fmla="*/ 12 h 64"/>
                <a:gd name="T52" fmla="*/ 26 w 42"/>
                <a:gd name="T53" fmla="*/ 21 h 64"/>
                <a:gd name="T54" fmla="*/ 17 w 42"/>
                <a:gd name="T55" fmla="*/ 29 h 64"/>
                <a:gd name="T56" fmla="*/ 25 w 42"/>
                <a:gd name="T57" fmla="*/ 28 h 64"/>
                <a:gd name="T58" fmla="*/ 33 w 42"/>
                <a:gd name="T59" fmla="*/ 24 h 64"/>
                <a:gd name="T60" fmla="*/ 37 w 42"/>
                <a:gd name="T61" fmla="*/ 21 h 64"/>
                <a:gd name="T62" fmla="*/ 42 w 42"/>
                <a:gd name="T63" fmla="*/ 26 h 64"/>
                <a:gd name="T64" fmla="*/ 38 w 42"/>
                <a:gd name="T65" fmla="*/ 38 h 64"/>
                <a:gd name="T66" fmla="*/ 32 w 42"/>
                <a:gd name="T67" fmla="*/ 63 h 64"/>
                <a:gd name="T68" fmla="*/ 25 w 42"/>
                <a:gd name="T69" fmla="*/ 57 h 64"/>
                <a:gd name="T70" fmla="*/ 22 w 42"/>
                <a:gd name="T71" fmla="*/ 55 h 64"/>
                <a:gd name="T72" fmla="*/ 17 w 42"/>
                <a:gd name="T73" fmla="*/ 62 h 64"/>
                <a:gd name="T74" fmla="*/ 15 w 42"/>
                <a:gd name="T75" fmla="*/ 64 h 64"/>
                <a:gd name="T76" fmla="*/ 12 w 42"/>
                <a:gd name="T77" fmla="*/ 64 h 64"/>
                <a:gd name="T78" fmla="*/ 9 w 42"/>
                <a:gd name="T79" fmla="*/ 58 h 64"/>
                <a:gd name="T80" fmla="*/ 11 w 42"/>
                <a:gd name="T81" fmla="*/ 54 h 64"/>
                <a:gd name="T82" fmla="*/ 10 w 42"/>
                <a:gd name="T83" fmla="*/ 52 h 64"/>
                <a:gd name="T84" fmla="*/ 15 w 42"/>
                <a:gd name="T85" fmla="*/ 47 h 64"/>
                <a:gd name="T86" fmla="*/ 22 w 42"/>
                <a:gd name="T87" fmla="*/ 48 h 64"/>
                <a:gd name="T88" fmla="*/ 24 w 42"/>
                <a:gd name="T89" fmla="*/ 53 h 64"/>
                <a:gd name="T90" fmla="*/ 31 w 42"/>
                <a:gd name="T91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" h="64">
                  <a:moveTo>
                    <a:pt x="31" y="50"/>
                  </a:moveTo>
                  <a:cubicBezTo>
                    <a:pt x="31" y="46"/>
                    <a:pt x="31" y="46"/>
                    <a:pt x="31" y="43"/>
                  </a:cubicBezTo>
                  <a:cubicBezTo>
                    <a:pt x="31" y="42"/>
                    <a:pt x="32" y="40"/>
                    <a:pt x="32" y="38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3"/>
                    <a:pt x="34" y="30"/>
                    <a:pt x="33" y="30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1" y="28"/>
                    <a:pt x="31" y="28"/>
                    <a:pt x="30" y="28"/>
                  </a:cubicBezTo>
                  <a:cubicBezTo>
                    <a:pt x="30" y="29"/>
                    <a:pt x="29" y="29"/>
                    <a:pt x="29" y="29"/>
                  </a:cubicBezTo>
                  <a:cubicBezTo>
                    <a:pt x="28" y="29"/>
                    <a:pt x="28" y="30"/>
                    <a:pt x="27" y="30"/>
                  </a:cubicBezTo>
                  <a:cubicBezTo>
                    <a:pt x="25" y="31"/>
                    <a:pt x="24" y="32"/>
                    <a:pt x="23" y="34"/>
                  </a:cubicBezTo>
                  <a:cubicBezTo>
                    <a:pt x="23" y="35"/>
                    <a:pt x="24" y="38"/>
                    <a:pt x="23" y="39"/>
                  </a:cubicBezTo>
                  <a:cubicBezTo>
                    <a:pt x="23" y="39"/>
                    <a:pt x="23" y="40"/>
                    <a:pt x="23" y="40"/>
                  </a:cubicBezTo>
                  <a:cubicBezTo>
                    <a:pt x="21" y="40"/>
                    <a:pt x="18" y="40"/>
                    <a:pt x="17" y="41"/>
                  </a:cubicBezTo>
                  <a:cubicBezTo>
                    <a:pt x="15" y="43"/>
                    <a:pt x="12" y="45"/>
                    <a:pt x="11" y="45"/>
                  </a:cubicBezTo>
                  <a:cubicBezTo>
                    <a:pt x="10" y="46"/>
                    <a:pt x="5" y="46"/>
                    <a:pt x="3" y="45"/>
                  </a:cubicBezTo>
                  <a:cubicBezTo>
                    <a:pt x="3" y="45"/>
                    <a:pt x="2" y="44"/>
                    <a:pt x="1" y="44"/>
                  </a:cubicBezTo>
                  <a:cubicBezTo>
                    <a:pt x="1" y="43"/>
                    <a:pt x="0" y="41"/>
                    <a:pt x="0" y="41"/>
                  </a:cubicBezTo>
                  <a:cubicBezTo>
                    <a:pt x="1" y="40"/>
                    <a:pt x="0" y="40"/>
                    <a:pt x="1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5" y="39"/>
                    <a:pt x="6" y="39"/>
                  </a:cubicBezTo>
                  <a:cubicBezTo>
                    <a:pt x="8" y="38"/>
                    <a:pt x="10" y="37"/>
                    <a:pt x="11" y="37"/>
                  </a:cubicBezTo>
                  <a:cubicBezTo>
                    <a:pt x="12" y="36"/>
                    <a:pt x="13" y="35"/>
                    <a:pt x="13" y="34"/>
                  </a:cubicBezTo>
                  <a:cubicBezTo>
                    <a:pt x="13" y="34"/>
                    <a:pt x="13" y="34"/>
                    <a:pt x="13" y="33"/>
                  </a:cubicBezTo>
                  <a:cubicBezTo>
                    <a:pt x="13" y="32"/>
                    <a:pt x="12" y="32"/>
                    <a:pt x="11" y="31"/>
                  </a:cubicBezTo>
                  <a:cubicBezTo>
                    <a:pt x="10" y="31"/>
                    <a:pt x="9" y="31"/>
                    <a:pt x="8" y="32"/>
                  </a:cubicBezTo>
                  <a:cubicBezTo>
                    <a:pt x="8" y="32"/>
                    <a:pt x="7" y="33"/>
                    <a:pt x="6" y="33"/>
                  </a:cubicBezTo>
                  <a:cubicBezTo>
                    <a:pt x="5" y="32"/>
                    <a:pt x="3" y="32"/>
                    <a:pt x="2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2" y="26"/>
                    <a:pt x="0" y="26"/>
                    <a:pt x="5" y="26"/>
                  </a:cubicBezTo>
                  <a:cubicBezTo>
                    <a:pt x="6" y="26"/>
                    <a:pt x="6" y="26"/>
                    <a:pt x="7" y="26"/>
                  </a:cubicBezTo>
                  <a:cubicBezTo>
                    <a:pt x="7" y="25"/>
                    <a:pt x="7" y="25"/>
                    <a:pt x="8" y="25"/>
                  </a:cubicBezTo>
                  <a:cubicBezTo>
                    <a:pt x="9" y="25"/>
                    <a:pt x="10" y="25"/>
                    <a:pt x="12" y="24"/>
                  </a:cubicBezTo>
                  <a:cubicBezTo>
                    <a:pt x="14" y="23"/>
                    <a:pt x="16" y="22"/>
                    <a:pt x="17" y="21"/>
                  </a:cubicBezTo>
                  <a:cubicBezTo>
                    <a:pt x="18" y="20"/>
                    <a:pt x="19" y="18"/>
                    <a:pt x="19" y="16"/>
                  </a:cubicBezTo>
                  <a:cubicBezTo>
                    <a:pt x="20" y="15"/>
                    <a:pt x="20" y="13"/>
                    <a:pt x="21" y="12"/>
                  </a:cubicBezTo>
                  <a:cubicBezTo>
                    <a:pt x="21" y="11"/>
                    <a:pt x="21" y="10"/>
                    <a:pt x="21" y="9"/>
                  </a:cubicBezTo>
                  <a:cubicBezTo>
                    <a:pt x="21" y="9"/>
                    <a:pt x="22" y="8"/>
                    <a:pt x="22" y="8"/>
                  </a:cubicBezTo>
                  <a:cubicBezTo>
                    <a:pt x="22" y="7"/>
                    <a:pt x="22" y="6"/>
                    <a:pt x="23" y="5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5"/>
                    <a:pt x="30" y="6"/>
                    <a:pt x="30" y="7"/>
                  </a:cubicBezTo>
                  <a:cubicBezTo>
                    <a:pt x="31" y="8"/>
                    <a:pt x="30" y="10"/>
                    <a:pt x="29" y="13"/>
                  </a:cubicBezTo>
                  <a:cubicBezTo>
                    <a:pt x="29" y="14"/>
                    <a:pt x="30" y="14"/>
                    <a:pt x="31" y="13"/>
                  </a:cubicBezTo>
                  <a:cubicBezTo>
                    <a:pt x="32" y="13"/>
                    <a:pt x="33" y="12"/>
                    <a:pt x="33" y="13"/>
                  </a:cubicBezTo>
                  <a:cubicBezTo>
                    <a:pt x="32" y="13"/>
                    <a:pt x="34" y="11"/>
                    <a:pt x="34" y="11"/>
                  </a:cubicBezTo>
                  <a:cubicBezTo>
                    <a:pt x="35" y="10"/>
                    <a:pt x="36" y="9"/>
                    <a:pt x="36" y="9"/>
                  </a:cubicBezTo>
                  <a:cubicBezTo>
                    <a:pt x="37" y="9"/>
                    <a:pt x="39" y="8"/>
                    <a:pt x="40" y="9"/>
                  </a:cubicBezTo>
                  <a:cubicBezTo>
                    <a:pt x="41" y="10"/>
                    <a:pt x="42" y="11"/>
                    <a:pt x="41" y="12"/>
                  </a:cubicBezTo>
                  <a:cubicBezTo>
                    <a:pt x="39" y="15"/>
                    <a:pt x="38" y="15"/>
                    <a:pt x="37" y="15"/>
                  </a:cubicBezTo>
                  <a:cubicBezTo>
                    <a:pt x="30" y="18"/>
                    <a:pt x="28" y="19"/>
                    <a:pt x="26" y="21"/>
                  </a:cubicBezTo>
                  <a:cubicBezTo>
                    <a:pt x="23" y="22"/>
                    <a:pt x="23" y="24"/>
                    <a:pt x="20" y="27"/>
                  </a:cubicBezTo>
                  <a:cubicBezTo>
                    <a:pt x="19" y="28"/>
                    <a:pt x="18" y="29"/>
                    <a:pt x="17" y="29"/>
                  </a:cubicBezTo>
                  <a:cubicBezTo>
                    <a:pt x="17" y="30"/>
                    <a:pt x="18" y="32"/>
                    <a:pt x="19" y="32"/>
                  </a:cubicBezTo>
                  <a:cubicBezTo>
                    <a:pt x="20" y="32"/>
                    <a:pt x="23" y="29"/>
                    <a:pt x="25" y="28"/>
                  </a:cubicBezTo>
                  <a:cubicBezTo>
                    <a:pt x="26" y="27"/>
                    <a:pt x="28" y="26"/>
                    <a:pt x="30" y="25"/>
                  </a:cubicBezTo>
                  <a:cubicBezTo>
                    <a:pt x="31" y="25"/>
                    <a:pt x="32" y="25"/>
                    <a:pt x="33" y="24"/>
                  </a:cubicBezTo>
                  <a:cubicBezTo>
                    <a:pt x="34" y="23"/>
                    <a:pt x="35" y="22"/>
                    <a:pt x="36" y="22"/>
                  </a:cubicBezTo>
                  <a:cubicBezTo>
                    <a:pt x="36" y="21"/>
                    <a:pt x="36" y="21"/>
                    <a:pt x="37" y="21"/>
                  </a:cubicBezTo>
                  <a:cubicBezTo>
                    <a:pt x="38" y="21"/>
                    <a:pt x="42" y="21"/>
                    <a:pt x="42" y="22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2" y="27"/>
                    <a:pt x="42" y="31"/>
                    <a:pt x="40" y="33"/>
                  </a:cubicBezTo>
                  <a:cubicBezTo>
                    <a:pt x="39" y="35"/>
                    <a:pt x="39" y="36"/>
                    <a:pt x="38" y="38"/>
                  </a:cubicBezTo>
                  <a:cubicBezTo>
                    <a:pt x="35" y="47"/>
                    <a:pt x="35" y="55"/>
                    <a:pt x="33" y="62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0" y="63"/>
                    <a:pt x="28" y="62"/>
                    <a:pt x="27" y="60"/>
                  </a:cubicBezTo>
                  <a:cubicBezTo>
                    <a:pt x="26" y="59"/>
                    <a:pt x="26" y="58"/>
                    <a:pt x="25" y="57"/>
                  </a:cubicBezTo>
                  <a:cubicBezTo>
                    <a:pt x="24" y="57"/>
                    <a:pt x="24" y="56"/>
                    <a:pt x="23" y="56"/>
                  </a:cubicBezTo>
                  <a:cubicBezTo>
                    <a:pt x="23" y="56"/>
                    <a:pt x="22" y="55"/>
                    <a:pt x="22" y="55"/>
                  </a:cubicBezTo>
                  <a:cubicBezTo>
                    <a:pt x="21" y="54"/>
                    <a:pt x="20" y="55"/>
                    <a:pt x="19" y="55"/>
                  </a:cubicBezTo>
                  <a:cubicBezTo>
                    <a:pt x="18" y="57"/>
                    <a:pt x="19" y="55"/>
                    <a:pt x="17" y="62"/>
                  </a:cubicBezTo>
                  <a:cubicBezTo>
                    <a:pt x="17" y="62"/>
                    <a:pt x="17" y="63"/>
                    <a:pt x="16" y="63"/>
                  </a:cubicBezTo>
                  <a:cubicBezTo>
                    <a:pt x="16" y="64"/>
                    <a:pt x="16" y="64"/>
                    <a:pt x="15" y="64"/>
                  </a:cubicBezTo>
                  <a:cubicBezTo>
                    <a:pt x="15" y="64"/>
                    <a:pt x="14" y="64"/>
                    <a:pt x="13" y="64"/>
                  </a:cubicBezTo>
                  <a:cubicBezTo>
                    <a:pt x="13" y="64"/>
                    <a:pt x="12" y="64"/>
                    <a:pt x="12" y="64"/>
                  </a:cubicBezTo>
                  <a:cubicBezTo>
                    <a:pt x="12" y="63"/>
                    <a:pt x="13" y="60"/>
                    <a:pt x="12" y="59"/>
                  </a:cubicBezTo>
                  <a:cubicBezTo>
                    <a:pt x="11" y="57"/>
                    <a:pt x="9" y="58"/>
                    <a:pt x="9" y="58"/>
                  </a:cubicBezTo>
                  <a:cubicBezTo>
                    <a:pt x="8" y="57"/>
                    <a:pt x="8" y="56"/>
                    <a:pt x="9" y="55"/>
                  </a:cubicBezTo>
                  <a:cubicBezTo>
                    <a:pt x="10" y="54"/>
                    <a:pt x="10" y="55"/>
                    <a:pt x="11" y="54"/>
                  </a:cubicBezTo>
                  <a:cubicBezTo>
                    <a:pt x="12" y="54"/>
                    <a:pt x="12" y="53"/>
                    <a:pt x="11" y="53"/>
                  </a:cubicBezTo>
                  <a:cubicBezTo>
                    <a:pt x="11" y="52"/>
                    <a:pt x="11" y="52"/>
                    <a:pt x="10" y="52"/>
                  </a:cubicBezTo>
                  <a:cubicBezTo>
                    <a:pt x="9" y="51"/>
                    <a:pt x="9" y="49"/>
                    <a:pt x="10" y="49"/>
                  </a:cubicBezTo>
                  <a:cubicBezTo>
                    <a:pt x="11" y="48"/>
                    <a:pt x="13" y="48"/>
                    <a:pt x="15" y="47"/>
                  </a:cubicBezTo>
                  <a:cubicBezTo>
                    <a:pt x="18" y="46"/>
                    <a:pt x="21" y="46"/>
                    <a:pt x="21" y="46"/>
                  </a:cubicBezTo>
                  <a:cubicBezTo>
                    <a:pt x="22" y="46"/>
                    <a:pt x="23" y="47"/>
                    <a:pt x="22" y="48"/>
                  </a:cubicBezTo>
                  <a:cubicBezTo>
                    <a:pt x="21" y="48"/>
                    <a:pt x="21" y="49"/>
                    <a:pt x="21" y="50"/>
                  </a:cubicBezTo>
                  <a:cubicBezTo>
                    <a:pt x="21" y="52"/>
                    <a:pt x="23" y="53"/>
                    <a:pt x="24" y="53"/>
                  </a:cubicBezTo>
                  <a:cubicBezTo>
                    <a:pt x="26" y="55"/>
                    <a:pt x="28" y="53"/>
                    <a:pt x="29" y="52"/>
                  </a:cubicBezTo>
                  <a:cubicBezTo>
                    <a:pt x="29" y="52"/>
                    <a:pt x="30" y="50"/>
                    <a:pt x="31" y="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9" name="íśḷïḍe"/>
            <p:cNvSpPr/>
            <p:nvPr/>
          </p:nvSpPr>
          <p:spPr bwMode="auto">
            <a:xfrm>
              <a:off x="5970588" y="3390900"/>
              <a:ext cx="52388" cy="119063"/>
            </a:xfrm>
            <a:custGeom>
              <a:avLst/>
              <a:gdLst>
                <a:gd name="T0" fmla="*/ 1 w 10"/>
                <a:gd name="T1" fmla="*/ 17 h 22"/>
                <a:gd name="T2" fmla="*/ 1 w 10"/>
                <a:gd name="T3" fmla="*/ 8 h 22"/>
                <a:gd name="T4" fmla="*/ 2 w 10"/>
                <a:gd name="T5" fmla="*/ 2 h 22"/>
                <a:gd name="T6" fmla="*/ 2 w 10"/>
                <a:gd name="T7" fmla="*/ 1 h 22"/>
                <a:gd name="T8" fmla="*/ 3 w 10"/>
                <a:gd name="T9" fmla="*/ 1 h 22"/>
                <a:gd name="T10" fmla="*/ 5 w 10"/>
                <a:gd name="T11" fmla="*/ 2 h 22"/>
                <a:gd name="T12" fmla="*/ 7 w 10"/>
                <a:gd name="T13" fmla="*/ 5 h 22"/>
                <a:gd name="T14" fmla="*/ 9 w 10"/>
                <a:gd name="T15" fmla="*/ 8 h 22"/>
                <a:gd name="T16" fmla="*/ 10 w 10"/>
                <a:gd name="T17" fmla="*/ 12 h 22"/>
                <a:gd name="T18" fmla="*/ 10 w 10"/>
                <a:gd name="T19" fmla="*/ 17 h 22"/>
                <a:gd name="T20" fmla="*/ 9 w 10"/>
                <a:gd name="T21" fmla="*/ 21 h 22"/>
                <a:gd name="T22" fmla="*/ 7 w 10"/>
                <a:gd name="T23" fmla="*/ 22 h 22"/>
                <a:gd name="T24" fmla="*/ 4 w 10"/>
                <a:gd name="T25" fmla="*/ 21 h 22"/>
                <a:gd name="T26" fmla="*/ 1 w 10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2">
                  <a:moveTo>
                    <a:pt x="1" y="17"/>
                  </a:moveTo>
                  <a:cubicBezTo>
                    <a:pt x="0" y="14"/>
                    <a:pt x="1" y="11"/>
                    <a:pt x="1" y="8"/>
                  </a:cubicBezTo>
                  <a:cubicBezTo>
                    <a:pt x="1" y="6"/>
                    <a:pt x="2" y="4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4" y="1"/>
                    <a:pt x="4" y="1"/>
                    <a:pt x="5" y="2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6"/>
                    <a:pt x="8" y="7"/>
                    <a:pt x="9" y="8"/>
                  </a:cubicBezTo>
                  <a:cubicBezTo>
                    <a:pt x="9" y="9"/>
                    <a:pt x="10" y="11"/>
                    <a:pt x="10" y="12"/>
                  </a:cubicBezTo>
                  <a:cubicBezTo>
                    <a:pt x="10" y="14"/>
                    <a:pt x="10" y="16"/>
                    <a:pt x="10" y="17"/>
                  </a:cubicBezTo>
                  <a:cubicBezTo>
                    <a:pt x="10" y="19"/>
                    <a:pt x="9" y="21"/>
                    <a:pt x="9" y="21"/>
                  </a:cubicBezTo>
                  <a:cubicBezTo>
                    <a:pt x="8" y="22"/>
                    <a:pt x="7" y="22"/>
                    <a:pt x="7" y="22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3" y="19"/>
                    <a:pt x="1" y="1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30" name="íSḻîďè"/>
            <p:cNvSpPr/>
            <p:nvPr/>
          </p:nvSpPr>
          <p:spPr bwMode="auto">
            <a:xfrm>
              <a:off x="5472113" y="3132138"/>
              <a:ext cx="401638" cy="388938"/>
            </a:xfrm>
            <a:custGeom>
              <a:avLst/>
              <a:gdLst>
                <a:gd name="T0" fmla="*/ 32 w 75"/>
                <a:gd name="T1" fmla="*/ 71 h 72"/>
                <a:gd name="T2" fmla="*/ 25 w 75"/>
                <a:gd name="T3" fmla="*/ 68 h 72"/>
                <a:gd name="T4" fmla="*/ 28 w 75"/>
                <a:gd name="T5" fmla="*/ 65 h 72"/>
                <a:gd name="T6" fmla="*/ 40 w 75"/>
                <a:gd name="T7" fmla="*/ 61 h 72"/>
                <a:gd name="T8" fmla="*/ 43 w 75"/>
                <a:gd name="T9" fmla="*/ 61 h 72"/>
                <a:gd name="T10" fmla="*/ 47 w 75"/>
                <a:gd name="T11" fmla="*/ 63 h 72"/>
                <a:gd name="T12" fmla="*/ 51 w 75"/>
                <a:gd name="T13" fmla="*/ 53 h 72"/>
                <a:gd name="T14" fmla="*/ 58 w 75"/>
                <a:gd name="T15" fmla="*/ 40 h 72"/>
                <a:gd name="T16" fmla="*/ 62 w 75"/>
                <a:gd name="T17" fmla="*/ 33 h 72"/>
                <a:gd name="T18" fmla="*/ 59 w 75"/>
                <a:gd name="T19" fmla="*/ 32 h 72"/>
                <a:gd name="T20" fmla="*/ 56 w 75"/>
                <a:gd name="T21" fmla="*/ 33 h 72"/>
                <a:gd name="T22" fmla="*/ 48 w 75"/>
                <a:gd name="T23" fmla="*/ 40 h 72"/>
                <a:gd name="T24" fmla="*/ 47 w 75"/>
                <a:gd name="T25" fmla="*/ 45 h 72"/>
                <a:gd name="T26" fmla="*/ 43 w 75"/>
                <a:gd name="T27" fmla="*/ 49 h 72"/>
                <a:gd name="T28" fmla="*/ 41 w 75"/>
                <a:gd name="T29" fmla="*/ 44 h 72"/>
                <a:gd name="T30" fmla="*/ 36 w 75"/>
                <a:gd name="T31" fmla="*/ 45 h 72"/>
                <a:gd name="T32" fmla="*/ 31 w 75"/>
                <a:gd name="T33" fmla="*/ 49 h 72"/>
                <a:gd name="T34" fmla="*/ 29 w 75"/>
                <a:gd name="T35" fmla="*/ 52 h 72"/>
                <a:gd name="T36" fmla="*/ 27 w 75"/>
                <a:gd name="T37" fmla="*/ 58 h 72"/>
                <a:gd name="T38" fmla="*/ 24 w 75"/>
                <a:gd name="T39" fmla="*/ 60 h 72"/>
                <a:gd name="T40" fmla="*/ 24 w 75"/>
                <a:gd name="T41" fmla="*/ 53 h 72"/>
                <a:gd name="T42" fmla="*/ 22 w 75"/>
                <a:gd name="T43" fmla="*/ 52 h 72"/>
                <a:gd name="T44" fmla="*/ 20 w 75"/>
                <a:gd name="T45" fmla="*/ 53 h 72"/>
                <a:gd name="T46" fmla="*/ 10 w 75"/>
                <a:gd name="T47" fmla="*/ 69 h 72"/>
                <a:gd name="T48" fmla="*/ 4 w 75"/>
                <a:gd name="T49" fmla="*/ 71 h 72"/>
                <a:gd name="T50" fmla="*/ 1 w 75"/>
                <a:gd name="T51" fmla="*/ 69 h 72"/>
                <a:gd name="T52" fmla="*/ 0 w 75"/>
                <a:gd name="T53" fmla="*/ 65 h 72"/>
                <a:gd name="T54" fmla="*/ 2 w 75"/>
                <a:gd name="T55" fmla="*/ 57 h 72"/>
                <a:gd name="T56" fmla="*/ 6 w 75"/>
                <a:gd name="T57" fmla="*/ 59 h 72"/>
                <a:gd name="T58" fmla="*/ 13 w 75"/>
                <a:gd name="T59" fmla="*/ 55 h 72"/>
                <a:gd name="T60" fmla="*/ 21 w 75"/>
                <a:gd name="T61" fmla="*/ 47 h 72"/>
                <a:gd name="T62" fmla="*/ 28 w 75"/>
                <a:gd name="T63" fmla="*/ 40 h 72"/>
                <a:gd name="T64" fmla="*/ 27 w 75"/>
                <a:gd name="T65" fmla="*/ 31 h 72"/>
                <a:gd name="T66" fmla="*/ 28 w 75"/>
                <a:gd name="T67" fmla="*/ 28 h 72"/>
                <a:gd name="T68" fmla="*/ 33 w 75"/>
                <a:gd name="T69" fmla="*/ 23 h 72"/>
                <a:gd name="T70" fmla="*/ 32 w 75"/>
                <a:gd name="T71" fmla="*/ 20 h 72"/>
                <a:gd name="T72" fmla="*/ 26 w 75"/>
                <a:gd name="T73" fmla="*/ 14 h 72"/>
                <a:gd name="T74" fmla="*/ 41 w 75"/>
                <a:gd name="T75" fmla="*/ 13 h 72"/>
                <a:gd name="T76" fmla="*/ 52 w 75"/>
                <a:gd name="T77" fmla="*/ 7 h 72"/>
                <a:gd name="T78" fmla="*/ 61 w 75"/>
                <a:gd name="T79" fmla="*/ 2 h 72"/>
                <a:gd name="T80" fmla="*/ 66 w 75"/>
                <a:gd name="T81" fmla="*/ 2 h 72"/>
                <a:gd name="T82" fmla="*/ 67 w 75"/>
                <a:gd name="T83" fmla="*/ 9 h 72"/>
                <a:gd name="T84" fmla="*/ 51 w 75"/>
                <a:gd name="T85" fmla="*/ 18 h 72"/>
                <a:gd name="T86" fmla="*/ 52 w 75"/>
                <a:gd name="T87" fmla="*/ 22 h 72"/>
                <a:gd name="T88" fmla="*/ 56 w 75"/>
                <a:gd name="T89" fmla="*/ 28 h 72"/>
                <a:gd name="T90" fmla="*/ 68 w 75"/>
                <a:gd name="T91" fmla="*/ 22 h 72"/>
                <a:gd name="T92" fmla="*/ 74 w 75"/>
                <a:gd name="T93" fmla="*/ 25 h 72"/>
                <a:gd name="T94" fmla="*/ 74 w 75"/>
                <a:gd name="T95" fmla="*/ 31 h 72"/>
                <a:gd name="T96" fmla="*/ 69 w 75"/>
                <a:gd name="T97" fmla="*/ 40 h 72"/>
                <a:gd name="T98" fmla="*/ 62 w 75"/>
                <a:gd name="T99" fmla="*/ 55 h 72"/>
                <a:gd name="T100" fmla="*/ 57 w 75"/>
                <a:gd name="T101" fmla="*/ 68 h 72"/>
                <a:gd name="T102" fmla="*/ 53 w 75"/>
                <a:gd name="T103" fmla="*/ 71 h 72"/>
                <a:gd name="T104" fmla="*/ 46 w 75"/>
                <a:gd name="T105" fmla="*/ 67 h 72"/>
                <a:gd name="T106" fmla="*/ 40 w 75"/>
                <a:gd name="T107" fmla="*/ 68 h 72"/>
                <a:gd name="T108" fmla="*/ 30 w 75"/>
                <a:gd name="T109" fmla="*/ 29 h 72"/>
                <a:gd name="T110" fmla="*/ 34 w 75"/>
                <a:gd name="T111" fmla="*/ 37 h 72"/>
                <a:gd name="T112" fmla="*/ 45 w 75"/>
                <a:gd name="T113" fmla="*/ 32 h 72"/>
                <a:gd name="T114" fmla="*/ 46 w 75"/>
                <a:gd name="T115" fmla="*/ 24 h 72"/>
                <a:gd name="T116" fmla="*/ 38 w 75"/>
                <a:gd name="T117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72">
                  <a:moveTo>
                    <a:pt x="40" y="70"/>
                  </a:moveTo>
                  <a:cubicBezTo>
                    <a:pt x="39" y="71"/>
                    <a:pt x="38" y="71"/>
                    <a:pt x="37" y="71"/>
                  </a:cubicBezTo>
                  <a:cubicBezTo>
                    <a:pt x="36" y="71"/>
                    <a:pt x="33" y="71"/>
                    <a:pt x="32" y="71"/>
                  </a:cubicBezTo>
                  <a:cubicBezTo>
                    <a:pt x="30" y="71"/>
                    <a:pt x="29" y="71"/>
                    <a:pt x="28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5" y="69"/>
                    <a:pt x="25" y="69"/>
                    <a:pt x="25" y="68"/>
                  </a:cubicBezTo>
                  <a:cubicBezTo>
                    <a:pt x="25" y="68"/>
                    <a:pt x="25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7" y="66"/>
                    <a:pt x="27" y="65"/>
                    <a:pt x="28" y="65"/>
                  </a:cubicBezTo>
                  <a:cubicBezTo>
                    <a:pt x="30" y="64"/>
                    <a:pt x="36" y="62"/>
                    <a:pt x="35" y="62"/>
                  </a:cubicBezTo>
                  <a:cubicBezTo>
                    <a:pt x="34" y="62"/>
                    <a:pt x="37" y="62"/>
                    <a:pt x="37" y="62"/>
                  </a:cubicBezTo>
                  <a:cubicBezTo>
                    <a:pt x="38" y="61"/>
                    <a:pt x="40" y="61"/>
                    <a:pt x="40" y="61"/>
                  </a:cubicBezTo>
                  <a:cubicBezTo>
                    <a:pt x="40" y="61"/>
                    <a:pt x="41" y="60"/>
                    <a:pt x="41" y="60"/>
                  </a:cubicBezTo>
                  <a:cubicBezTo>
                    <a:pt x="42" y="60"/>
                    <a:pt x="42" y="61"/>
                    <a:pt x="42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4" y="61"/>
                    <a:pt x="44" y="61"/>
                    <a:pt x="45" y="62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8" y="63"/>
                    <a:pt x="50" y="62"/>
                    <a:pt x="50" y="61"/>
                  </a:cubicBezTo>
                  <a:cubicBezTo>
                    <a:pt x="51" y="60"/>
                    <a:pt x="51" y="60"/>
                    <a:pt x="51" y="58"/>
                  </a:cubicBezTo>
                  <a:cubicBezTo>
                    <a:pt x="51" y="56"/>
                    <a:pt x="51" y="55"/>
                    <a:pt x="51" y="53"/>
                  </a:cubicBezTo>
                  <a:cubicBezTo>
                    <a:pt x="52" y="51"/>
                    <a:pt x="53" y="48"/>
                    <a:pt x="54" y="48"/>
                  </a:cubicBezTo>
                  <a:cubicBezTo>
                    <a:pt x="54" y="48"/>
                    <a:pt x="55" y="46"/>
                    <a:pt x="55" y="45"/>
                  </a:cubicBezTo>
                  <a:cubicBezTo>
                    <a:pt x="56" y="43"/>
                    <a:pt x="57" y="41"/>
                    <a:pt x="58" y="40"/>
                  </a:cubicBezTo>
                  <a:cubicBezTo>
                    <a:pt x="58" y="39"/>
                    <a:pt x="59" y="38"/>
                    <a:pt x="59" y="38"/>
                  </a:cubicBezTo>
                  <a:cubicBezTo>
                    <a:pt x="60" y="37"/>
                    <a:pt x="61" y="36"/>
                    <a:pt x="61" y="35"/>
                  </a:cubicBezTo>
                  <a:cubicBezTo>
                    <a:pt x="62" y="34"/>
                    <a:pt x="62" y="33"/>
                    <a:pt x="62" y="33"/>
                  </a:cubicBezTo>
                  <a:cubicBezTo>
                    <a:pt x="62" y="33"/>
                    <a:pt x="62" y="32"/>
                    <a:pt x="62" y="32"/>
                  </a:cubicBezTo>
                  <a:cubicBezTo>
                    <a:pt x="62" y="32"/>
                    <a:pt x="61" y="31"/>
                    <a:pt x="61" y="31"/>
                  </a:cubicBezTo>
                  <a:cubicBezTo>
                    <a:pt x="61" y="31"/>
                    <a:pt x="59" y="31"/>
                    <a:pt x="59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6" y="33"/>
                    <a:pt x="57" y="33"/>
                  </a:cubicBezTo>
                  <a:cubicBezTo>
                    <a:pt x="59" y="32"/>
                    <a:pt x="58" y="32"/>
                    <a:pt x="56" y="33"/>
                  </a:cubicBezTo>
                  <a:cubicBezTo>
                    <a:pt x="56" y="33"/>
                    <a:pt x="55" y="34"/>
                    <a:pt x="54" y="34"/>
                  </a:cubicBezTo>
                  <a:cubicBezTo>
                    <a:pt x="53" y="34"/>
                    <a:pt x="52" y="36"/>
                    <a:pt x="51" y="37"/>
                  </a:cubicBezTo>
                  <a:cubicBezTo>
                    <a:pt x="50" y="38"/>
                    <a:pt x="49" y="39"/>
                    <a:pt x="48" y="40"/>
                  </a:cubicBezTo>
                  <a:cubicBezTo>
                    <a:pt x="48" y="41"/>
                    <a:pt x="47" y="41"/>
                    <a:pt x="47" y="41"/>
                  </a:cubicBezTo>
                  <a:cubicBezTo>
                    <a:pt x="47" y="41"/>
                    <a:pt x="47" y="42"/>
                    <a:pt x="47" y="42"/>
                  </a:cubicBezTo>
                  <a:cubicBezTo>
                    <a:pt x="47" y="43"/>
                    <a:pt x="47" y="44"/>
                    <a:pt x="47" y="45"/>
                  </a:cubicBezTo>
                  <a:cubicBezTo>
                    <a:pt x="47" y="45"/>
                    <a:pt x="46" y="45"/>
                    <a:pt x="46" y="46"/>
                  </a:cubicBezTo>
                  <a:cubicBezTo>
                    <a:pt x="46" y="48"/>
                    <a:pt x="45" y="48"/>
                    <a:pt x="45" y="49"/>
                  </a:cubicBezTo>
                  <a:cubicBezTo>
                    <a:pt x="44" y="49"/>
                    <a:pt x="43" y="49"/>
                    <a:pt x="43" y="49"/>
                  </a:cubicBezTo>
                  <a:cubicBezTo>
                    <a:pt x="42" y="49"/>
                    <a:pt x="41" y="48"/>
                    <a:pt x="41" y="47"/>
                  </a:cubicBezTo>
                  <a:cubicBezTo>
                    <a:pt x="41" y="47"/>
                    <a:pt x="41" y="46"/>
                    <a:pt x="41" y="45"/>
                  </a:cubicBezTo>
                  <a:cubicBezTo>
                    <a:pt x="41" y="45"/>
                    <a:pt x="41" y="44"/>
                    <a:pt x="41" y="44"/>
                  </a:cubicBezTo>
                  <a:cubicBezTo>
                    <a:pt x="40" y="43"/>
                    <a:pt x="40" y="42"/>
                    <a:pt x="39" y="42"/>
                  </a:cubicBezTo>
                  <a:cubicBezTo>
                    <a:pt x="38" y="43"/>
                    <a:pt x="37" y="44"/>
                    <a:pt x="36" y="44"/>
                  </a:cubicBezTo>
                  <a:cubicBezTo>
                    <a:pt x="36" y="44"/>
                    <a:pt x="36" y="44"/>
                    <a:pt x="36" y="45"/>
                  </a:cubicBezTo>
                  <a:cubicBezTo>
                    <a:pt x="35" y="45"/>
                    <a:pt x="35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7"/>
                    <a:pt x="32" y="49"/>
                    <a:pt x="31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29" y="52"/>
                  </a:cubicBezTo>
                  <a:cubicBezTo>
                    <a:pt x="29" y="53"/>
                    <a:pt x="28" y="54"/>
                    <a:pt x="28" y="54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7" y="57"/>
                    <a:pt x="27" y="58"/>
                    <a:pt x="27" y="58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0"/>
                    <a:pt x="24" y="59"/>
                    <a:pt x="24" y="59"/>
                  </a:cubicBezTo>
                  <a:cubicBezTo>
                    <a:pt x="24" y="57"/>
                    <a:pt x="23" y="56"/>
                    <a:pt x="23" y="55"/>
                  </a:cubicBezTo>
                  <a:cubicBezTo>
                    <a:pt x="23" y="55"/>
                    <a:pt x="24" y="53"/>
                    <a:pt x="24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19" y="54"/>
                    <a:pt x="17" y="56"/>
                    <a:pt x="17" y="56"/>
                  </a:cubicBezTo>
                  <a:cubicBezTo>
                    <a:pt x="15" y="58"/>
                    <a:pt x="13" y="62"/>
                    <a:pt x="12" y="64"/>
                  </a:cubicBezTo>
                  <a:cubicBezTo>
                    <a:pt x="12" y="66"/>
                    <a:pt x="11" y="67"/>
                    <a:pt x="10" y="69"/>
                  </a:cubicBezTo>
                  <a:cubicBezTo>
                    <a:pt x="10" y="70"/>
                    <a:pt x="10" y="71"/>
                    <a:pt x="9" y="71"/>
                  </a:cubicBezTo>
                  <a:cubicBezTo>
                    <a:pt x="8" y="72"/>
                    <a:pt x="7" y="71"/>
                    <a:pt x="6" y="71"/>
                  </a:cubicBezTo>
                  <a:cubicBezTo>
                    <a:pt x="5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2" y="70"/>
                    <a:pt x="2" y="70"/>
                  </a:cubicBezTo>
                  <a:cubicBezTo>
                    <a:pt x="2" y="70"/>
                    <a:pt x="1" y="70"/>
                    <a:pt x="1" y="69"/>
                  </a:cubicBezTo>
                  <a:cubicBezTo>
                    <a:pt x="1" y="69"/>
                    <a:pt x="0" y="69"/>
                    <a:pt x="0" y="69"/>
                  </a:cubicBezTo>
                  <a:cubicBezTo>
                    <a:pt x="0" y="69"/>
                    <a:pt x="0" y="69"/>
                    <a:pt x="0" y="68"/>
                  </a:cubicBezTo>
                  <a:cubicBezTo>
                    <a:pt x="0" y="68"/>
                    <a:pt x="0" y="66"/>
                    <a:pt x="0" y="65"/>
                  </a:cubicBezTo>
                  <a:cubicBezTo>
                    <a:pt x="0" y="65"/>
                    <a:pt x="1" y="62"/>
                    <a:pt x="1" y="60"/>
                  </a:cubicBezTo>
                  <a:cubicBezTo>
                    <a:pt x="1" y="60"/>
                    <a:pt x="1" y="59"/>
                    <a:pt x="1" y="58"/>
                  </a:cubicBezTo>
                  <a:cubicBezTo>
                    <a:pt x="1" y="57"/>
                    <a:pt x="0" y="57"/>
                    <a:pt x="2" y="57"/>
                  </a:cubicBezTo>
                  <a:cubicBezTo>
                    <a:pt x="3" y="57"/>
                    <a:pt x="3" y="58"/>
                    <a:pt x="4" y="58"/>
                  </a:cubicBezTo>
                  <a:cubicBezTo>
                    <a:pt x="4" y="58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8" y="59"/>
                    <a:pt x="10" y="57"/>
                    <a:pt x="10" y="56"/>
                  </a:cubicBezTo>
                  <a:cubicBezTo>
                    <a:pt x="10" y="56"/>
                    <a:pt x="12" y="55"/>
                    <a:pt x="13" y="55"/>
                  </a:cubicBezTo>
                  <a:cubicBezTo>
                    <a:pt x="15" y="53"/>
                    <a:pt x="17" y="50"/>
                    <a:pt x="17" y="50"/>
                  </a:cubicBezTo>
                  <a:cubicBezTo>
                    <a:pt x="18" y="49"/>
                    <a:pt x="19" y="48"/>
                    <a:pt x="20" y="48"/>
                  </a:cubicBezTo>
                  <a:cubicBezTo>
                    <a:pt x="20" y="47"/>
                    <a:pt x="21" y="47"/>
                    <a:pt x="21" y="47"/>
                  </a:cubicBezTo>
                  <a:cubicBezTo>
                    <a:pt x="21" y="47"/>
                    <a:pt x="24" y="44"/>
                    <a:pt x="25" y="43"/>
                  </a:cubicBezTo>
                  <a:cubicBezTo>
                    <a:pt x="26" y="42"/>
                    <a:pt x="27" y="42"/>
                    <a:pt x="27" y="41"/>
                  </a:cubicBezTo>
                  <a:cubicBezTo>
                    <a:pt x="27" y="41"/>
                    <a:pt x="27" y="41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8" y="36"/>
                    <a:pt x="28" y="35"/>
                    <a:pt x="27" y="33"/>
                  </a:cubicBezTo>
                  <a:cubicBezTo>
                    <a:pt x="27" y="33"/>
                    <a:pt x="28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8" y="29"/>
                  </a:cubicBezTo>
                  <a:cubicBezTo>
                    <a:pt x="28" y="29"/>
                    <a:pt x="28" y="28"/>
                    <a:pt x="28" y="28"/>
                  </a:cubicBezTo>
                  <a:cubicBezTo>
                    <a:pt x="28" y="28"/>
                    <a:pt x="28" y="28"/>
                    <a:pt x="28" y="27"/>
                  </a:cubicBezTo>
                  <a:cubicBezTo>
                    <a:pt x="28" y="27"/>
                    <a:pt x="29" y="27"/>
                    <a:pt x="29" y="26"/>
                  </a:cubicBezTo>
                  <a:cubicBezTo>
                    <a:pt x="31" y="25"/>
                    <a:pt x="32" y="24"/>
                    <a:pt x="33" y="23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2" y="20"/>
                    <a:pt x="32" y="20"/>
                  </a:cubicBezTo>
                  <a:cubicBezTo>
                    <a:pt x="31" y="20"/>
                    <a:pt x="30" y="20"/>
                    <a:pt x="30" y="19"/>
                  </a:cubicBezTo>
                  <a:cubicBezTo>
                    <a:pt x="29" y="19"/>
                    <a:pt x="26" y="17"/>
                    <a:pt x="26" y="16"/>
                  </a:cubicBezTo>
                  <a:cubicBezTo>
                    <a:pt x="25" y="15"/>
                    <a:pt x="24" y="14"/>
                    <a:pt x="26" y="14"/>
                  </a:cubicBezTo>
                  <a:cubicBezTo>
                    <a:pt x="27" y="14"/>
                    <a:pt x="31" y="14"/>
                    <a:pt x="33" y="15"/>
                  </a:cubicBezTo>
                  <a:cubicBezTo>
                    <a:pt x="35" y="14"/>
                    <a:pt x="35" y="15"/>
                    <a:pt x="37" y="14"/>
                  </a:cubicBezTo>
                  <a:cubicBezTo>
                    <a:pt x="37" y="14"/>
                    <a:pt x="40" y="13"/>
                    <a:pt x="41" y="13"/>
                  </a:cubicBezTo>
                  <a:cubicBezTo>
                    <a:pt x="43" y="12"/>
                    <a:pt x="45" y="11"/>
                    <a:pt x="47" y="10"/>
                  </a:cubicBezTo>
                  <a:cubicBezTo>
                    <a:pt x="48" y="10"/>
                    <a:pt x="50" y="9"/>
                    <a:pt x="51" y="8"/>
                  </a:cubicBezTo>
                  <a:cubicBezTo>
                    <a:pt x="51" y="8"/>
                    <a:pt x="52" y="8"/>
                    <a:pt x="52" y="7"/>
                  </a:cubicBezTo>
                  <a:cubicBezTo>
                    <a:pt x="53" y="7"/>
                    <a:pt x="54" y="7"/>
                    <a:pt x="54" y="6"/>
                  </a:cubicBezTo>
                  <a:cubicBezTo>
                    <a:pt x="56" y="5"/>
                    <a:pt x="57" y="5"/>
                    <a:pt x="59" y="4"/>
                  </a:cubicBezTo>
                  <a:cubicBezTo>
                    <a:pt x="59" y="3"/>
                    <a:pt x="60" y="3"/>
                    <a:pt x="61" y="2"/>
                  </a:cubicBezTo>
                  <a:cubicBezTo>
                    <a:pt x="61" y="2"/>
                    <a:pt x="63" y="1"/>
                    <a:pt x="63" y="1"/>
                  </a:cubicBezTo>
                  <a:cubicBezTo>
                    <a:pt x="64" y="0"/>
                    <a:pt x="64" y="1"/>
                    <a:pt x="65" y="1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7" y="3"/>
                    <a:pt x="68" y="3"/>
                  </a:cubicBezTo>
                  <a:cubicBezTo>
                    <a:pt x="68" y="4"/>
                    <a:pt x="68" y="5"/>
                    <a:pt x="68" y="6"/>
                  </a:cubicBezTo>
                  <a:cubicBezTo>
                    <a:pt x="68" y="6"/>
                    <a:pt x="68" y="8"/>
                    <a:pt x="67" y="9"/>
                  </a:cubicBezTo>
                  <a:cubicBezTo>
                    <a:pt x="66" y="9"/>
                    <a:pt x="65" y="10"/>
                    <a:pt x="63" y="10"/>
                  </a:cubicBezTo>
                  <a:cubicBezTo>
                    <a:pt x="62" y="11"/>
                    <a:pt x="61" y="12"/>
                    <a:pt x="60" y="12"/>
                  </a:cubicBezTo>
                  <a:cubicBezTo>
                    <a:pt x="56" y="14"/>
                    <a:pt x="53" y="16"/>
                    <a:pt x="51" y="18"/>
                  </a:cubicBezTo>
                  <a:cubicBezTo>
                    <a:pt x="50" y="18"/>
                    <a:pt x="50" y="18"/>
                    <a:pt x="50" y="19"/>
                  </a:cubicBezTo>
                  <a:cubicBezTo>
                    <a:pt x="50" y="19"/>
                    <a:pt x="50" y="20"/>
                    <a:pt x="50" y="20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3" y="24"/>
                    <a:pt x="52" y="26"/>
                    <a:pt x="52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5" y="29"/>
                    <a:pt x="55" y="29"/>
                    <a:pt x="56" y="28"/>
                  </a:cubicBezTo>
                  <a:cubicBezTo>
                    <a:pt x="58" y="27"/>
                    <a:pt x="60" y="27"/>
                    <a:pt x="62" y="26"/>
                  </a:cubicBezTo>
                  <a:cubicBezTo>
                    <a:pt x="63" y="25"/>
                    <a:pt x="66" y="23"/>
                    <a:pt x="66" y="23"/>
                  </a:cubicBezTo>
                  <a:cubicBezTo>
                    <a:pt x="66" y="23"/>
                    <a:pt x="67" y="22"/>
                    <a:pt x="68" y="22"/>
                  </a:cubicBezTo>
                  <a:cubicBezTo>
                    <a:pt x="68" y="22"/>
                    <a:pt x="69" y="22"/>
                    <a:pt x="69" y="22"/>
                  </a:cubicBezTo>
                  <a:cubicBezTo>
                    <a:pt x="70" y="22"/>
                    <a:pt x="71" y="23"/>
                    <a:pt x="72" y="23"/>
                  </a:cubicBezTo>
                  <a:cubicBezTo>
                    <a:pt x="73" y="24"/>
                    <a:pt x="74" y="24"/>
                    <a:pt x="74" y="25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7"/>
                    <a:pt x="75" y="29"/>
                    <a:pt x="74" y="30"/>
                  </a:cubicBezTo>
                  <a:cubicBezTo>
                    <a:pt x="74" y="30"/>
                    <a:pt x="74" y="31"/>
                    <a:pt x="74" y="31"/>
                  </a:cubicBezTo>
                  <a:cubicBezTo>
                    <a:pt x="72" y="33"/>
                    <a:pt x="72" y="34"/>
                    <a:pt x="71" y="35"/>
                  </a:cubicBezTo>
                  <a:cubicBezTo>
                    <a:pt x="71" y="36"/>
                    <a:pt x="71" y="36"/>
                    <a:pt x="70" y="37"/>
                  </a:cubicBezTo>
                  <a:cubicBezTo>
                    <a:pt x="70" y="38"/>
                    <a:pt x="69" y="39"/>
                    <a:pt x="69" y="40"/>
                  </a:cubicBezTo>
                  <a:cubicBezTo>
                    <a:pt x="68" y="42"/>
                    <a:pt x="67" y="43"/>
                    <a:pt x="66" y="45"/>
                  </a:cubicBezTo>
                  <a:cubicBezTo>
                    <a:pt x="65" y="45"/>
                    <a:pt x="65" y="46"/>
                    <a:pt x="65" y="47"/>
                  </a:cubicBezTo>
                  <a:cubicBezTo>
                    <a:pt x="63" y="50"/>
                    <a:pt x="63" y="52"/>
                    <a:pt x="62" y="55"/>
                  </a:cubicBezTo>
                  <a:cubicBezTo>
                    <a:pt x="61" y="56"/>
                    <a:pt x="61" y="56"/>
                    <a:pt x="61" y="57"/>
                  </a:cubicBezTo>
                  <a:cubicBezTo>
                    <a:pt x="60" y="59"/>
                    <a:pt x="59" y="61"/>
                    <a:pt x="59" y="64"/>
                  </a:cubicBezTo>
                  <a:cubicBezTo>
                    <a:pt x="58" y="65"/>
                    <a:pt x="58" y="66"/>
                    <a:pt x="57" y="68"/>
                  </a:cubicBezTo>
                  <a:cubicBezTo>
                    <a:pt x="57" y="68"/>
                    <a:pt x="57" y="69"/>
                    <a:pt x="56" y="70"/>
                  </a:cubicBezTo>
                  <a:cubicBezTo>
                    <a:pt x="56" y="70"/>
                    <a:pt x="55" y="70"/>
                    <a:pt x="55" y="70"/>
                  </a:cubicBezTo>
                  <a:cubicBezTo>
                    <a:pt x="54" y="71"/>
                    <a:pt x="53" y="71"/>
                    <a:pt x="53" y="71"/>
                  </a:cubicBezTo>
                  <a:cubicBezTo>
                    <a:pt x="52" y="72"/>
                    <a:pt x="51" y="71"/>
                    <a:pt x="50" y="71"/>
                  </a:cubicBezTo>
                  <a:cubicBezTo>
                    <a:pt x="49" y="71"/>
                    <a:pt x="48" y="72"/>
                    <a:pt x="48" y="71"/>
                  </a:cubicBezTo>
                  <a:cubicBezTo>
                    <a:pt x="47" y="70"/>
                    <a:pt x="46" y="68"/>
                    <a:pt x="46" y="67"/>
                  </a:cubicBezTo>
                  <a:cubicBezTo>
                    <a:pt x="45" y="67"/>
                    <a:pt x="45" y="66"/>
                    <a:pt x="45" y="66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2" y="65"/>
                    <a:pt x="40" y="66"/>
                    <a:pt x="40" y="68"/>
                  </a:cubicBezTo>
                  <a:cubicBezTo>
                    <a:pt x="40" y="68"/>
                    <a:pt x="40" y="70"/>
                    <a:pt x="40" y="70"/>
                  </a:cubicBezTo>
                  <a:close/>
                  <a:moveTo>
                    <a:pt x="31" y="28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1" y="34"/>
                    <a:pt x="32" y="35"/>
                  </a:cubicBezTo>
                  <a:cubicBezTo>
                    <a:pt x="33" y="36"/>
                    <a:pt x="34" y="37"/>
                    <a:pt x="34" y="37"/>
                  </a:cubicBezTo>
                  <a:cubicBezTo>
                    <a:pt x="34" y="37"/>
                    <a:pt x="36" y="37"/>
                    <a:pt x="36" y="37"/>
                  </a:cubicBezTo>
                  <a:cubicBezTo>
                    <a:pt x="36" y="37"/>
                    <a:pt x="39" y="36"/>
                    <a:pt x="41" y="35"/>
                  </a:cubicBezTo>
                  <a:cubicBezTo>
                    <a:pt x="44" y="34"/>
                    <a:pt x="45" y="32"/>
                    <a:pt x="45" y="32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7" y="29"/>
                    <a:pt x="47" y="27"/>
                  </a:cubicBezTo>
                  <a:cubicBezTo>
                    <a:pt x="47" y="24"/>
                    <a:pt x="46" y="24"/>
                    <a:pt x="46" y="24"/>
                  </a:cubicBezTo>
                  <a:cubicBezTo>
                    <a:pt x="46" y="24"/>
                    <a:pt x="45" y="22"/>
                    <a:pt x="44" y="22"/>
                  </a:cubicBezTo>
                  <a:cubicBezTo>
                    <a:pt x="44" y="22"/>
                    <a:pt x="42" y="22"/>
                    <a:pt x="42" y="22"/>
                  </a:cubicBezTo>
                  <a:cubicBezTo>
                    <a:pt x="41" y="22"/>
                    <a:pt x="40" y="22"/>
                    <a:pt x="38" y="24"/>
                  </a:cubicBezTo>
                  <a:cubicBezTo>
                    <a:pt x="36" y="24"/>
                    <a:pt x="35" y="25"/>
                    <a:pt x="34" y="26"/>
                  </a:cubicBezTo>
                  <a:cubicBezTo>
                    <a:pt x="33" y="27"/>
                    <a:pt x="32" y="27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0139081" y="657212"/>
            <a:ext cx="1525986" cy="107975"/>
          </a:xfrm>
          <a:custGeom>
            <a:avLst/>
            <a:gdLst>
              <a:gd name="connsiteX0" fmla="*/ 1072429 w 2414454"/>
              <a:gd name="connsiteY0" fmla="*/ 88859 h 170840"/>
              <a:gd name="connsiteX1" fmla="*/ 1052522 w 2414454"/>
              <a:gd name="connsiteY1" fmla="*/ 104604 h 170840"/>
              <a:gd name="connsiteX2" fmla="*/ 1057408 w 2414454"/>
              <a:gd name="connsiteY2" fmla="*/ 116095 h 170840"/>
              <a:gd name="connsiteX3" fmla="*/ 1072972 w 2414454"/>
              <a:gd name="connsiteY3" fmla="*/ 119805 h 170840"/>
              <a:gd name="connsiteX4" fmla="*/ 1083740 w 2414454"/>
              <a:gd name="connsiteY4" fmla="*/ 118901 h 170840"/>
              <a:gd name="connsiteX5" fmla="*/ 1092879 w 2414454"/>
              <a:gd name="connsiteY5" fmla="*/ 113833 h 170840"/>
              <a:gd name="connsiteX6" fmla="*/ 1097404 w 2414454"/>
              <a:gd name="connsiteY6" fmla="*/ 98450 h 170840"/>
              <a:gd name="connsiteX7" fmla="*/ 1097404 w 2414454"/>
              <a:gd name="connsiteY7" fmla="*/ 88859 h 170840"/>
              <a:gd name="connsiteX8" fmla="*/ 1515646 w 2414454"/>
              <a:gd name="connsiteY8" fmla="*/ 51397 h 170840"/>
              <a:gd name="connsiteX9" fmla="*/ 1503974 w 2414454"/>
              <a:gd name="connsiteY9" fmla="*/ 54292 h 170840"/>
              <a:gd name="connsiteX10" fmla="*/ 1497187 w 2414454"/>
              <a:gd name="connsiteY10" fmla="*/ 61803 h 170840"/>
              <a:gd name="connsiteX11" fmla="*/ 1494110 w 2414454"/>
              <a:gd name="connsiteY11" fmla="*/ 72480 h 170840"/>
              <a:gd name="connsiteX12" fmla="*/ 1493387 w 2414454"/>
              <a:gd name="connsiteY12" fmla="*/ 84696 h 170840"/>
              <a:gd name="connsiteX13" fmla="*/ 1494110 w 2414454"/>
              <a:gd name="connsiteY13" fmla="*/ 97003 h 170840"/>
              <a:gd name="connsiteX14" fmla="*/ 1497187 w 2414454"/>
              <a:gd name="connsiteY14" fmla="*/ 107590 h 170840"/>
              <a:gd name="connsiteX15" fmla="*/ 1503974 w 2414454"/>
              <a:gd name="connsiteY15" fmla="*/ 115100 h 170840"/>
              <a:gd name="connsiteX16" fmla="*/ 1515646 w 2414454"/>
              <a:gd name="connsiteY16" fmla="*/ 117996 h 170840"/>
              <a:gd name="connsiteX17" fmla="*/ 1527229 w 2414454"/>
              <a:gd name="connsiteY17" fmla="*/ 115100 h 170840"/>
              <a:gd name="connsiteX18" fmla="*/ 1533925 w 2414454"/>
              <a:gd name="connsiteY18" fmla="*/ 107590 h 170840"/>
              <a:gd name="connsiteX19" fmla="*/ 1537002 w 2414454"/>
              <a:gd name="connsiteY19" fmla="*/ 97003 h 170840"/>
              <a:gd name="connsiteX20" fmla="*/ 1537726 w 2414454"/>
              <a:gd name="connsiteY20" fmla="*/ 84696 h 170840"/>
              <a:gd name="connsiteX21" fmla="*/ 1537002 w 2414454"/>
              <a:gd name="connsiteY21" fmla="*/ 72480 h 170840"/>
              <a:gd name="connsiteX22" fmla="*/ 1533925 w 2414454"/>
              <a:gd name="connsiteY22" fmla="*/ 61803 h 170840"/>
              <a:gd name="connsiteX23" fmla="*/ 1527229 w 2414454"/>
              <a:gd name="connsiteY23" fmla="*/ 54292 h 170840"/>
              <a:gd name="connsiteX24" fmla="*/ 1515646 w 2414454"/>
              <a:gd name="connsiteY24" fmla="*/ 51397 h 170840"/>
              <a:gd name="connsiteX25" fmla="*/ 1326232 w 2414454"/>
              <a:gd name="connsiteY25" fmla="*/ 51397 h 170840"/>
              <a:gd name="connsiteX26" fmla="*/ 1310126 w 2414454"/>
              <a:gd name="connsiteY26" fmla="*/ 57912 h 170840"/>
              <a:gd name="connsiteX27" fmla="*/ 1306235 w 2414454"/>
              <a:gd name="connsiteY27" fmla="*/ 63613 h 170840"/>
              <a:gd name="connsiteX28" fmla="*/ 1304063 w 2414454"/>
              <a:gd name="connsiteY28" fmla="*/ 70399 h 170840"/>
              <a:gd name="connsiteX29" fmla="*/ 1303068 w 2414454"/>
              <a:gd name="connsiteY29" fmla="*/ 77819 h 170840"/>
              <a:gd name="connsiteX30" fmla="*/ 1302887 w 2414454"/>
              <a:gd name="connsiteY30" fmla="*/ 85420 h 170840"/>
              <a:gd name="connsiteX31" fmla="*/ 1303068 w 2414454"/>
              <a:gd name="connsiteY31" fmla="*/ 93021 h 170840"/>
              <a:gd name="connsiteX32" fmla="*/ 1304063 w 2414454"/>
              <a:gd name="connsiteY32" fmla="*/ 100441 h 170840"/>
              <a:gd name="connsiteX33" fmla="*/ 1306235 w 2414454"/>
              <a:gd name="connsiteY33" fmla="*/ 107318 h 170840"/>
              <a:gd name="connsiteX34" fmla="*/ 1310126 w 2414454"/>
              <a:gd name="connsiteY34" fmla="*/ 112928 h 170840"/>
              <a:gd name="connsiteX35" fmla="*/ 1326232 w 2414454"/>
              <a:gd name="connsiteY35" fmla="*/ 119443 h 170840"/>
              <a:gd name="connsiteX36" fmla="*/ 1342520 w 2414454"/>
              <a:gd name="connsiteY36" fmla="*/ 112928 h 170840"/>
              <a:gd name="connsiteX37" fmla="*/ 1346321 w 2414454"/>
              <a:gd name="connsiteY37" fmla="*/ 107318 h 170840"/>
              <a:gd name="connsiteX38" fmla="*/ 1348492 w 2414454"/>
              <a:gd name="connsiteY38" fmla="*/ 100441 h 170840"/>
              <a:gd name="connsiteX39" fmla="*/ 1349397 w 2414454"/>
              <a:gd name="connsiteY39" fmla="*/ 93021 h 170840"/>
              <a:gd name="connsiteX40" fmla="*/ 1349578 w 2414454"/>
              <a:gd name="connsiteY40" fmla="*/ 85420 h 170840"/>
              <a:gd name="connsiteX41" fmla="*/ 1349397 w 2414454"/>
              <a:gd name="connsiteY41" fmla="*/ 77819 h 170840"/>
              <a:gd name="connsiteX42" fmla="*/ 1348492 w 2414454"/>
              <a:gd name="connsiteY42" fmla="*/ 70399 h 170840"/>
              <a:gd name="connsiteX43" fmla="*/ 1346321 w 2414454"/>
              <a:gd name="connsiteY43" fmla="*/ 63613 h 170840"/>
              <a:gd name="connsiteX44" fmla="*/ 1342520 w 2414454"/>
              <a:gd name="connsiteY44" fmla="*/ 57912 h 170840"/>
              <a:gd name="connsiteX45" fmla="*/ 1326232 w 2414454"/>
              <a:gd name="connsiteY45" fmla="*/ 51397 h 170840"/>
              <a:gd name="connsiteX46" fmla="*/ 1173832 w 2414454"/>
              <a:gd name="connsiteY46" fmla="*/ 51397 h 170840"/>
              <a:gd name="connsiteX47" fmla="*/ 1157726 w 2414454"/>
              <a:gd name="connsiteY47" fmla="*/ 57912 h 170840"/>
              <a:gd name="connsiteX48" fmla="*/ 1153835 w 2414454"/>
              <a:gd name="connsiteY48" fmla="*/ 63613 h 170840"/>
              <a:gd name="connsiteX49" fmla="*/ 1151663 w 2414454"/>
              <a:gd name="connsiteY49" fmla="*/ 70399 h 170840"/>
              <a:gd name="connsiteX50" fmla="*/ 1150668 w 2414454"/>
              <a:gd name="connsiteY50" fmla="*/ 77819 h 170840"/>
              <a:gd name="connsiteX51" fmla="*/ 1150487 w 2414454"/>
              <a:gd name="connsiteY51" fmla="*/ 85420 h 170840"/>
              <a:gd name="connsiteX52" fmla="*/ 1150668 w 2414454"/>
              <a:gd name="connsiteY52" fmla="*/ 93021 h 170840"/>
              <a:gd name="connsiteX53" fmla="*/ 1151663 w 2414454"/>
              <a:gd name="connsiteY53" fmla="*/ 100441 h 170840"/>
              <a:gd name="connsiteX54" fmla="*/ 1153835 w 2414454"/>
              <a:gd name="connsiteY54" fmla="*/ 107318 h 170840"/>
              <a:gd name="connsiteX55" fmla="*/ 1157726 w 2414454"/>
              <a:gd name="connsiteY55" fmla="*/ 112928 h 170840"/>
              <a:gd name="connsiteX56" fmla="*/ 1173832 w 2414454"/>
              <a:gd name="connsiteY56" fmla="*/ 119443 h 170840"/>
              <a:gd name="connsiteX57" fmla="*/ 1190120 w 2414454"/>
              <a:gd name="connsiteY57" fmla="*/ 112928 h 170840"/>
              <a:gd name="connsiteX58" fmla="*/ 1193921 w 2414454"/>
              <a:gd name="connsiteY58" fmla="*/ 107318 h 170840"/>
              <a:gd name="connsiteX59" fmla="*/ 1196092 w 2414454"/>
              <a:gd name="connsiteY59" fmla="*/ 100441 h 170840"/>
              <a:gd name="connsiteX60" fmla="*/ 1196997 w 2414454"/>
              <a:gd name="connsiteY60" fmla="*/ 93021 h 170840"/>
              <a:gd name="connsiteX61" fmla="*/ 1197178 w 2414454"/>
              <a:gd name="connsiteY61" fmla="*/ 85420 h 170840"/>
              <a:gd name="connsiteX62" fmla="*/ 1196997 w 2414454"/>
              <a:gd name="connsiteY62" fmla="*/ 77819 h 170840"/>
              <a:gd name="connsiteX63" fmla="*/ 1196092 w 2414454"/>
              <a:gd name="connsiteY63" fmla="*/ 70399 h 170840"/>
              <a:gd name="connsiteX64" fmla="*/ 1193921 w 2414454"/>
              <a:gd name="connsiteY64" fmla="*/ 63613 h 170840"/>
              <a:gd name="connsiteX65" fmla="*/ 1190120 w 2414454"/>
              <a:gd name="connsiteY65" fmla="*/ 57912 h 170840"/>
              <a:gd name="connsiteX66" fmla="*/ 1173832 w 2414454"/>
              <a:gd name="connsiteY66" fmla="*/ 51397 h 170840"/>
              <a:gd name="connsiteX67" fmla="*/ 145132 w 2414454"/>
              <a:gd name="connsiteY67" fmla="*/ 51397 h 170840"/>
              <a:gd name="connsiteX68" fmla="*/ 129026 w 2414454"/>
              <a:gd name="connsiteY68" fmla="*/ 57912 h 170840"/>
              <a:gd name="connsiteX69" fmla="*/ 125135 w 2414454"/>
              <a:gd name="connsiteY69" fmla="*/ 63613 h 170840"/>
              <a:gd name="connsiteX70" fmla="*/ 122963 w 2414454"/>
              <a:gd name="connsiteY70" fmla="*/ 70399 h 170840"/>
              <a:gd name="connsiteX71" fmla="*/ 121968 w 2414454"/>
              <a:gd name="connsiteY71" fmla="*/ 77819 h 170840"/>
              <a:gd name="connsiteX72" fmla="*/ 121787 w 2414454"/>
              <a:gd name="connsiteY72" fmla="*/ 85420 h 170840"/>
              <a:gd name="connsiteX73" fmla="*/ 121968 w 2414454"/>
              <a:gd name="connsiteY73" fmla="*/ 93021 h 170840"/>
              <a:gd name="connsiteX74" fmla="*/ 122963 w 2414454"/>
              <a:gd name="connsiteY74" fmla="*/ 100441 h 170840"/>
              <a:gd name="connsiteX75" fmla="*/ 125135 w 2414454"/>
              <a:gd name="connsiteY75" fmla="*/ 107318 h 170840"/>
              <a:gd name="connsiteX76" fmla="*/ 129026 w 2414454"/>
              <a:gd name="connsiteY76" fmla="*/ 112928 h 170840"/>
              <a:gd name="connsiteX77" fmla="*/ 145132 w 2414454"/>
              <a:gd name="connsiteY77" fmla="*/ 119443 h 170840"/>
              <a:gd name="connsiteX78" fmla="*/ 161420 w 2414454"/>
              <a:gd name="connsiteY78" fmla="*/ 112928 h 170840"/>
              <a:gd name="connsiteX79" fmla="*/ 165221 w 2414454"/>
              <a:gd name="connsiteY79" fmla="*/ 107318 h 170840"/>
              <a:gd name="connsiteX80" fmla="*/ 167392 w 2414454"/>
              <a:gd name="connsiteY80" fmla="*/ 100441 h 170840"/>
              <a:gd name="connsiteX81" fmla="*/ 168297 w 2414454"/>
              <a:gd name="connsiteY81" fmla="*/ 93021 h 170840"/>
              <a:gd name="connsiteX82" fmla="*/ 168478 w 2414454"/>
              <a:gd name="connsiteY82" fmla="*/ 85420 h 170840"/>
              <a:gd name="connsiteX83" fmla="*/ 168297 w 2414454"/>
              <a:gd name="connsiteY83" fmla="*/ 77819 h 170840"/>
              <a:gd name="connsiteX84" fmla="*/ 167392 w 2414454"/>
              <a:gd name="connsiteY84" fmla="*/ 70399 h 170840"/>
              <a:gd name="connsiteX85" fmla="*/ 165221 w 2414454"/>
              <a:gd name="connsiteY85" fmla="*/ 63613 h 170840"/>
              <a:gd name="connsiteX86" fmla="*/ 161420 w 2414454"/>
              <a:gd name="connsiteY86" fmla="*/ 57912 h 170840"/>
              <a:gd name="connsiteX87" fmla="*/ 145132 w 2414454"/>
              <a:gd name="connsiteY87" fmla="*/ 51397 h 170840"/>
              <a:gd name="connsiteX88" fmla="*/ 2031082 w 2414454"/>
              <a:gd name="connsiteY88" fmla="*/ 51035 h 170840"/>
              <a:gd name="connsiteX89" fmla="*/ 2018414 w 2414454"/>
              <a:gd name="connsiteY89" fmla="*/ 54632 h 170840"/>
              <a:gd name="connsiteX90" fmla="*/ 2010270 w 2414454"/>
              <a:gd name="connsiteY90" fmla="*/ 64342 h 170840"/>
              <a:gd name="connsiteX91" fmla="*/ 2008280 w 2414454"/>
              <a:gd name="connsiteY91" fmla="*/ 70814 h 170840"/>
              <a:gd name="connsiteX92" fmla="*/ 2007556 w 2414454"/>
              <a:gd name="connsiteY92" fmla="*/ 79086 h 170840"/>
              <a:gd name="connsiteX93" fmla="*/ 2054609 w 2414454"/>
              <a:gd name="connsiteY93" fmla="*/ 79086 h 170840"/>
              <a:gd name="connsiteX94" fmla="*/ 2054247 w 2414454"/>
              <a:gd name="connsiteY94" fmla="*/ 74410 h 170840"/>
              <a:gd name="connsiteX95" fmla="*/ 2053795 w 2414454"/>
              <a:gd name="connsiteY95" fmla="*/ 70815 h 170840"/>
              <a:gd name="connsiteX96" fmla="*/ 2053071 w 2414454"/>
              <a:gd name="connsiteY96" fmla="*/ 67669 h 170840"/>
              <a:gd name="connsiteX97" fmla="*/ 2051894 w 2414454"/>
              <a:gd name="connsiteY97" fmla="*/ 64342 h 170840"/>
              <a:gd name="connsiteX98" fmla="*/ 2043750 w 2414454"/>
              <a:gd name="connsiteY98" fmla="*/ 54632 h 170840"/>
              <a:gd name="connsiteX99" fmla="*/ 2031082 w 2414454"/>
              <a:gd name="connsiteY99" fmla="*/ 51035 h 170840"/>
              <a:gd name="connsiteX100" fmla="*/ 630907 w 2414454"/>
              <a:gd name="connsiteY100" fmla="*/ 51035 h 170840"/>
              <a:gd name="connsiteX101" fmla="*/ 618239 w 2414454"/>
              <a:gd name="connsiteY101" fmla="*/ 54632 h 170840"/>
              <a:gd name="connsiteX102" fmla="*/ 610095 w 2414454"/>
              <a:gd name="connsiteY102" fmla="*/ 64342 h 170840"/>
              <a:gd name="connsiteX103" fmla="*/ 608104 w 2414454"/>
              <a:gd name="connsiteY103" fmla="*/ 70814 h 170840"/>
              <a:gd name="connsiteX104" fmla="*/ 607381 w 2414454"/>
              <a:gd name="connsiteY104" fmla="*/ 79086 h 170840"/>
              <a:gd name="connsiteX105" fmla="*/ 654434 w 2414454"/>
              <a:gd name="connsiteY105" fmla="*/ 79086 h 170840"/>
              <a:gd name="connsiteX106" fmla="*/ 654072 w 2414454"/>
              <a:gd name="connsiteY106" fmla="*/ 74410 h 170840"/>
              <a:gd name="connsiteX107" fmla="*/ 653620 w 2414454"/>
              <a:gd name="connsiteY107" fmla="*/ 70815 h 170840"/>
              <a:gd name="connsiteX108" fmla="*/ 652896 w 2414454"/>
              <a:gd name="connsiteY108" fmla="*/ 67669 h 170840"/>
              <a:gd name="connsiteX109" fmla="*/ 651720 w 2414454"/>
              <a:gd name="connsiteY109" fmla="*/ 64342 h 170840"/>
              <a:gd name="connsiteX110" fmla="*/ 643576 w 2414454"/>
              <a:gd name="connsiteY110" fmla="*/ 54632 h 170840"/>
              <a:gd name="connsiteX111" fmla="*/ 630907 w 2414454"/>
              <a:gd name="connsiteY111" fmla="*/ 51035 h 170840"/>
              <a:gd name="connsiteX112" fmla="*/ 2337540 w 2414454"/>
              <a:gd name="connsiteY112" fmla="*/ 40900 h 170840"/>
              <a:gd name="connsiteX113" fmla="*/ 2351656 w 2414454"/>
              <a:gd name="connsiteY113" fmla="*/ 40900 h 170840"/>
              <a:gd name="connsiteX114" fmla="*/ 2376087 w 2414454"/>
              <a:gd name="connsiteY114" fmla="*/ 112385 h 170840"/>
              <a:gd name="connsiteX115" fmla="*/ 2400338 w 2414454"/>
              <a:gd name="connsiteY115" fmla="*/ 40900 h 170840"/>
              <a:gd name="connsiteX116" fmla="*/ 2414454 w 2414454"/>
              <a:gd name="connsiteY116" fmla="*/ 40900 h 170840"/>
              <a:gd name="connsiteX117" fmla="*/ 2373916 w 2414454"/>
              <a:gd name="connsiteY117" fmla="*/ 151476 h 170840"/>
              <a:gd name="connsiteX118" fmla="*/ 2367582 w 2414454"/>
              <a:gd name="connsiteY118" fmla="*/ 161973 h 170840"/>
              <a:gd name="connsiteX119" fmla="*/ 2359438 w 2414454"/>
              <a:gd name="connsiteY119" fmla="*/ 166768 h 170840"/>
              <a:gd name="connsiteX120" fmla="*/ 2350208 w 2414454"/>
              <a:gd name="connsiteY120" fmla="*/ 168126 h 170840"/>
              <a:gd name="connsiteX121" fmla="*/ 2344598 w 2414454"/>
              <a:gd name="connsiteY121" fmla="*/ 168126 h 170840"/>
              <a:gd name="connsiteX122" fmla="*/ 2344598 w 2414454"/>
              <a:gd name="connsiteY122" fmla="*/ 156543 h 170840"/>
              <a:gd name="connsiteX123" fmla="*/ 2348579 w 2414454"/>
              <a:gd name="connsiteY123" fmla="*/ 156543 h 170840"/>
              <a:gd name="connsiteX124" fmla="*/ 2358171 w 2414454"/>
              <a:gd name="connsiteY124" fmla="*/ 154100 h 170840"/>
              <a:gd name="connsiteX125" fmla="*/ 2363238 w 2414454"/>
              <a:gd name="connsiteY125" fmla="*/ 145504 h 170840"/>
              <a:gd name="connsiteX126" fmla="*/ 2369572 w 2414454"/>
              <a:gd name="connsiteY126" fmla="*/ 128130 h 170840"/>
              <a:gd name="connsiteX127" fmla="*/ 2247062 w 2414454"/>
              <a:gd name="connsiteY127" fmla="*/ 40900 h 170840"/>
              <a:gd name="connsiteX128" fmla="*/ 2260092 w 2414454"/>
              <a:gd name="connsiteY128" fmla="*/ 40900 h 170840"/>
              <a:gd name="connsiteX129" fmla="*/ 2260092 w 2414454"/>
              <a:gd name="connsiteY129" fmla="*/ 129940 h 170840"/>
              <a:gd name="connsiteX130" fmla="*/ 2247062 w 2414454"/>
              <a:gd name="connsiteY130" fmla="*/ 129940 h 170840"/>
              <a:gd name="connsiteX131" fmla="*/ 1899390 w 2414454"/>
              <a:gd name="connsiteY131" fmla="*/ 40900 h 170840"/>
              <a:gd name="connsiteX132" fmla="*/ 1913506 w 2414454"/>
              <a:gd name="connsiteY132" fmla="*/ 40900 h 170840"/>
              <a:gd name="connsiteX133" fmla="*/ 1937756 w 2414454"/>
              <a:gd name="connsiteY133" fmla="*/ 112385 h 170840"/>
              <a:gd name="connsiteX134" fmla="*/ 1962188 w 2414454"/>
              <a:gd name="connsiteY134" fmla="*/ 40900 h 170840"/>
              <a:gd name="connsiteX135" fmla="*/ 1976304 w 2414454"/>
              <a:gd name="connsiteY135" fmla="*/ 40900 h 170840"/>
              <a:gd name="connsiteX136" fmla="*/ 1943548 w 2414454"/>
              <a:gd name="connsiteY136" fmla="*/ 129940 h 170840"/>
              <a:gd name="connsiteX137" fmla="*/ 1931965 w 2414454"/>
              <a:gd name="connsiteY137" fmla="*/ 129940 h 170840"/>
              <a:gd name="connsiteX138" fmla="*/ 1875587 w 2414454"/>
              <a:gd name="connsiteY138" fmla="*/ 40900 h 170840"/>
              <a:gd name="connsiteX139" fmla="*/ 1888617 w 2414454"/>
              <a:gd name="connsiteY139" fmla="*/ 40900 h 170840"/>
              <a:gd name="connsiteX140" fmla="*/ 1888617 w 2414454"/>
              <a:gd name="connsiteY140" fmla="*/ 129940 h 170840"/>
              <a:gd name="connsiteX141" fmla="*/ 1875587 w 2414454"/>
              <a:gd name="connsiteY141" fmla="*/ 129940 h 170840"/>
              <a:gd name="connsiteX142" fmla="*/ 999287 w 2414454"/>
              <a:gd name="connsiteY142" fmla="*/ 40900 h 170840"/>
              <a:gd name="connsiteX143" fmla="*/ 1012317 w 2414454"/>
              <a:gd name="connsiteY143" fmla="*/ 40900 h 170840"/>
              <a:gd name="connsiteX144" fmla="*/ 1012317 w 2414454"/>
              <a:gd name="connsiteY144" fmla="*/ 129940 h 170840"/>
              <a:gd name="connsiteX145" fmla="*/ 999287 w 2414454"/>
              <a:gd name="connsiteY145" fmla="*/ 129940 h 170840"/>
              <a:gd name="connsiteX146" fmla="*/ 451590 w 2414454"/>
              <a:gd name="connsiteY146" fmla="*/ 40900 h 170840"/>
              <a:gd name="connsiteX147" fmla="*/ 465706 w 2414454"/>
              <a:gd name="connsiteY147" fmla="*/ 40900 h 170840"/>
              <a:gd name="connsiteX148" fmla="*/ 486156 w 2414454"/>
              <a:gd name="connsiteY148" fmla="*/ 112385 h 170840"/>
              <a:gd name="connsiteX149" fmla="*/ 509502 w 2414454"/>
              <a:gd name="connsiteY149" fmla="*/ 40900 h 170840"/>
              <a:gd name="connsiteX150" fmla="*/ 520722 w 2414454"/>
              <a:gd name="connsiteY150" fmla="*/ 40900 h 170840"/>
              <a:gd name="connsiteX151" fmla="*/ 544249 w 2414454"/>
              <a:gd name="connsiteY151" fmla="*/ 112385 h 170840"/>
              <a:gd name="connsiteX152" fmla="*/ 564518 w 2414454"/>
              <a:gd name="connsiteY152" fmla="*/ 40900 h 170840"/>
              <a:gd name="connsiteX153" fmla="*/ 578634 w 2414454"/>
              <a:gd name="connsiteY153" fmla="*/ 40900 h 170840"/>
              <a:gd name="connsiteX154" fmla="*/ 550583 w 2414454"/>
              <a:gd name="connsiteY154" fmla="*/ 129940 h 170840"/>
              <a:gd name="connsiteX155" fmla="*/ 538458 w 2414454"/>
              <a:gd name="connsiteY155" fmla="*/ 129940 h 170840"/>
              <a:gd name="connsiteX156" fmla="*/ 515112 w 2414454"/>
              <a:gd name="connsiteY156" fmla="*/ 60808 h 170840"/>
              <a:gd name="connsiteX157" fmla="*/ 491947 w 2414454"/>
              <a:gd name="connsiteY157" fmla="*/ 129940 h 170840"/>
              <a:gd name="connsiteX158" fmla="*/ 479822 w 2414454"/>
              <a:gd name="connsiteY158" fmla="*/ 129940 h 170840"/>
              <a:gd name="connsiteX159" fmla="*/ 207807 w 2414454"/>
              <a:gd name="connsiteY159" fmla="*/ 40900 h 170840"/>
              <a:gd name="connsiteX160" fmla="*/ 220837 w 2414454"/>
              <a:gd name="connsiteY160" fmla="*/ 40900 h 170840"/>
              <a:gd name="connsiteX161" fmla="*/ 220837 w 2414454"/>
              <a:gd name="connsiteY161" fmla="*/ 95736 h 170840"/>
              <a:gd name="connsiteX162" fmla="*/ 226628 w 2414454"/>
              <a:gd name="connsiteY162" fmla="*/ 113562 h 170840"/>
              <a:gd name="connsiteX163" fmla="*/ 242554 w 2414454"/>
              <a:gd name="connsiteY163" fmla="*/ 119443 h 170840"/>
              <a:gd name="connsiteX164" fmla="*/ 258751 w 2414454"/>
              <a:gd name="connsiteY164" fmla="*/ 113471 h 170840"/>
              <a:gd name="connsiteX165" fmla="*/ 264814 w 2414454"/>
              <a:gd name="connsiteY165" fmla="*/ 95736 h 170840"/>
              <a:gd name="connsiteX166" fmla="*/ 264814 w 2414454"/>
              <a:gd name="connsiteY166" fmla="*/ 40900 h 170840"/>
              <a:gd name="connsiteX167" fmla="*/ 277844 w 2414454"/>
              <a:gd name="connsiteY167" fmla="*/ 40900 h 170840"/>
              <a:gd name="connsiteX168" fmla="*/ 277844 w 2414454"/>
              <a:gd name="connsiteY168" fmla="*/ 129940 h 170840"/>
              <a:gd name="connsiteX169" fmla="*/ 264995 w 2414454"/>
              <a:gd name="connsiteY169" fmla="*/ 129940 h 170840"/>
              <a:gd name="connsiteX170" fmla="*/ 264995 w 2414454"/>
              <a:gd name="connsiteY170" fmla="*/ 119986 h 170840"/>
              <a:gd name="connsiteX171" fmla="*/ 253865 w 2414454"/>
              <a:gd name="connsiteY171" fmla="*/ 128221 h 170840"/>
              <a:gd name="connsiteX172" fmla="*/ 239839 w 2414454"/>
              <a:gd name="connsiteY172" fmla="*/ 131026 h 170840"/>
              <a:gd name="connsiteX173" fmla="*/ 216856 w 2414454"/>
              <a:gd name="connsiteY173" fmla="*/ 122701 h 170840"/>
              <a:gd name="connsiteX174" fmla="*/ 209979 w 2414454"/>
              <a:gd name="connsiteY174" fmla="*/ 111752 h 170840"/>
              <a:gd name="connsiteX175" fmla="*/ 207807 w 2414454"/>
              <a:gd name="connsiteY175" fmla="*/ 97726 h 170840"/>
              <a:gd name="connsiteX176" fmla="*/ 2189569 w 2414454"/>
              <a:gd name="connsiteY176" fmla="*/ 39814 h 170840"/>
              <a:gd name="connsiteX177" fmla="*/ 2207395 w 2414454"/>
              <a:gd name="connsiteY177" fmla="*/ 42205 h 170840"/>
              <a:gd name="connsiteX178" fmla="*/ 2221601 w 2414454"/>
              <a:gd name="connsiteY178" fmla="*/ 49564 h 170840"/>
              <a:gd name="connsiteX179" fmla="*/ 2213096 w 2414454"/>
              <a:gd name="connsiteY179" fmla="*/ 58093 h 170840"/>
              <a:gd name="connsiteX180" fmla="*/ 2202328 w 2414454"/>
              <a:gd name="connsiteY180" fmla="*/ 52754 h 170840"/>
              <a:gd name="connsiteX181" fmla="*/ 2189388 w 2414454"/>
              <a:gd name="connsiteY181" fmla="*/ 51035 h 170840"/>
              <a:gd name="connsiteX182" fmla="*/ 2174548 w 2414454"/>
              <a:gd name="connsiteY182" fmla="*/ 54900 h 170840"/>
              <a:gd name="connsiteX183" fmla="*/ 2169480 w 2414454"/>
              <a:gd name="connsiteY183" fmla="*/ 65598 h 170840"/>
              <a:gd name="connsiteX184" fmla="*/ 2173010 w 2414454"/>
              <a:gd name="connsiteY184" fmla="*/ 74589 h 170840"/>
              <a:gd name="connsiteX185" fmla="*/ 2185044 w 2414454"/>
              <a:gd name="connsiteY185" fmla="*/ 78543 h 170840"/>
              <a:gd name="connsiteX186" fmla="*/ 2199342 w 2414454"/>
              <a:gd name="connsiteY186" fmla="*/ 79810 h 170840"/>
              <a:gd name="connsiteX187" fmla="*/ 2210019 w 2414454"/>
              <a:gd name="connsiteY187" fmla="*/ 81801 h 170840"/>
              <a:gd name="connsiteX188" fmla="*/ 2218344 w 2414454"/>
              <a:gd name="connsiteY188" fmla="*/ 86144 h 170840"/>
              <a:gd name="connsiteX189" fmla="*/ 2223683 w 2414454"/>
              <a:gd name="connsiteY189" fmla="*/ 93383 h 170840"/>
              <a:gd name="connsiteX190" fmla="*/ 2225583 w 2414454"/>
              <a:gd name="connsiteY190" fmla="*/ 103880 h 170840"/>
              <a:gd name="connsiteX191" fmla="*/ 2222959 w 2414454"/>
              <a:gd name="connsiteY191" fmla="*/ 115372 h 170840"/>
              <a:gd name="connsiteX192" fmla="*/ 2215539 w 2414454"/>
              <a:gd name="connsiteY192" fmla="*/ 123877 h 170840"/>
              <a:gd name="connsiteX193" fmla="*/ 2204137 w 2414454"/>
              <a:gd name="connsiteY193" fmla="*/ 129216 h 170840"/>
              <a:gd name="connsiteX194" fmla="*/ 2189388 w 2414454"/>
              <a:gd name="connsiteY194" fmla="*/ 131026 h 170840"/>
              <a:gd name="connsiteX195" fmla="*/ 2169119 w 2414454"/>
              <a:gd name="connsiteY195" fmla="*/ 128130 h 170840"/>
              <a:gd name="connsiteX196" fmla="*/ 2152831 w 2414454"/>
              <a:gd name="connsiteY196" fmla="*/ 118177 h 170840"/>
              <a:gd name="connsiteX197" fmla="*/ 2161518 w 2414454"/>
              <a:gd name="connsiteY197" fmla="*/ 109490 h 170840"/>
              <a:gd name="connsiteX198" fmla="*/ 2173824 w 2414454"/>
              <a:gd name="connsiteY198" fmla="*/ 117453 h 170840"/>
              <a:gd name="connsiteX199" fmla="*/ 2189207 w 2414454"/>
              <a:gd name="connsiteY199" fmla="*/ 119805 h 170840"/>
              <a:gd name="connsiteX200" fmla="*/ 2206580 w 2414454"/>
              <a:gd name="connsiteY200" fmla="*/ 115914 h 170840"/>
              <a:gd name="connsiteX201" fmla="*/ 2212915 w 2414454"/>
              <a:gd name="connsiteY201" fmla="*/ 104061 h 170840"/>
              <a:gd name="connsiteX202" fmla="*/ 2209386 w 2414454"/>
              <a:gd name="connsiteY202" fmla="*/ 95012 h 170840"/>
              <a:gd name="connsiteX203" fmla="*/ 2198074 w 2414454"/>
              <a:gd name="connsiteY203" fmla="*/ 91030 h 170840"/>
              <a:gd name="connsiteX204" fmla="*/ 2183416 w 2414454"/>
              <a:gd name="connsiteY204" fmla="*/ 89764 h 170840"/>
              <a:gd name="connsiteX205" fmla="*/ 2163599 w 2414454"/>
              <a:gd name="connsiteY205" fmla="*/ 82796 h 170840"/>
              <a:gd name="connsiteX206" fmla="*/ 2156812 w 2414454"/>
              <a:gd name="connsiteY206" fmla="*/ 65875 h 170840"/>
              <a:gd name="connsiteX207" fmla="*/ 2159256 w 2414454"/>
              <a:gd name="connsiteY207" fmla="*/ 54926 h 170840"/>
              <a:gd name="connsiteX208" fmla="*/ 2166042 w 2414454"/>
              <a:gd name="connsiteY208" fmla="*/ 46782 h 170840"/>
              <a:gd name="connsiteX209" fmla="*/ 2176448 w 2414454"/>
              <a:gd name="connsiteY209" fmla="*/ 41624 h 170840"/>
              <a:gd name="connsiteX210" fmla="*/ 2189569 w 2414454"/>
              <a:gd name="connsiteY210" fmla="*/ 39814 h 170840"/>
              <a:gd name="connsiteX211" fmla="*/ 2123142 w 2414454"/>
              <a:gd name="connsiteY211" fmla="*/ 39814 h 170840"/>
              <a:gd name="connsiteX212" fmla="*/ 2134634 w 2414454"/>
              <a:gd name="connsiteY212" fmla="*/ 41624 h 170840"/>
              <a:gd name="connsiteX213" fmla="*/ 2144496 w 2414454"/>
              <a:gd name="connsiteY213" fmla="*/ 48139 h 170840"/>
              <a:gd name="connsiteX214" fmla="*/ 2134905 w 2414454"/>
              <a:gd name="connsiteY214" fmla="*/ 57912 h 170840"/>
              <a:gd name="connsiteX215" fmla="*/ 2128028 w 2414454"/>
              <a:gd name="connsiteY215" fmla="*/ 52845 h 170840"/>
              <a:gd name="connsiteX216" fmla="*/ 2119522 w 2414454"/>
              <a:gd name="connsiteY216" fmla="*/ 51397 h 170840"/>
              <a:gd name="connsiteX217" fmla="*/ 2110654 w 2414454"/>
              <a:gd name="connsiteY217" fmla="*/ 53207 h 170840"/>
              <a:gd name="connsiteX218" fmla="*/ 2103958 w 2414454"/>
              <a:gd name="connsiteY218" fmla="*/ 58274 h 170840"/>
              <a:gd name="connsiteX219" fmla="*/ 2099705 w 2414454"/>
              <a:gd name="connsiteY219" fmla="*/ 65875 h 170840"/>
              <a:gd name="connsiteX220" fmla="*/ 2098167 w 2414454"/>
              <a:gd name="connsiteY220" fmla="*/ 75286 h 170840"/>
              <a:gd name="connsiteX221" fmla="*/ 2098167 w 2414454"/>
              <a:gd name="connsiteY221" fmla="*/ 129940 h 170840"/>
              <a:gd name="connsiteX222" fmla="*/ 2085137 w 2414454"/>
              <a:gd name="connsiteY222" fmla="*/ 129940 h 170840"/>
              <a:gd name="connsiteX223" fmla="*/ 2085137 w 2414454"/>
              <a:gd name="connsiteY223" fmla="*/ 40900 h 170840"/>
              <a:gd name="connsiteX224" fmla="*/ 2098167 w 2414454"/>
              <a:gd name="connsiteY224" fmla="*/ 40900 h 170840"/>
              <a:gd name="connsiteX225" fmla="*/ 2098167 w 2414454"/>
              <a:gd name="connsiteY225" fmla="*/ 51759 h 170840"/>
              <a:gd name="connsiteX226" fmla="*/ 2108573 w 2414454"/>
              <a:gd name="connsiteY226" fmla="*/ 42982 h 170840"/>
              <a:gd name="connsiteX227" fmla="*/ 2123142 w 2414454"/>
              <a:gd name="connsiteY227" fmla="*/ 39814 h 170840"/>
              <a:gd name="connsiteX228" fmla="*/ 2031082 w 2414454"/>
              <a:gd name="connsiteY228" fmla="*/ 39814 h 170840"/>
              <a:gd name="connsiteX229" fmla="*/ 2058048 w 2414454"/>
              <a:gd name="connsiteY229" fmla="*/ 51397 h 170840"/>
              <a:gd name="connsiteX230" fmla="*/ 2067640 w 2414454"/>
              <a:gd name="connsiteY230" fmla="*/ 82887 h 170840"/>
              <a:gd name="connsiteX231" fmla="*/ 2067640 w 2414454"/>
              <a:gd name="connsiteY231" fmla="*/ 88859 h 170840"/>
              <a:gd name="connsiteX232" fmla="*/ 2007556 w 2414454"/>
              <a:gd name="connsiteY232" fmla="*/ 88859 h 170840"/>
              <a:gd name="connsiteX233" fmla="*/ 2014252 w 2414454"/>
              <a:gd name="connsiteY233" fmla="*/ 111704 h 170840"/>
              <a:gd name="connsiteX234" fmla="*/ 2033797 w 2414454"/>
              <a:gd name="connsiteY234" fmla="*/ 119805 h 170840"/>
              <a:gd name="connsiteX235" fmla="*/ 2046737 w 2414454"/>
              <a:gd name="connsiteY235" fmla="*/ 117362 h 170840"/>
              <a:gd name="connsiteX236" fmla="*/ 2057143 w 2414454"/>
              <a:gd name="connsiteY236" fmla="*/ 109671 h 170840"/>
              <a:gd name="connsiteX237" fmla="*/ 2066010 w 2414454"/>
              <a:gd name="connsiteY237" fmla="*/ 117453 h 170840"/>
              <a:gd name="connsiteX238" fmla="*/ 2059224 w 2414454"/>
              <a:gd name="connsiteY238" fmla="*/ 123367 h 170840"/>
              <a:gd name="connsiteX239" fmla="*/ 2052076 w 2414454"/>
              <a:gd name="connsiteY239" fmla="*/ 127552 h 170840"/>
              <a:gd name="connsiteX240" fmla="*/ 2043660 w 2414454"/>
              <a:gd name="connsiteY240" fmla="*/ 130135 h 170840"/>
              <a:gd name="connsiteX241" fmla="*/ 2033435 w 2414454"/>
              <a:gd name="connsiteY241" fmla="*/ 131026 h 170840"/>
              <a:gd name="connsiteX242" fmla="*/ 2017419 w 2414454"/>
              <a:gd name="connsiteY242" fmla="*/ 128311 h 170840"/>
              <a:gd name="connsiteX243" fmla="*/ 2005203 w 2414454"/>
              <a:gd name="connsiteY243" fmla="*/ 119986 h 170840"/>
              <a:gd name="connsiteX244" fmla="*/ 1997331 w 2414454"/>
              <a:gd name="connsiteY244" fmla="*/ 105780 h 170840"/>
              <a:gd name="connsiteX245" fmla="*/ 1994525 w 2414454"/>
              <a:gd name="connsiteY245" fmla="*/ 85420 h 170840"/>
              <a:gd name="connsiteX246" fmla="*/ 2004298 w 2414454"/>
              <a:gd name="connsiteY246" fmla="*/ 51759 h 170840"/>
              <a:gd name="connsiteX247" fmla="*/ 2031082 w 2414454"/>
              <a:gd name="connsiteY247" fmla="*/ 39814 h 170840"/>
              <a:gd name="connsiteX248" fmla="*/ 1808816 w 2414454"/>
              <a:gd name="connsiteY248" fmla="*/ 39814 h 170840"/>
              <a:gd name="connsiteX249" fmla="*/ 1831619 w 2414454"/>
              <a:gd name="connsiteY249" fmla="*/ 48139 h 170840"/>
              <a:gd name="connsiteX250" fmla="*/ 1840849 w 2414454"/>
              <a:gd name="connsiteY250" fmla="*/ 72933 h 170840"/>
              <a:gd name="connsiteX251" fmla="*/ 1840849 w 2414454"/>
              <a:gd name="connsiteY251" fmla="*/ 129940 h 170840"/>
              <a:gd name="connsiteX252" fmla="*/ 1827819 w 2414454"/>
              <a:gd name="connsiteY252" fmla="*/ 129940 h 170840"/>
              <a:gd name="connsiteX253" fmla="*/ 1827819 w 2414454"/>
              <a:gd name="connsiteY253" fmla="*/ 75105 h 170840"/>
              <a:gd name="connsiteX254" fmla="*/ 1821937 w 2414454"/>
              <a:gd name="connsiteY254" fmla="*/ 57279 h 170840"/>
              <a:gd name="connsiteX255" fmla="*/ 1805921 w 2414454"/>
              <a:gd name="connsiteY255" fmla="*/ 51397 h 170840"/>
              <a:gd name="connsiteX256" fmla="*/ 1789814 w 2414454"/>
              <a:gd name="connsiteY256" fmla="*/ 57369 h 170840"/>
              <a:gd name="connsiteX257" fmla="*/ 1783842 w 2414454"/>
              <a:gd name="connsiteY257" fmla="*/ 75105 h 170840"/>
              <a:gd name="connsiteX258" fmla="*/ 1783842 w 2414454"/>
              <a:gd name="connsiteY258" fmla="*/ 129940 h 170840"/>
              <a:gd name="connsiteX259" fmla="*/ 1770812 w 2414454"/>
              <a:gd name="connsiteY259" fmla="*/ 129940 h 170840"/>
              <a:gd name="connsiteX260" fmla="*/ 1770812 w 2414454"/>
              <a:gd name="connsiteY260" fmla="*/ 40900 h 170840"/>
              <a:gd name="connsiteX261" fmla="*/ 1783842 w 2414454"/>
              <a:gd name="connsiteY261" fmla="*/ 40900 h 170840"/>
              <a:gd name="connsiteX262" fmla="*/ 1783842 w 2414454"/>
              <a:gd name="connsiteY262" fmla="*/ 50673 h 170840"/>
              <a:gd name="connsiteX263" fmla="*/ 1794882 w 2414454"/>
              <a:gd name="connsiteY263" fmla="*/ 42529 h 170840"/>
              <a:gd name="connsiteX264" fmla="*/ 1808816 w 2414454"/>
              <a:gd name="connsiteY264" fmla="*/ 39814 h 170840"/>
              <a:gd name="connsiteX265" fmla="*/ 1512932 w 2414454"/>
              <a:gd name="connsiteY265" fmla="*/ 39814 h 170840"/>
              <a:gd name="connsiteX266" fmla="*/ 1526415 w 2414454"/>
              <a:gd name="connsiteY266" fmla="*/ 42077 h 170840"/>
              <a:gd name="connsiteX267" fmla="*/ 1537906 w 2414454"/>
              <a:gd name="connsiteY267" fmla="*/ 51397 h 170840"/>
              <a:gd name="connsiteX268" fmla="*/ 1537906 w 2414454"/>
              <a:gd name="connsiteY268" fmla="*/ 40900 h 170840"/>
              <a:gd name="connsiteX269" fmla="*/ 1550756 w 2414454"/>
              <a:gd name="connsiteY269" fmla="*/ 40900 h 170840"/>
              <a:gd name="connsiteX270" fmla="*/ 1550756 w 2414454"/>
              <a:gd name="connsiteY270" fmla="*/ 132655 h 170840"/>
              <a:gd name="connsiteX271" fmla="*/ 1548222 w 2414454"/>
              <a:gd name="connsiteY271" fmla="*/ 147947 h 170840"/>
              <a:gd name="connsiteX272" fmla="*/ 1540983 w 2414454"/>
              <a:gd name="connsiteY272" fmla="*/ 159982 h 170840"/>
              <a:gd name="connsiteX273" fmla="*/ 1529310 w 2414454"/>
              <a:gd name="connsiteY273" fmla="*/ 167945 h 170840"/>
              <a:gd name="connsiteX274" fmla="*/ 1513656 w 2414454"/>
              <a:gd name="connsiteY274" fmla="*/ 170840 h 170840"/>
              <a:gd name="connsiteX275" fmla="*/ 1504607 w 2414454"/>
              <a:gd name="connsiteY275" fmla="*/ 170217 h 170840"/>
              <a:gd name="connsiteX276" fmla="*/ 1497097 w 2414454"/>
              <a:gd name="connsiteY276" fmla="*/ 168168 h 170840"/>
              <a:gd name="connsiteX277" fmla="*/ 1490220 w 2414454"/>
              <a:gd name="connsiteY277" fmla="*/ 164518 h 170840"/>
              <a:gd name="connsiteX278" fmla="*/ 1483433 w 2414454"/>
              <a:gd name="connsiteY278" fmla="*/ 159077 h 170840"/>
              <a:gd name="connsiteX279" fmla="*/ 1491939 w 2414454"/>
              <a:gd name="connsiteY279" fmla="*/ 150752 h 170840"/>
              <a:gd name="connsiteX280" fmla="*/ 1496554 w 2414454"/>
              <a:gd name="connsiteY280" fmla="*/ 154553 h 170840"/>
              <a:gd name="connsiteX281" fmla="*/ 1501259 w 2414454"/>
              <a:gd name="connsiteY281" fmla="*/ 157358 h 170840"/>
              <a:gd name="connsiteX282" fmla="*/ 1506598 w 2414454"/>
              <a:gd name="connsiteY282" fmla="*/ 159077 h 170840"/>
              <a:gd name="connsiteX283" fmla="*/ 1513294 w 2414454"/>
              <a:gd name="connsiteY283" fmla="*/ 159620 h 170840"/>
              <a:gd name="connsiteX284" fmla="*/ 1524424 w 2414454"/>
              <a:gd name="connsiteY284" fmla="*/ 157438 h 170840"/>
              <a:gd name="connsiteX285" fmla="*/ 1532025 w 2414454"/>
              <a:gd name="connsiteY285" fmla="*/ 151622 h 170840"/>
              <a:gd name="connsiteX286" fmla="*/ 1536368 w 2414454"/>
              <a:gd name="connsiteY286" fmla="*/ 142989 h 170840"/>
              <a:gd name="connsiteX287" fmla="*/ 1537726 w 2414454"/>
              <a:gd name="connsiteY287" fmla="*/ 132174 h 170840"/>
              <a:gd name="connsiteX288" fmla="*/ 1537726 w 2414454"/>
              <a:gd name="connsiteY288" fmla="*/ 118177 h 170840"/>
              <a:gd name="connsiteX289" fmla="*/ 1526143 w 2414454"/>
              <a:gd name="connsiteY289" fmla="*/ 127406 h 170840"/>
              <a:gd name="connsiteX290" fmla="*/ 1512751 w 2414454"/>
              <a:gd name="connsiteY290" fmla="*/ 129759 h 170840"/>
              <a:gd name="connsiteX291" fmla="*/ 1500354 w 2414454"/>
              <a:gd name="connsiteY291" fmla="*/ 127587 h 170840"/>
              <a:gd name="connsiteX292" fmla="*/ 1491215 w 2414454"/>
              <a:gd name="connsiteY292" fmla="*/ 121796 h 170840"/>
              <a:gd name="connsiteX293" fmla="*/ 1482438 w 2414454"/>
              <a:gd name="connsiteY293" fmla="*/ 105327 h 170840"/>
              <a:gd name="connsiteX294" fmla="*/ 1480356 w 2414454"/>
              <a:gd name="connsiteY294" fmla="*/ 84696 h 170840"/>
              <a:gd name="connsiteX295" fmla="*/ 1482438 w 2414454"/>
              <a:gd name="connsiteY295" fmla="*/ 64065 h 170840"/>
              <a:gd name="connsiteX296" fmla="*/ 1491215 w 2414454"/>
              <a:gd name="connsiteY296" fmla="*/ 47596 h 170840"/>
              <a:gd name="connsiteX297" fmla="*/ 1500445 w 2414454"/>
              <a:gd name="connsiteY297" fmla="*/ 41896 h 170840"/>
              <a:gd name="connsiteX298" fmla="*/ 1512932 w 2414454"/>
              <a:gd name="connsiteY298" fmla="*/ 39814 h 170840"/>
              <a:gd name="connsiteX299" fmla="*/ 1418292 w 2414454"/>
              <a:gd name="connsiteY299" fmla="*/ 39814 h 170840"/>
              <a:gd name="connsiteX300" fmla="*/ 1441094 w 2414454"/>
              <a:gd name="connsiteY300" fmla="*/ 48139 h 170840"/>
              <a:gd name="connsiteX301" fmla="*/ 1450324 w 2414454"/>
              <a:gd name="connsiteY301" fmla="*/ 72933 h 170840"/>
              <a:gd name="connsiteX302" fmla="*/ 1450324 w 2414454"/>
              <a:gd name="connsiteY302" fmla="*/ 129940 h 170840"/>
              <a:gd name="connsiteX303" fmla="*/ 1437294 w 2414454"/>
              <a:gd name="connsiteY303" fmla="*/ 129940 h 170840"/>
              <a:gd name="connsiteX304" fmla="*/ 1437294 w 2414454"/>
              <a:gd name="connsiteY304" fmla="*/ 75105 h 170840"/>
              <a:gd name="connsiteX305" fmla="*/ 1431412 w 2414454"/>
              <a:gd name="connsiteY305" fmla="*/ 57279 h 170840"/>
              <a:gd name="connsiteX306" fmla="*/ 1415396 w 2414454"/>
              <a:gd name="connsiteY306" fmla="*/ 51397 h 170840"/>
              <a:gd name="connsiteX307" fmla="*/ 1399289 w 2414454"/>
              <a:gd name="connsiteY307" fmla="*/ 57369 h 170840"/>
              <a:gd name="connsiteX308" fmla="*/ 1393317 w 2414454"/>
              <a:gd name="connsiteY308" fmla="*/ 75105 h 170840"/>
              <a:gd name="connsiteX309" fmla="*/ 1393317 w 2414454"/>
              <a:gd name="connsiteY309" fmla="*/ 129940 h 170840"/>
              <a:gd name="connsiteX310" fmla="*/ 1380287 w 2414454"/>
              <a:gd name="connsiteY310" fmla="*/ 129940 h 170840"/>
              <a:gd name="connsiteX311" fmla="*/ 1380287 w 2414454"/>
              <a:gd name="connsiteY311" fmla="*/ 40900 h 170840"/>
              <a:gd name="connsiteX312" fmla="*/ 1393317 w 2414454"/>
              <a:gd name="connsiteY312" fmla="*/ 40900 h 170840"/>
              <a:gd name="connsiteX313" fmla="*/ 1393317 w 2414454"/>
              <a:gd name="connsiteY313" fmla="*/ 50673 h 170840"/>
              <a:gd name="connsiteX314" fmla="*/ 1404356 w 2414454"/>
              <a:gd name="connsiteY314" fmla="*/ 42529 h 170840"/>
              <a:gd name="connsiteX315" fmla="*/ 1418292 w 2414454"/>
              <a:gd name="connsiteY315" fmla="*/ 39814 h 170840"/>
              <a:gd name="connsiteX316" fmla="*/ 1326232 w 2414454"/>
              <a:gd name="connsiteY316" fmla="*/ 39814 h 170840"/>
              <a:gd name="connsiteX317" fmla="*/ 1340710 w 2414454"/>
              <a:gd name="connsiteY317" fmla="*/ 42529 h 170840"/>
              <a:gd name="connsiteX318" fmla="*/ 1351750 w 2414454"/>
              <a:gd name="connsiteY318" fmla="*/ 49949 h 170840"/>
              <a:gd name="connsiteX319" fmla="*/ 1360527 w 2414454"/>
              <a:gd name="connsiteY319" fmla="*/ 65965 h 170840"/>
              <a:gd name="connsiteX320" fmla="*/ 1362608 w 2414454"/>
              <a:gd name="connsiteY320" fmla="*/ 85420 h 170840"/>
              <a:gd name="connsiteX321" fmla="*/ 1360527 w 2414454"/>
              <a:gd name="connsiteY321" fmla="*/ 104875 h 170840"/>
              <a:gd name="connsiteX322" fmla="*/ 1351750 w 2414454"/>
              <a:gd name="connsiteY322" fmla="*/ 120891 h 170840"/>
              <a:gd name="connsiteX323" fmla="*/ 1340710 w 2414454"/>
              <a:gd name="connsiteY323" fmla="*/ 128311 h 170840"/>
              <a:gd name="connsiteX324" fmla="*/ 1326232 w 2414454"/>
              <a:gd name="connsiteY324" fmla="*/ 131026 h 170840"/>
              <a:gd name="connsiteX325" fmla="*/ 1311754 w 2414454"/>
              <a:gd name="connsiteY325" fmla="*/ 128311 h 170840"/>
              <a:gd name="connsiteX326" fmla="*/ 1300715 w 2414454"/>
              <a:gd name="connsiteY326" fmla="*/ 120891 h 170840"/>
              <a:gd name="connsiteX327" fmla="*/ 1295195 w 2414454"/>
              <a:gd name="connsiteY327" fmla="*/ 113381 h 170840"/>
              <a:gd name="connsiteX328" fmla="*/ 1291938 w 2414454"/>
              <a:gd name="connsiteY328" fmla="*/ 104875 h 170840"/>
              <a:gd name="connsiteX329" fmla="*/ 1290309 w 2414454"/>
              <a:gd name="connsiteY329" fmla="*/ 95555 h 170840"/>
              <a:gd name="connsiteX330" fmla="*/ 1289856 w 2414454"/>
              <a:gd name="connsiteY330" fmla="*/ 85420 h 170840"/>
              <a:gd name="connsiteX331" fmla="*/ 1290309 w 2414454"/>
              <a:gd name="connsiteY331" fmla="*/ 75376 h 170840"/>
              <a:gd name="connsiteX332" fmla="*/ 1291938 w 2414454"/>
              <a:gd name="connsiteY332" fmla="*/ 65965 h 170840"/>
              <a:gd name="connsiteX333" fmla="*/ 1295195 w 2414454"/>
              <a:gd name="connsiteY333" fmla="*/ 57460 h 170840"/>
              <a:gd name="connsiteX334" fmla="*/ 1300715 w 2414454"/>
              <a:gd name="connsiteY334" fmla="*/ 49949 h 170840"/>
              <a:gd name="connsiteX335" fmla="*/ 1311754 w 2414454"/>
              <a:gd name="connsiteY335" fmla="*/ 42529 h 170840"/>
              <a:gd name="connsiteX336" fmla="*/ 1326232 w 2414454"/>
              <a:gd name="connsiteY336" fmla="*/ 39814 h 170840"/>
              <a:gd name="connsiteX337" fmla="*/ 1173832 w 2414454"/>
              <a:gd name="connsiteY337" fmla="*/ 39814 h 170840"/>
              <a:gd name="connsiteX338" fmla="*/ 1188310 w 2414454"/>
              <a:gd name="connsiteY338" fmla="*/ 42529 h 170840"/>
              <a:gd name="connsiteX339" fmla="*/ 1199350 w 2414454"/>
              <a:gd name="connsiteY339" fmla="*/ 49949 h 170840"/>
              <a:gd name="connsiteX340" fmla="*/ 1208127 w 2414454"/>
              <a:gd name="connsiteY340" fmla="*/ 65965 h 170840"/>
              <a:gd name="connsiteX341" fmla="*/ 1210208 w 2414454"/>
              <a:gd name="connsiteY341" fmla="*/ 85420 h 170840"/>
              <a:gd name="connsiteX342" fmla="*/ 1208127 w 2414454"/>
              <a:gd name="connsiteY342" fmla="*/ 104875 h 170840"/>
              <a:gd name="connsiteX343" fmla="*/ 1199350 w 2414454"/>
              <a:gd name="connsiteY343" fmla="*/ 120891 h 170840"/>
              <a:gd name="connsiteX344" fmla="*/ 1188310 w 2414454"/>
              <a:gd name="connsiteY344" fmla="*/ 128311 h 170840"/>
              <a:gd name="connsiteX345" fmla="*/ 1173832 w 2414454"/>
              <a:gd name="connsiteY345" fmla="*/ 131026 h 170840"/>
              <a:gd name="connsiteX346" fmla="*/ 1159354 w 2414454"/>
              <a:gd name="connsiteY346" fmla="*/ 128311 h 170840"/>
              <a:gd name="connsiteX347" fmla="*/ 1148315 w 2414454"/>
              <a:gd name="connsiteY347" fmla="*/ 120891 h 170840"/>
              <a:gd name="connsiteX348" fmla="*/ 1142795 w 2414454"/>
              <a:gd name="connsiteY348" fmla="*/ 113381 h 170840"/>
              <a:gd name="connsiteX349" fmla="*/ 1139538 w 2414454"/>
              <a:gd name="connsiteY349" fmla="*/ 104875 h 170840"/>
              <a:gd name="connsiteX350" fmla="*/ 1137909 w 2414454"/>
              <a:gd name="connsiteY350" fmla="*/ 95555 h 170840"/>
              <a:gd name="connsiteX351" fmla="*/ 1137456 w 2414454"/>
              <a:gd name="connsiteY351" fmla="*/ 85420 h 170840"/>
              <a:gd name="connsiteX352" fmla="*/ 1137909 w 2414454"/>
              <a:gd name="connsiteY352" fmla="*/ 75376 h 170840"/>
              <a:gd name="connsiteX353" fmla="*/ 1139538 w 2414454"/>
              <a:gd name="connsiteY353" fmla="*/ 65965 h 170840"/>
              <a:gd name="connsiteX354" fmla="*/ 1142795 w 2414454"/>
              <a:gd name="connsiteY354" fmla="*/ 57460 h 170840"/>
              <a:gd name="connsiteX355" fmla="*/ 1148315 w 2414454"/>
              <a:gd name="connsiteY355" fmla="*/ 49949 h 170840"/>
              <a:gd name="connsiteX356" fmla="*/ 1159354 w 2414454"/>
              <a:gd name="connsiteY356" fmla="*/ 42529 h 170840"/>
              <a:gd name="connsiteX357" fmla="*/ 1173832 w 2414454"/>
              <a:gd name="connsiteY357" fmla="*/ 39814 h 170840"/>
              <a:gd name="connsiteX358" fmla="*/ 1074782 w 2414454"/>
              <a:gd name="connsiteY358" fmla="*/ 39814 h 170840"/>
              <a:gd name="connsiteX359" fmla="*/ 1101657 w 2414454"/>
              <a:gd name="connsiteY359" fmla="*/ 47325 h 170840"/>
              <a:gd name="connsiteX360" fmla="*/ 1110434 w 2414454"/>
              <a:gd name="connsiteY360" fmla="*/ 69494 h 170840"/>
              <a:gd name="connsiteX361" fmla="*/ 1110434 w 2414454"/>
              <a:gd name="connsiteY361" fmla="*/ 129940 h 170840"/>
              <a:gd name="connsiteX362" fmla="*/ 1097404 w 2414454"/>
              <a:gd name="connsiteY362" fmla="*/ 129940 h 170840"/>
              <a:gd name="connsiteX363" fmla="*/ 1097404 w 2414454"/>
              <a:gd name="connsiteY363" fmla="*/ 121434 h 170840"/>
              <a:gd name="connsiteX364" fmla="*/ 1086274 w 2414454"/>
              <a:gd name="connsiteY364" fmla="*/ 128945 h 170840"/>
              <a:gd name="connsiteX365" fmla="*/ 1071705 w 2414454"/>
              <a:gd name="connsiteY365" fmla="*/ 131026 h 170840"/>
              <a:gd name="connsiteX366" fmla="*/ 1056594 w 2414454"/>
              <a:gd name="connsiteY366" fmla="*/ 129126 h 170840"/>
              <a:gd name="connsiteX367" fmla="*/ 1046550 w 2414454"/>
              <a:gd name="connsiteY367" fmla="*/ 122882 h 170840"/>
              <a:gd name="connsiteX368" fmla="*/ 1041573 w 2414454"/>
              <a:gd name="connsiteY368" fmla="*/ 114829 h 170840"/>
              <a:gd name="connsiteX369" fmla="*/ 1039854 w 2414454"/>
              <a:gd name="connsiteY369" fmla="*/ 104785 h 170840"/>
              <a:gd name="connsiteX370" fmla="*/ 1047726 w 2414454"/>
              <a:gd name="connsiteY370" fmla="*/ 86054 h 170840"/>
              <a:gd name="connsiteX371" fmla="*/ 1070620 w 2414454"/>
              <a:gd name="connsiteY371" fmla="*/ 79086 h 170840"/>
              <a:gd name="connsiteX372" fmla="*/ 1097404 w 2414454"/>
              <a:gd name="connsiteY372" fmla="*/ 79086 h 170840"/>
              <a:gd name="connsiteX373" fmla="*/ 1097404 w 2414454"/>
              <a:gd name="connsiteY373" fmla="*/ 70580 h 170840"/>
              <a:gd name="connsiteX374" fmla="*/ 1092156 w 2414454"/>
              <a:gd name="connsiteY374" fmla="*/ 55921 h 170840"/>
              <a:gd name="connsiteX375" fmla="*/ 1074601 w 2414454"/>
              <a:gd name="connsiteY375" fmla="*/ 51035 h 170840"/>
              <a:gd name="connsiteX376" fmla="*/ 1061028 w 2414454"/>
              <a:gd name="connsiteY376" fmla="*/ 53297 h 170840"/>
              <a:gd name="connsiteX377" fmla="*/ 1052160 w 2414454"/>
              <a:gd name="connsiteY377" fmla="*/ 61170 h 170840"/>
              <a:gd name="connsiteX378" fmla="*/ 1043292 w 2414454"/>
              <a:gd name="connsiteY378" fmla="*/ 53026 h 170840"/>
              <a:gd name="connsiteX379" fmla="*/ 1056594 w 2414454"/>
              <a:gd name="connsiteY379" fmla="*/ 42529 h 170840"/>
              <a:gd name="connsiteX380" fmla="*/ 1074782 w 2414454"/>
              <a:gd name="connsiteY380" fmla="*/ 39814 h 170840"/>
              <a:gd name="connsiteX381" fmla="*/ 722719 w 2414454"/>
              <a:gd name="connsiteY381" fmla="*/ 39814 h 170840"/>
              <a:gd name="connsiteX382" fmla="*/ 740545 w 2414454"/>
              <a:gd name="connsiteY382" fmla="*/ 42205 h 170840"/>
              <a:gd name="connsiteX383" fmla="*/ 754751 w 2414454"/>
              <a:gd name="connsiteY383" fmla="*/ 49564 h 170840"/>
              <a:gd name="connsiteX384" fmla="*/ 746246 w 2414454"/>
              <a:gd name="connsiteY384" fmla="*/ 58093 h 170840"/>
              <a:gd name="connsiteX385" fmla="*/ 735478 w 2414454"/>
              <a:gd name="connsiteY385" fmla="*/ 52754 h 170840"/>
              <a:gd name="connsiteX386" fmla="*/ 722538 w 2414454"/>
              <a:gd name="connsiteY386" fmla="*/ 51035 h 170840"/>
              <a:gd name="connsiteX387" fmla="*/ 707698 w 2414454"/>
              <a:gd name="connsiteY387" fmla="*/ 54900 h 170840"/>
              <a:gd name="connsiteX388" fmla="*/ 702631 w 2414454"/>
              <a:gd name="connsiteY388" fmla="*/ 65598 h 170840"/>
              <a:gd name="connsiteX389" fmla="*/ 706160 w 2414454"/>
              <a:gd name="connsiteY389" fmla="*/ 74589 h 170840"/>
              <a:gd name="connsiteX390" fmla="*/ 718194 w 2414454"/>
              <a:gd name="connsiteY390" fmla="*/ 78543 h 170840"/>
              <a:gd name="connsiteX391" fmla="*/ 732491 w 2414454"/>
              <a:gd name="connsiteY391" fmla="*/ 79810 h 170840"/>
              <a:gd name="connsiteX392" fmla="*/ 743169 w 2414454"/>
              <a:gd name="connsiteY392" fmla="*/ 81801 h 170840"/>
              <a:gd name="connsiteX393" fmla="*/ 751494 w 2414454"/>
              <a:gd name="connsiteY393" fmla="*/ 86144 h 170840"/>
              <a:gd name="connsiteX394" fmla="*/ 756833 w 2414454"/>
              <a:gd name="connsiteY394" fmla="*/ 93383 h 170840"/>
              <a:gd name="connsiteX395" fmla="*/ 758733 w 2414454"/>
              <a:gd name="connsiteY395" fmla="*/ 103880 h 170840"/>
              <a:gd name="connsiteX396" fmla="*/ 756109 w 2414454"/>
              <a:gd name="connsiteY396" fmla="*/ 115372 h 170840"/>
              <a:gd name="connsiteX397" fmla="*/ 748689 w 2414454"/>
              <a:gd name="connsiteY397" fmla="*/ 123877 h 170840"/>
              <a:gd name="connsiteX398" fmla="*/ 737287 w 2414454"/>
              <a:gd name="connsiteY398" fmla="*/ 129216 h 170840"/>
              <a:gd name="connsiteX399" fmla="*/ 722538 w 2414454"/>
              <a:gd name="connsiteY399" fmla="*/ 131026 h 170840"/>
              <a:gd name="connsiteX400" fmla="*/ 702269 w 2414454"/>
              <a:gd name="connsiteY400" fmla="*/ 128130 h 170840"/>
              <a:gd name="connsiteX401" fmla="*/ 685981 w 2414454"/>
              <a:gd name="connsiteY401" fmla="*/ 118177 h 170840"/>
              <a:gd name="connsiteX402" fmla="*/ 694668 w 2414454"/>
              <a:gd name="connsiteY402" fmla="*/ 109490 h 170840"/>
              <a:gd name="connsiteX403" fmla="*/ 706974 w 2414454"/>
              <a:gd name="connsiteY403" fmla="*/ 117453 h 170840"/>
              <a:gd name="connsiteX404" fmla="*/ 722357 w 2414454"/>
              <a:gd name="connsiteY404" fmla="*/ 119805 h 170840"/>
              <a:gd name="connsiteX405" fmla="*/ 739730 w 2414454"/>
              <a:gd name="connsiteY405" fmla="*/ 115914 h 170840"/>
              <a:gd name="connsiteX406" fmla="*/ 746065 w 2414454"/>
              <a:gd name="connsiteY406" fmla="*/ 104061 h 170840"/>
              <a:gd name="connsiteX407" fmla="*/ 742536 w 2414454"/>
              <a:gd name="connsiteY407" fmla="*/ 95012 h 170840"/>
              <a:gd name="connsiteX408" fmla="*/ 731225 w 2414454"/>
              <a:gd name="connsiteY408" fmla="*/ 91030 h 170840"/>
              <a:gd name="connsiteX409" fmla="*/ 716566 w 2414454"/>
              <a:gd name="connsiteY409" fmla="*/ 89764 h 170840"/>
              <a:gd name="connsiteX410" fmla="*/ 696749 w 2414454"/>
              <a:gd name="connsiteY410" fmla="*/ 82796 h 170840"/>
              <a:gd name="connsiteX411" fmla="*/ 689962 w 2414454"/>
              <a:gd name="connsiteY411" fmla="*/ 65875 h 170840"/>
              <a:gd name="connsiteX412" fmla="*/ 692406 w 2414454"/>
              <a:gd name="connsiteY412" fmla="*/ 54926 h 170840"/>
              <a:gd name="connsiteX413" fmla="*/ 699192 w 2414454"/>
              <a:gd name="connsiteY413" fmla="*/ 46782 h 170840"/>
              <a:gd name="connsiteX414" fmla="*/ 709598 w 2414454"/>
              <a:gd name="connsiteY414" fmla="*/ 41624 h 170840"/>
              <a:gd name="connsiteX415" fmla="*/ 722719 w 2414454"/>
              <a:gd name="connsiteY415" fmla="*/ 39814 h 170840"/>
              <a:gd name="connsiteX416" fmla="*/ 630907 w 2414454"/>
              <a:gd name="connsiteY416" fmla="*/ 39814 h 170840"/>
              <a:gd name="connsiteX417" fmla="*/ 657873 w 2414454"/>
              <a:gd name="connsiteY417" fmla="*/ 51397 h 170840"/>
              <a:gd name="connsiteX418" fmla="*/ 667464 w 2414454"/>
              <a:gd name="connsiteY418" fmla="*/ 82887 h 170840"/>
              <a:gd name="connsiteX419" fmla="*/ 667464 w 2414454"/>
              <a:gd name="connsiteY419" fmla="*/ 88859 h 170840"/>
              <a:gd name="connsiteX420" fmla="*/ 607381 w 2414454"/>
              <a:gd name="connsiteY420" fmla="*/ 88859 h 170840"/>
              <a:gd name="connsiteX421" fmla="*/ 614077 w 2414454"/>
              <a:gd name="connsiteY421" fmla="*/ 111704 h 170840"/>
              <a:gd name="connsiteX422" fmla="*/ 633622 w 2414454"/>
              <a:gd name="connsiteY422" fmla="*/ 119805 h 170840"/>
              <a:gd name="connsiteX423" fmla="*/ 646562 w 2414454"/>
              <a:gd name="connsiteY423" fmla="*/ 117362 h 170840"/>
              <a:gd name="connsiteX424" fmla="*/ 656968 w 2414454"/>
              <a:gd name="connsiteY424" fmla="*/ 109671 h 170840"/>
              <a:gd name="connsiteX425" fmla="*/ 665836 w 2414454"/>
              <a:gd name="connsiteY425" fmla="*/ 117453 h 170840"/>
              <a:gd name="connsiteX426" fmla="*/ 659049 w 2414454"/>
              <a:gd name="connsiteY426" fmla="*/ 123367 h 170840"/>
              <a:gd name="connsiteX427" fmla="*/ 651900 w 2414454"/>
              <a:gd name="connsiteY427" fmla="*/ 127552 h 170840"/>
              <a:gd name="connsiteX428" fmla="*/ 643485 w 2414454"/>
              <a:gd name="connsiteY428" fmla="*/ 130135 h 170840"/>
              <a:gd name="connsiteX429" fmla="*/ 633260 w 2414454"/>
              <a:gd name="connsiteY429" fmla="*/ 131026 h 170840"/>
              <a:gd name="connsiteX430" fmla="*/ 617244 w 2414454"/>
              <a:gd name="connsiteY430" fmla="*/ 128311 h 170840"/>
              <a:gd name="connsiteX431" fmla="*/ 605028 w 2414454"/>
              <a:gd name="connsiteY431" fmla="*/ 119986 h 170840"/>
              <a:gd name="connsiteX432" fmla="*/ 597156 w 2414454"/>
              <a:gd name="connsiteY432" fmla="*/ 105780 h 170840"/>
              <a:gd name="connsiteX433" fmla="*/ 594350 w 2414454"/>
              <a:gd name="connsiteY433" fmla="*/ 85420 h 170840"/>
              <a:gd name="connsiteX434" fmla="*/ 604123 w 2414454"/>
              <a:gd name="connsiteY434" fmla="*/ 51759 h 170840"/>
              <a:gd name="connsiteX435" fmla="*/ 630907 w 2414454"/>
              <a:gd name="connsiteY435" fmla="*/ 39814 h 170840"/>
              <a:gd name="connsiteX436" fmla="*/ 145132 w 2414454"/>
              <a:gd name="connsiteY436" fmla="*/ 39814 h 170840"/>
              <a:gd name="connsiteX437" fmla="*/ 159610 w 2414454"/>
              <a:gd name="connsiteY437" fmla="*/ 42529 h 170840"/>
              <a:gd name="connsiteX438" fmla="*/ 170650 w 2414454"/>
              <a:gd name="connsiteY438" fmla="*/ 49949 h 170840"/>
              <a:gd name="connsiteX439" fmla="*/ 179427 w 2414454"/>
              <a:gd name="connsiteY439" fmla="*/ 65965 h 170840"/>
              <a:gd name="connsiteX440" fmla="*/ 181508 w 2414454"/>
              <a:gd name="connsiteY440" fmla="*/ 85420 h 170840"/>
              <a:gd name="connsiteX441" fmla="*/ 179427 w 2414454"/>
              <a:gd name="connsiteY441" fmla="*/ 104875 h 170840"/>
              <a:gd name="connsiteX442" fmla="*/ 170650 w 2414454"/>
              <a:gd name="connsiteY442" fmla="*/ 120891 h 170840"/>
              <a:gd name="connsiteX443" fmla="*/ 159610 w 2414454"/>
              <a:gd name="connsiteY443" fmla="*/ 128311 h 170840"/>
              <a:gd name="connsiteX444" fmla="*/ 145132 w 2414454"/>
              <a:gd name="connsiteY444" fmla="*/ 131026 h 170840"/>
              <a:gd name="connsiteX445" fmla="*/ 130654 w 2414454"/>
              <a:gd name="connsiteY445" fmla="*/ 128311 h 170840"/>
              <a:gd name="connsiteX446" fmla="*/ 119615 w 2414454"/>
              <a:gd name="connsiteY446" fmla="*/ 120891 h 170840"/>
              <a:gd name="connsiteX447" fmla="*/ 114095 w 2414454"/>
              <a:gd name="connsiteY447" fmla="*/ 113381 h 170840"/>
              <a:gd name="connsiteX448" fmla="*/ 110838 w 2414454"/>
              <a:gd name="connsiteY448" fmla="*/ 104875 h 170840"/>
              <a:gd name="connsiteX449" fmla="*/ 109209 w 2414454"/>
              <a:gd name="connsiteY449" fmla="*/ 95555 h 170840"/>
              <a:gd name="connsiteX450" fmla="*/ 108756 w 2414454"/>
              <a:gd name="connsiteY450" fmla="*/ 85420 h 170840"/>
              <a:gd name="connsiteX451" fmla="*/ 109209 w 2414454"/>
              <a:gd name="connsiteY451" fmla="*/ 75376 h 170840"/>
              <a:gd name="connsiteX452" fmla="*/ 110838 w 2414454"/>
              <a:gd name="connsiteY452" fmla="*/ 65965 h 170840"/>
              <a:gd name="connsiteX453" fmla="*/ 114095 w 2414454"/>
              <a:gd name="connsiteY453" fmla="*/ 57460 h 170840"/>
              <a:gd name="connsiteX454" fmla="*/ 119615 w 2414454"/>
              <a:gd name="connsiteY454" fmla="*/ 49949 h 170840"/>
              <a:gd name="connsiteX455" fmla="*/ 130654 w 2414454"/>
              <a:gd name="connsiteY455" fmla="*/ 42529 h 170840"/>
              <a:gd name="connsiteX456" fmla="*/ 145132 w 2414454"/>
              <a:gd name="connsiteY456" fmla="*/ 39814 h 170840"/>
              <a:gd name="connsiteX457" fmla="*/ 2296858 w 2414454"/>
              <a:gd name="connsiteY457" fmla="*/ 13573 h 170840"/>
              <a:gd name="connsiteX458" fmla="*/ 2309889 w 2414454"/>
              <a:gd name="connsiteY458" fmla="*/ 13573 h 170840"/>
              <a:gd name="connsiteX459" fmla="*/ 2309889 w 2414454"/>
              <a:gd name="connsiteY459" fmla="*/ 41443 h 170840"/>
              <a:gd name="connsiteX460" fmla="*/ 2328891 w 2414454"/>
              <a:gd name="connsiteY460" fmla="*/ 41443 h 170840"/>
              <a:gd name="connsiteX461" fmla="*/ 2328891 w 2414454"/>
              <a:gd name="connsiteY461" fmla="*/ 51397 h 170840"/>
              <a:gd name="connsiteX462" fmla="*/ 2309889 w 2414454"/>
              <a:gd name="connsiteY462" fmla="*/ 51397 h 170840"/>
              <a:gd name="connsiteX463" fmla="*/ 2309889 w 2414454"/>
              <a:gd name="connsiteY463" fmla="*/ 105689 h 170840"/>
              <a:gd name="connsiteX464" fmla="*/ 2312784 w 2414454"/>
              <a:gd name="connsiteY464" fmla="*/ 115281 h 170840"/>
              <a:gd name="connsiteX465" fmla="*/ 2322014 w 2414454"/>
              <a:gd name="connsiteY465" fmla="*/ 118720 h 170840"/>
              <a:gd name="connsiteX466" fmla="*/ 2328891 w 2414454"/>
              <a:gd name="connsiteY466" fmla="*/ 118720 h 170840"/>
              <a:gd name="connsiteX467" fmla="*/ 2328891 w 2414454"/>
              <a:gd name="connsiteY467" fmla="*/ 129940 h 170840"/>
              <a:gd name="connsiteX468" fmla="*/ 2319661 w 2414454"/>
              <a:gd name="connsiteY468" fmla="*/ 129940 h 170840"/>
              <a:gd name="connsiteX469" fmla="*/ 2309617 w 2414454"/>
              <a:gd name="connsiteY469" fmla="*/ 128040 h 170840"/>
              <a:gd name="connsiteX470" fmla="*/ 2302559 w 2414454"/>
              <a:gd name="connsiteY470" fmla="*/ 122882 h 170840"/>
              <a:gd name="connsiteX471" fmla="*/ 2298306 w 2414454"/>
              <a:gd name="connsiteY471" fmla="*/ 115281 h 170840"/>
              <a:gd name="connsiteX472" fmla="*/ 2296858 w 2414454"/>
              <a:gd name="connsiteY472" fmla="*/ 106051 h 170840"/>
              <a:gd name="connsiteX473" fmla="*/ 2296858 w 2414454"/>
              <a:gd name="connsiteY473" fmla="*/ 51397 h 170840"/>
              <a:gd name="connsiteX474" fmla="*/ 2285638 w 2414454"/>
              <a:gd name="connsiteY474" fmla="*/ 51397 h 170840"/>
              <a:gd name="connsiteX475" fmla="*/ 2285638 w 2414454"/>
              <a:gd name="connsiteY475" fmla="*/ 41443 h 170840"/>
              <a:gd name="connsiteX476" fmla="*/ 2296858 w 2414454"/>
              <a:gd name="connsiteY476" fmla="*/ 41443 h 170840"/>
              <a:gd name="connsiteX477" fmla="*/ 1239583 w 2414454"/>
              <a:gd name="connsiteY477" fmla="*/ 13573 h 170840"/>
              <a:gd name="connsiteX478" fmla="*/ 1252614 w 2414454"/>
              <a:gd name="connsiteY478" fmla="*/ 13573 h 170840"/>
              <a:gd name="connsiteX479" fmla="*/ 1252614 w 2414454"/>
              <a:gd name="connsiteY479" fmla="*/ 41443 h 170840"/>
              <a:gd name="connsiteX480" fmla="*/ 1271616 w 2414454"/>
              <a:gd name="connsiteY480" fmla="*/ 41443 h 170840"/>
              <a:gd name="connsiteX481" fmla="*/ 1271616 w 2414454"/>
              <a:gd name="connsiteY481" fmla="*/ 51397 h 170840"/>
              <a:gd name="connsiteX482" fmla="*/ 1252614 w 2414454"/>
              <a:gd name="connsiteY482" fmla="*/ 51397 h 170840"/>
              <a:gd name="connsiteX483" fmla="*/ 1252614 w 2414454"/>
              <a:gd name="connsiteY483" fmla="*/ 105689 h 170840"/>
              <a:gd name="connsiteX484" fmla="*/ 1255509 w 2414454"/>
              <a:gd name="connsiteY484" fmla="*/ 115281 h 170840"/>
              <a:gd name="connsiteX485" fmla="*/ 1264739 w 2414454"/>
              <a:gd name="connsiteY485" fmla="*/ 118720 h 170840"/>
              <a:gd name="connsiteX486" fmla="*/ 1271616 w 2414454"/>
              <a:gd name="connsiteY486" fmla="*/ 118720 h 170840"/>
              <a:gd name="connsiteX487" fmla="*/ 1271616 w 2414454"/>
              <a:gd name="connsiteY487" fmla="*/ 129940 h 170840"/>
              <a:gd name="connsiteX488" fmla="*/ 1262386 w 2414454"/>
              <a:gd name="connsiteY488" fmla="*/ 129940 h 170840"/>
              <a:gd name="connsiteX489" fmla="*/ 1252342 w 2414454"/>
              <a:gd name="connsiteY489" fmla="*/ 128040 h 170840"/>
              <a:gd name="connsiteX490" fmla="*/ 1245284 w 2414454"/>
              <a:gd name="connsiteY490" fmla="*/ 122882 h 170840"/>
              <a:gd name="connsiteX491" fmla="*/ 1241031 w 2414454"/>
              <a:gd name="connsiteY491" fmla="*/ 115281 h 170840"/>
              <a:gd name="connsiteX492" fmla="*/ 1239583 w 2414454"/>
              <a:gd name="connsiteY492" fmla="*/ 106051 h 170840"/>
              <a:gd name="connsiteX493" fmla="*/ 1239583 w 2414454"/>
              <a:gd name="connsiteY493" fmla="*/ 51397 h 170840"/>
              <a:gd name="connsiteX494" fmla="*/ 1228363 w 2414454"/>
              <a:gd name="connsiteY494" fmla="*/ 51397 h 170840"/>
              <a:gd name="connsiteX495" fmla="*/ 1228363 w 2414454"/>
              <a:gd name="connsiteY495" fmla="*/ 41443 h 170840"/>
              <a:gd name="connsiteX496" fmla="*/ 1239583 w 2414454"/>
              <a:gd name="connsiteY496" fmla="*/ 41443 h 170840"/>
              <a:gd name="connsiteX497" fmla="*/ 782383 w 2414454"/>
              <a:gd name="connsiteY497" fmla="*/ 13573 h 170840"/>
              <a:gd name="connsiteX498" fmla="*/ 795414 w 2414454"/>
              <a:gd name="connsiteY498" fmla="*/ 13573 h 170840"/>
              <a:gd name="connsiteX499" fmla="*/ 795414 w 2414454"/>
              <a:gd name="connsiteY499" fmla="*/ 41443 h 170840"/>
              <a:gd name="connsiteX500" fmla="*/ 814416 w 2414454"/>
              <a:gd name="connsiteY500" fmla="*/ 41443 h 170840"/>
              <a:gd name="connsiteX501" fmla="*/ 814416 w 2414454"/>
              <a:gd name="connsiteY501" fmla="*/ 51397 h 170840"/>
              <a:gd name="connsiteX502" fmla="*/ 795414 w 2414454"/>
              <a:gd name="connsiteY502" fmla="*/ 51397 h 170840"/>
              <a:gd name="connsiteX503" fmla="*/ 795414 w 2414454"/>
              <a:gd name="connsiteY503" fmla="*/ 105689 h 170840"/>
              <a:gd name="connsiteX504" fmla="*/ 798309 w 2414454"/>
              <a:gd name="connsiteY504" fmla="*/ 115281 h 170840"/>
              <a:gd name="connsiteX505" fmla="*/ 807539 w 2414454"/>
              <a:gd name="connsiteY505" fmla="*/ 118720 h 170840"/>
              <a:gd name="connsiteX506" fmla="*/ 814416 w 2414454"/>
              <a:gd name="connsiteY506" fmla="*/ 118720 h 170840"/>
              <a:gd name="connsiteX507" fmla="*/ 814416 w 2414454"/>
              <a:gd name="connsiteY507" fmla="*/ 129940 h 170840"/>
              <a:gd name="connsiteX508" fmla="*/ 805186 w 2414454"/>
              <a:gd name="connsiteY508" fmla="*/ 129940 h 170840"/>
              <a:gd name="connsiteX509" fmla="*/ 795142 w 2414454"/>
              <a:gd name="connsiteY509" fmla="*/ 128040 h 170840"/>
              <a:gd name="connsiteX510" fmla="*/ 788084 w 2414454"/>
              <a:gd name="connsiteY510" fmla="*/ 122882 h 170840"/>
              <a:gd name="connsiteX511" fmla="*/ 783831 w 2414454"/>
              <a:gd name="connsiteY511" fmla="*/ 115281 h 170840"/>
              <a:gd name="connsiteX512" fmla="*/ 782383 w 2414454"/>
              <a:gd name="connsiteY512" fmla="*/ 106051 h 170840"/>
              <a:gd name="connsiteX513" fmla="*/ 782383 w 2414454"/>
              <a:gd name="connsiteY513" fmla="*/ 51397 h 170840"/>
              <a:gd name="connsiteX514" fmla="*/ 771163 w 2414454"/>
              <a:gd name="connsiteY514" fmla="*/ 51397 h 170840"/>
              <a:gd name="connsiteX515" fmla="*/ 771163 w 2414454"/>
              <a:gd name="connsiteY515" fmla="*/ 41443 h 170840"/>
              <a:gd name="connsiteX516" fmla="*/ 782383 w 2414454"/>
              <a:gd name="connsiteY516" fmla="*/ 41443 h 170840"/>
              <a:gd name="connsiteX517" fmla="*/ 315658 w 2414454"/>
              <a:gd name="connsiteY517" fmla="*/ 13573 h 170840"/>
              <a:gd name="connsiteX518" fmla="*/ 328689 w 2414454"/>
              <a:gd name="connsiteY518" fmla="*/ 13573 h 170840"/>
              <a:gd name="connsiteX519" fmla="*/ 328689 w 2414454"/>
              <a:gd name="connsiteY519" fmla="*/ 41443 h 170840"/>
              <a:gd name="connsiteX520" fmla="*/ 347691 w 2414454"/>
              <a:gd name="connsiteY520" fmla="*/ 41443 h 170840"/>
              <a:gd name="connsiteX521" fmla="*/ 347691 w 2414454"/>
              <a:gd name="connsiteY521" fmla="*/ 51397 h 170840"/>
              <a:gd name="connsiteX522" fmla="*/ 328689 w 2414454"/>
              <a:gd name="connsiteY522" fmla="*/ 51397 h 170840"/>
              <a:gd name="connsiteX523" fmla="*/ 328689 w 2414454"/>
              <a:gd name="connsiteY523" fmla="*/ 105689 h 170840"/>
              <a:gd name="connsiteX524" fmla="*/ 331584 w 2414454"/>
              <a:gd name="connsiteY524" fmla="*/ 115281 h 170840"/>
              <a:gd name="connsiteX525" fmla="*/ 340814 w 2414454"/>
              <a:gd name="connsiteY525" fmla="*/ 118720 h 170840"/>
              <a:gd name="connsiteX526" fmla="*/ 347691 w 2414454"/>
              <a:gd name="connsiteY526" fmla="*/ 118720 h 170840"/>
              <a:gd name="connsiteX527" fmla="*/ 347691 w 2414454"/>
              <a:gd name="connsiteY527" fmla="*/ 129940 h 170840"/>
              <a:gd name="connsiteX528" fmla="*/ 338461 w 2414454"/>
              <a:gd name="connsiteY528" fmla="*/ 129940 h 170840"/>
              <a:gd name="connsiteX529" fmla="*/ 328417 w 2414454"/>
              <a:gd name="connsiteY529" fmla="*/ 128040 h 170840"/>
              <a:gd name="connsiteX530" fmla="*/ 321359 w 2414454"/>
              <a:gd name="connsiteY530" fmla="*/ 122882 h 170840"/>
              <a:gd name="connsiteX531" fmla="*/ 317106 w 2414454"/>
              <a:gd name="connsiteY531" fmla="*/ 115281 h 170840"/>
              <a:gd name="connsiteX532" fmla="*/ 315658 w 2414454"/>
              <a:gd name="connsiteY532" fmla="*/ 106051 h 170840"/>
              <a:gd name="connsiteX533" fmla="*/ 315658 w 2414454"/>
              <a:gd name="connsiteY533" fmla="*/ 51397 h 170840"/>
              <a:gd name="connsiteX534" fmla="*/ 304438 w 2414454"/>
              <a:gd name="connsiteY534" fmla="*/ 51397 h 170840"/>
              <a:gd name="connsiteX535" fmla="*/ 304438 w 2414454"/>
              <a:gd name="connsiteY535" fmla="*/ 41443 h 170840"/>
              <a:gd name="connsiteX536" fmla="*/ 315658 w 2414454"/>
              <a:gd name="connsiteY536" fmla="*/ 41443 h 170840"/>
              <a:gd name="connsiteX537" fmla="*/ 1647530 w 2414454"/>
              <a:gd name="connsiteY537" fmla="*/ 1086 h 170840"/>
              <a:gd name="connsiteX538" fmla="*/ 1661284 w 2414454"/>
              <a:gd name="connsiteY538" fmla="*/ 1086 h 170840"/>
              <a:gd name="connsiteX539" fmla="*/ 1661284 w 2414454"/>
              <a:gd name="connsiteY539" fmla="*/ 86325 h 170840"/>
              <a:gd name="connsiteX540" fmla="*/ 1663456 w 2414454"/>
              <a:gd name="connsiteY540" fmla="*/ 99717 h 170840"/>
              <a:gd name="connsiteX541" fmla="*/ 1669699 w 2414454"/>
              <a:gd name="connsiteY541" fmla="*/ 109852 h 170840"/>
              <a:gd name="connsiteX542" fmla="*/ 1679562 w 2414454"/>
              <a:gd name="connsiteY542" fmla="*/ 116367 h 170840"/>
              <a:gd name="connsiteX543" fmla="*/ 1692411 w 2414454"/>
              <a:gd name="connsiteY543" fmla="*/ 118720 h 170840"/>
              <a:gd name="connsiteX544" fmla="*/ 1705261 w 2414454"/>
              <a:gd name="connsiteY544" fmla="*/ 116367 h 170840"/>
              <a:gd name="connsiteX545" fmla="*/ 1715124 w 2414454"/>
              <a:gd name="connsiteY545" fmla="*/ 109852 h 170840"/>
              <a:gd name="connsiteX546" fmla="*/ 1721458 w 2414454"/>
              <a:gd name="connsiteY546" fmla="*/ 99717 h 170840"/>
              <a:gd name="connsiteX547" fmla="*/ 1723720 w 2414454"/>
              <a:gd name="connsiteY547" fmla="*/ 86325 h 170840"/>
              <a:gd name="connsiteX548" fmla="*/ 1723720 w 2414454"/>
              <a:gd name="connsiteY548" fmla="*/ 1086 h 170840"/>
              <a:gd name="connsiteX549" fmla="*/ 1737474 w 2414454"/>
              <a:gd name="connsiteY549" fmla="*/ 1086 h 170840"/>
              <a:gd name="connsiteX550" fmla="*/ 1737474 w 2414454"/>
              <a:gd name="connsiteY550" fmla="*/ 87411 h 170840"/>
              <a:gd name="connsiteX551" fmla="*/ 1734126 w 2414454"/>
              <a:gd name="connsiteY551" fmla="*/ 105056 h 170840"/>
              <a:gd name="connsiteX552" fmla="*/ 1724716 w 2414454"/>
              <a:gd name="connsiteY552" fmla="*/ 118901 h 170840"/>
              <a:gd name="connsiteX553" fmla="*/ 1710418 w 2414454"/>
              <a:gd name="connsiteY553" fmla="*/ 127859 h 170840"/>
              <a:gd name="connsiteX554" fmla="*/ 1692411 w 2414454"/>
              <a:gd name="connsiteY554" fmla="*/ 131026 h 170840"/>
              <a:gd name="connsiteX555" fmla="*/ 1674404 w 2414454"/>
              <a:gd name="connsiteY555" fmla="*/ 127859 h 170840"/>
              <a:gd name="connsiteX556" fmla="*/ 1660198 w 2414454"/>
              <a:gd name="connsiteY556" fmla="*/ 118901 h 170840"/>
              <a:gd name="connsiteX557" fmla="*/ 1650878 w 2414454"/>
              <a:gd name="connsiteY557" fmla="*/ 105056 h 170840"/>
              <a:gd name="connsiteX558" fmla="*/ 1647530 w 2414454"/>
              <a:gd name="connsiteY558" fmla="*/ 87411 h 170840"/>
              <a:gd name="connsiteX559" fmla="*/ 947833 w 2414454"/>
              <a:gd name="connsiteY559" fmla="*/ 1086 h 170840"/>
              <a:gd name="connsiteX560" fmla="*/ 961587 w 2414454"/>
              <a:gd name="connsiteY560" fmla="*/ 1086 h 170840"/>
              <a:gd name="connsiteX561" fmla="*/ 961587 w 2414454"/>
              <a:gd name="connsiteY561" fmla="*/ 90849 h 170840"/>
              <a:gd name="connsiteX562" fmla="*/ 958601 w 2414454"/>
              <a:gd name="connsiteY562" fmla="*/ 107590 h 170840"/>
              <a:gd name="connsiteX563" fmla="*/ 950276 w 2414454"/>
              <a:gd name="connsiteY563" fmla="*/ 120258 h 170840"/>
              <a:gd name="connsiteX564" fmla="*/ 937608 w 2414454"/>
              <a:gd name="connsiteY564" fmla="*/ 128221 h 170840"/>
              <a:gd name="connsiteX565" fmla="*/ 921410 w 2414454"/>
              <a:gd name="connsiteY565" fmla="*/ 131026 h 170840"/>
              <a:gd name="connsiteX566" fmla="*/ 905032 w 2414454"/>
              <a:gd name="connsiteY566" fmla="*/ 128221 h 170840"/>
              <a:gd name="connsiteX567" fmla="*/ 891911 w 2414454"/>
              <a:gd name="connsiteY567" fmla="*/ 119443 h 170840"/>
              <a:gd name="connsiteX568" fmla="*/ 901141 w 2414454"/>
              <a:gd name="connsiteY568" fmla="*/ 110214 h 170840"/>
              <a:gd name="connsiteX569" fmla="*/ 909014 w 2414454"/>
              <a:gd name="connsiteY569" fmla="*/ 116276 h 170840"/>
              <a:gd name="connsiteX570" fmla="*/ 921410 w 2414454"/>
              <a:gd name="connsiteY570" fmla="*/ 118720 h 170840"/>
              <a:gd name="connsiteX571" fmla="*/ 940956 w 2414454"/>
              <a:gd name="connsiteY571" fmla="*/ 111028 h 170840"/>
              <a:gd name="connsiteX572" fmla="*/ 947833 w 2414454"/>
              <a:gd name="connsiteY572" fmla="*/ 89040 h 170840"/>
              <a:gd name="connsiteX573" fmla="*/ 370637 w 2414454"/>
              <a:gd name="connsiteY573" fmla="*/ 1086 h 170840"/>
              <a:gd name="connsiteX574" fmla="*/ 383667 w 2414454"/>
              <a:gd name="connsiteY574" fmla="*/ 1086 h 170840"/>
              <a:gd name="connsiteX575" fmla="*/ 383667 w 2414454"/>
              <a:gd name="connsiteY575" fmla="*/ 50673 h 170840"/>
              <a:gd name="connsiteX576" fmla="*/ 408642 w 2414454"/>
              <a:gd name="connsiteY576" fmla="*/ 39814 h 170840"/>
              <a:gd name="connsiteX577" fmla="*/ 432259 w 2414454"/>
              <a:gd name="connsiteY577" fmla="*/ 48682 h 170840"/>
              <a:gd name="connsiteX578" fmla="*/ 440674 w 2414454"/>
              <a:gd name="connsiteY578" fmla="*/ 72752 h 170840"/>
              <a:gd name="connsiteX579" fmla="*/ 440674 w 2414454"/>
              <a:gd name="connsiteY579" fmla="*/ 129940 h 170840"/>
              <a:gd name="connsiteX580" fmla="*/ 427644 w 2414454"/>
              <a:gd name="connsiteY580" fmla="*/ 129940 h 170840"/>
              <a:gd name="connsiteX581" fmla="*/ 427644 w 2414454"/>
              <a:gd name="connsiteY581" fmla="*/ 74924 h 170840"/>
              <a:gd name="connsiteX582" fmla="*/ 421853 w 2414454"/>
              <a:gd name="connsiteY582" fmla="*/ 57279 h 170840"/>
              <a:gd name="connsiteX583" fmla="*/ 405927 w 2414454"/>
              <a:gd name="connsiteY583" fmla="*/ 51397 h 170840"/>
              <a:gd name="connsiteX584" fmla="*/ 389730 w 2414454"/>
              <a:gd name="connsiteY584" fmla="*/ 57369 h 170840"/>
              <a:gd name="connsiteX585" fmla="*/ 383667 w 2414454"/>
              <a:gd name="connsiteY585" fmla="*/ 74924 h 170840"/>
              <a:gd name="connsiteX586" fmla="*/ 383667 w 2414454"/>
              <a:gd name="connsiteY586" fmla="*/ 129940 h 170840"/>
              <a:gd name="connsiteX587" fmla="*/ 370637 w 2414454"/>
              <a:gd name="connsiteY587" fmla="*/ 129940 h 170840"/>
              <a:gd name="connsiteX588" fmla="*/ 2246338 w 2414454"/>
              <a:gd name="connsiteY588" fmla="*/ 905 h 170840"/>
              <a:gd name="connsiteX589" fmla="*/ 2260997 w 2414454"/>
              <a:gd name="connsiteY589" fmla="*/ 905 h 170840"/>
              <a:gd name="connsiteX590" fmla="*/ 2260997 w 2414454"/>
              <a:gd name="connsiteY590" fmla="*/ 15564 h 170840"/>
              <a:gd name="connsiteX591" fmla="*/ 2246338 w 2414454"/>
              <a:gd name="connsiteY591" fmla="*/ 15564 h 170840"/>
              <a:gd name="connsiteX592" fmla="*/ 1874863 w 2414454"/>
              <a:gd name="connsiteY592" fmla="*/ 905 h 170840"/>
              <a:gd name="connsiteX593" fmla="*/ 1889522 w 2414454"/>
              <a:gd name="connsiteY593" fmla="*/ 905 h 170840"/>
              <a:gd name="connsiteX594" fmla="*/ 1889522 w 2414454"/>
              <a:gd name="connsiteY594" fmla="*/ 15564 h 170840"/>
              <a:gd name="connsiteX595" fmla="*/ 1874863 w 2414454"/>
              <a:gd name="connsiteY595" fmla="*/ 15564 h 170840"/>
              <a:gd name="connsiteX596" fmla="*/ 998563 w 2414454"/>
              <a:gd name="connsiteY596" fmla="*/ 905 h 170840"/>
              <a:gd name="connsiteX597" fmla="*/ 1013222 w 2414454"/>
              <a:gd name="connsiteY597" fmla="*/ 905 h 170840"/>
              <a:gd name="connsiteX598" fmla="*/ 1013222 w 2414454"/>
              <a:gd name="connsiteY598" fmla="*/ 15564 h 170840"/>
              <a:gd name="connsiteX599" fmla="*/ 998563 w 2414454"/>
              <a:gd name="connsiteY599" fmla="*/ 15564 h 170840"/>
              <a:gd name="connsiteX600" fmla="*/ 44701 w 2414454"/>
              <a:gd name="connsiteY600" fmla="*/ 0 h 170840"/>
              <a:gd name="connsiteX601" fmla="*/ 65875 w 2414454"/>
              <a:gd name="connsiteY601" fmla="*/ 3348 h 170840"/>
              <a:gd name="connsiteX602" fmla="*/ 83067 w 2414454"/>
              <a:gd name="connsiteY602" fmla="*/ 14116 h 170840"/>
              <a:gd name="connsiteX603" fmla="*/ 74200 w 2414454"/>
              <a:gd name="connsiteY603" fmla="*/ 22984 h 170840"/>
              <a:gd name="connsiteX604" fmla="*/ 61350 w 2414454"/>
              <a:gd name="connsiteY604" fmla="*/ 14749 h 170840"/>
              <a:gd name="connsiteX605" fmla="*/ 44158 w 2414454"/>
              <a:gd name="connsiteY605" fmla="*/ 11944 h 170840"/>
              <a:gd name="connsiteX606" fmla="*/ 24070 w 2414454"/>
              <a:gd name="connsiteY606" fmla="*/ 18459 h 170840"/>
              <a:gd name="connsiteX607" fmla="*/ 17012 w 2414454"/>
              <a:gd name="connsiteY607" fmla="*/ 35833 h 170840"/>
              <a:gd name="connsiteX608" fmla="*/ 22803 w 2414454"/>
              <a:gd name="connsiteY608" fmla="*/ 50673 h 170840"/>
              <a:gd name="connsiteX609" fmla="*/ 30494 w 2414454"/>
              <a:gd name="connsiteY609" fmla="*/ 55016 h 170840"/>
              <a:gd name="connsiteX610" fmla="*/ 40176 w 2414454"/>
              <a:gd name="connsiteY610" fmla="*/ 57731 h 170840"/>
              <a:gd name="connsiteX611" fmla="*/ 54292 w 2414454"/>
              <a:gd name="connsiteY611" fmla="*/ 59903 h 170840"/>
              <a:gd name="connsiteX612" fmla="*/ 62346 w 2414454"/>
              <a:gd name="connsiteY612" fmla="*/ 61441 h 170840"/>
              <a:gd name="connsiteX613" fmla="*/ 68589 w 2414454"/>
              <a:gd name="connsiteY613" fmla="*/ 63341 h 170840"/>
              <a:gd name="connsiteX614" fmla="*/ 73566 w 2414454"/>
              <a:gd name="connsiteY614" fmla="*/ 65784 h 170840"/>
              <a:gd name="connsiteX615" fmla="*/ 77819 w 2414454"/>
              <a:gd name="connsiteY615" fmla="*/ 68951 h 170840"/>
              <a:gd name="connsiteX616" fmla="*/ 88678 w 2414454"/>
              <a:gd name="connsiteY616" fmla="*/ 94469 h 170840"/>
              <a:gd name="connsiteX617" fmla="*/ 85511 w 2414454"/>
              <a:gd name="connsiteY617" fmla="*/ 109761 h 170840"/>
              <a:gd name="connsiteX618" fmla="*/ 76462 w 2414454"/>
              <a:gd name="connsiteY618" fmla="*/ 121253 h 170840"/>
              <a:gd name="connsiteX619" fmla="*/ 62346 w 2414454"/>
              <a:gd name="connsiteY619" fmla="*/ 128492 h 170840"/>
              <a:gd name="connsiteX620" fmla="*/ 44158 w 2414454"/>
              <a:gd name="connsiteY620" fmla="*/ 131026 h 170840"/>
              <a:gd name="connsiteX621" fmla="*/ 19364 w 2414454"/>
              <a:gd name="connsiteY621" fmla="*/ 127044 h 170840"/>
              <a:gd name="connsiteX622" fmla="*/ 0 w 2414454"/>
              <a:gd name="connsiteY622" fmla="*/ 114014 h 170840"/>
              <a:gd name="connsiteX623" fmla="*/ 9411 w 2414454"/>
              <a:gd name="connsiteY623" fmla="*/ 104604 h 170840"/>
              <a:gd name="connsiteX624" fmla="*/ 25517 w 2414454"/>
              <a:gd name="connsiteY624" fmla="*/ 115643 h 170840"/>
              <a:gd name="connsiteX625" fmla="*/ 44520 w 2414454"/>
              <a:gd name="connsiteY625" fmla="*/ 118720 h 170840"/>
              <a:gd name="connsiteX626" fmla="*/ 66780 w 2414454"/>
              <a:gd name="connsiteY626" fmla="*/ 112476 h 170840"/>
              <a:gd name="connsiteX627" fmla="*/ 74924 w 2414454"/>
              <a:gd name="connsiteY627" fmla="*/ 94831 h 170840"/>
              <a:gd name="connsiteX628" fmla="*/ 73385 w 2414454"/>
              <a:gd name="connsiteY628" fmla="*/ 85601 h 170840"/>
              <a:gd name="connsiteX629" fmla="*/ 68770 w 2414454"/>
              <a:gd name="connsiteY629" fmla="*/ 78724 h 170840"/>
              <a:gd name="connsiteX630" fmla="*/ 62346 w 2414454"/>
              <a:gd name="connsiteY630" fmla="*/ 74833 h 170840"/>
              <a:gd name="connsiteX631" fmla="*/ 51940 w 2414454"/>
              <a:gd name="connsiteY631" fmla="*/ 72571 h 170840"/>
              <a:gd name="connsiteX632" fmla="*/ 36919 w 2414454"/>
              <a:gd name="connsiteY632" fmla="*/ 70218 h 170840"/>
              <a:gd name="connsiteX633" fmla="*/ 13211 w 2414454"/>
              <a:gd name="connsiteY633" fmla="*/ 60446 h 170840"/>
              <a:gd name="connsiteX634" fmla="*/ 3438 w 2414454"/>
              <a:gd name="connsiteY634" fmla="*/ 36376 h 170840"/>
              <a:gd name="connsiteX635" fmla="*/ 6334 w 2414454"/>
              <a:gd name="connsiteY635" fmla="*/ 21446 h 170840"/>
              <a:gd name="connsiteX636" fmla="*/ 14568 w 2414454"/>
              <a:gd name="connsiteY636" fmla="*/ 9954 h 170840"/>
              <a:gd name="connsiteX637" fmla="*/ 27508 w 2414454"/>
              <a:gd name="connsiteY637" fmla="*/ 2624 h 170840"/>
              <a:gd name="connsiteX638" fmla="*/ 44701 w 2414454"/>
              <a:gd name="connsiteY638" fmla="*/ 0 h 1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</a:cxnLst>
            <a:rect l="l" t="t" r="r" b="b"/>
            <a:pathLst>
              <a:path w="2414454" h="170840">
                <a:moveTo>
                  <a:pt x="1072429" y="88859"/>
                </a:moveTo>
                <a:cubicBezTo>
                  <a:pt x="1059158" y="88859"/>
                  <a:pt x="1052522" y="94107"/>
                  <a:pt x="1052522" y="104604"/>
                </a:cubicBezTo>
                <a:cubicBezTo>
                  <a:pt x="1052522" y="109791"/>
                  <a:pt x="1054151" y="113622"/>
                  <a:pt x="1057408" y="116095"/>
                </a:cubicBezTo>
                <a:cubicBezTo>
                  <a:pt x="1060666" y="118569"/>
                  <a:pt x="1065854" y="119805"/>
                  <a:pt x="1072972" y="119805"/>
                </a:cubicBezTo>
                <a:cubicBezTo>
                  <a:pt x="1076833" y="119805"/>
                  <a:pt x="1080422" y="119504"/>
                  <a:pt x="1083740" y="118901"/>
                </a:cubicBezTo>
                <a:cubicBezTo>
                  <a:pt x="1087058" y="118297"/>
                  <a:pt x="1090104" y="116608"/>
                  <a:pt x="1092879" y="113833"/>
                </a:cubicBezTo>
                <a:cubicBezTo>
                  <a:pt x="1095896" y="110938"/>
                  <a:pt x="1097404" y="105810"/>
                  <a:pt x="1097404" y="98450"/>
                </a:cubicBezTo>
                <a:lnTo>
                  <a:pt x="1097404" y="88859"/>
                </a:lnTo>
                <a:close/>
                <a:moveTo>
                  <a:pt x="1515646" y="51397"/>
                </a:moveTo>
                <a:cubicBezTo>
                  <a:pt x="1510820" y="51397"/>
                  <a:pt x="1506930" y="52362"/>
                  <a:pt x="1503974" y="54292"/>
                </a:cubicBezTo>
                <a:cubicBezTo>
                  <a:pt x="1501018" y="56223"/>
                  <a:pt x="1498756" y="58726"/>
                  <a:pt x="1497187" y="61803"/>
                </a:cubicBezTo>
                <a:cubicBezTo>
                  <a:pt x="1495619" y="64880"/>
                  <a:pt x="1494593" y="68439"/>
                  <a:pt x="1494110" y="72480"/>
                </a:cubicBezTo>
                <a:cubicBezTo>
                  <a:pt x="1493628" y="76522"/>
                  <a:pt x="1493387" y="80594"/>
                  <a:pt x="1493387" y="84696"/>
                </a:cubicBezTo>
                <a:cubicBezTo>
                  <a:pt x="1493387" y="88919"/>
                  <a:pt x="1493628" y="93021"/>
                  <a:pt x="1494110" y="97003"/>
                </a:cubicBezTo>
                <a:cubicBezTo>
                  <a:pt x="1494593" y="100984"/>
                  <a:pt x="1495619" y="104513"/>
                  <a:pt x="1497187" y="107590"/>
                </a:cubicBezTo>
                <a:cubicBezTo>
                  <a:pt x="1498756" y="110666"/>
                  <a:pt x="1501018" y="113170"/>
                  <a:pt x="1503974" y="115100"/>
                </a:cubicBezTo>
                <a:cubicBezTo>
                  <a:pt x="1506930" y="117030"/>
                  <a:pt x="1510820" y="117996"/>
                  <a:pt x="1515646" y="117996"/>
                </a:cubicBezTo>
                <a:cubicBezTo>
                  <a:pt x="1520472" y="117996"/>
                  <a:pt x="1524333" y="117030"/>
                  <a:pt x="1527229" y="115100"/>
                </a:cubicBezTo>
                <a:cubicBezTo>
                  <a:pt x="1530124" y="113170"/>
                  <a:pt x="1532356" y="110666"/>
                  <a:pt x="1533925" y="107590"/>
                </a:cubicBezTo>
                <a:cubicBezTo>
                  <a:pt x="1535493" y="104513"/>
                  <a:pt x="1536519" y="100984"/>
                  <a:pt x="1537002" y="97003"/>
                </a:cubicBezTo>
                <a:cubicBezTo>
                  <a:pt x="1537484" y="93021"/>
                  <a:pt x="1537726" y="88919"/>
                  <a:pt x="1537726" y="84696"/>
                </a:cubicBezTo>
                <a:cubicBezTo>
                  <a:pt x="1537726" y="80594"/>
                  <a:pt x="1537484" y="76522"/>
                  <a:pt x="1537002" y="72480"/>
                </a:cubicBezTo>
                <a:cubicBezTo>
                  <a:pt x="1536519" y="68439"/>
                  <a:pt x="1535493" y="64880"/>
                  <a:pt x="1533925" y="61803"/>
                </a:cubicBezTo>
                <a:cubicBezTo>
                  <a:pt x="1532356" y="58726"/>
                  <a:pt x="1530124" y="56223"/>
                  <a:pt x="1527229" y="54292"/>
                </a:cubicBezTo>
                <a:cubicBezTo>
                  <a:pt x="1524333" y="52362"/>
                  <a:pt x="1520472" y="51397"/>
                  <a:pt x="1515646" y="51397"/>
                </a:cubicBezTo>
                <a:close/>
                <a:moveTo>
                  <a:pt x="1326232" y="51397"/>
                </a:moveTo>
                <a:cubicBezTo>
                  <a:pt x="1319838" y="51397"/>
                  <a:pt x="1314469" y="53569"/>
                  <a:pt x="1310126" y="57912"/>
                </a:cubicBezTo>
                <a:cubicBezTo>
                  <a:pt x="1308436" y="59601"/>
                  <a:pt x="1307140" y="61501"/>
                  <a:pt x="1306235" y="63613"/>
                </a:cubicBezTo>
                <a:cubicBezTo>
                  <a:pt x="1305330" y="65724"/>
                  <a:pt x="1304606" y="67986"/>
                  <a:pt x="1304063" y="70399"/>
                </a:cubicBezTo>
                <a:cubicBezTo>
                  <a:pt x="1303520" y="72812"/>
                  <a:pt x="1303188" y="75286"/>
                  <a:pt x="1303068" y="77819"/>
                </a:cubicBezTo>
                <a:cubicBezTo>
                  <a:pt x="1302947" y="80353"/>
                  <a:pt x="1302887" y="82887"/>
                  <a:pt x="1302887" y="85420"/>
                </a:cubicBezTo>
                <a:cubicBezTo>
                  <a:pt x="1302887" y="87954"/>
                  <a:pt x="1302947" y="90487"/>
                  <a:pt x="1303068" y="93021"/>
                </a:cubicBezTo>
                <a:cubicBezTo>
                  <a:pt x="1303188" y="95555"/>
                  <a:pt x="1303520" y="98028"/>
                  <a:pt x="1304063" y="100441"/>
                </a:cubicBezTo>
                <a:cubicBezTo>
                  <a:pt x="1304606" y="102854"/>
                  <a:pt x="1305330" y="105146"/>
                  <a:pt x="1306235" y="107318"/>
                </a:cubicBezTo>
                <a:cubicBezTo>
                  <a:pt x="1307140" y="109490"/>
                  <a:pt x="1308436" y="111360"/>
                  <a:pt x="1310126" y="112928"/>
                </a:cubicBezTo>
                <a:cubicBezTo>
                  <a:pt x="1314469" y="117272"/>
                  <a:pt x="1319838" y="119443"/>
                  <a:pt x="1326232" y="119443"/>
                </a:cubicBezTo>
                <a:cubicBezTo>
                  <a:pt x="1332748" y="119443"/>
                  <a:pt x="1338177" y="117272"/>
                  <a:pt x="1342520" y="112928"/>
                </a:cubicBezTo>
                <a:cubicBezTo>
                  <a:pt x="1344088" y="111360"/>
                  <a:pt x="1345355" y="109490"/>
                  <a:pt x="1346321" y="107318"/>
                </a:cubicBezTo>
                <a:cubicBezTo>
                  <a:pt x="1347286" y="105146"/>
                  <a:pt x="1348010" y="102854"/>
                  <a:pt x="1348492" y="100441"/>
                </a:cubicBezTo>
                <a:cubicBezTo>
                  <a:pt x="1348975" y="98028"/>
                  <a:pt x="1349276" y="95555"/>
                  <a:pt x="1349397" y="93021"/>
                </a:cubicBezTo>
                <a:cubicBezTo>
                  <a:pt x="1349518" y="90487"/>
                  <a:pt x="1349578" y="87954"/>
                  <a:pt x="1349578" y="85420"/>
                </a:cubicBezTo>
                <a:cubicBezTo>
                  <a:pt x="1349578" y="82887"/>
                  <a:pt x="1349518" y="80353"/>
                  <a:pt x="1349397" y="77819"/>
                </a:cubicBezTo>
                <a:cubicBezTo>
                  <a:pt x="1349276" y="75286"/>
                  <a:pt x="1348975" y="72812"/>
                  <a:pt x="1348492" y="70399"/>
                </a:cubicBezTo>
                <a:cubicBezTo>
                  <a:pt x="1348010" y="67986"/>
                  <a:pt x="1347286" y="65724"/>
                  <a:pt x="1346321" y="63613"/>
                </a:cubicBezTo>
                <a:cubicBezTo>
                  <a:pt x="1345355" y="61501"/>
                  <a:pt x="1344088" y="59601"/>
                  <a:pt x="1342520" y="57912"/>
                </a:cubicBezTo>
                <a:cubicBezTo>
                  <a:pt x="1338177" y="53569"/>
                  <a:pt x="1332748" y="51397"/>
                  <a:pt x="1326232" y="51397"/>
                </a:cubicBezTo>
                <a:close/>
                <a:moveTo>
                  <a:pt x="1173832" y="51397"/>
                </a:moveTo>
                <a:cubicBezTo>
                  <a:pt x="1167438" y="51397"/>
                  <a:pt x="1162069" y="53569"/>
                  <a:pt x="1157726" y="57912"/>
                </a:cubicBezTo>
                <a:cubicBezTo>
                  <a:pt x="1156036" y="59601"/>
                  <a:pt x="1154740" y="61501"/>
                  <a:pt x="1153835" y="63613"/>
                </a:cubicBezTo>
                <a:cubicBezTo>
                  <a:pt x="1152930" y="65724"/>
                  <a:pt x="1152206" y="67986"/>
                  <a:pt x="1151663" y="70399"/>
                </a:cubicBezTo>
                <a:cubicBezTo>
                  <a:pt x="1151120" y="72812"/>
                  <a:pt x="1150788" y="75286"/>
                  <a:pt x="1150668" y="77819"/>
                </a:cubicBezTo>
                <a:cubicBezTo>
                  <a:pt x="1150547" y="80353"/>
                  <a:pt x="1150487" y="82887"/>
                  <a:pt x="1150487" y="85420"/>
                </a:cubicBezTo>
                <a:cubicBezTo>
                  <a:pt x="1150487" y="87954"/>
                  <a:pt x="1150547" y="90487"/>
                  <a:pt x="1150668" y="93021"/>
                </a:cubicBezTo>
                <a:cubicBezTo>
                  <a:pt x="1150788" y="95555"/>
                  <a:pt x="1151120" y="98028"/>
                  <a:pt x="1151663" y="100441"/>
                </a:cubicBezTo>
                <a:cubicBezTo>
                  <a:pt x="1152206" y="102854"/>
                  <a:pt x="1152930" y="105146"/>
                  <a:pt x="1153835" y="107318"/>
                </a:cubicBezTo>
                <a:cubicBezTo>
                  <a:pt x="1154740" y="109490"/>
                  <a:pt x="1156036" y="111360"/>
                  <a:pt x="1157726" y="112928"/>
                </a:cubicBezTo>
                <a:cubicBezTo>
                  <a:pt x="1162069" y="117272"/>
                  <a:pt x="1167438" y="119443"/>
                  <a:pt x="1173832" y="119443"/>
                </a:cubicBezTo>
                <a:cubicBezTo>
                  <a:pt x="1180348" y="119443"/>
                  <a:pt x="1185777" y="117272"/>
                  <a:pt x="1190120" y="112928"/>
                </a:cubicBezTo>
                <a:cubicBezTo>
                  <a:pt x="1191689" y="111360"/>
                  <a:pt x="1192955" y="109490"/>
                  <a:pt x="1193921" y="107318"/>
                </a:cubicBezTo>
                <a:cubicBezTo>
                  <a:pt x="1194886" y="105146"/>
                  <a:pt x="1195610" y="102854"/>
                  <a:pt x="1196092" y="100441"/>
                </a:cubicBezTo>
                <a:cubicBezTo>
                  <a:pt x="1196575" y="98028"/>
                  <a:pt x="1196876" y="95555"/>
                  <a:pt x="1196997" y="93021"/>
                </a:cubicBezTo>
                <a:cubicBezTo>
                  <a:pt x="1197118" y="90487"/>
                  <a:pt x="1197178" y="87954"/>
                  <a:pt x="1197178" y="85420"/>
                </a:cubicBezTo>
                <a:cubicBezTo>
                  <a:pt x="1197178" y="82887"/>
                  <a:pt x="1197118" y="80353"/>
                  <a:pt x="1196997" y="77819"/>
                </a:cubicBezTo>
                <a:cubicBezTo>
                  <a:pt x="1196876" y="75286"/>
                  <a:pt x="1196575" y="72812"/>
                  <a:pt x="1196092" y="70399"/>
                </a:cubicBezTo>
                <a:cubicBezTo>
                  <a:pt x="1195610" y="67986"/>
                  <a:pt x="1194886" y="65724"/>
                  <a:pt x="1193921" y="63613"/>
                </a:cubicBezTo>
                <a:cubicBezTo>
                  <a:pt x="1192955" y="61501"/>
                  <a:pt x="1191689" y="59601"/>
                  <a:pt x="1190120" y="57912"/>
                </a:cubicBezTo>
                <a:cubicBezTo>
                  <a:pt x="1185777" y="53569"/>
                  <a:pt x="1180348" y="51397"/>
                  <a:pt x="1173832" y="51397"/>
                </a:cubicBezTo>
                <a:close/>
                <a:moveTo>
                  <a:pt x="145132" y="51397"/>
                </a:moveTo>
                <a:cubicBezTo>
                  <a:pt x="138738" y="51397"/>
                  <a:pt x="133369" y="53569"/>
                  <a:pt x="129026" y="57912"/>
                </a:cubicBezTo>
                <a:cubicBezTo>
                  <a:pt x="127336" y="59601"/>
                  <a:pt x="126040" y="61501"/>
                  <a:pt x="125135" y="63613"/>
                </a:cubicBezTo>
                <a:cubicBezTo>
                  <a:pt x="124230" y="65724"/>
                  <a:pt x="123506" y="67986"/>
                  <a:pt x="122963" y="70399"/>
                </a:cubicBezTo>
                <a:cubicBezTo>
                  <a:pt x="122420" y="72812"/>
                  <a:pt x="122088" y="75286"/>
                  <a:pt x="121968" y="77819"/>
                </a:cubicBezTo>
                <a:cubicBezTo>
                  <a:pt x="121847" y="80353"/>
                  <a:pt x="121787" y="82887"/>
                  <a:pt x="121787" y="85420"/>
                </a:cubicBezTo>
                <a:cubicBezTo>
                  <a:pt x="121787" y="87954"/>
                  <a:pt x="121847" y="90487"/>
                  <a:pt x="121968" y="93021"/>
                </a:cubicBezTo>
                <a:cubicBezTo>
                  <a:pt x="122088" y="95555"/>
                  <a:pt x="122420" y="98028"/>
                  <a:pt x="122963" y="100441"/>
                </a:cubicBezTo>
                <a:cubicBezTo>
                  <a:pt x="123506" y="102854"/>
                  <a:pt x="124230" y="105146"/>
                  <a:pt x="125135" y="107318"/>
                </a:cubicBezTo>
                <a:cubicBezTo>
                  <a:pt x="126040" y="109490"/>
                  <a:pt x="127336" y="111360"/>
                  <a:pt x="129026" y="112928"/>
                </a:cubicBezTo>
                <a:cubicBezTo>
                  <a:pt x="133369" y="117272"/>
                  <a:pt x="138738" y="119443"/>
                  <a:pt x="145132" y="119443"/>
                </a:cubicBezTo>
                <a:cubicBezTo>
                  <a:pt x="151648" y="119443"/>
                  <a:pt x="157077" y="117272"/>
                  <a:pt x="161420" y="112928"/>
                </a:cubicBezTo>
                <a:cubicBezTo>
                  <a:pt x="162989" y="111360"/>
                  <a:pt x="164255" y="109490"/>
                  <a:pt x="165221" y="107318"/>
                </a:cubicBezTo>
                <a:cubicBezTo>
                  <a:pt x="166186" y="105146"/>
                  <a:pt x="166910" y="102854"/>
                  <a:pt x="167392" y="100441"/>
                </a:cubicBezTo>
                <a:cubicBezTo>
                  <a:pt x="167875" y="98028"/>
                  <a:pt x="168177" y="95555"/>
                  <a:pt x="168297" y="93021"/>
                </a:cubicBezTo>
                <a:cubicBezTo>
                  <a:pt x="168418" y="90487"/>
                  <a:pt x="168478" y="87954"/>
                  <a:pt x="168478" y="85420"/>
                </a:cubicBezTo>
                <a:cubicBezTo>
                  <a:pt x="168478" y="82887"/>
                  <a:pt x="168418" y="80353"/>
                  <a:pt x="168297" y="77819"/>
                </a:cubicBezTo>
                <a:cubicBezTo>
                  <a:pt x="168177" y="75286"/>
                  <a:pt x="167875" y="72812"/>
                  <a:pt x="167392" y="70399"/>
                </a:cubicBezTo>
                <a:cubicBezTo>
                  <a:pt x="166910" y="67986"/>
                  <a:pt x="166186" y="65724"/>
                  <a:pt x="165221" y="63613"/>
                </a:cubicBezTo>
                <a:cubicBezTo>
                  <a:pt x="164255" y="61501"/>
                  <a:pt x="162989" y="59601"/>
                  <a:pt x="161420" y="57912"/>
                </a:cubicBezTo>
                <a:cubicBezTo>
                  <a:pt x="157077" y="53569"/>
                  <a:pt x="151648" y="51397"/>
                  <a:pt x="145132" y="51397"/>
                </a:cubicBezTo>
                <a:close/>
                <a:moveTo>
                  <a:pt x="2031082" y="51035"/>
                </a:moveTo>
                <a:cubicBezTo>
                  <a:pt x="2026377" y="51035"/>
                  <a:pt x="2022154" y="52234"/>
                  <a:pt x="2018414" y="54632"/>
                </a:cubicBezTo>
                <a:cubicBezTo>
                  <a:pt x="2014674" y="57030"/>
                  <a:pt x="2011959" y="60267"/>
                  <a:pt x="2010270" y="64342"/>
                </a:cubicBezTo>
                <a:cubicBezTo>
                  <a:pt x="2009305" y="66738"/>
                  <a:pt x="2008642" y="68895"/>
                  <a:pt x="2008280" y="70814"/>
                </a:cubicBezTo>
                <a:cubicBezTo>
                  <a:pt x="2007918" y="72732"/>
                  <a:pt x="2007676" y="75489"/>
                  <a:pt x="2007556" y="79086"/>
                </a:cubicBezTo>
                <a:lnTo>
                  <a:pt x="2054609" y="79086"/>
                </a:lnTo>
                <a:cubicBezTo>
                  <a:pt x="2054488" y="77288"/>
                  <a:pt x="2054368" y="75729"/>
                  <a:pt x="2054247" y="74410"/>
                </a:cubicBezTo>
                <a:cubicBezTo>
                  <a:pt x="2054126" y="73092"/>
                  <a:pt x="2053976" y="71893"/>
                  <a:pt x="2053795" y="70815"/>
                </a:cubicBezTo>
                <a:cubicBezTo>
                  <a:pt x="2053614" y="69737"/>
                  <a:pt x="2053372" y="68688"/>
                  <a:pt x="2053071" y="67669"/>
                </a:cubicBezTo>
                <a:cubicBezTo>
                  <a:pt x="2052769" y="66650"/>
                  <a:pt x="2052377" y="65541"/>
                  <a:pt x="2051894" y="64342"/>
                </a:cubicBezTo>
                <a:cubicBezTo>
                  <a:pt x="2050206" y="60267"/>
                  <a:pt x="2047491" y="57030"/>
                  <a:pt x="2043750" y="54632"/>
                </a:cubicBezTo>
                <a:cubicBezTo>
                  <a:pt x="2040010" y="52234"/>
                  <a:pt x="2035788" y="51035"/>
                  <a:pt x="2031082" y="51035"/>
                </a:cubicBezTo>
                <a:close/>
                <a:moveTo>
                  <a:pt x="630907" y="51035"/>
                </a:moveTo>
                <a:cubicBezTo>
                  <a:pt x="626202" y="51035"/>
                  <a:pt x="621979" y="52234"/>
                  <a:pt x="618239" y="54632"/>
                </a:cubicBezTo>
                <a:cubicBezTo>
                  <a:pt x="614499" y="57030"/>
                  <a:pt x="611784" y="60267"/>
                  <a:pt x="610095" y="64342"/>
                </a:cubicBezTo>
                <a:cubicBezTo>
                  <a:pt x="609130" y="66738"/>
                  <a:pt x="608466" y="68895"/>
                  <a:pt x="608104" y="70814"/>
                </a:cubicBezTo>
                <a:cubicBezTo>
                  <a:pt x="607743" y="72732"/>
                  <a:pt x="607501" y="75489"/>
                  <a:pt x="607381" y="79086"/>
                </a:cubicBezTo>
                <a:lnTo>
                  <a:pt x="654434" y="79086"/>
                </a:lnTo>
                <a:cubicBezTo>
                  <a:pt x="654313" y="77288"/>
                  <a:pt x="654193" y="75729"/>
                  <a:pt x="654072" y="74410"/>
                </a:cubicBezTo>
                <a:cubicBezTo>
                  <a:pt x="653952" y="73092"/>
                  <a:pt x="653801" y="71893"/>
                  <a:pt x="653620" y="70815"/>
                </a:cubicBezTo>
                <a:cubicBezTo>
                  <a:pt x="653439" y="69737"/>
                  <a:pt x="653197" y="68688"/>
                  <a:pt x="652896" y="67669"/>
                </a:cubicBezTo>
                <a:cubicBezTo>
                  <a:pt x="652594" y="66650"/>
                  <a:pt x="652202" y="65541"/>
                  <a:pt x="651720" y="64342"/>
                </a:cubicBezTo>
                <a:cubicBezTo>
                  <a:pt x="650030" y="60267"/>
                  <a:pt x="647316" y="57030"/>
                  <a:pt x="643576" y="54632"/>
                </a:cubicBezTo>
                <a:cubicBezTo>
                  <a:pt x="639836" y="52234"/>
                  <a:pt x="635613" y="51035"/>
                  <a:pt x="630907" y="51035"/>
                </a:cubicBezTo>
                <a:close/>
                <a:moveTo>
                  <a:pt x="2337540" y="40900"/>
                </a:moveTo>
                <a:lnTo>
                  <a:pt x="2351656" y="40900"/>
                </a:lnTo>
                <a:lnTo>
                  <a:pt x="2376087" y="112385"/>
                </a:lnTo>
                <a:lnTo>
                  <a:pt x="2400338" y="40900"/>
                </a:lnTo>
                <a:lnTo>
                  <a:pt x="2414454" y="40900"/>
                </a:lnTo>
                <a:lnTo>
                  <a:pt x="2373916" y="151476"/>
                </a:lnTo>
                <a:cubicBezTo>
                  <a:pt x="2372226" y="156181"/>
                  <a:pt x="2370115" y="159680"/>
                  <a:pt x="2367582" y="161973"/>
                </a:cubicBezTo>
                <a:cubicBezTo>
                  <a:pt x="2365168" y="164265"/>
                  <a:pt x="2362454" y="165864"/>
                  <a:pt x="2359438" y="166768"/>
                </a:cubicBezTo>
                <a:cubicBezTo>
                  <a:pt x="2356421" y="167673"/>
                  <a:pt x="2353345" y="168126"/>
                  <a:pt x="2350208" y="168126"/>
                </a:cubicBezTo>
                <a:lnTo>
                  <a:pt x="2344598" y="168126"/>
                </a:lnTo>
                <a:lnTo>
                  <a:pt x="2344598" y="156543"/>
                </a:lnTo>
                <a:lnTo>
                  <a:pt x="2348579" y="156543"/>
                </a:lnTo>
                <a:cubicBezTo>
                  <a:pt x="2353043" y="156543"/>
                  <a:pt x="2356240" y="155729"/>
                  <a:pt x="2358171" y="154100"/>
                </a:cubicBezTo>
                <a:cubicBezTo>
                  <a:pt x="2360101" y="152471"/>
                  <a:pt x="2361790" y="149606"/>
                  <a:pt x="2363238" y="145504"/>
                </a:cubicBezTo>
                <a:lnTo>
                  <a:pt x="2369572" y="128130"/>
                </a:lnTo>
                <a:close/>
                <a:moveTo>
                  <a:pt x="2247062" y="40900"/>
                </a:moveTo>
                <a:lnTo>
                  <a:pt x="2260092" y="40900"/>
                </a:lnTo>
                <a:lnTo>
                  <a:pt x="2260092" y="129940"/>
                </a:lnTo>
                <a:lnTo>
                  <a:pt x="2247062" y="129940"/>
                </a:lnTo>
                <a:close/>
                <a:moveTo>
                  <a:pt x="1899390" y="40900"/>
                </a:moveTo>
                <a:lnTo>
                  <a:pt x="1913506" y="40900"/>
                </a:lnTo>
                <a:lnTo>
                  <a:pt x="1937756" y="112385"/>
                </a:lnTo>
                <a:lnTo>
                  <a:pt x="1962188" y="40900"/>
                </a:lnTo>
                <a:lnTo>
                  <a:pt x="1976304" y="40900"/>
                </a:lnTo>
                <a:lnTo>
                  <a:pt x="1943548" y="129940"/>
                </a:lnTo>
                <a:lnTo>
                  <a:pt x="1931965" y="129940"/>
                </a:lnTo>
                <a:close/>
                <a:moveTo>
                  <a:pt x="1875587" y="40900"/>
                </a:moveTo>
                <a:lnTo>
                  <a:pt x="1888617" y="40900"/>
                </a:lnTo>
                <a:lnTo>
                  <a:pt x="1888617" y="129940"/>
                </a:lnTo>
                <a:lnTo>
                  <a:pt x="1875587" y="129940"/>
                </a:lnTo>
                <a:close/>
                <a:moveTo>
                  <a:pt x="999287" y="40900"/>
                </a:moveTo>
                <a:lnTo>
                  <a:pt x="1012317" y="40900"/>
                </a:lnTo>
                <a:lnTo>
                  <a:pt x="1012317" y="129940"/>
                </a:lnTo>
                <a:lnTo>
                  <a:pt x="999287" y="129940"/>
                </a:lnTo>
                <a:close/>
                <a:moveTo>
                  <a:pt x="451590" y="40900"/>
                </a:moveTo>
                <a:lnTo>
                  <a:pt x="465706" y="40900"/>
                </a:lnTo>
                <a:lnTo>
                  <a:pt x="486156" y="112385"/>
                </a:lnTo>
                <a:lnTo>
                  <a:pt x="509502" y="40900"/>
                </a:lnTo>
                <a:lnTo>
                  <a:pt x="520722" y="40900"/>
                </a:lnTo>
                <a:lnTo>
                  <a:pt x="544249" y="112385"/>
                </a:lnTo>
                <a:lnTo>
                  <a:pt x="564518" y="40900"/>
                </a:lnTo>
                <a:lnTo>
                  <a:pt x="578634" y="40900"/>
                </a:lnTo>
                <a:lnTo>
                  <a:pt x="550583" y="129940"/>
                </a:lnTo>
                <a:lnTo>
                  <a:pt x="538458" y="129940"/>
                </a:lnTo>
                <a:lnTo>
                  <a:pt x="515112" y="60808"/>
                </a:lnTo>
                <a:lnTo>
                  <a:pt x="491947" y="129940"/>
                </a:lnTo>
                <a:lnTo>
                  <a:pt x="479822" y="129940"/>
                </a:lnTo>
                <a:close/>
                <a:moveTo>
                  <a:pt x="207807" y="40900"/>
                </a:moveTo>
                <a:lnTo>
                  <a:pt x="220837" y="40900"/>
                </a:lnTo>
                <a:lnTo>
                  <a:pt x="220837" y="95736"/>
                </a:lnTo>
                <a:cubicBezTo>
                  <a:pt x="220837" y="103699"/>
                  <a:pt x="222767" y="109641"/>
                  <a:pt x="226628" y="113562"/>
                </a:cubicBezTo>
                <a:cubicBezTo>
                  <a:pt x="230489" y="117483"/>
                  <a:pt x="235798" y="119443"/>
                  <a:pt x="242554" y="119443"/>
                </a:cubicBezTo>
                <a:cubicBezTo>
                  <a:pt x="249310" y="119443"/>
                  <a:pt x="254710" y="117453"/>
                  <a:pt x="258751" y="113471"/>
                </a:cubicBezTo>
                <a:cubicBezTo>
                  <a:pt x="262793" y="109490"/>
                  <a:pt x="264814" y="103578"/>
                  <a:pt x="264814" y="95736"/>
                </a:cubicBezTo>
                <a:lnTo>
                  <a:pt x="264814" y="40900"/>
                </a:lnTo>
                <a:lnTo>
                  <a:pt x="277844" y="40900"/>
                </a:lnTo>
                <a:lnTo>
                  <a:pt x="277844" y="129940"/>
                </a:lnTo>
                <a:lnTo>
                  <a:pt x="264995" y="129940"/>
                </a:lnTo>
                <a:lnTo>
                  <a:pt x="264995" y="119986"/>
                </a:lnTo>
                <a:cubicBezTo>
                  <a:pt x="261858" y="123606"/>
                  <a:pt x="258148" y="126351"/>
                  <a:pt x="253865" y="128221"/>
                </a:cubicBezTo>
                <a:cubicBezTo>
                  <a:pt x="249582" y="130091"/>
                  <a:pt x="244907" y="131026"/>
                  <a:pt x="239839" y="131026"/>
                </a:cubicBezTo>
                <a:cubicBezTo>
                  <a:pt x="230067" y="131026"/>
                  <a:pt x="222406" y="128251"/>
                  <a:pt x="216856" y="122701"/>
                </a:cubicBezTo>
                <a:cubicBezTo>
                  <a:pt x="213719" y="119564"/>
                  <a:pt x="211426" y="115914"/>
                  <a:pt x="209979" y="111752"/>
                </a:cubicBezTo>
                <a:cubicBezTo>
                  <a:pt x="208531" y="107590"/>
                  <a:pt x="207807" y="102914"/>
                  <a:pt x="207807" y="97726"/>
                </a:cubicBezTo>
                <a:close/>
                <a:moveTo>
                  <a:pt x="2189569" y="39814"/>
                </a:moveTo>
                <a:cubicBezTo>
                  <a:pt x="2195964" y="39814"/>
                  <a:pt x="2201905" y="40611"/>
                  <a:pt x="2207395" y="42205"/>
                </a:cubicBezTo>
                <a:cubicBezTo>
                  <a:pt x="2212884" y="43799"/>
                  <a:pt x="2217620" y="46252"/>
                  <a:pt x="2221601" y="49564"/>
                </a:cubicBezTo>
                <a:lnTo>
                  <a:pt x="2213096" y="58093"/>
                </a:lnTo>
                <a:cubicBezTo>
                  <a:pt x="2209959" y="55680"/>
                  <a:pt x="2206370" y="53900"/>
                  <a:pt x="2202328" y="52754"/>
                </a:cubicBezTo>
                <a:cubicBezTo>
                  <a:pt x="2198286" y="51608"/>
                  <a:pt x="2193973" y="51035"/>
                  <a:pt x="2189388" y="51035"/>
                </a:cubicBezTo>
                <a:cubicBezTo>
                  <a:pt x="2182873" y="51035"/>
                  <a:pt x="2177926" y="52323"/>
                  <a:pt x="2174548" y="54900"/>
                </a:cubicBezTo>
                <a:cubicBezTo>
                  <a:pt x="2171170" y="57477"/>
                  <a:pt x="2169480" y="61043"/>
                  <a:pt x="2169480" y="65598"/>
                </a:cubicBezTo>
                <a:cubicBezTo>
                  <a:pt x="2169480" y="69434"/>
                  <a:pt x="2170657" y="72431"/>
                  <a:pt x="2173010" y="74589"/>
                </a:cubicBezTo>
                <a:cubicBezTo>
                  <a:pt x="2175362" y="76746"/>
                  <a:pt x="2179374" y="78064"/>
                  <a:pt x="2185044" y="78543"/>
                </a:cubicBezTo>
                <a:lnTo>
                  <a:pt x="2199342" y="79810"/>
                </a:lnTo>
                <a:cubicBezTo>
                  <a:pt x="2203202" y="80172"/>
                  <a:pt x="2206762" y="80835"/>
                  <a:pt x="2210019" y="81801"/>
                </a:cubicBezTo>
                <a:cubicBezTo>
                  <a:pt x="2213276" y="82766"/>
                  <a:pt x="2216052" y="84214"/>
                  <a:pt x="2218344" y="86144"/>
                </a:cubicBezTo>
                <a:cubicBezTo>
                  <a:pt x="2220636" y="88074"/>
                  <a:pt x="2222416" y="90487"/>
                  <a:pt x="2223683" y="93383"/>
                </a:cubicBezTo>
                <a:cubicBezTo>
                  <a:pt x="2224950" y="96279"/>
                  <a:pt x="2225583" y="99778"/>
                  <a:pt x="2225583" y="103880"/>
                </a:cubicBezTo>
                <a:cubicBezTo>
                  <a:pt x="2225583" y="108223"/>
                  <a:pt x="2224708" y="112054"/>
                  <a:pt x="2222959" y="115372"/>
                </a:cubicBezTo>
                <a:cubicBezTo>
                  <a:pt x="2221210" y="118689"/>
                  <a:pt x="2218736" y="121525"/>
                  <a:pt x="2215539" y="123877"/>
                </a:cubicBezTo>
                <a:cubicBezTo>
                  <a:pt x="2212342" y="126230"/>
                  <a:pt x="2208541" y="128010"/>
                  <a:pt x="2204137" y="129216"/>
                </a:cubicBezTo>
                <a:cubicBezTo>
                  <a:pt x="2199734" y="130423"/>
                  <a:pt x="2194817" y="131026"/>
                  <a:pt x="2189388" y="131026"/>
                </a:cubicBezTo>
                <a:cubicBezTo>
                  <a:pt x="2181787" y="131026"/>
                  <a:pt x="2175030" y="130061"/>
                  <a:pt x="2169119" y="128130"/>
                </a:cubicBezTo>
                <a:cubicBezTo>
                  <a:pt x="2163207" y="126200"/>
                  <a:pt x="2157778" y="122882"/>
                  <a:pt x="2152831" y="118177"/>
                </a:cubicBezTo>
                <a:lnTo>
                  <a:pt x="2161518" y="109490"/>
                </a:lnTo>
                <a:cubicBezTo>
                  <a:pt x="2165016" y="113230"/>
                  <a:pt x="2169119" y="115884"/>
                  <a:pt x="2173824" y="117453"/>
                </a:cubicBezTo>
                <a:cubicBezTo>
                  <a:pt x="2178530" y="119021"/>
                  <a:pt x="2183657" y="119805"/>
                  <a:pt x="2189207" y="119805"/>
                </a:cubicBezTo>
                <a:cubicBezTo>
                  <a:pt x="2196566" y="119805"/>
                  <a:pt x="2202358" y="118508"/>
                  <a:pt x="2206580" y="115914"/>
                </a:cubicBezTo>
                <a:cubicBezTo>
                  <a:pt x="2210803" y="113320"/>
                  <a:pt x="2212915" y="109369"/>
                  <a:pt x="2212915" y="104061"/>
                </a:cubicBezTo>
                <a:cubicBezTo>
                  <a:pt x="2212915" y="100200"/>
                  <a:pt x="2211738" y="97184"/>
                  <a:pt x="2209386" y="95012"/>
                </a:cubicBezTo>
                <a:cubicBezTo>
                  <a:pt x="2207033" y="92840"/>
                  <a:pt x="2203263" y="91513"/>
                  <a:pt x="2198074" y="91030"/>
                </a:cubicBezTo>
                <a:lnTo>
                  <a:pt x="2183416" y="89764"/>
                </a:lnTo>
                <a:cubicBezTo>
                  <a:pt x="2174729" y="89040"/>
                  <a:pt x="2168124" y="86717"/>
                  <a:pt x="2163599" y="82796"/>
                </a:cubicBezTo>
                <a:cubicBezTo>
                  <a:pt x="2159074" y="78875"/>
                  <a:pt x="2156812" y="73235"/>
                  <a:pt x="2156812" y="65875"/>
                </a:cubicBezTo>
                <a:cubicBezTo>
                  <a:pt x="2156812" y="61773"/>
                  <a:pt x="2157627" y="58123"/>
                  <a:pt x="2159256" y="54926"/>
                </a:cubicBezTo>
                <a:cubicBezTo>
                  <a:pt x="2160884" y="51729"/>
                  <a:pt x="2163146" y="49014"/>
                  <a:pt x="2166042" y="46782"/>
                </a:cubicBezTo>
                <a:cubicBezTo>
                  <a:pt x="2168938" y="44550"/>
                  <a:pt x="2172406" y="42831"/>
                  <a:pt x="2176448" y="41624"/>
                </a:cubicBezTo>
                <a:cubicBezTo>
                  <a:pt x="2180490" y="40418"/>
                  <a:pt x="2184864" y="39814"/>
                  <a:pt x="2189569" y="39814"/>
                </a:cubicBezTo>
                <a:close/>
                <a:moveTo>
                  <a:pt x="2123142" y="39814"/>
                </a:moveTo>
                <a:cubicBezTo>
                  <a:pt x="2127364" y="39814"/>
                  <a:pt x="2131195" y="40418"/>
                  <a:pt x="2134634" y="41624"/>
                </a:cubicBezTo>
                <a:cubicBezTo>
                  <a:pt x="2138072" y="42831"/>
                  <a:pt x="2141360" y="45002"/>
                  <a:pt x="2144496" y="48139"/>
                </a:cubicBezTo>
                <a:lnTo>
                  <a:pt x="2134905" y="57912"/>
                </a:lnTo>
                <a:cubicBezTo>
                  <a:pt x="2132492" y="55499"/>
                  <a:pt x="2130200" y="53810"/>
                  <a:pt x="2128028" y="52845"/>
                </a:cubicBezTo>
                <a:cubicBezTo>
                  <a:pt x="2125856" y="51879"/>
                  <a:pt x="2123021" y="51397"/>
                  <a:pt x="2119522" y="51397"/>
                </a:cubicBezTo>
                <a:cubicBezTo>
                  <a:pt x="2116264" y="51397"/>
                  <a:pt x="2113308" y="52000"/>
                  <a:pt x="2110654" y="53207"/>
                </a:cubicBezTo>
                <a:cubicBezTo>
                  <a:pt x="2108000" y="54413"/>
                  <a:pt x="2105768" y="56102"/>
                  <a:pt x="2103958" y="58274"/>
                </a:cubicBezTo>
                <a:cubicBezTo>
                  <a:pt x="2102148" y="60446"/>
                  <a:pt x="2100731" y="62979"/>
                  <a:pt x="2099705" y="65875"/>
                </a:cubicBezTo>
                <a:cubicBezTo>
                  <a:pt x="2098680" y="68770"/>
                  <a:pt x="2098167" y="71907"/>
                  <a:pt x="2098167" y="75286"/>
                </a:cubicBezTo>
                <a:lnTo>
                  <a:pt x="2098167" y="129940"/>
                </a:lnTo>
                <a:lnTo>
                  <a:pt x="2085137" y="129940"/>
                </a:lnTo>
                <a:lnTo>
                  <a:pt x="2085137" y="40900"/>
                </a:lnTo>
                <a:lnTo>
                  <a:pt x="2098167" y="40900"/>
                </a:lnTo>
                <a:lnTo>
                  <a:pt x="2098167" y="51759"/>
                </a:lnTo>
                <a:cubicBezTo>
                  <a:pt x="2100580" y="48019"/>
                  <a:pt x="2104049" y="45093"/>
                  <a:pt x="2108573" y="42982"/>
                </a:cubicBezTo>
                <a:cubicBezTo>
                  <a:pt x="2113097" y="40870"/>
                  <a:pt x="2117954" y="39814"/>
                  <a:pt x="2123142" y="39814"/>
                </a:cubicBezTo>
                <a:close/>
                <a:moveTo>
                  <a:pt x="2031082" y="39814"/>
                </a:moveTo>
                <a:cubicBezTo>
                  <a:pt x="2042665" y="39814"/>
                  <a:pt x="2051653" y="43675"/>
                  <a:pt x="2058048" y="51397"/>
                </a:cubicBezTo>
                <a:cubicBezTo>
                  <a:pt x="2064442" y="59118"/>
                  <a:pt x="2067640" y="69615"/>
                  <a:pt x="2067640" y="82887"/>
                </a:cubicBezTo>
                <a:lnTo>
                  <a:pt x="2067640" y="88859"/>
                </a:lnTo>
                <a:lnTo>
                  <a:pt x="2007556" y="88859"/>
                </a:lnTo>
                <a:cubicBezTo>
                  <a:pt x="2007556" y="98688"/>
                  <a:pt x="2009788" y="106303"/>
                  <a:pt x="2014252" y="111704"/>
                </a:cubicBezTo>
                <a:cubicBezTo>
                  <a:pt x="2018716" y="117105"/>
                  <a:pt x="2025231" y="119805"/>
                  <a:pt x="2033797" y="119805"/>
                </a:cubicBezTo>
                <a:cubicBezTo>
                  <a:pt x="2038985" y="119805"/>
                  <a:pt x="2043298" y="118991"/>
                  <a:pt x="2046737" y="117362"/>
                </a:cubicBezTo>
                <a:cubicBezTo>
                  <a:pt x="2050175" y="115733"/>
                  <a:pt x="2053644" y="113170"/>
                  <a:pt x="2057143" y="109671"/>
                </a:cubicBezTo>
                <a:lnTo>
                  <a:pt x="2066010" y="117453"/>
                </a:lnTo>
                <a:cubicBezTo>
                  <a:pt x="2063718" y="119734"/>
                  <a:pt x="2061456" y="121705"/>
                  <a:pt x="2059224" y="123367"/>
                </a:cubicBezTo>
                <a:cubicBezTo>
                  <a:pt x="2056992" y="125029"/>
                  <a:pt x="2054609" y="126424"/>
                  <a:pt x="2052076" y="127552"/>
                </a:cubicBezTo>
                <a:cubicBezTo>
                  <a:pt x="2049542" y="128680"/>
                  <a:pt x="2046737" y="129541"/>
                  <a:pt x="2043660" y="130135"/>
                </a:cubicBezTo>
                <a:cubicBezTo>
                  <a:pt x="2040584" y="130729"/>
                  <a:pt x="2037175" y="131026"/>
                  <a:pt x="2033435" y="131026"/>
                </a:cubicBezTo>
                <a:cubicBezTo>
                  <a:pt x="2027523" y="131026"/>
                  <a:pt x="2022184" y="130121"/>
                  <a:pt x="2017419" y="128311"/>
                </a:cubicBezTo>
                <a:cubicBezTo>
                  <a:pt x="2012653" y="126501"/>
                  <a:pt x="2008581" y="123727"/>
                  <a:pt x="2005203" y="119986"/>
                </a:cubicBezTo>
                <a:cubicBezTo>
                  <a:pt x="2001825" y="116246"/>
                  <a:pt x="1999201" y="111511"/>
                  <a:pt x="1997331" y="105780"/>
                </a:cubicBezTo>
                <a:cubicBezTo>
                  <a:pt x="1995460" y="100049"/>
                  <a:pt x="1994525" y="93262"/>
                  <a:pt x="1994525" y="85420"/>
                </a:cubicBezTo>
                <a:cubicBezTo>
                  <a:pt x="1994525" y="70942"/>
                  <a:pt x="1997783" y="59722"/>
                  <a:pt x="2004298" y="51759"/>
                </a:cubicBezTo>
                <a:cubicBezTo>
                  <a:pt x="2010813" y="43796"/>
                  <a:pt x="2019741" y="39814"/>
                  <a:pt x="2031082" y="39814"/>
                </a:cubicBezTo>
                <a:close/>
                <a:moveTo>
                  <a:pt x="1808816" y="39814"/>
                </a:moveTo>
                <a:cubicBezTo>
                  <a:pt x="1818468" y="39814"/>
                  <a:pt x="1826069" y="42589"/>
                  <a:pt x="1831619" y="48139"/>
                </a:cubicBezTo>
                <a:cubicBezTo>
                  <a:pt x="1837772" y="54172"/>
                  <a:pt x="1840849" y="62436"/>
                  <a:pt x="1840849" y="72933"/>
                </a:cubicBezTo>
                <a:lnTo>
                  <a:pt x="1840849" y="129940"/>
                </a:lnTo>
                <a:lnTo>
                  <a:pt x="1827819" y="129940"/>
                </a:lnTo>
                <a:lnTo>
                  <a:pt x="1827819" y="75105"/>
                </a:lnTo>
                <a:cubicBezTo>
                  <a:pt x="1827819" y="67142"/>
                  <a:pt x="1825858" y="61200"/>
                  <a:pt x="1821937" y="57279"/>
                </a:cubicBezTo>
                <a:cubicBezTo>
                  <a:pt x="1818016" y="53357"/>
                  <a:pt x="1812677" y="51397"/>
                  <a:pt x="1805921" y="51397"/>
                </a:cubicBezTo>
                <a:cubicBezTo>
                  <a:pt x="1799164" y="51397"/>
                  <a:pt x="1793796" y="53388"/>
                  <a:pt x="1789814" y="57369"/>
                </a:cubicBezTo>
                <a:cubicBezTo>
                  <a:pt x="1785833" y="61350"/>
                  <a:pt x="1783842" y="67262"/>
                  <a:pt x="1783842" y="75105"/>
                </a:cubicBezTo>
                <a:lnTo>
                  <a:pt x="1783842" y="129940"/>
                </a:lnTo>
                <a:lnTo>
                  <a:pt x="1770812" y="129940"/>
                </a:lnTo>
                <a:lnTo>
                  <a:pt x="1770812" y="40900"/>
                </a:lnTo>
                <a:lnTo>
                  <a:pt x="1783842" y="40900"/>
                </a:lnTo>
                <a:lnTo>
                  <a:pt x="1783842" y="50673"/>
                </a:lnTo>
                <a:cubicBezTo>
                  <a:pt x="1786979" y="47053"/>
                  <a:pt x="1790659" y="44339"/>
                  <a:pt x="1794882" y="42529"/>
                </a:cubicBezTo>
                <a:cubicBezTo>
                  <a:pt x="1799104" y="40719"/>
                  <a:pt x="1803749" y="39814"/>
                  <a:pt x="1808816" y="39814"/>
                </a:cubicBezTo>
                <a:close/>
                <a:moveTo>
                  <a:pt x="1512932" y="39814"/>
                </a:moveTo>
                <a:cubicBezTo>
                  <a:pt x="1517879" y="39814"/>
                  <a:pt x="1522373" y="40569"/>
                  <a:pt x="1526415" y="42077"/>
                </a:cubicBezTo>
                <a:cubicBezTo>
                  <a:pt x="1530456" y="43585"/>
                  <a:pt x="1534287" y="46692"/>
                  <a:pt x="1537906" y="51397"/>
                </a:cubicBezTo>
                <a:lnTo>
                  <a:pt x="1537906" y="40900"/>
                </a:lnTo>
                <a:lnTo>
                  <a:pt x="1550756" y="40900"/>
                </a:lnTo>
                <a:lnTo>
                  <a:pt x="1550756" y="132655"/>
                </a:lnTo>
                <a:cubicBezTo>
                  <a:pt x="1550756" y="138205"/>
                  <a:pt x="1549911" y="143302"/>
                  <a:pt x="1548222" y="147947"/>
                </a:cubicBezTo>
                <a:cubicBezTo>
                  <a:pt x="1546533" y="152592"/>
                  <a:pt x="1544120" y="156604"/>
                  <a:pt x="1540983" y="159982"/>
                </a:cubicBezTo>
                <a:cubicBezTo>
                  <a:pt x="1537846" y="163360"/>
                  <a:pt x="1533955" y="166014"/>
                  <a:pt x="1529310" y="167945"/>
                </a:cubicBezTo>
                <a:cubicBezTo>
                  <a:pt x="1524665" y="169875"/>
                  <a:pt x="1519447" y="170840"/>
                  <a:pt x="1513656" y="170840"/>
                </a:cubicBezTo>
                <a:cubicBezTo>
                  <a:pt x="1510278" y="170840"/>
                  <a:pt x="1507261" y="170633"/>
                  <a:pt x="1504607" y="170217"/>
                </a:cubicBezTo>
                <a:cubicBezTo>
                  <a:pt x="1501953" y="169801"/>
                  <a:pt x="1499449" y="169118"/>
                  <a:pt x="1497097" y="168168"/>
                </a:cubicBezTo>
                <a:cubicBezTo>
                  <a:pt x="1494744" y="167218"/>
                  <a:pt x="1492452" y="166001"/>
                  <a:pt x="1490220" y="164518"/>
                </a:cubicBezTo>
                <a:cubicBezTo>
                  <a:pt x="1487988" y="163034"/>
                  <a:pt x="1485725" y="161220"/>
                  <a:pt x="1483433" y="159077"/>
                </a:cubicBezTo>
                <a:lnTo>
                  <a:pt x="1491939" y="150752"/>
                </a:lnTo>
                <a:cubicBezTo>
                  <a:pt x="1493507" y="152200"/>
                  <a:pt x="1495046" y="153467"/>
                  <a:pt x="1496554" y="154553"/>
                </a:cubicBezTo>
                <a:cubicBezTo>
                  <a:pt x="1498062" y="155638"/>
                  <a:pt x="1499630" y="156574"/>
                  <a:pt x="1501259" y="157358"/>
                </a:cubicBezTo>
                <a:cubicBezTo>
                  <a:pt x="1502888" y="158142"/>
                  <a:pt x="1504667" y="158715"/>
                  <a:pt x="1506598" y="159077"/>
                </a:cubicBezTo>
                <a:cubicBezTo>
                  <a:pt x="1508528" y="159439"/>
                  <a:pt x="1510760" y="159620"/>
                  <a:pt x="1513294" y="159620"/>
                </a:cubicBezTo>
                <a:cubicBezTo>
                  <a:pt x="1517637" y="159620"/>
                  <a:pt x="1521347" y="158893"/>
                  <a:pt x="1524424" y="157438"/>
                </a:cubicBezTo>
                <a:cubicBezTo>
                  <a:pt x="1527500" y="155984"/>
                  <a:pt x="1530034" y="154045"/>
                  <a:pt x="1532025" y="151622"/>
                </a:cubicBezTo>
                <a:cubicBezTo>
                  <a:pt x="1534016" y="149198"/>
                  <a:pt x="1535463" y="146321"/>
                  <a:pt x="1536368" y="142989"/>
                </a:cubicBezTo>
                <a:cubicBezTo>
                  <a:pt x="1537273" y="139657"/>
                  <a:pt x="1537726" y="136052"/>
                  <a:pt x="1537726" y="132174"/>
                </a:cubicBezTo>
                <a:lnTo>
                  <a:pt x="1537726" y="118177"/>
                </a:lnTo>
                <a:cubicBezTo>
                  <a:pt x="1534106" y="122761"/>
                  <a:pt x="1530245" y="125838"/>
                  <a:pt x="1526143" y="127406"/>
                </a:cubicBezTo>
                <a:cubicBezTo>
                  <a:pt x="1522041" y="128975"/>
                  <a:pt x="1517577" y="129759"/>
                  <a:pt x="1512751" y="129759"/>
                </a:cubicBezTo>
                <a:cubicBezTo>
                  <a:pt x="1508166" y="129759"/>
                  <a:pt x="1504034" y="129035"/>
                  <a:pt x="1500354" y="127587"/>
                </a:cubicBezTo>
                <a:cubicBezTo>
                  <a:pt x="1496674" y="126140"/>
                  <a:pt x="1493628" y="124209"/>
                  <a:pt x="1491215" y="121796"/>
                </a:cubicBezTo>
                <a:cubicBezTo>
                  <a:pt x="1486751" y="117332"/>
                  <a:pt x="1483825" y="111843"/>
                  <a:pt x="1482438" y="105327"/>
                </a:cubicBezTo>
                <a:cubicBezTo>
                  <a:pt x="1481050" y="98812"/>
                  <a:pt x="1480356" y="91935"/>
                  <a:pt x="1480356" y="84696"/>
                </a:cubicBezTo>
                <a:cubicBezTo>
                  <a:pt x="1480356" y="77457"/>
                  <a:pt x="1481050" y="70580"/>
                  <a:pt x="1482438" y="64065"/>
                </a:cubicBezTo>
                <a:cubicBezTo>
                  <a:pt x="1483825" y="57550"/>
                  <a:pt x="1486751" y="52060"/>
                  <a:pt x="1491215" y="47596"/>
                </a:cubicBezTo>
                <a:cubicBezTo>
                  <a:pt x="1493628" y="45183"/>
                  <a:pt x="1496704" y="43283"/>
                  <a:pt x="1500445" y="41896"/>
                </a:cubicBezTo>
                <a:cubicBezTo>
                  <a:pt x="1504185" y="40508"/>
                  <a:pt x="1508347" y="39814"/>
                  <a:pt x="1512932" y="39814"/>
                </a:cubicBezTo>
                <a:close/>
                <a:moveTo>
                  <a:pt x="1418292" y="39814"/>
                </a:moveTo>
                <a:cubicBezTo>
                  <a:pt x="1427944" y="39814"/>
                  <a:pt x="1435544" y="42589"/>
                  <a:pt x="1441094" y="48139"/>
                </a:cubicBezTo>
                <a:cubicBezTo>
                  <a:pt x="1447248" y="54172"/>
                  <a:pt x="1450324" y="62436"/>
                  <a:pt x="1450324" y="72933"/>
                </a:cubicBezTo>
                <a:lnTo>
                  <a:pt x="1450324" y="129940"/>
                </a:lnTo>
                <a:lnTo>
                  <a:pt x="1437294" y="129940"/>
                </a:lnTo>
                <a:lnTo>
                  <a:pt x="1437294" y="75105"/>
                </a:lnTo>
                <a:cubicBezTo>
                  <a:pt x="1437294" y="67142"/>
                  <a:pt x="1435333" y="61200"/>
                  <a:pt x="1431412" y="57279"/>
                </a:cubicBezTo>
                <a:cubicBezTo>
                  <a:pt x="1427491" y="53357"/>
                  <a:pt x="1422152" y="51397"/>
                  <a:pt x="1415396" y="51397"/>
                </a:cubicBezTo>
                <a:cubicBezTo>
                  <a:pt x="1408640" y="51397"/>
                  <a:pt x="1403270" y="53388"/>
                  <a:pt x="1399289" y="57369"/>
                </a:cubicBezTo>
                <a:cubicBezTo>
                  <a:pt x="1395308" y="61350"/>
                  <a:pt x="1393317" y="67262"/>
                  <a:pt x="1393317" y="75105"/>
                </a:cubicBezTo>
                <a:lnTo>
                  <a:pt x="1393317" y="129940"/>
                </a:lnTo>
                <a:lnTo>
                  <a:pt x="1380287" y="129940"/>
                </a:lnTo>
                <a:lnTo>
                  <a:pt x="1380287" y="40900"/>
                </a:lnTo>
                <a:lnTo>
                  <a:pt x="1393317" y="40900"/>
                </a:lnTo>
                <a:lnTo>
                  <a:pt x="1393317" y="50673"/>
                </a:lnTo>
                <a:cubicBezTo>
                  <a:pt x="1396454" y="47053"/>
                  <a:pt x="1400134" y="44339"/>
                  <a:pt x="1404356" y="42529"/>
                </a:cubicBezTo>
                <a:cubicBezTo>
                  <a:pt x="1408579" y="40719"/>
                  <a:pt x="1413224" y="39814"/>
                  <a:pt x="1418292" y="39814"/>
                </a:cubicBezTo>
                <a:close/>
                <a:moveTo>
                  <a:pt x="1326232" y="39814"/>
                </a:moveTo>
                <a:cubicBezTo>
                  <a:pt x="1331662" y="39814"/>
                  <a:pt x="1336488" y="40719"/>
                  <a:pt x="1340710" y="42529"/>
                </a:cubicBezTo>
                <a:cubicBezTo>
                  <a:pt x="1344933" y="44339"/>
                  <a:pt x="1348613" y="46812"/>
                  <a:pt x="1351750" y="49949"/>
                </a:cubicBezTo>
                <a:cubicBezTo>
                  <a:pt x="1356214" y="54534"/>
                  <a:pt x="1359140" y="59873"/>
                  <a:pt x="1360527" y="65965"/>
                </a:cubicBezTo>
                <a:cubicBezTo>
                  <a:pt x="1361915" y="72058"/>
                  <a:pt x="1362608" y="78543"/>
                  <a:pt x="1362608" y="85420"/>
                </a:cubicBezTo>
                <a:cubicBezTo>
                  <a:pt x="1362608" y="92297"/>
                  <a:pt x="1361915" y="98782"/>
                  <a:pt x="1360527" y="104875"/>
                </a:cubicBezTo>
                <a:cubicBezTo>
                  <a:pt x="1359140" y="110968"/>
                  <a:pt x="1356214" y="116307"/>
                  <a:pt x="1351750" y="120891"/>
                </a:cubicBezTo>
                <a:cubicBezTo>
                  <a:pt x="1348613" y="124028"/>
                  <a:pt x="1344933" y="126501"/>
                  <a:pt x="1340710" y="128311"/>
                </a:cubicBezTo>
                <a:cubicBezTo>
                  <a:pt x="1336488" y="130121"/>
                  <a:pt x="1331662" y="131026"/>
                  <a:pt x="1326232" y="131026"/>
                </a:cubicBezTo>
                <a:cubicBezTo>
                  <a:pt x="1320803" y="131026"/>
                  <a:pt x="1315977" y="130121"/>
                  <a:pt x="1311754" y="128311"/>
                </a:cubicBezTo>
                <a:cubicBezTo>
                  <a:pt x="1307532" y="126501"/>
                  <a:pt x="1303852" y="124028"/>
                  <a:pt x="1300715" y="120891"/>
                </a:cubicBezTo>
                <a:cubicBezTo>
                  <a:pt x="1298422" y="118599"/>
                  <a:pt x="1296583" y="116095"/>
                  <a:pt x="1295195" y="113381"/>
                </a:cubicBezTo>
                <a:cubicBezTo>
                  <a:pt x="1293808" y="110666"/>
                  <a:pt x="1292722" y="107831"/>
                  <a:pt x="1291938" y="104875"/>
                </a:cubicBezTo>
                <a:cubicBezTo>
                  <a:pt x="1291153" y="101919"/>
                  <a:pt x="1290610" y="98812"/>
                  <a:pt x="1290309" y="95555"/>
                </a:cubicBezTo>
                <a:cubicBezTo>
                  <a:pt x="1290007" y="92297"/>
                  <a:pt x="1289856" y="88919"/>
                  <a:pt x="1289856" y="85420"/>
                </a:cubicBezTo>
                <a:cubicBezTo>
                  <a:pt x="1289856" y="82042"/>
                  <a:pt x="1290007" y="78694"/>
                  <a:pt x="1290309" y="75376"/>
                </a:cubicBezTo>
                <a:cubicBezTo>
                  <a:pt x="1290610" y="72058"/>
                  <a:pt x="1291153" y="68921"/>
                  <a:pt x="1291938" y="65965"/>
                </a:cubicBezTo>
                <a:cubicBezTo>
                  <a:pt x="1292722" y="63009"/>
                  <a:pt x="1293808" y="60174"/>
                  <a:pt x="1295195" y="57460"/>
                </a:cubicBezTo>
                <a:cubicBezTo>
                  <a:pt x="1296583" y="54745"/>
                  <a:pt x="1298422" y="52241"/>
                  <a:pt x="1300715" y="49949"/>
                </a:cubicBezTo>
                <a:cubicBezTo>
                  <a:pt x="1303852" y="46812"/>
                  <a:pt x="1307532" y="44339"/>
                  <a:pt x="1311754" y="42529"/>
                </a:cubicBezTo>
                <a:cubicBezTo>
                  <a:pt x="1315977" y="40719"/>
                  <a:pt x="1320803" y="39814"/>
                  <a:pt x="1326232" y="39814"/>
                </a:cubicBezTo>
                <a:close/>
                <a:moveTo>
                  <a:pt x="1173832" y="39814"/>
                </a:moveTo>
                <a:cubicBezTo>
                  <a:pt x="1179262" y="39814"/>
                  <a:pt x="1184088" y="40719"/>
                  <a:pt x="1188310" y="42529"/>
                </a:cubicBezTo>
                <a:cubicBezTo>
                  <a:pt x="1192533" y="44339"/>
                  <a:pt x="1196213" y="46812"/>
                  <a:pt x="1199350" y="49949"/>
                </a:cubicBezTo>
                <a:cubicBezTo>
                  <a:pt x="1203814" y="54534"/>
                  <a:pt x="1206740" y="59873"/>
                  <a:pt x="1208127" y="65965"/>
                </a:cubicBezTo>
                <a:cubicBezTo>
                  <a:pt x="1209515" y="72058"/>
                  <a:pt x="1210208" y="78543"/>
                  <a:pt x="1210208" y="85420"/>
                </a:cubicBezTo>
                <a:cubicBezTo>
                  <a:pt x="1210208" y="92297"/>
                  <a:pt x="1209515" y="98782"/>
                  <a:pt x="1208127" y="104875"/>
                </a:cubicBezTo>
                <a:cubicBezTo>
                  <a:pt x="1206740" y="110968"/>
                  <a:pt x="1203814" y="116307"/>
                  <a:pt x="1199350" y="120891"/>
                </a:cubicBezTo>
                <a:cubicBezTo>
                  <a:pt x="1196213" y="124028"/>
                  <a:pt x="1192533" y="126501"/>
                  <a:pt x="1188310" y="128311"/>
                </a:cubicBezTo>
                <a:cubicBezTo>
                  <a:pt x="1184088" y="130121"/>
                  <a:pt x="1179262" y="131026"/>
                  <a:pt x="1173832" y="131026"/>
                </a:cubicBezTo>
                <a:cubicBezTo>
                  <a:pt x="1168403" y="131026"/>
                  <a:pt x="1163577" y="130121"/>
                  <a:pt x="1159354" y="128311"/>
                </a:cubicBezTo>
                <a:cubicBezTo>
                  <a:pt x="1155132" y="126501"/>
                  <a:pt x="1151452" y="124028"/>
                  <a:pt x="1148315" y="120891"/>
                </a:cubicBezTo>
                <a:cubicBezTo>
                  <a:pt x="1146022" y="118599"/>
                  <a:pt x="1144183" y="116095"/>
                  <a:pt x="1142795" y="113381"/>
                </a:cubicBezTo>
                <a:cubicBezTo>
                  <a:pt x="1141408" y="110666"/>
                  <a:pt x="1140322" y="107831"/>
                  <a:pt x="1139538" y="104875"/>
                </a:cubicBezTo>
                <a:cubicBezTo>
                  <a:pt x="1138753" y="101919"/>
                  <a:pt x="1138210" y="98812"/>
                  <a:pt x="1137909" y="95555"/>
                </a:cubicBezTo>
                <a:cubicBezTo>
                  <a:pt x="1137607" y="92297"/>
                  <a:pt x="1137456" y="88919"/>
                  <a:pt x="1137456" y="85420"/>
                </a:cubicBezTo>
                <a:cubicBezTo>
                  <a:pt x="1137456" y="82042"/>
                  <a:pt x="1137607" y="78694"/>
                  <a:pt x="1137909" y="75376"/>
                </a:cubicBezTo>
                <a:cubicBezTo>
                  <a:pt x="1138210" y="72058"/>
                  <a:pt x="1138753" y="68921"/>
                  <a:pt x="1139538" y="65965"/>
                </a:cubicBezTo>
                <a:cubicBezTo>
                  <a:pt x="1140322" y="63009"/>
                  <a:pt x="1141408" y="60174"/>
                  <a:pt x="1142795" y="57460"/>
                </a:cubicBezTo>
                <a:cubicBezTo>
                  <a:pt x="1144183" y="54745"/>
                  <a:pt x="1146022" y="52241"/>
                  <a:pt x="1148315" y="49949"/>
                </a:cubicBezTo>
                <a:cubicBezTo>
                  <a:pt x="1151452" y="46812"/>
                  <a:pt x="1155132" y="44339"/>
                  <a:pt x="1159354" y="42529"/>
                </a:cubicBezTo>
                <a:cubicBezTo>
                  <a:pt x="1163577" y="40719"/>
                  <a:pt x="1168403" y="39814"/>
                  <a:pt x="1173832" y="39814"/>
                </a:cubicBezTo>
                <a:close/>
                <a:moveTo>
                  <a:pt x="1074782" y="39814"/>
                </a:moveTo>
                <a:cubicBezTo>
                  <a:pt x="1086847" y="39814"/>
                  <a:pt x="1095805" y="42318"/>
                  <a:pt x="1101657" y="47325"/>
                </a:cubicBezTo>
                <a:cubicBezTo>
                  <a:pt x="1107508" y="52332"/>
                  <a:pt x="1110434" y="59722"/>
                  <a:pt x="1110434" y="69494"/>
                </a:cubicBezTo>
                <a:lnTo>
                  <a:pt x="1110434" y="129940"/>
                </a:lnTo>
                <a:lnTo>
                  <a:pt x="1097404" y="129940"/>
                </a:lnTo>
                <a:lnTo>
                  <a:pt x="1097404" y="121434"/>
                </a:lnTo>
                <a:cubicBezTo>
                  <a:pt x="1093784" y="125054"/>
                  <a:pt x="1090074" y="127557"/>
                  <a:pt x="1086274" y="128945"/>
                </a:cubicBezTo>
                <a:cubicBezTo>
                  <a:pt x="1082473" y="130332"/>
                  <a:pt x="1077617" y="131026"/>
                  <a:pt x="1071705" y="131026"/>
                </a:cubicBezTo>
                <a:cubicBezTo>
                  <a:pt x="1065552" y="131026"/>
                  <a:pt x="1060515" y="130392"/>
                  <a:pt x="1056594" y="129126"/>
                </a:cubicBezTo>
                <a:cubicBezTo>
                  <a:pt x="1052673" y="127859"/>
                  <a:pt x="1049325" y="125778"/>
                  <a:pt x="1046550" y="122882"/>
                </a:cubicBezTo>
                <a:cubicBezTo>
                  <a:pt x="1044378" y="120710"/>
                  <a:pt x="1042719" y="118026"/>
                  <a:pt x="1041573" y="114829"/>
                </a:cubicBezTo>
                <a:cubicBezTo>
                  <a:pt x="1040427" y="111631"/>
                  <a:pt x="1039854" y="108283"/>
                  <a:pt x="1039854" y="104785"/>
                </a:cubicBezTo>
                <a:cubicBezTo>
                  <a:pt x="1039854" y="96942"/>
                  <a:pt x="1042478" y="90699"/>
                  <a:pt x="1047726" y="86054"/>
                </a:cubicBezTo>
                <a:cubicBezTo>
                  <a:pt x="1052974" y="81409"/>
                  <a:pt x="1060606" y="79086"/>
                  <a:pt x="1070620" y="79086"/>
                </a:cubicBezTo>
                <a:lnTo>
                  <a:pt x="1097404" y="79086"/>
                </a:lnTo>
                <a:lnTo>
                  <a:pt x="1097404" y="70580"/>
                </a:lnTo>
                <a:cubicBezTo>
                  <a:pt x="1097404" y="64065"/>
                  <a:pt x="1095654" y="59179"/>
                  <a:pt x="1092156" y="55921"/>
                </a:cubicBezTo>
                <a:cubicBezTo>
                  <a:pt x="1088657" y="52664"/>
                  <a:pt x="1082805" y="51035"/>
                  <a:pt x="1074601" y="51035"/>
                </a:cubicBezTo>
                <a:cubicBezTo>
                  <a:pt x="1068810" y="51035"/>
                  <a:pt x="1064285" y="51789"/>
                  <a:pt x="1061028" y="53297"/>
                </a:cubicBezTo>
                <a:cubicBezTo>
                  <a:pt x="1057770" y="54805"/>
                  <a:pt x="1054814" y="57429"/>
                  <a:pt x="1052160" y="61170"/>
                </a:cubicBezTo>
                <a:lnTo>
                  <a:pt x="1043292" y="53026"/>
                </a:lnTo>
                <a:cubicBezTo>
                  <a:pt x="1047274" y="47838"/>
                  <a:pt x="1051708" y="44339"/>
                  <a:pt x="1056594" y="42529"/>
                </a:cubicBezTo>
                <a:cubicBezTo>
                  <a:pt x="1061480" y="40719"/>
                  <a:pt x="1067543" y="39814"/>
                  <a:pt x="1074782" y="39814"/>
                </a:cubicBezTo>
                <a:close/>
                <a:moveTo>
                  <a:pt x="722719" y="39814"/>
                </a:moveTo>
                <a:cubicBezTo>
                  <a:pt x="729113" y="39814"/>
                  <a:pt x="735055" y="40611"/>
                  <a:pt x="740545" y="42205"/>
                </a:cubicBezTo>
                <a:cubicBezTo>
                  <a:pt x="746034" y="43799"/>
                  <a:pt x="750770" y="46252"/>
                  <a:pt x="754751" y="49564"/>
                </a:cubicBezTo>
                <a:lnTo>
                  <a:pt x="746246" y="58093"/>
                </a:lnTo>
                <a:cubicBezTo>
                  <a:pt x="743109" y="55680"/>
                  <a:pt x="739519" y="53900"/>
                  <a:pt x="735478" y="52754"/>
                </a:cubicBezTo>
                <a:cubicBezTo>
                  <a:pt x="731436" y="51608"/>
                  <a:pt x="727123" y="51035"/>
                  <a:pt x="722538" y="51035"/>
                </a:cubicBezTo>
                <a:cubicBezTo>
                  <a:pt x="716023" y="51035"/>
                  <a:pt x="711076" y="52323"/>
                  <a:pt x="707698" y="54900"/>
                </a:cubicBezTo>
                <a:cubicBezTo>
                  <a:pt x="704320" y="57477"/>
                  <a:pt x="702631" y="61043"/>
                  <a:pt x="702631" y="65598"/>
                </a:cubicBezTo>
                <a:cubicBezTo>
                  <a:pt x="702631" y="69434"/>
                  <a:pt x="703807" y="72431"/>
                  <a:pt x="706160" y="74589"/>
                </a:cubicBezTo>
                <a:cubicBezTo>
                  <a:pt x="708512" y="76746"/>
                  <a:pt x="712524" y="78064"/>
                  <a:pt x="718194" y="78543"/>
                </a:cubicBezTo>
                <a:lnTo>
                  <a:pt x="732491" y="79810"/>
                </a:lnTo>
                <a:cubicBezTo>
                  <a:pt x="736352" y="80172"/>
                  <a:pt x="739911" y="80835"/>
                  <a:pt x="743169" y="81801"/>
                </a:cubicBezTo>
                <a:cubicBezTo>
                  <a:pt x="746427" y="82766"/>
                  <a:pt x="749202" y="84214"/>
                  <a:pt x="751494" y="86144"/>
                </a:cubicBezTo>
                <a:cubicBezTo>
                  <a:pt x="753786" y="88074"/>
                  <a:pt x="755566" y="90487"/>
                  <a:pt x="756833" y="93383"/>
                </a:cubicBezTo>
                <a:cubicBezTo>
                  <a:pt x="758099" y="96279"/>
                  <a:pt x="758733" y="99778"/>
                  <a:pt x="758733" y="103880"/>
                </a:cubicBezTo>
                <a:cubicBezTo>
                  <a:pt x="758733" y="108223"/>
                  <a:pt x="757858" y="112054"/>
                  <a:pt x="756109" y="115372"/>
                </a:cubicBezTo>
                <a:cubicBezTo>
                  <a:pt x="754359" y="118689"/>
                  <a:pt x="751886" y="121525"/>
                  <a:pt x="748689" y="123877"/>
                </a:cubicBezTo>
                <a:cubicBezTo>
                  <a:pt x="745492" y="126230"/>
                  <a:pt x="741691" y="128010"/>
                  <a:pt x="737287" y="129216"/>
                </a:cubicBezTo>
                <a:cubicBezTo>
                  <a:pt x="732884" y="130423"/>
                  <a:pt x="727967" y="131026"/>
                  <a:pt x="722538" y="131026"/>
                </a:cubicBezTo>
                <a:cubicBezTo>
                  <a:pt x="714937" y="131026"/>
                  <a:pt x="708180" y="130061"/>
                  <a:pt x="702269" y="128130"/>
                </a:cubicBezTo>
                <a:cubicBezTo>
                  <a:pt x="696357" y="126200"/>
                  <a:pt x="690928" y="122882"/>
                  <a:pt x="685981" y="118177"/>
                </a:cubicBezTo>
                <a:lnTo>
                  <a:pt x="694668" y="109490"/>
                </a:lnTo>
                <a:cubicBezTo>
                  <a:pt x="698167" y="113230"/>
                  <a:pt x="702269" y="115884"/>
                  <a:pt x="706974" y="117453"/>
                </a:cubicBezTo>
                <a:cubicBezTo>
                  <a:pt x="711679" y="119021"/>
                  <a:pt x="716807" y="119805"/>
                  <a:pt x="722357" y="119805"/>
                </a:cubicBezTo>
                <a:cubicBezTo>
                  <a:pt x="729717" y="119805"/>
                  <a:pt x="735508" y="118508"/>
                  <a:pt x="739730" y="115914"/>
                </a:cubicBezTo>
                <a:cubicBezTo>
                  <a:pt x="743953" y="113320"/>
                  <a:pt x="746065" y="109369"/>
                  <a:pt x="746065" y="104061"/>
                </a:cubicBezTo>
                <a:cubicBezTo>
                  <a:pt x="746065" y="100200"/>
                  <a:pt x="744888" y="97184"/>
                  <a:pt x="742536" y="95012"/>
                </a:cubicBezTo>
                <a:cubicBezTo>
                  <a:pt x="740183" y="92840"/>
                  <a:pt x="736413" y="91513"/>
                  <a:pt x="731225" y="91030"/>
                </a:cubicBezTo>
                <a:lnTo>
                  <a:pt x="716566" y="89764"/>
                </a:lnTo>
                <a:cubicBezTo>
                  <a:pt x="707879" y="89040"/>
                  <a:pt x="701273" y="86717"/>
                  <a:pt x="696749" y="82796"/>
                </a:cubicBezTo>
                <a:cubicBezTo>
                  <a:pt x="692224" y="78875"/>
                  <a:pt x="689962" y="73235"/>
                  <a:pt x="689962" y="65875"/>
                </a:cubicBezTo>
                <a:cubicBezTo>
                  <a:pt x="689962" y="61773"/>
                  <a:pt x="690777" y="58123"/>
                  <a:pt x="692406" y="54926"/>
                </a:cubicBezTo>
                <a:cubicBezTo>
                  <a:pt x="694034" y="51729"/>
                  <a:pt x="696296" y="49014"/>
                  <a:pt x="699192" y="46782"/>
                </a:cubicBezTo>
                <a:cubicBezTo>
                  <a:pt x="702088" y="44550"/>
                  <a:pt x="705556" y="42831"/>
                  <a:pt x="709598" y="41624"/>
                </a:cubicBezTo>
                <a:cubicBezTo>
                  <a:pt x="713640" y="40418"/>
                  <a:pt x="718014" y="39814"/>
                  <a:pt x="722719" y="39814"/>
                </a:cubicBezTo>
                <a:close/>
                <a:moveTo>
                  <a:pt x="630907" y="39814"/>
                </a:moveTo>
                <a:cubicBezTo>
                  <a:pt x="642490" y="39814"/>
                  <a:pt x="651478" y="43675"/>
                  <a:pt x="657873" y="51397"/>
                </a:cubicBezTo>
                <a:cubicBezTo>
                  <a:pt x="664267" y="59118"/>
                  <a:pt x="667464" y="69615"/>
                  <a:pt x="667464" y="82887"/>
                </a:cubicBezTo>
                <a:lnTo>
                  <a:pt x="667464" y="88859"/>
                </a:lnTo>
                <a:lnTo>
                  <a:pt x="607381" y="88859"/>
                </a:lnTo>
                <a:cubicBezTo>
                  <a:pt x="607381" y="98688"/>
                  <a:pt x="609613" y="106303"/>
                  <a:pt x="614077" y="111704"/>
                </a:cubicBezTo>
                <a:cubicBezTo>
                  <a:pt x="618541" y="117105"/>
                  <a:pt x="625056" y="119805"/>
                  <a:pt x="633622" y="119805"/>
                </a:cubicBezTo>
                <a:cubicBezTo>
                  <a:pt x="638810" y="119805"/>
                  <a:pt x="643123" y="118991"/>
                  <a:pt x="646562" y="117362"/>
                </a:cubicBezTo>
                <a:cubicBezTo>
                  <a:pt x="650000" y="115733"/>
                  <a:pt x="653469" y="113170"/>
                  <a:pt x="656968" y="109671"/>
                </a:cubicBezTo>
                <a:lnTo>
                  <a:pt x="665836" y="117453"/>
                </a:lnTo>
                <a:cubicBezTo>
                  <a:pt x="663543" y="119734"/>
                  <a:pt x="661281" y="121705"/>
                  <a:pt x="659049" y="123367"/>
                </a:cubicBezTo>
                <a:cubicBezTo>
                  <a:pt x="656817" y="125029"/>
                  <a:pt x="654434" y="126424"/>
                  <a:pt x="651900" y="127552"/>
                </a:cubicBezTo>
                <a:cubicBezTo>
                  <a:pt x="649367" y="128680"/>
                  <a:pt x="646562" y="129541"/>
                  <a:pt x="643485" y="130135"/>
                </a:cubicBezTo>
                <a:cubicBezTo>
                  <a:pt x="640409" y="130729"/>
                  <a:pt x="637000" y="131026"/>
                  <a:pt x="633260" y="131026"/>
                </a:cubicBezTo>
                <a:cubicBezTo>
                  <a:pt x="627348" y="131026"/>
                  <a:pt x="622009" y="130121"/>
                  <a:pt x="617244" y="128311"/>
                </a:cubicBezTo>
                <a:cubicBezTo>
                  <a:pt x="612478" y="126501"/>
                  <a:pt x="608406" y="123727"/>
                  <a:pt x="605028" y="119986"/>
                </a:cubicBezTo>
                <a:cubicBezTo>
                  <a:pt x="601650" y="116246"/>
                  <a:pt x="599026" y="111511"/>
                  <a:pt x="597156" y="105780"/>
                </a:cubicBezTo>
                <a:cubicBezTo>
                  <a:pt x="595285" y="100049"/>
                  <a:pt x="594350" y="93262"/>
                  <a:pt x="594350" y="85420"/>
                </a:cubicBezTo>
                <a:cubicBezTo>
                  <a:pt x="594350" y="70942"/>
                  <a:pt x="597608" y="59722"/>
                  <a:pt x="604123" y="51759"/>
                </a:cubicBezTo>
                <a:cubicBezTo>
                  <a:pt x="610638" y="43796"/>
                  <a:pt x="619566" y="39814"/>
                  <a:pt x="630907" y="39814"/>
                </a:cubicBezTo>
                <a:close/>
                <a:moveTo>
                  <a:pt x="145132" y="39814"/>
                </a:moveTo>
                <a:cubicBezTo>
                  <a:pt x="150562" y="39814"/>
                  <a:pt x="155388" y="40719"/>
                  <a:pt x="159610" y="42529"/>
                </a:cubicBezTo>
                <a:cubicBezTo>
                  <a:pt x="163833" y="44339"/>
                  <a:pt x="167513" y="46812"/>
                  <a:pt x="170650" y="49949"/>
                </a:cubicBezTo>
                <a:cubicBezTo>
                  <a:pt x="175114" y="54534"/>
                  <a:pt x="178040" y="59873"/>
                  <a:pt x="179427" y="65965"/>
                </a:cubicBezTo>
                <a:cubicBezTo>
                  <a:pt x="180815" y="72058"/>
                  <a:pt x="181508" y="78543"/>
                  <a:pt x="181508" y="85420"/>
                </a:cubicBezTo>
                <a:cubicBezTo>
                  <a:pt x="181508" y="92297"/>
                  <a:pt x="180815" y="98782"/>
                  <a:pt x="179427" y="104875"/>
                </a:cubicBezTo>
                <a:cubicBezTo>
                  <a:pt x="178040" y="110968"/>
                  <a:pt x="175114" y="116307"/>
                  <a:pt x="170650" y="120891"/>
                </a:cubicBezTo>
                <a:cubicBezTo>
                  <a:pt x="167513" y="124028"/>
                  <a:pt x="163833" y="126501"/>
                  <a:pt x="159610" y="128311"/>
                </a:cubicBezTo>
                <a:cubicBezTo>
                  <a:pt x="155388" y="130121"/>
                  <a:pt x="150562" y="131026"/>
                  <a:pt x="145132" y="131026"/>
                </a:cubicBezTo>
                <a:cubicBezTo>
                  <a:pt x="139703" y="131026"/>
                  <a:pt x="134877" y="130121"/>
                  <a:pt x="130654" y="128311"/>
                </a:cubicBezTo>
                <a:cubicBezTo>
                  <a:pt x="126432" y="126501"/>
                  <a:pt x="122752" y="124028"/>
                  <a:pt x="119615" y="120891"/>
                </a:cubicBezTo>
                <a:cubicBezTo>
                  <a:pt x="117323" y="118599"/>
                  <a:pt x="115483" y="116095"/>
                  <a:pt x="114095" y="113381"/>
                </a:cubicBezTo>
                <a:cubicBezTo>
                  <a:pt x="112708" y="110666"/>
                  <a:pt x="111622" y="107831"/>
                  <a:pt x="110838" y="104875"/>
                </a:cubicBezTo>
                <a:cubicBezTo>
                  <a:pt x="110053" y="101919"/>
                  <a:pt x="109510" y="98812"/>
                  <a:pt x="109209" y="95555"/>
                </a:cubicBezTo>
                <a:cubicBezTo>
                  <a:pt x="108907" y="92297"/>
                  <a:pt x="108756" y="88919"/>
                  <a:pt x="108756" y="85420"/>
                </a:cubicBezTo>
                <a:cubicBezTo>
                  <a:pt x="108756" y="82042"/>
                  <a:pt x="108907" y="78694"/>
                  <a:pt x="109209" y="75376"/>
                </a:cubicBezTo>
                <a:cubicBezTo>
                  <a:pt x="109510" y="72058"/>
                  <a:pt x="110053" y="68921"/>
                  <a:pt x="110838" y="65965"/>
                </a:cubicBezTo>
                <a:cubicBezTo>
                  <a:pt x="111622" y="63009"/>
                  <a:pt x="112708" y="60174"/>
                  <a:pt x="114095" y="57460"/>
                </a:cubicBezTo>
                <a:cubicBezTo>
                  <a:pt x="115483" y="54745"/>
                  <a:pt x="117323" y="52241"/>
                  <a:pt x="119615" y="49949"/>
                </a:cubicBezTo>
                <a:cubicBezTo>
                  <a:pt x="122752" y="46812"/>
                  <a:pt x="126432" y="44339"/>
                  <a:pt x="130654" y="42529"/>
                </a:cubicBezTo>
                <a:cubicBezTo>
                  <a:pt x="134877" y="40719"/>
                  <a:pt x="139703" y="39814"/>
                  <a:pt x="145132" y="39814"/>
                </a:cubicBezTo>
                <a:close/>
                <a:moveTo>
                  <a:pt x="2296858" y="13573"/>
                </a:moveTo>
                <a:lnTo>
                  <a:pt x="2309889" y="13573"/>
                </a:lnTo>
                <a:lnTo>
                  <a:pt x="2309889" y="41443"/>
                </a:lnTo>
                <a:lnTo>
                  <a:pt x="2328891" y="41443"/>
                </a:lnTo>
                <a:lnTo>
                  <a:pt x="2328891" y="51397"/>
                </a:lnTo>
                <a:lnTo>
                  <a:pt x="2309889" y="51397"/>
                </a:lnTo>
                <a:lnTo>
                  <a:pt x="2309889" y="105689"/>
                </a:lnTo>
                <a:cubicBezTo>
                  <a:pt x="2309889" y="109791"/>
                  <a:pt x="2310854" y="112989"/>
                  <a:pt x="2312784" y="115281"/>
                </a:cubicBezTo>
                <a:cubicBezTo>
                  <a:pt x="2314715" y="117573"/>
                  <a:pt x="2317791" y="118720"/>
                  <a:pt x="2322014" y="118720"/>
                </a:cubicBezTo>
                <a:lnTo>
                  <a:pt x="2328891" y="118720"/>
                </a:lnTo>
                <a:lnTo>
                  <a:pt x="2328891" y="129940"/>
                </a:lnTo>
                <a:lnTo>
                  <a:pt x="2319661" y="129940"/>
                </a:lnTo>
                <a:cubicBezTo>
                  <a:pt x="2315800" y="129940"/>
                  <a:pt x="2312452" y="129307"/>
                  <a:pt x="2309617" y="128040"/>
                </a:cubicBezTo>
                <a:cubicBezTo>
                  <a:pt x="2306782" y="126773"/>
                  <a:pt x="2304429" y="125054"/>
                  <a:pt x="2302559" y="122882"/>
                </a:cubicBezTo>
                <a:cubicBezTo>
                  <a:pt x="2300689" y="120710"/>
                  <a:pt x="2299272" y="118177"/>
                  <a:pt x="2298306" y="115281"/>
                </a:cubicBezTo>
                <a:cubicBezTo>
                  <a:pt x="2297341" y="112385"/>
                  <a:pt x="2296858" y="109309"/>
                  <a:pt x="2296858" y="106051"/>
                </a:cubicBezTo>
                <a:lnTo>
                  <a:pt x="2296858" y="51397"/>
                </a:lnTo>
                <a:lnTo>
                  <a:pt x="2285638" y="51397"/>
                </a:lnTo>
                <a:lnTo>
                  <a:pt x="2285638" y="41443"/>
                </a:lnTo>
                <a:lnTo>
                  <a:pt x="2296858" y="41443"/>
                </a:lnTo>
                <a:close/>
                <a:moveTo>
                  <a:pt x="1239583" y="13573"/>
                </a:moveTo>
                <a:lnTo>
                  <a:pt x="1252614" y="13573"/>
                </a:lnTo>
                <a:lnTo>
                  <a:pt x="1252614" y="41443"/>
                </a:lnTo>
                <a:lnTo>
                  <a:pt x="1271616" y="41443"/>
                </a:lnTo>
                <a:lnTo>
                  <a:pt x="1271616" y="51397"/>
                </a:lnTo>
                <a:lnTo>
                  <a:pt x="1252614" y="51397"/>
                </a:lnTo>
                <a:lnTo>
                  <a:pt x="1252614" y="105689"/>
                </a:lnTo>
                <a:cubicBezTo>
                  <a:pt x="1252614" y="109791"/>
                  <a:pt x="1253579" y="112989"/>
                  <a:pt x="1255509" y="115281"/>
                </a:cubicBezTo>
                <a:cubicBezTo>
                  <a:pt x="1257440" y="117573"/>
                  <a:pt x="1260516" y="118720"/>
                  <a:pt x="1264739" y="118720"/>
                </a:cubicBezTo>
                <a:lnTo>
                  <a:pt x="1271616" y="118720"/>
                </a:lnTo>
                <a:lnTo>
                  <a:pt x="1271616" y="129940"/>
                </a:lnTo>
                <a:lnTo>
                  <a:pt x="1262386" y="129940"/>
                </a:lnTo>
                <a:cubicBezTo>
                  <a:pt x="1258526" y="129940"/>
                  <a:pt x="1255178" y="129307"/>
                  <a:pt x="1252342" y="128040"/>
                </a:cubicBezTo>
                <a:cubicBezTo>
                  <a:pt x="1249507" y="126773"/>
                  <a:pt x="1247154" y="125054"/>
                  <a:pt x="1245284" y="122882"/>
                </a:cubicBezTo>
                <a:cubicBezTo>
                  <a:pt x="1243414" y="120710"/>
                  <a:pt x="1241996" y="118177"/>
                  <a:pt x="1241031" y="115281"/>
                </a:cubicBezTo>
                <a:cubicBezTo>
                  <a:pt x="1240066" y="112385"/>
                  <a:pt x="1239583" y="109309"/>
                  <a:pt x="1239583" y="106051"/>
                </a:cubicBezTo>
                <a:lnTo>
                  <a:pt x="1239583" y="51397"/>
                </a:lnTo>
                <a:lnTo>
                  <a:pt x="1228363" y="51397"/>
                </a:lnTo>
                <a:lnTo>
                  <a:pt x="1228363" y="41443"/>
                </a:lnTo>
                <a:lnTo>
                  <a:pt x="1239583" y="41443"/>
                </a:lnTo>
                <a:close/>
                <a:moveTo>
                  <a:pt x="782383" y="13573"/>
                </a:moveTo>
                <a:lnTo>
                  <a:pt x="795414" y="13573"/>
                </a:lnTo>
                <a:lnTo>
                  <a:pt x="795414" y="41443"/>
                </a:lnTo>
                <a:lnTo>
                  <a:pt x="814416" y="41443"/>
                </a:lnTo>
                <a:lnTo>
                  <a:pt x="814416" y="51397"/>
                </a:lnTo>
                <a:lnTo>
                  <a:pt x="795414" y="51397"/>
                </a:lnTo>
                <a:lnTo>
                  <a:pt x="795414" y="105689"/>
                </a:lnTo>
                <a:cubicBezTo>
                  <a:pt x="795414" y="109791"/>
                  <a:pt x="796379" y="112989"/>
                  <a:pt x="798309" y="115281"/>
                </a:cubicBezTo>
                <a:cubicBezTo>
                  <a:pt x="800240" y="117573"/>
                  <a:pt x="803316" y="118720"/>
                  <a:pt x="807539" y="118720"/>
                </a:cubicBezTo>
                <a:lnTo>
                  <a:pt x="814416" y="118720"/>
                </a:lnTo>
                <a:lnTo>
                  <a:pt x="814416" y="129940"/>
                </a:lnTo>
                <a:lnTo>
                  <a:pt x="805186" y="129940"/>
                </a:lnTo>
                <a:cubicBezTo>
                  <a:pt x="801326" y="129940"/>
                  <a:pt x="797978" y="129307"/>
                  <a:pt x="795142" y="128040"/>
                </a:cubicBezTo>
                <a:cubicBezTo>
                  <a:pt x="792307" y="126773"/>
                  <a:pt x="789954" y="125054"/>
                  <a:pt x="788084" y="122882"/>
                </a:cubicBezTo>
                <a:cubicBezTo>
                  <a:pt x="786214" y="120710"/>
                  <a:pt x="784796" y="118177"/>
                  <a:pt x="783831" y="115281"/>
                </a:cubicBezTo>
                <a:cubicBezTo>
                  <a:pt x="782866" y="112385"/>
                  <a:pt x="782383" y="109309"/>
                  <a:pt x="782383" y="106051"/>
                </a:cubicBezTo>
                <a:lnTo>
                  <a:pt x="782383" y="51397"/>
                </a:lnTo>
                <a:lnTo>
                  <a:pt x="771163" y="51397"/>
                </a:lnTo>
                <a:lnTo>
                  <a:pt x="771163" y="41443"/>
                </a:lnTo>
                <a:lnTo>
                  <a:pt x="782383" y="41443"/>
                </a:lnTo>
                <a:close/>
                <a:moveTo>
                  <a:pt x="315658" y="13573"/>
                </a:moveTo>
                <a:lnTo>
                  <a:pt x="328689" y="13573"/>
                </a:lnTo>
                <a:lnTo>
                  <a:pt x="328689" y="41443"/>
                </a:lnTo>
                <a:lnTo>
                  <a:pt x="347691" y="41443"/>
                </a:lnTo>
                <a:lnTo>
                  <a:pt x="347691" y="51397"/>
                </a:lnTo>
                <a:lnTo>
                  <a:pt x="328689" y="51397"/>
                </a:lnTo>
                <a:lnTo>
                  <a:pt x="328689" y="105689"/>
                </a:lnTo>
                <a:cubicBezTo>
                  <a:pt x="328689" y="109791"/>
                  <a:pt x="329654" y="112989"/>
                  <a:pt x="331584" y="115281"/>
                </a:cubicBezTo>
                <a:cubicBezTo>
                  <a:pt x="333515" y="117573"/>
                  <a:pt x="336591" y="118720"/>
                  <a:pt x="340814" y="118720"/>
                </a:cubicBezTo>
                <a:lnTo>
                  <a:pt x="347691" y="118720"/>
                </a:lnTo>
                <a:lnTo>
                  <a:pt x="347691" y="129940"/>
                </a:lnTo>
                <a:lnTo>
                  <a:pt x="338461" y="129940"/>
                </a:lnTo>
                <a:cubicBezTo>
                  <a:pt x="334600" y="129940"/>
                  <a:pt x="331252" y="129307"/>
                  <a:pt x="328417" y="128040"/>
                </a:cubicBezTo>
                <a:cubicBezTo>
                  <a:pt x="325582" y="126773"/>
                  <a:pt x="323229" y="125054"/>
                  <a:pt x="321359" y="122882"/>
                </a:cubicBezTo>
                <a:cubicBezTo>
                  <a:pt x="319489" y="120710"/>
                  <a:pt x="318071" y="118177"/>
                  <a:pt x="317106" y="115281"/>
                </a:cubicBezTo>
                <a:cubicBezTo>
                  <a:pt x="316141" y="112385"/>
                  <a:pt x="315658" y="109309"/>
                  <a:pt x="315658" y="106051"/>
                </a:cubicBezTo>
                <a:lnTo>
                  <a:pt x="315658" y="51397"/>
                </a:lnTo>
                <a:lnTo>
                  <a:pt x="304438" y="51397"/>
                </a:lnTo>
                <a:lnTo>
                  <a:pt x="304438" y="41443"/>
                </a:lnTo>
                <a:lnTo>
                  <a:pt x="315658" y="41443"/>
                </a:lnTo>
                <a:close/>
                <a:moveTo>
                  <a:pt x="1647530" y="1086"/>
                </a:moveTo>
                <a:lnTo>
                  <a:pt x="1661284" y="1086"/>
                </a:lnTo>
                <a:lnTo>
                  <a:pt x="1661284" y="86325"/>
                </a:lnTo>
                <a:cubicBezTo>
                  <a:pt x="1661284" y="91272"/>
                  <a:pt x="1662008" y="95736"/>
                  <a:pt x="1663456" y="99717"/>
                </a:cubicBezTo>
                <a:cubicBezTo>
                  <a:pt x="1664903" y="103699"/>
                  <a:pt x="1666984" y="107077"/>
                  <a:pt x="1669699" y="109852"/>
                </a:cubicBezTo>
                <a:cubicBezTo>
                  <a:pt x="1672414" y="112627"/>
                  <a:pt x="1675701" y="114798"/>
                  <a:pt x="1679562" y="116367"/>
                </a:cubicBezTo>
                <a:cubicBezTo>
                  <a:pt x="1683423" y="117935"/>
                  <a:pt x="1687706" y="118720"/>
                  <a:pt x="1692411" y="118720"/>
                </a:cubicBezTo>
                <a:cubicBezTo>
                  <a:pt x="1697117" y="118720"/>
                  <a:pt x="1701400" y="117935"/>
                  <a:pt x="1705261" y="116367"/>
                </a:cubicBezTo>
                <a:cubicBezTo>
                  <a:pt x="1709122" y="114798"/>
                  <a:pt x="1712409" y="112627"/>
                  <a:pt x="1715124" y="109852"/>
                </a:cubicBezTo>
                <a:cubicBezTo>
                  <a:pt x="1717838" y="107077"/>
                  <a:pt x="1719950" y="103699"/>
                  <a:pt x="1721458" y="99717"/>
                </a:cubicBezTo>
                <a:cubicBezTo>
                  <a:pt x="1722966" y="95736"/>
                  <a:pt x="1723720" y="91272"/>
                  <a:pt x="1723720" y="86325"/>
                </a:cubicBezTo>
                <a:lnTo>
                  <a:pt x="1723720" y="1086"/>
                </a:lnTo>
                <a:lnTo>
                  <a:pt x="1737474" y="1086"/>
                </a:lnTo>
                <a:lnTo>
                  <a:pt x="1737474" y="87411"/>
                </a:lnTo>
                <a:cubicBezTo>
                  <a:pt x="1737474" y="93805"/>
                  <a:pt x="1736358" y="99687"/>
                  <a:pt x="1734126" y="105056"/>
                </a:cubicBezTo>
                <a:cubicBezTo>
                  <a:pt x="1731894" y="110425"/>
                  <a:pt x="1728757" y="115040"/>
                  <a:pt x="1724716" y="118901"/>
                </a:cubicBezTo>
                <a:cubicBezTo>
                  <a:pt x="1720674" y="122761"/>
                  <a:pt x="1715908" y="125747"/>
                  <a:pt x="1710418" y="127859"/>
                </a:cubicBezTo>
                <a:cubicBezTo>
                  <a:pt x="1704929" y="129970"/>
                  <a:pt x="1698927" y="131026"/>
                  <a:pt x="1692411" y="131026"/>
                </a:cubicBezTo>
                <a:cubicBezTo>
                  <a:pt x="1685896" y="131026"/>
                  <a:pt x="1679894" y="129970"/>
                  <a:pt x="1674404" y="127859"/>
                </a:cubicBezTo>
                <a:cubicBezTo>
                  <a:pt x="1668915" y="125747"/>
                  <a:pt x="1664179" y="122761"/>
                  <a:pt x="1660198" y="118901"/>
                </a:cubicBezTo>
                <a:cubicBezTo>
                  <a:pt x="1656216" y="115040"/>
                  <a:pt x="1653110" y="110425"/>
                  <a:pt x="1650878" y="105056"/>
                </a:cubicBezTo>
                <a:cubicBezTo>
                  <a:pt x="1648646" y="99687"/>
                  <a:pt x="1647530" y="93805"/>
                  <a:pt x="1647530" y="87411"/>
                </a:cubicBezTo>
                <a:close/>
                <a:moveTo>
                  <a:pt x="947833" y="1086"/>
                </a:moveTo>
                <a:lnTo>
                  <a:pt x="961587" y="1086"/>
                </a:lnTo>
                <a:lnTo>
                  <a:pt x="961587" y="90849"/>
                </a:lnTo>
                <a:cubicBezTo>
                  <a:pt x="961587" y="97003"/>
                  <a:pt x="960592" y="102583"/>
                  <a:pt x="958601" y="107590"/>
                </a:cubicBezTo>
                <a:cubicBezTo>
                  <a:pt x="956610" y="112597"/>
                  <a:pt x="953835" y="116819"/>
                  <a:pt x="950276" y="120258"/>
                </a:cubicBezTo>
                <a:cubicBezTo>
                  <a:pt x="946717" y="123696"/>
                  <a:pt x="942494" y="126351"/>
                  <a:pt x="937608" y="128221"/>
                </a:cubicBezTo>
                <a:cubicBezTo>
                  <a:pt x="932721" y="130091"/>
                  <a:pt x="927322" y="131026"/>
                  <a:pt x="921410" y="131026"/>
                </a:cubicBezTo>
                <a:cubicBezTo>
                  <a:pt x="915257" y="131026"/>
                  <a:pt x="909798" y="130091"/>
                  <a:pt x="905032" y="128221"/>
                </a:cubicBezTo>
                <a:cubicBezTo>
                  <a:pt x="900266" y="126351"/>
                  <a:pt x="895893" y="123425"/>
                  <a:pt x="891911" y="119443"/>
                </a:cubicBezTo>
                <a:lnTo>
                  <a:pt x="901141" y="110214"/>
                </a:lnTo>
                <a:cubicBezTo>
                  <a:pt x="903434" y="112627"/>
                  <a:pt x="906058" y="114648"/>
                  <a:pt x="909014" y="116276"/>
                </a:cubicBezTo>
                <a:cubicBezTo>
                  <a:pt x="911970" y="117905"/>
                  <a:pt x="916102" y="118720"/>
                  <a:pt x="921410" y="118720"/>
                </a:cubicBezTo>
                <a:cubicBezTo>
                  <a:pt x="929856" y="118720"/>
                  <a:pt x="936371" y="116156"/>
                  <a:pt x="940956" y="111028"/>
                </a:cubicBezTo>
                <a:cubicBezTo>
                  <a:pt x="945540" y="105901"/>
                  <a:pt x="947833" y="98571"/>
                  <a:pt x="947833" y="89040"/>
                </a:cubicBezTo>
                <a:close/>
                <a:moveTo>
                  <a:pt x="370637" y="1086"/>
                </a:moveTo>
                <a:lnTo>
                  <a:pt x="383667" y="1086"/>
                </a:lnTo>
                <a:lnTo>
                  <a:pt x="383667" y="50673"/>
                </a:lnTo>
                <a:cubicBezTo>
                  <a:pt x="390061" y="43434"/>
                  <a:pt x="398386" y="39814"/>
                  <a:pt x="408642" y="39814"/>
                </a:cubicBezTo>
                <a:cubicBezTo>
                  <a:pt x="418776" y="39814"/>
                  <a:pt x="426648" y="42770"/>
                  <a:pt x="432259" y="48682"/>
                </a:cubicBezTo>
                <a:cubicBezTo>
                  <a:pt x="437869" y="54594"/>
                  <a:pt x="440674" y="62617"/>
                  <a:pt x="440674" y="72752"/>
                </a:cubicBezTo>
                <a:lnTo>
                  <a:pt x="440674" y="129940"/>
                </a:lnTo>
                <a:lnTo>
                  <a:pt x="427644" y="129940"/>
                </a:lnTo>
                <a:lnTo>
                  <a:pt x="427644" y="74924"/>
                </a:lnTo>
                <a:cubicBezTo>
                  <a:pt x="427644" y="67081"/>
                  <a:pt x="425713" y="61200"/>
                  <a:pt x="421853" y="57279"/>
                </a:cubicBezTo>
                <a:cubicBezTo>
                  <a:pt x="417992" y="53357"/>
                  <a:pt x="412683" y="51397"/>
                  <a:pt x="405927" y="51397"/>
                </a:cubicBezTo>
                <a:cubicBezTo>
                  <a:pt x="399170" y="51397"/>
                  <a:pt x="393771" y="53388"/>
                  <a:pt x="389730" y="57369"/>
                </a:cubicBezTo>
                <a:cubicBezTo>
                  <a:pt x="385688" y="61350"/>
                  <a:pt x="383667" y="67202"/>
                  <a:pt x="383667" y="74924"/>
                </a:cubicBezTo>
                <a:lnTo>
                  <a:pt x="383667" y="129940"/>
                </a:lnTo>
                <a:lnTo>
                  <a:pt x="370637" y="129940"/>
                </a:lnTo>
                <a:close/>
                <a:moveTo>
                  <a:pt x="2246338" y="905"/>
                </a:moveTo>
                <a:lnTo>
                  <a:pt x="2260997" y="905"/>
                </a:lnTo>
                <a:lnTo>
                  <a:pt x="2260997" y="15564"/>
                </a:lnTo>
                <a:lnTo>
                  <a:pt x="2246338" y="15564"/>
                </a:lnTo>
                <a:close/>
                <a:moveTo>
                  <a:pt x="1874863" y="905"/>
                </a:moveTo>
                <a:lnTo>
                  <a:pt x="1889522" y="905"/>
                </a:lnTo>
                <a:lnTo>
                  <a:pt x="1889522" y="15564"/>
                </a:lnTo>
                <a:lnTo>
                  <a:pt x="1874863" y="15564"/>
                </a:lnTo>
                <a:close/>
                <a:moveTo>
                  <a:pt x="998563" y="905"/>
                </a:moveTo>
                <a:lnTo>
                  <a:pt x="1013222" y="905"/>
                </a:lnTo>
                <a:lnTo>
                  <a:pt x="1013222" y="15564"/>
                </a:lnTo>
                <a:lnTo>
                  <a:pt x="998563" y="15564"/>
                </a:lnTo>
                <a:close/>
                <a:moveTo>
                  <a:pt x="44701" y="0"/>
                </a:moveTo>
                <a:cubicBezTo>
                  <a:pt x="52905" y="0"/>
                  <a:pt x="59963" y="1116"/>
                  <a:pt x="65875" y="3348"/>
                </a:cubicBezTo>
                <a:cubicBezTo>
                  <a:pt x="71787" y="5580"/>
                  <a:pt x="77518" y="9169"/>
                  <a:pt x="83067" y="14116"/>
                </a:cubicBezTo>
                <a:lnTo>
                  <a:pt x="74200" y="22984"/>
                </a:lnTo>
                <a:cubicBezTo>
                  <a:pt x="70218" y="19364"/>
                  <a:pt x="65935" y="16620"/>
                  <a:pt x="61350" y="14749"/>
                </a:cubicBezTo>
                <a:cubicBezTo>
                  <a:pt x="56766" y="12879"/>
                  <a:pt x="51035" y="11944"/>
                  <a:pt x="44158" y="11944"/>
                </a:cubicBezTo>
                <a:cubicBezTo>
                  <a:pt x="35471" y="11944"/>
                  <a:pt x="28775" y="14116"/>
                  <a:pt x="24070" y="18459"/>
                </a:cubicBezTo>
                <a:cubicBezTo>
                  <a:pt x="19364" y="22803"/>
                  <a:pt x="17012" y="28594"/>
                  <a:pt x="17012" y="35833"/>
                </a:cubicBezTo>
                <a:cubicBezTo>
                  <a:pt x="17012" y="42348"/>
                  <a:pt x="18942" y="47295"/>
                  <a:pt x="22803" y="50673"/>
                </a:cubicBezTo>
                <a:cubicBezTo>
                  <a:pt x="24854" y="52362"/>
                  <a:pt x="27418" y="53810"/>
                  <a:pt x="30494" y="55016"/>
                </a:cubicBezTo>
                <a:cubicBezTo>
                  <a:pt x="33571" y="56223"/>
                  <a:pt x="36798" y="57128"/>
                  <a:pt x="40176" y="57731"/>
                </a:cubicBezTo>
                <a:lnTo>
                  <a:pt x="54292" y="59903"/>
                </a:lnTo>
                <a:cubicBezTo>
                  <a:pt x="57309" y="60385"/>
                  <a:pt x="59993" y="60898"/>
                  <a:pt x="62346" y="61441"/>
                </a:cubicBezTo>
                <a:cubicBezTo>
                  <a:pt x="64699" y="61984"/>
                  <a:pt x="66780" y="62617"/>
                  <a:pt x="68589" y="63341"/>
                </a:cubicBezTo>
                <a:cubicBezTo>
                  <a:pt x="70399" y="64065"/>
                  <a:pt x="72058" y="64880"/>
                  <a:pt x="73566" y="65784"/>
                </a:cubicBezTo>
                <a:cubicBezTo>
                  <a:pt x="75074" y="66689"/>
                  <a:pt x="76492" y="67745"/>
                  <a:pt x="77819" y="68951"/>
                </a:cubicBezTo>
                <a:cubicBezTo>
                  <a:pt x="85058" y="75105"/>
                  <a:pt x="88678" y="83610"/>
                  <a:pt x="88678" y="94469"/>
                </a:cubicBezTo>
                <a:cubicBezTo>
                  <a:pt x="88678" y="100139"/>
                  <a:pt x="87622" y="105237"/>
                  <a:pt x="85511" y="109761"/>
                </a:cubicBezTo>
                <a:cubicBezTo>
                  <a:pt x="83399" y="114286"/>
                  <a:pt x="80383" y="118116"/>
                  <a:pt x="76462" y="121253"/>
                </a:cubicBezTo>
                <a:cubicBezTo>
                  <a:pt x="72541" y="124390"/>
                  <a:pt x="67835" y="126803"/>
                  <a:pt x="62346" y="128492"/>
                </a:cubicBezTo>
                <a:cubicBezTo>
                  <a:pt x="56856" y="130181"/>
                  <a:pt x="50794" y="131026"/>
                  <a:pt x="44158" y="131026"/>
                </a:cubicBezTo>
                <a:cubicBezTo>
                  <a:pt x="34506" y="131026"/>
                  <a:pt x="26241" y="129699"/>
                  <a:pt x="19364" y="127044"/>
                </a:cubicBezTo>
                <a:cubicBezTo>
                  <a:pt x="12487" y="124390"/>
                  <a:pt x="6032" y="120047"/>
                  <a:pt x="0" y="114014"/>
                </a:cubicBezTo>
                <a:lnTo>
                  <a:pt x="9411" y="104604"/>
                </a:lnTo>
                <a:cubicBezTo>
                  <a:pt x="14719" y="109912"/>
                  <a:pt x="20088" y="113592"/>
                  <a:pt x="25517" y="115643"/>
                </a:cubicBezTo>
                <a:cubicBezTo>
                  <a:pt x="30947" y="117694"/>
                  <a:pt x="37281" y="118720"/>
                  <a:pt x="44520" y="118720"/>
                </a:cubicBezTo>
                <a:cubicBezTo>
                  <a:pt x="53931" y="118720"/>
                  <a:pt x="61350" y="116638"/>
                  <a:pt x="66780" y="112476"/>
                </a:cubicBezTo>
                <a:cubicBezTo>
                  <a:pt x="72209" y="108314"/>
                  <a:pt x="74924" y="102432"/>
                  <a:pt x="74924" y="94831"/>
                </a:cubicBezTo>
                <a:cubicBezTo>
                  <a:pt x="74924" y="91453"/>
                  <a:pt x="74411" y="88376"/>
                  <a:pt x="73385" y="85601"/>
                </a:cubicBezTo>
                <a:cubicBezTo>
                  <a:pt x="72360" y="82826"/>
                  <a:pt x="70822" y="80534"/>
                  <a:pt x="68770" y="78724"/>
                </a:cubicBezTo>
                <a:cubicBezTo>
                  <a:pt x="66719" y="76914"/>
                  <a:pt x="64578" y="75617"/>
                  <a:pt x="62346" y="74833"/>
                </a:cubicBezTo>
                <a:cubicBezTo>
                  <a:pt x="60114" y="74049"/>
                  <a:pt x="56645" y="73295"/>
                  <a:pt x="51940" y="72571"/>
                </a:cubicBezTo>
                <a:lnTo>
                  <a:pt x="36919" y="70218"/>
                </a:lnTo>
                <a:cubicBezTo>
                  <a:pt x="26664" y="68529"/>
                  <a:pt x="18761" y="65272"/>
                  <a:pt x="13211" y="60446"/>
                </a:cubicBezTo>
                <a:cubicBezTo>
                  <a:pt x="6696" y="54654"/>
                  <a:pt x="3438" y="46631"/>
                  <a:pt x="3438" y="36376"/>
                </a:cubicBezTo>
                <a:cubicBezTo>
                  <a:pt x="3438" y="30947"/>
                  <a:pt x="4404" y="25970"/>
                  <a:pt x="6334" y="21446"/>
                </a:cubicBezTo>
                <a:cubicBezTo>
                  <a:pt x="8264" y="16921"/>
                  <a:pt x="11009" y="13090"/>
                  <a:pt x="14568" y="9954"/>
                </a:cubicBezTo>
                <a:cubicBezTo>
                  <a:pt x="18128" y="6817"/>
                  <a:pt x="22441" y="4374"/>
                  <a:pt x="27508" y="2624"/>
                </a:cubicBezTo>
                <a:cubicBezTo>
                  <a:pt x="32575" y="875"/>
                  <a:pt x="38306" y="0"/>
                  <a:pt x="44701" y="0"/>
                </a:cubicBezTo>
                <a:close/>
              </a:path>
            </a:pathLst>
          </a:custGeom>
          <a:solidFill>
            <a:srgbClr val="0254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4764" y="6309196"/>
            <a:ext cx="191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BA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竢实扬华 自强不息</a:t>
            </a:r>
            <a:endParaRPr lang="zh-CN" altLang="en-US" sz="1400" dirty="0">
              <a:solidFill>
                <a:srgbClr val="007BA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代码初始化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203" b="7413"/>
          <a:stretch>
            <a:fillRect/>
          </a:stretch>
        </p:blipFill>
        <p:spPr>
          <a:xfrm>
            <a:off x="825500" y="912090"/>
            <a:ext cx="5600700" cy="30652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22215" b="29621"/>
          <a:stretch>
            <a:fillRect/>
          </a:stretch>
        </p:blipFill>
        <p:spPr>
          <a:xfrm>
            <a:off x="825500" y="4088481"/>
            <a:ext cx="5572125" cy="2065059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15448" y="3024504"/>
            <a:ext cx="3114069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0710h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作为内存段地址存入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DS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899160" y="3680222"/>
            <a:ext cx="940435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图文框 9"/>
          <p:cNvSpPr/>
          <p:nvPr userDrawn="1"/>
        </p:nvSpPr>
        <p:spPr>
          <a:xfrm>
            <a:off x="899160" y="4593035"/>
            <a:ext cx="940435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959222" y="5209228"/>
            <a:ext cx="2826520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要转换的数（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）存入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BX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532" y="4555816"/>
            <a:ext cx="2247900" cy="371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9582" b="3833"/>
          <a:stretch>
            <a:fillRect/>
          </a:stretch>
        </p:blipFill>
        <p:spPr>
          <a:xfrm>
            <a:off x="8143757" y="2094278"/>
            <a:ext cx="2457450" cy="701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代码</a:t>
            </a: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初始化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08" y="895033"/>
            <a:ext cx="6057900" cy="24542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8" y="3444544"/>
            <a:ext cx="6057900" cy="2853163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7873610" y="2825538"/>
            <a:ext cx="3113181" cy="36226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将循环次数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存入循环计数器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CH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696754" y="1643896"/>
            <a:ext cx="607060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图文框 1"/>
          <p:cNvSpPr/>
          <p:nvPr userDrawn="1"/>
        </p:nvSpPr>
        <p:spPr>
          <a:xfrm>
            <a:off x="696754" y="4223584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518285" y="5311583"/>
            <a:ext cx="3823830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为后续移位指令设置移位次数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7240"/>
          <a:stretch>
            <a:fillRect/>
          </a:stretch>
        </p:blipFill>
        <p:spPr>
          <a:xfrm>
            <a:off x="8349112" y="2190343"/>
            <a:ext cx="2162175" cy="3975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b="3973"/>
          <a:stretch>
            <a:fillRect/>
          </a:stretch>
        </p:blipFill>
        <p:spPr>
          <a:xfrm>
            <a:off x="8510720" y="4675529"/>
            <a:ext cx="1838325" cy="3750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第一次循环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1511"/>
          <a:stretch>
            <a:fillRect/>
          </a:stretch>
        </p:blipFill>
        <p:spPr>
          <a:xfrm>
            <a:off x="785813" y="968406"/>
            <a:ext cx="5976938" cy="20021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6" y="3581779"/>
            <a:ext cx="5956347" cy="2260221"/>
          </a:xfrm>
          <a:prstGeom prst="rect">
            <a:avLst/>
          </a:prstGeom>
        </p:spPr>
      </p:pic>
      <p:sp>
        <p:nvSpPr>
          <p:cNvPr id="4" name="图文框 3"/>
          <p:cNvSpPr/>
          <p:nvPr userDrawn="1"/>
        </p:nvSpPr>
        <p:spPr>
          <a:xfrm>
            <a:off x="869156" y="1580397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7824409" y="2584528"/>
            <a:ext cx="3405837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往右移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）位，变成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0140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8227586" y="4984683"/>
            <a:ext cx="2599483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）送入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图文框 6"/>
          <p:cNvSpPr/>
          <p:nvPr userDrawn="1"/>
        </p:nvSpPr>
        <p:spPr>
          <a:xfrm>
            <a:off x="869156" y="4563308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7576"/>
          <a:stretch>
            <a:fillRect/>
          </a:stretch>
        </p:blipFill>
        <p:spPr>
          <a:xfrm>
            <a:off x="8317892" y="2013682"/>
            <a:ext cx="2124075" cy="3785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3973" b="3973"/>
          <a:stretch>
            <a:fillRect/>
          </a:stretch>
        </p:blipFill>
        <p:spPr>
          <a:xfrm>
            <a:off x="8255980" y="4350540"/>
            <a:ext cx="2247900" cy="3594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第一次循环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52766"/>
          <a:stretch>
            <a:fillRect/>
          </a:stretch>
        </p:blipFill>
        <p:spPr>
          <a:xfrm>
            <a:off x="483870" y="3797745"/>
            <a:ext cx="6499146" cy="19709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3320"/>
          <a:stretch>
            <a:fillRect/>
          </a:stretch>
        </p:blipFill>
        <p:spPr>
          <a:xfrm>
            <a:off x="483870" y="1028700"/>
            <a:ext cx="6499090" cy="2459038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8350162" y="2627715"/>
            <a:ext cx="2434391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只保留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的低四位（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7682928" y="5083517"/>
            <a:ext cx="4048140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进行或运算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，转换为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所对应的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码（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图文框 6"/>
          <p:cNvSpPr/>
          <p:nvPr userDrawn="1"/>
        </p:nvSpPr>
        <p:spPr>
          <a:xfrm>
            <a:off x="1357312" y="2330491"/>
            <a:ext cx="278328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图文框 7"/>
          <p:cNvSpPr/>
          <p:nvPr userDrawn="1"/>
        </p:nvSpPr>
        <p:spPr>
          <a:xfrm>
            <a:off x="547728" y="5083493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70430" y="1958962"/>
            <a:ext cx="2314575" cy="371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7576" b="7576"/>
          <a:stretch>
            <a:fillRect/>
          </a:stretch>
        </p:blipFill>
        <p:spPr>
          <a:xfrm>
            <a:off x="8381495" y="4465140"/>
            <a:ext cx="2371725" cy="3475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第一次循环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67130"/>
          <a:stretch>
            <a:fillRect/>
          </a:stretch>
        </p:blipFill>
        <p:spPr>
          <a:xfrm>
            <a:off x="861674" y="1244387"/>
            <a:ext cx="6413982" cy="132491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7485" b="52128"/>
          <a:stretch>
            <a:fillRect/>
          </a:stretch>
        </p:blipFill>
        <p:spPr>
          <a:xfrm>
            <a:off x="925339" y="2804035"/>
            <a:ext cx="6433708" cy="2296782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584935" y="2171935"/>
            <a:ext cx="4314190" cy="72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将转换后的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码与数字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9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码进行比较，判断是否需要转换为字母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ABCDEF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7584941" y="3951638"/>
            <a:ext cx="4256524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判断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完成后调用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功能，显示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中存放的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码对应的字符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4877579" y="1701397"/>
            <a:ext cx="1933297" cy="225743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图文框 9"/>
          <p:cNvSpPr/>
          <p:nvPr userDrawn="1"/>
        </p:nvSpPr>
        <p:spPr>
          <a:xfrm>
            <a:off x="3365485" y="4008194"/>
            <a:ext cx="635515" cy="535305"/>
          </a:xfrm>
          <a:prstGeom prst="frame">
            <a:avLst>
              <a:gd name="adj1" fmla="val 10238"/>
            </a:avLst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32242" b="52827"/>
          <a:stretch>
            <a:fillRect/>
          </a:stretch>
        </p:blipFill>
        <p:spPr>
          <a:xfrm>
            <a:off x="861720" y="5243030"/>
            <a:ext cx="6497360" cy="74645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7414153" y="5775337"/>
            <a:ext cx="46558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次数减一，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=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03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，继续执行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NEXT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中的内容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图文框 12"/>
          <p:cNvSpPr/>
          <p:nvPr userDrawn="1"/>
        </p:nvSpPr>
        <p:spPr>
          <a:xfrm>
            <a:off x="1063610" y="5614585"/>
            <a:ext cx="611703" cy="285274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t="12372"/>
          <a:stretch>
            <a:fillRect/>
          </a:stretch>
        </p:blipFill>
        <p:spPr>
          <a:xfrm>
            <a:off x="8403516" y="1337441"/>
            <a:ext cx="2619375" cy="6593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754" y="3237740"/>
            <a:ext cx="1866900" cy="714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079" y="4863846"/>
            <a:ext cx="200025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第二次循环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37814"/>
          <a:stretch>
            <a:fillRect/>
          </a:stretch>
        </p:blipFill>
        <p:spPr>
          <a:xfrm>
            <a:off x="761193" y="1086245"/>
            <a:ext cx="6510338" cy="14097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21421" b="33903"/>
          <a:stretch>
            <a:fillRect/>
          </a:stretch>
        </p:blipFill>
        <p:spPr>
          <a:xfrm>
            <a:off x="761193" y="4053905"/>
            <a:ext cx="6510298" cy="1035530"/>
          </a:xfrm>
          <a:prstGeom prst="rect">
            <a:avLst/>
          </a:prstGeom>
        </p:spPr>
      </p:pic>
      <p:sp>
        <p:nvSpPr>
          <p:cNvPr id="4" name="图文框 3"/>
          <p:cNvSpPr/>
          <p:nvPr userDrawn="1"/>
        </p:nvSpPr>
        <p:spPr>
          <a:xfrm>
            <a:off x="845370" y="1710967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图文框 4"/>
          <p:cNvSpPr/>
          <p:nvPr userDrawn="1"/>
        </p:nvSpPr>
        <p:spPr>
          <a:xfrm>
            <a:off x="845370" y="4637435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27097" b="50742"/>
          <a:stretch>
            <a:fillRect/>
          </a:stretch>
        </p:blipFill>
        <p:spPr>
          <a:xfrm>
            <a:off x="761193" y="5354436"/>
            <a:ext cx="6510327" cy="735855"/>
          </a:xfrm>
          <a:prstGeom prst="rect">
            <a:avLst/>
          </a:prstGeom>
        </p:spPr>
      </p:pic>
      <p:sp>
        <p:nvSpPr>
          <p:cNvPr id="7" name="图文框 6"/>
          <p:cNvSpPr/>
          <p:nvPr userDrawn="1"/>
        </p:nvSpPr>
        <p:spPr>
          <a:xfrm>
            <a:off x="845370" y="5609779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8528429" y="2109908"/>
            <a:ext cx="221488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移四位，变成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1400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26179" b="48803"/>
          <a:stretch>
            <a:fillRect/>
          </a:stretch>
        </p:blipFill>
        <p:spPr>
          <a:xfrm>
            <a:off x="761193" y="2651143"/>
            <a:ext cx="6510327" cy="1253246"/>
          </a:xfrm>
          <a:prstGeom prst="rect">
            <a:avLst/>
          </a:prstGeom>
        </p:spPr>
      </p:pic>
      <p:sp>
        <p:nvSpPr>
          <p:cNvPr id="12" name="图文框 11"/>
          <p:cNvSpPr/>
          <p:nvPr userDrawn="1"/>
        </p:nvSpPr>
        <p:spPr>
          <a:xfrm>
            <a:off x="845443" y="3607155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644308" y="3344533"/>
            <a:ext cx="19761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）放入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823329" y="4378619"/>
            <a:ext cx="362521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进行与操作，只保留第四位（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304187" y="5609805"/>
            <a:ext cx="4663498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进行或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运算，将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内的数（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）转换为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码（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t="3788"/>
          <a:stretch>
            <a:fillRect/>
          </a:stretch>
        </p:blipFill>
        <p:spPr>
          <a:xfrm>
            <a:off x="8570330" y="1594086"/>
            <a:ext cx="2124075" cy="39405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418" y="2845399"/>
            <a:ext cx="2247900" cy="3905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080" y="3904335"/>
            <a:ext cx="2314575" cy="3714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 b="11365"/>
          <a:stretch>
            <a:fillRect/>
          </a:stretch>
        </p:blipFill>
        <p:spPr>
          <a:xfrm>
            <a:off x="8446505" y="5089413"/>
            <a:ext cx="2371725" cy="3630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第二次循环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5129" b="57540"/>
          <a:stretch>
            <a:fillRect/>
          </a:stretch>
        </p:blipFill>
        <p:spPr>
          <a:xfrm>
            <a:off x="671596" y="1390946"/>
            <a:ext cx="6425757" cy="20632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1577" b="47867"/>
          <a:stretch>
            <a:fillRect/>
          </a:stretch>
        </p:blipFill>
        <p:spPr>
          <a:xfrm>
            <a:off x="671668" y="3948616"/>
            <a:ext cx="6425612" cy="1510754"/>
          </a:xfrm>
          <a:prstGeom prst="rect">
            <a:avLst/>
          </a:prstGeom>
        </p:spPr>
      </p:pic>
      <p:sp>
        <p:nvSpPr>
          <p:cNvPr id="7" name="图文框 6"/>
          <p:cNvSpPr/>
          <p:nvPr userDrawn="1"/>
        </p:nvSpPr>
        <p:spPr>
          <a:xfrm>
            <a:off x="3404110" y="2893320"/>
            <a:ext cx="397390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图文框 7"/>
          <p:cNvSpPr/>
          <p:nvPr userDrawn="1"/>
        </p:nvSpPr>
        <p:spPr>
          <a:xfrm>
            <a:off x="869156" y="4847771"/>
            <a:ext cx="695047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7305661" y="2893341"/>
            <a:ext cx="4256524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判断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完成后调用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功能，显示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中存放的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码对应的字符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7968961" y="5073224"/>
            <a:ext cx="317817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次数减一，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=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，继续执行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12372"/>
          <a:stretch>
            <a:fillRect/>
          </a:stretch>
        </p:blipFill>
        <p:spPr>
          <a:xfrm>
            <a:off x="8248361" y="1390970"/>
            <a:ext cx="2619375" cy="6593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598" y="2178966"/>
            <a:ext cx="1866900" cy="71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32" y="4095361"/>
            <a:ext cx="200025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三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8312"/>
          <a:stretch>
            <a:fillRect/>
          </a:stretch>
        </p:blipFill>
        <p:spPr>
          <a:xfrm>
            <a:off x="917769" y="1308304"/>
            <a:ext cx="5607585" cy="83460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6262" b="34644"/>
          <a:stretch>
            <a:fillRect/>
          </a:stretch>
        </p:blipFill>
        <p:spPr>
          <a:xfrm>
            <a:off x="917745" y="2452415"/>
            <a:ext cx="5584789" cy="111691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32532" b="43376"/>
          <a:stretch>
            <a:fillRect/>
          </a:stretch>
        </p:blipFill>
        <p:spPr>
          <a:xfrm>
            <a:off x="917745" y="4815243"/>
            <a:ext cx="5584824" cy="734329"/>
          </a:xfrm>
          <a:prstGeom prst="rect">
            <a:avLst/>
          </a:prstGeom>
          <a:noFill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40286" b="42997"/>
          <a:stretch>
            <a:fillRect/>
          </a:stretch>
        </p:blipFill>
        <p:spPr>
          <a:xfrm>
            <a:off x="917745" y="3833096"/>
            <a:ext cx="5584824" cy="718382"/>
          </a:xfrm>
          <a:prstGeom prst="rect">
            <a:avLst/>
          </a:prstGeom>
        </p:spPr>
      </p:pic>
      <p:sp>
        <p:nvSpPr>
          <p:cNvPr id="6" name="图文框 5"/>
          <p:cNvSpPr/>
          <p:nvPr userDrawn="1"/>
        </p:nvSpPr>
        <p:spPr>
          <a:xfrm>
            <a:off x="917745" y="1694299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图文框 6"/>
          <p:cNvSpPr/>
          <p:nvPr userDrawn="1"/>
        </p:nvSpPr>
        <p:spPr>
          <a:xfrm>
            <a:off x="1012700" y="3029789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917745" y="4020391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图文框 9"/>
          <p:cNvSpPr/>
          <p:nvPr userDrawn="1"/>
        </p:nvSpPr>
        <p:spPr>
          <a:xfrm>
            <a:off x="917745" y="4865466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401242" y="1991422"/>
            <a:ext cx="201168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移四位（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4001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419022" y="3183274"/>
            <a:ext cx="19761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）放入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563065" y="4165408"/>
            <a:ext cx="354901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进行与操作，只保留低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6877242" y="5476071"/>
            <a:ext cx="505968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进行或运算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内的数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转换为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码（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rcRect t="3788"/>
          <a:stretch>
            <a:fillRect/>
          </a:stretch>
        </p:blipFill>
        <p:spPr>
          <a:xfrm>
            <a:off x="8275535" y="1308272"/>
            <a:ext cx="2124075" cy="39405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622" y="2636487"/>
            <a:ext cx="2247900" cy="3905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0285" y="3648916"/>
            <a:ext cx="2314575" cy="3714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rcRect b="11365"/>
          <a:stretch>
            <a:fillRect/>
          </a:stretch>
        </p:blipFill>
        <p:spPr>
          <a:xfrm>
            <a:off x="8151710" y="4832493"/>
            <a:ext cx="2371725" cy="3630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第三次循环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6534" b="57319"/>
          <a:stretch>
            <a:fillRect/>
          </a:stretch>
        </p:blipFill>
        <p:spPr>
          <a:xfrm>
            <a:off x="787414" y="1531707"/>
            <a:ext cx="6216218" cy="190946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59" t="17857" r="-259" b="64374"/>
          <a:stretch>
            <a:fillRect/>
          </a:stretch>
        </p:blipFill>
        <p:spPr>
          <a:xfrm>
            <a:off x="787414" y="4028489"/>
            <a:ext cx="6216308" cy="1297680"/>
          </a:xfrm>
          <a:prstGeom prst="rect">
            <a:avLst/>
          </a:prstGeom>
        </p:spPr>
      </p:pic>
      <p:sp>
        <p:nvSpPr>
          <p:cNvPr id="3" name="图文框 2"/>
          <p:cNvSpPr/>
          <p:nvPr userDrawn="1"/>
        </p:nvSpPr>
        <p:spPr>
          <a:xfrm>
            <a:off x="3420952" y="2890149"/>
            <a:ext cx="451815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图文框 4"/>
          <p:cNvSpPr/>
          <p:nvPr userDrawn="1"/>
        </p:nvSpPr>
        <p:spPr>
          <a:xfrm>
            <a:off x="787414" y="4408125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7305661" y="2893341"/>
            <a:ext cx="4256524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判断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完成后调用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功能，显示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中存放的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码对应的字符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700038" y="5073224"/>
            <a:ext cx="37160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次数减一，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=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，继续执行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NEXT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12372"/>
          <a:stretch>
            <a:fillRect/>
          </a:stretch>
        </p:blipFill>
        <p:spPr>
          <a:xfrm>
            <a:off x="8248361" y="1390970"/>
            <a:ext cx="2619375" cy="6593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598" y="2178966"/>
            <a:ext cx="1866900" cy="714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32" y="4095361"/>
            <a:ext cx="200025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四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6156" b="66893"/>
          <a:stretch>
            <a:fillRect/>
          </a:stretch>
        </p:blipFill>
        <p:spPr>
          <a:xfrm>
            <a:off x="815653" y="1265590"/>
            <a:ext cx="5453955" cy="108606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5023" b="68878"/>
          <a:stretch>
            <a:fillRect/>
          </a:stretch>
        </p:blipFill>
        <p:spPr>
          <a:xfrm>
            <a:off x="815602" y="2475784"/>
            <a:ext cx="5454079" cy="10316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13322" b="68311"/>
          <a:stretch>
            <a:fillRect/>
          </a:stretch>
        </p:blipFill>
        <p:spPr>
          <a:xfrm>
            <a:off x="815653" y="3631161"/>
            <a:ext cx="5454028" cy="11768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21825" b="65476"/>
          <a:stretch>
            <a:fillRect/>
          </a:stretch>
        </p:blipFill>
        <p:spPr>
          <a:xfrm>
            <a:off x="815653" y="5051126"/>
            <a:ext cx="5454028" cy="813655"/>
          </a:xfrm>
          <a:prstGeom prst="rect">
            <a:avLst/>
          </a:prstGeom>
        </p:spPr>
      </p:pic>
      <p:sp>
        <p:nvSpPr>
          <p:cNvPr id="6" name="图文框 5"/>
          <p:cNvSpPr/>
          <p:nvPr userDrawn="1"/>
        </p:nvSpPr>
        <p:spPr>
          <a:xfrm>
            <a:off x="815653" y="1478943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图文框 6"/>
          <p:cNvSpPr/>
          <p:nvPr userDrawn="1"/>
        </p:nvSpPr>
        <p:spPr>
          <a:xfrm>
            <a:off x="815653" y="3097313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815653" y="4410674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图文框 9"/>
          <p:cNvSpPr/>
          <p:nvPr userDrawn="1"/>
        </p:nvSpPr>
        <p:spPr>
          <a:xfrm>
            <a:off x="815653" y="5309317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083794" y="1969937"/>
            <a:ext cx="201168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移四位（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0014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101574" y="3197683"/>
            <a:ext cx="19761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）放入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277026" y="4366206"/>
            <a:ext cx="362521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进行与操作，只保留低四位（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6761723" y="5534791"/>
            <a:ext cx="465328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30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进行或运算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内的数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转换为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34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rcRect t="3788"/>
          <a:stretch>
            <a:fillRect/>
          </a:stretch>
        </p:blipFill>
        <p:spPr>
          <a:xfrm>
            <a:off x="8027594" y="1478943"/>
            <a:ext cx="2124075" cy="39405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683" y="2807231"/>
            <a:ext cx="2247900" cy="3905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087" y="3866094"/>
            <a:ext cx="2314575" cy="3714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rcRect b="11365"/>
          <a:stretch>
            <a:fillRect/>
          </a:stretch>
        </p:blipFill>
        <p:spPr>
          <a:xfrm>
            <a:off x="7903771" y="4946240"/>
            <a:ext cx="2371725" cy="3630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第四次循环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1621" b="57540"/>
          <a:stretch>
            <a:fillRect/>
          </a:stretch>
        </p:blipFill>
        <p:spPr>
          <a:xfrm>
            <a:off x="826514" y="1281947"/>
            <a:ext cx="6269122" cy="227133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2472" b="67460"/>
          <a:stretch>
            <a:fillRect/>
          </a:stretch>
        </p:blipFill>
        <p:spPr>
          <a:xfrm>
            <a:off x="826593" y="4041594"/>
            <a:ext cx="6268981" cy="1478001"/>
          </a:xfrm>
          <a:prstGeom prst="rect">
            <a:avLst/>
          </a:prstGeom>
        </p:spPr>
      </p:pic>
      <p:sp>
        <p:nvSpPr>
          <p:cNvPr id="4" name="图文框 3"/>
          <p:cNvSpPr/>
          <p:nvPr userDrawn="1"/>
        </p:nvSpPr>
        <p:spPr>
          <a:xfrm>
            <a:off x="3296828" y="3003346"/>
            <a:ext cx="638002" cy="328211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图文框 4"/>
          <p:cNvSpPr/>
          <p:nvPr userDrawn="1"/>
        </p:nvSpPr>
        <p:spPr>
          <a:xfrm>
            <a:off x="826514" y="4720985"/>
            <a:ext cx="998200" cy="312696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7305661" y="2893341"/>
            <a:ext cx="4256524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判断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完成后调用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功能，显示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中存放的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码对应的字符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293638" y="5073224"/>
            <a:ext cx="452882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次数减一，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=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，不返回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NEXT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，顺序执行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12372"/>
          <a:stretch>
            <a:fillRect/>
          </a:stretch>
        </p:blipFill>
        <p:spPr>
          <a:xfrm>
            <a:off x="8248361" y="1390970"/>
            <a:ext cx="2619375" cy="6593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598" y="2178966"/>
            <a:ext cx="1866900" cy="714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32" y="4095361"/>
            <a:ext cx="200025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增加符号位</a:t>
            </a:r>
            <a:r>
              <a:rPr lang="en-US" altLang="zh-CN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H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-666" t="12755" r="666" b="62925"/>
          <a:stretch>
            <a:fillRect/>
          </a:stretch>
        </p:blipFill>
        <p:spPr>
          <a:xfrm>
            <a:off x="601303" y="1346184"/>
            <a:ext cx="5838298" cy="16680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11905" b="56973"/>
          <a:stretch>
            <a:fillRect/>
          </a:stretch>
        </p:blipFill>
        <p:spPr>
          <a:xfrm>
            <a:off x="601228" y="3376991"/>
            <a:ext cx="5838349" cy="213470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580554" y="2796034"/>
            <a:ext cx="296354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将字母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ASCII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码送入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DL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7748631" y="4800642"/>
            <a:ext cx="2627391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调用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功能，显示字母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</a:rPr>
              <a:t>H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图文框 6"/>
          <p:cNvSpPr/>
          <p:nvPr userDrawn="1"/>
        </p:nvSpPr>
        <p:spPr>
          <a:xfrm>
            <a:off x="601228" y="2238496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图文框 8"/>
          <p:cNvSpPr/>
          <p:nvPr userDrawn="1"/>
        </p:nvSpPr>
        <p:spPr>
          <a:xfrm>
            <a:off x="2976503" y="4969234"/>
            <a:ext cx="1087953" cy="297180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64869"/>
          <a:stretch>
            <a:fillRect/>
          </a:stretch>
        </p:blipFill>
        <p:spPr>
          <a:xfrm>
            <a:off x="7881282" y="1991183"/>
            <a:ext cx="2362200" cy="378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33155"/>
          <a:stretch>
            <a:fillRect/>
          </a:stretch>
        </p:blipFill>
        <p:spPr>
          <a:xfrm>
            <a:off x="7881282" y="3740674"/>
            <a:ext cx="2362200" cy="7194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程序</a:t>
            </a:r>
            <a:r>
              <a:rPr lang="zh-CN" altLang="en-US" sz="3000" noProof="0" dirty="0">
                <a:ln>
                  <a:noFill/>
                </a:ln>
                <a:solidFill>
                  <a:srgbClr val="025483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Arial" panose="020B0604020202020204" pitchFamily="34" charset="0"/>
              </a:rPr>
              <a:t>结束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2472" b="66893"/>
          <a:stretch>
            <a:fillRect/>
          </a:stretch>
        </p:blipFill>
        <p:spPr>
          <a:xfrm>
            <a:off x="873140" y="1245831"/>
            <a:ext cx="5389532" cy="13065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12188" b="41667"/>
          <a:stretch>
            <a:fillRect/>
          </a:stretch>
        </p:blipFill>
        <p:spPr>
          <a:xfrm>
            <a:off x="873140" y="2922498"/>
            <a:ext cx="5389559" cy="2921812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6969074" y="2243807"/>
            <a:ext cx="4102100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功能调用号为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4CH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，用于程序终止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图文框 5"/>
          <p:cNvSpPr/>
          <p:nvPr userDrawn="1"/>
        </p:nvSpPr>
        <p:spPr>
          <a:xfrm>
            <a:off x="1012700" y="1462718"/>
            <a:ext cx="563765" cy="312696"/>
          </a:xfrm>
          <a:prstGeom prst="frame">
            <a:avLst/>
          </a:prstGeom>
          <a:solidFill>
            <a:srgbClr val="FF0000">
              <a:alpha val="10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7590365" y="5026635"/>
            <a:ext cx="2859405" cy="386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执行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功能调用，程序终止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3788" b="7576"/>
          <a:stretch>
            <a:fillRect/>
          </a:stretch>
        </p:blipFill>
        <p:spPr>
          <a:xfrm>
            <a:off x="7872361" y="1656824"/>
            <a:ext cx="2295525" cy="3630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b="8353"/>
          <a:stretch>
            <a:fillRect/>
          </a:stretch>
        </p:blipFill>
        <p:spPr>
          <a:xfrm>
            <a:off x="8181924" y="4300284"/>
            <a:ext cx="1676400" cy="3404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8" b="27248"/>
          <a:stretch>
            <a:fillRect/>
          </a:stretch>
        </p:blipFill>
        <p:spPr>
          <a:xfrm>
            <a:off x="2" y="1651573"/>
            <a:ext cx="12191996" cy="3554854"/>
          </a:xfrm>
          <a:custGeom>
            <a:avLst/>
            <a:gdLst>
              <a:gd name="connsiteX0" fmla="*/ 0 w 12191996"/>
              <a:gd name="connsiteY0" fmla="*/ 0 h 3554854"/>
              <a:gd name="connsiteX1" fmla="*/ 12191996 w 12191996"/>
              <a:gd name="connsiteY1" fmla="*/ 0 h 3554854"/>
              <a:gd name="connsiteX2" fmla="*/ 12191996 w 12191996"/>
              <a:gd name="connsiteY2" fmla="*/ 3554854 h 3554854"/>
              <a:gd name="connsiteX3" fmla="*/ 0 w 12191996"/>
              <a:gd name="connsiteY3" fmla="*/ 3554854 h 355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6" h="3554854">
                <a:moveTo>
                  <a:pt x="0" y="0"/>
                </a:moveTo>
                <a:lnTo>
                  <a:pt x="12191996" y="0"/>
                </a:lnTo>
                <a:lnTo>
                  <a:pt x="12191996" y="3554854"/>
                </a:lnTo>
                <a:lnTo>
                  <a:pt x="0" y="3554854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1" y="1415980"/>
            <a:ext cx="12191999" cy="3932263"/>
          </a:xfrm>
          <a:prstGeom prst="rect">
            <a:avLst/>
          </a:prstGeom>
          <a:solidFill>
            <a:srgbClr val="025483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6128" y="1509757"/>
            <a:ext cx="333974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4000">
                      <a:prstClr val="white"/>
                    </a:gs>
                    <a:gs pos="73000">
                      <a:prstClr val="white">
                        <a:alpha val="0"/>
                      </a:prst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Prism" panose="00000500000000000000" pitchFamily="50" charset="0"/>
                <a:ea typeface="思源黑体 CN Normal" panose="020B0400000000000000" pitchFamily="34" charset="-122"/>
                <a:cs typeface="+mn-cs"/>
              </a:rPr>
              <a:t>3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4000">
                    <a:prstClr val="white"/>
                  </a:gs>
                  <a:gs pos="73000">
                    <a:prstClr val="white">
                      <a:alpha val="0"/>
                    </a:prst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Prism" panose="00000500000000000000" pitchFamily="50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9737" y="3738411"/>
            <a:ext cx="551252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程序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流程图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415980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105116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8" name="图片 7" descr="图片包含 游戏机, 烟花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0179">
            <a:off x="4845273" y="2013219"/>
            <a:ext cx="980532" cy="52158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0755506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974974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194442" y="6391456"/>
            <a:ext cx="107699" cy="107699"/>
          </a:xfrm>
          <a:prstGeom prst="ellipse">
            <a:avLst/>
          </a:prstGeom>
          <a:solidFill>
            <a:srgbClr val="0254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413910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633378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4764" y="6309196"/>
            <a:ext cx="191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BA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竢实扬华 自强不息</a:t>
            </a:r>
            <a:endParaRPr lang="zh-CN" altLang="en-US" sz="1400" dirty="0">
              <a:solidFill>
                <a:srgbClr val="007BA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024777" y="247880"/>
            <a:ext cx="461091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程序流程图</a:t>
            </a:r>
            <a:endParaRPr lang="zh-CN" altLang="en-US" sz="3000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pic>
        <p:nvPicPr>
          <p:cNvPr id="3" name="图片 2" descr="post_object_image_9608453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22" y="833783"/>
            <a:ext cx="5887831" cy="58185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024777" y="247880"/>
            <a:ext cx="461091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chemeClr val="accent1"/>
                </a:solidFill>
                <a:latin typeface="+mn-ea"/>
                <a:cs typeface="+mn-ea"/>
              </a:rPr>
              <a:t>对应</a:t>
            </a:r>
            <a:r>
              <a:rPr lang="zh-CN" altLang="en-US" sz="3000" b="1" dirty="0">
                <a:solidFill>
                  <a:schemeClr val="accent1"/>
                </a:solidFill>
                <a:latin typeface="+mn-ea"/>
                <a:cs typeface="+mn-ea"/>
              </a:rPr>
              <a:t>代码流程图</a:t>
            </a:r>
            <a:endParaRPr lang="zh-CN" altLang="en-US" sz="3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3" name="图片 2" descr="post_object_image_39117627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29" y="800957"/>
            <a:ext cx="5420616" cy="59520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8" b="27248"/>
          <a:stretch>
            <a:fillRect/>
          </a:stretch>
        </p:blipFill>
        <p:spPr>
          <a:xfrm>
            <a:off x="2" y="1651573"/>
            <a:ext cx="12191996" cy="3554854"/>
          </a:xfrm>
          <a:custGeom>
            <a:avLst/>
            <a:gdLst>
              <a:gd name="connsiteX0" fmla="*/ 0 w 12191996"/>
              <a:gd name="connsiteY0" fmla="*/ 0 h 3554854"/>
              <a:gd name="connsiteX1" fmla="*/ 12191996 w 12191996"/>
              <a:gd name="connsiteY1" fmla="*/ 0 h 3554854"/>
              <a:gd name="connsiteX2" fmla="*/ 12191996 w 12191996"/>
              <a:gd name="connsiteY2" fmla="*/ 3554854 h 3554854"/>
              <a:gd name="connsiteX3" fmla="*/ 0 w 12191996"/>
              <a:gd name="connsiteY3" fmla="*/ 3554854 h 355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6" h="3554854">
                <a:moveTo>
                  <a:pt x="0" y="0"/>
                </a:moveTo>
                <a:lnTo>
                  <a:pt x="12191996" y="0"/>
                </a:lnTo>
                <a:lnTo>
                  <a:pt x="12191996" y="3554854"/>
                </a:lnTo>
                <a:lnTo>
                  <a:pt x="0" y="3554854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1" y="1415980"/>
            <a:ext cx="12191999" cy="3932263"/>
          </a:xfrm>
          <a:prstGeom prst="rect">
            <a:avLst/>
          </a:prstGeom>
          <a:solidFill>
            <a:srgbClr val="025483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6128" y="1509757"/>
            <a:ext cx="333974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4000">
                      <a:prstClr val="white"/>
                    </a:gs>
                    <a:gs pos="73000">
                      <a:prstClr val="white">
                        <a:alpha val="0"/>
                      </a:prst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Prism" panose="00000500000000000000" pitchFamily="50" charset="0"/>
                <a:ea typeface="思源黑体 CN Normal" panose="020B0400000000000000" pitchFamily="34" charset="-122"/>
                <a:cs typeface="+mn-cs"/>
              </a:rPr>
              <a:t>4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4000">
                    <a:prstClr val="white"/>
                  </a:gs>
                  <a:gs pos="73000">
                    <a:prstClr val="white">
                      <a:alpha val="0"/>
                    </a:prst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Prism" panose="00000500000000000000" pitchFamily="50" charset="0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9737" y="3738411"/>
            <a:ext cx="551252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C++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代码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实现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415980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105116"/>
            <a:ext cx="12191999" cy="243127"/>
          </a:xfrm>
          <a:prstGeom prst="rect">
            <a:avLst/>
          </a:prstGeom>
          <a:solidFill>
            <a:srgbClr val="007BA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8" name="图片 7" descr="图片包含 游戏机, 烟花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0179">
            <a:off x="4845273" y="2013219"/>
            <a:ext cx="980532" cy="52158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0755506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974974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194442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413910" y="6391456"/>
            <a:ext cx="107699" cy="107699"/>
          </a:xfrm>
          <a:prstGeom prst="ellipse">
            <a:avLst/>
          </a:prstGeom>
          <a:solidFill>
            <a:srgbClr val="0254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633378" y="6391456"/>
            <a:ext cx="107699" cy="107699"/>
          </a:xfrm>
          <a:prstGeom prst="ellipse">
            <a:avLst/>
          </a:prstGeom>
          <a:solidFill>
            <a:srgbClr val="025483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4764" y="6309196"/>
            <a:ext cx="191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BA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竢实扬华 自强不息</a:t>
            </a:r>
            <a:endParaRPr lang="zh-CN" altLang="en-US" sz="1400" dirty="0">
              <a:solidFill>
                <a:srgbClr val="007BA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15" name="î$ļidê"/>
          <p:cNvGrpSpPr/>
          <p:nvPr/>
        </p:nvGrpSpPr>
        <p:grpSpPr>
          <a:xfrm>
            <a:off x="10136115" y="291345"/>
            <a:ext cx="1614134" cy="338536"/>
            <a:chOff x="5472113" y="3055938"/>
            <a:chExt cx="2316163" cy="485775"/>
          </a:xfrm>
          <a:solidFill>
            <a:srgbClr val="025483"/>
          </a:solidFill>
        </p:grpSpPr>
        <p:sp>
          <p:nvSpPr>
            <p:cNvPr id="16" name="i$liďê"/>
            <p:cNvSpPr/>
            <p:nvPr/>
          </p:nvSpPr>
          <p:spPr bwMode="auto">
            <a:xfrm>
              <a:off x="7018338" y="3143250"/>
              <a:ext cx="342900" cy="361950"/>
            </a:xfrm>
            <a:custGeom>
              <a:avLst/>
              <a:gdLst>
                <a:gd name="T0" fmla="*/ 48 w 64"/>
                <a:gd name="T1" fmla="*/ 0 h 67"/>
                <a:gd name="T2" fmla="*/ 54 w 64"/>
                <a:gd name="T3" fmla="*/ 4 h 67"/>
                <a:gd name="T4" fmla="*/ 54 w 64"/>
                <a:gd name="T5" fmla="*/ 7 h 67"/>
                <a:gd name="T6" fmla="*/ 52 w 64"/>
                <a:gd name="T7" fmla="*/ 10 h 67"/>
                <a:gd name="T8" fmla="*/ 50 w 64"/>
                <a:gd name="T9" fmla="*/ 15 h 67"/>
                <a:gd name="T10" fmla="*/ 47 w 64"/>
                <a:gd name="T11" fmla="*/ 21 h 67"/>
                <a:gd name="T12" fmla="*/ 51 w 64"/>
                <a:gd name="T13" fmla="*/ 21 h 67"/>
                <a:gd name="T14" fmla="*/ 51 w 64"/>
                <a:gd name="T15" fmla="*/ 20 h 67"/>
                <a:gd name="T16" fmla="*/ 60 w 64"/>
                <a:gd name="T17" fmla="*/ 20 h 67"/>
                <a:gd name="T18" fmla="*/ 60 w 64"/>
                <a:gd name="T19" fmla="*/ 22 h 67"/>
                <a:gd name="T20" fmla="*/ 58 w 64"/>
                <a:gd name="T21" fmla="*/ 24 h 67"/>
                <a:gd name="T22" fmla="*/ 51 w 64"/>
                <a:gd name="T23" fmla="*/ 27 h 67"/>
                <a:gd name="T24" fmla="*/ 45 w 64"/>
                <a:gd name="T25" fmla="*/ 29 h 67"/>
                <a:gd name="T26" fmla="*/ 37 w 64"/>
                <a:gd name="T27" fmla="*/ 40 h 67"/>
                <a:gd name="T28" fmla="*/ 52 w 64"/>
                <a:gd name="T29" fmla="*/ 51 h 67"/>
                <a:gd name="T30" fmla="*/ 64 w 64"/>
                <a:gd name="T31" fmla="*/ 52 h 67"/>
                <a:gd name="T32" fmla="*/ 64 w 64"/>
                <a:gd name="T33" fmla="*/ 53 h 67"/>
                <a:gd name="T34" fmla="*/ 64 w 64"/>
                <a:gd name="T35" fmla="*/ 54 h 67"/>
                <a:gd name="T36" fmla="*/ 58 w 64"/>
                <a:gd name="T37" fmla="*/ 56 h 67"/>
                <a:gd name="T38" fmla="*/ 56 w 64"/>
                <a:gd name="T39" fmla="*/ 59 h 67"/>
                <a:gd name="T40" fmla="*/ 50 w 64"/>
                <a:gd name="T41" fmla="*/ 60 h 67"/>
                <a:gd name="T42" fmla="*/ 45 w 64"/>
                <a:gd name="T43" fmla="*/ 56 h 67"/>
                <a:gd name="T44" fmla="*/ 41 w 64"/>
                <a:gd name="T45" fmla="*/ 49 h 67"/>
                <a:gd name="T46" fmla="*/ 38 w 64"/>
                <a:gd name="T47" fmla="*/ 45 h 67"/>
                <a:gd name="T48" fmla="*/ 35 w 64"/>
                <a:gd name="T49" fmla="*/ 42 h 67"/>
                <a:gd name="T50" fmla="*/ 29 w 64"/>
                <a:gd name="T51" fmla="*/ 49 h 67"/>
                <a:gd name="T52" fmla="*/ 14 w 64"/>
                <a:gd name="T53" fmla="*/ 61 h 67"/>
                <a:gd name="T54" fmla="*/ 0 w 64"/>
                <a:gd name="T55" fmla="*/ 67 h 67"/>
                <a:gd name="T56" fmla="*/ 0 w 64"/>
                <a:gd name="T57" fmla="*/ 66 h 67"/>
                <a:gd name="T58" fmla="*/ 9 w 64"/>
                <a:gd name="T59" fmla="*/ 60 h 67"/>
                <a:gd name="T60" fmla="*/ 27 w 64"/>
                <a:gd name="T61" fmla="*/ 40 h 67"/>
                <a:gd name="T62" fmla="*/ 33 w 64"/>
                <a:gd name="T63" fmla="*/ 31 h 67"/>
                <a:gd name="T64" fmla="*/ 25 w 64"/>
                <a:gd name="T65" fmla="*/ 23 h 67"/>
                <a:gd name="T66" fmla="*/ 26 w 64"/>
                <a:gd name="T67" fmla="*/ 23 h 67"/>
                <a:gd name="T68" fmla="*/ 38 w 64"/>
                <a:gd name="T69" fmla="*/ 23 h 67"/>
                <a:gd name="T70" fmla="*/ 42 w 64"/>
                <a:gd name="T71" fmla="*/ 16 h 67"/>
                <a:gd name="T72" fmla="*/ 45 w 64"/>
                <a:gd name="T73" fmla="*/ 10 h 67"/>
                <a:gd name="T74" fmla="*/ 48 w 64"/>
                <a:gd name="T7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7">
                  <a:moveTo>
                    <a:pt x="48" y="0"/>
                  </a:moveTo>
                  <a:cubicBezTo>
                    <a:pt x="52" y="0"/>
                    <a:pt x="52" y="2"/>
                    <a:pt x="54" y="4"/>
                  </a:cubicBezTo>
                  <a:cubicBezTo>
                    <a:pt x="54" y="5"/>
                    <a:pt x="54" y="6"/>
                    <a:pt x="54" y="7"/>
                  </a:cubicBezTo>
                  <a:cubicBezTo>
                    <a:pt x="54" y="8"/>
                    <a:pt x="53" y="9"/>
                    <a:pt x="52" y="10"/>
                  </a:cubicBezTo>
                  <a:cubicBezTo>
                    <a:pt x="51" y="12"/>
                    <a:pt x="51" y="13"/>
                    <a:pt x="50" y="15"/>
                  </a:cubicBezTo>
                  <a:cubicBezTo>
                    <a:pt x="49" y="17"/>
                    <a:pt x="48" y="19"/>
                    <a:pt x="47" y="21"/>
                  </a:cubicBezTo>
                  <a:cubicBezTo>
                    <a:pt x="49" y="21"/>
                    <a:pt x="50" y="21"/>
                    <a:pt x="51" y="2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4" y="20"/>
                    <a:pt x="57" y="20"/>
                    <a:pt x="60" y="20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59" y="22"/>
                    <a:pt x="59" y="23"/>
                    <a:pt x="58" y="24"/>
                  </a:cubicBezTo>
                  <a:cubicBezTo>
                    <a:pt x="56" y="25"/>
                    <a:pt x="53" y="26"/>
                    <a:pt x="51" y="27"/>
                  </a:cubicBezTo>
                  <a:cubicBezTo>
                    <a:pt x="49" y="28"/>
                    <a:pt x="47" y="28"/>
                    <a:pt x="45" y="29"/>
                  </a:cubicBezTo>
                  <a:cubicBezTo>
                    <a:pt x="43" y="30"/>
                    <a:pt x="38" y="38"/>
                    <a:pt x="37" y="40"/>
                  </a:cubicBezTo>
                  <a:cubicBezTo>
                    <a:pt x="42" y="43"/>
                    <a:pt x="46" y="48"/>
                    <a:pt x="52" y="51"/>
                  </a:cubicBezTo>
                  <a:cubicBezTo>
                    <a:pt x="55" y="52"/>
                    <a:pt x="60" y="52"/>
                    <a:pt x="64" y="52"/>
                  </a:cubicBezTo>
                  <a:cubicBezTo>
                    <a:pt x="64" y="52"/>
                    <a:pt x="64" y="52"/>
                    <a:pt x="64" y="53"/>
                  </a:cubicBezTo>
                  <a:cubicBezTo>
                    <a:pt x="64" y="53"/>
                    <a:pt x="64" y="53"/>
                    <a:pt x="64" y="54"/>
                  </a:cubicBezTo>
                  <a:cubicBezTo>
                    <a:pt x="62" y="54"/>
                    <a:pt x="59" y="55"/>
                    <a:pt x="58" y="56"/>
                  </a:cubicBezTo>
                  <a:cubicBezTo>
                    <a:pt x="57" y="57"/>
                    <a:pt x="57" y="58"/>
                    <a:pt x="56" y="59"/>
                  </a:cubicBezTo>
                  <a:cubicBezTo>
                    <a:pt x="55" y="60"/>
                    <a:pt x="52" y="60"/>
                    <a:pt x="50" y="60"/>
                  </a:cubicBezTo>
                  <a:cubicBezTo>
                    <a:pt x="49" y="58"/>
                    <a:pt x="46" y="58"/>
                    <a:pt x="45" y="56"/>
                  </a:cubicBezTo>
                  <a:cubicBezTo>
                    <a:pt x="44" y="54"/>
                    <a:pt x="43" y="51"/>
                    <a:pt x="41" y="49"/>
                  </a:cubicBezTo>
                  <a:cubicBezTo>
                    <a:pt x="41" y="47"/>
                    <a:pt x="39" y="46"/>
                    <a:pt x="38" y="45"/>
                  </a:cubicBezTo>
                  <a:cubicBezTo>
                    <a:pt x="38" y="44"/>
                    <a:pt x="37" y="42"/>
                    <a:pt x="35" y="42"/>
                  </a:cubicBezTo>
                  <a:cubicBezTo>
                    <a:pt x="34" y="45"/>
                    <a:pt x="31" y="47"/>
                    <a:pt x="29" y="49"/>
                  </a:cubicBezTo>
                  <a:cubicBezTo>
                    <a:pt x="25" y="55"/>
                    <a:pt x="20" y="58"/>
                    <a:pt x="14" y="61"/>
                  </a:cubicBezTo>
                  <a:cubicBezTo>
                    <a:pt x="10" y="64"/>
                    <a:pt x="6" y="67"/>
                    <a:pt x="0" y="67"/>
                  </a:cubicBezTo>
                  <a:cubicBezTo>
                    <a:pt x="0" y="67"/>
                    <a:pt x="0" y="67"/>
                    <a:pt x="0" y="66"/>
                  </a:cubicBezTo>
                  <a:cubicBezTo>
                    <a:pt x="4" y="65"/>
                    <a:pt x="6" y="62"/>
                    <a:pt x="9" y="60"/>
                  </a:cubicBezTo>
                  <a:cubicBezTo>
                    <a:pt x="16" y="55"/>
                    <a:pt x="22" y="48"/>
                    <a:pt x="27" y="40"/>
                  </a:cubicBezTo>
                  <a:cubicBezTo>
                    <a:pt x="29" y="37"/>
                    <a:pt x="32" y="34"/>
                    <a:pt x="33" y="31"/>
                  </a:cubicBezTo>
                  <a:cubicBezTo>
                    <a:pt x="30" y="30"/>
                    <a:pt x="25" y="26"/>
                    <a:pt x="25" y="23"/>
                  </a:cubicBezTo>
                  <a:cubicBezTo>
                    <a:pt x="25" y="23"/>
                    <a:pt x="26" y="23"/>
                    <a:pt x="26" y="23"/>
                  </a:cubicBezTo>
                  <a:cubicBezTo>
                    <a:pt x="29" y="25"/>
                    <a:pt x="34" y="24"/>
                    <a:pt x="38" y="23"/>
                  </a:cubicBezTo>
                  <a:cubicBezTo>
                    <a:pt x="39" y="21"/>
                    <a:pt x="41" y="19"/>
                    <a:pt x="42" y="16"/>
                  </a:cubicBezTo>
                  <a:cubicBezTo>
                    <a:pt x="43" y="14"/>
                    <a:pt x="44" y="12"/>
                    <a:pt x="45" y="10"/>
                  </a:cubicBezTo>
                  <a:cubicBezTo>
                    <a:pt x="46" y="7"/>
                    <a:pt x="48" y="4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7" name="í$ḷîḍê"/>
            <p:cNvSpPr/>
            <p:nvPr/>
          </p:nvSpPr>
          <p:spPr bwMode="auto">
            <a:xfrm>
              <a:off x="6408738" y="3132138"/>
              <a:ext cx="171450" cy="85725"/>
            </a:xfrm>
            <a:custGeom>
              <a:avLst/>
              <a:gdLst>
                <a:gd name="T0" fmla="*/ 6 w 32"/>
                <a:gd name="T1" fmla="*/ 0 h 16"/>
                <a:gd name="T2" fmla="*/ 17 w 32"/>
                <a:gd name="T3" fmla="*/ 4 h 16"/>
                <a:gd name="T4" fmla="*/ 18 w 32"/>
                <a:gd name="T5" fmla="*/ 8 h 16"/>
                <a:gd name="T6" fmla="*/ 24 w 32"/>
                <a:gd name="T7" fmla="*/ 7 h 16"/>
                <a:gd name="T8" fmla="*/ 25 w 32"/>
                <a:gd name="T9" fmla="*/ 5 h 16"/>
                <a:gd name="T10" fmla="*/ 31 w 32"/>
                <a:gd name="T11" fmla="*/ 6 h 16"/>
                <a:gd name="T12" fmla="*/ 32 w 32"/>
                <a:gd name="T13" fmla="*/ 8 h 16"/>
                <a:gd name="T14" fmla="*/ 31 w 32"/>
                <a:gd name="T15" fmla="*/ 9 h 16"/>
                <a:gd name="T16" fmla="*/ 14 w 32"/>
                <a:gd name="T17" fmla="*/ 15 h 16"/>
                <a:gd name="T18" fmla="*/ 14 w 32"/>
                <a:gd name="T19" fmla="*/ 14 h 16"/>
                <a:gd name="T20" fmla="*/ 16 w 32"/>
                <a:gd name="T21" fmla="*/ 13 h 16"/>
                <a:gd name="T22" fmla="*/ 16 w 32"/>
                <a:gd name="T23" fmla="*/ 13 h 16"/>
                <a:gd name="T24" fmla="*/ 15 w 32"/>
                <a:gd name="T25" fmla="*/ 13 h 16"/>
                <a:gd name="T26" fmla="*/ 13 w 32"/>
                <a:gd name="T27" fmla="*/ 14 h 16"/>
                <a:gd name="T28" fmla="*/ 0 w 32"/>
                <a:gd name="T29" fmla="*/ 16 h 16"/>
                <a:gd name="T30" fmla="*/ 0 w 32"/>
                <a:gd name="T31" fmla="*/ 15 h 16"/>
                <a:gd name="T32" fmla="*/ 9 w 32"/>
                <a:gd name="T33" fmla="*/ 6 h 16"/>
                <a:gd name="T34" fmla="*/ 6 w 32"/>
                <a:gd name="T3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16">
                  <a:moveTo>
                    <a:pt x="6" y="0"/>
                  </a:moveTo>
                  <a:cubicBezTo>
                    <a:pt x="9" y="0"/>
                    <a:pt x="16" y="2"/>
                    <a:pt x="17" y="4"/>
                  </a:cubicBezTo>
                  <a:cubicBezTo>
                    <a:pt x="18" y="5"/>
                    <a:pt x="18" y="7"/>
                    <a:pt x="18" y="8"/>
                  </a:cubicBezTo>
                  <a:cubicBezTo>
                    <a:pt x="19" y="8"/>
                    <a:pt x="23" y="7"/>
                    <a:pt x="24" y="7"/>
                  </a:cubicBezTo>
                  <a:cubicBezTo>
                    <a:pt x="24" y="6"/>
                    <a:pt x="24" y="6"/>
                    <a:pt x="25" y="5"/>
                  </a:cubicBezTo>
                  <a:cubicBezTo>
                    <a:pt x="25" y="5"/>
                    <a:pt x="30" y="6"/>
                    <a:pt x="31" y="6"/>
                  </a:cubicBezTo>
                  <a:cubicBezTo>
                    <a:pt x="32" y="6"/>
                    <a:pt x="32" y="7"/>
                    <a:pt x="32" y="8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25" y="10"/>
                    <a:pt x="21" y="15"/>
                    <a:pt x="14" y="15"/>
                  </a:cubicBezTo>
                  <a:cubicBezTo>
                    <a:pt x="14" y="15"/>
                    <a:pt x="14" y="15"/>
                    <a:pt x="14" y="14"/>
                  </a:cubicBezTo>
                  <a:cubicBezTo>
                    <a:pt x="15" y="14"/>
                    <a:pt x="15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4" y="13"/>
                    <a:pt x="14" y="13"/>
                    <a:pt x="13" y="14"/>
                  </a:cubicBezTo>
                  <a:cubicBezTo>
                    <a:pt x="9" y="15"/>
                    <a:pt x="5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4" y="15"/>
                    <a:pt x="9" y="11"/>
                    <a:pt x="9" y="6"/>
                  </a:cubicBezTo>
                  <a:cubicBezTo>
                    <a:pt x="8" y="6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8" name="iṣ1îḓê"/>
            <p:cNvSpPr/>
            <p:nvPr/>
          </p:nvSpPr>
          <p:spPr bwMode="auto">
            <a:xfrm>
              <a:off x="6376988" y="3235325"/>
              <a:ext cx="160338" cy="90488"/>
            </a:xfrm>
            <a:custGeom>
              <a:avLst/>
              <a:gdLst>
                <a:gd name="T0" fmla="*/ 21 w 30"/>
                <a:gd name="T1" fmla="*/ 8 h 17"/>
                <a:gd name="T2" fmla="*/ 22 w 30"/>
                <a:gd name="T3" fmla="*/ 3 h 17"/>
                <a:gd name="T4" fmla="*/ 22 w 30"/>
                <a:gd name="T5" fmla="*/ 3 h 17"/>
                <a:gd name="T6" fmla="*/ 21 w 30"/>
                <a:gd name="T7" fmla="*/ 3 h 17"/>
                <a:gd name="T8" fmla="*/ 16 w 30"/>
                <a:gd name="T9" fmla="*/ 9 h 17"/>
                <a:gd name="T10" fmla="*/ 6 w 30"/>
                <a:gd name="T11" fmla="*/ 13 h 17"/>
                <a:gd name="T12" fmla="*/ 0 w 30"/>
                <a:gd name="T13" fmla="*/ 13 h 17"/>
                <a:gd name="T14" fmla="*/ 1 w 30"/>
                <a:gd name="T15" fmla="*/ 11 h 17"/>
                <a:gd name="T16" fmla="*/ 4 w 30"/>
                <a:gd name="T17" fmla="*/ 9 h 17"/>
                <a:gd name="T18" fmla="*/ 11 w 30"/>
                <a:gd name="T19" fmla="*/ 3 h 17"/>
                <a:gd name="T20" fmla="*/ 11 w 30"/>
                <a:gd name="T21" fmla="*/ 6 h 17"/>
                <a:gd name="T22" fmla="*/ 11 w 30"/>
                <a:gd name="T23" fmla="*/ 6 h 17"/>
                <a:gd name="T24" fmla="*/ 15 w 30"/>
                <a:gd name="T25" fmla="*/ 5 h 17"/>
                <a:gd name="T26" fmla="*/ 25 w 30"/>
                <a:gd name="T27" fmla="*/ 1 h 17"/>
                <a:gd name="T28" fmla="*/ 29 w 30"/>
                <a:gd name="T29" fmla="*/ 2 h 17"/>
                <a:gd name="T30" fmla="*/ 30 w 30"/>
                <a:gd name="T31" fmla="*/ 3 h 17"/>
                <a:gd name="T32" fmla="*/ 28 w 30"/>
                <a:gd name="T33" fmla="*/ 7 h 17"/>
                <a:gd name="T34" fmla="*/ 21 w 30"/>
                <a:gd name="T3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7">
                  <a:moveTo>
                    <a:pt x="21" y="8"/>
                  </a:moveTo>
                  <a:cubicBezTo>
                    <a:pt x="21" y="6"/>
                    <a:pt x="23" y="4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4"/>
                    <a:pt x="18" y="7"/>
                    <a:pt x="16" y="9"/>
                  </a:cubicBezTo>
                  <a:cubicBezTo>
                    <a:pt x="13" y="11"/>
                    <a:pt x="9" y="12"/>
                    <a:pt x="6" y="13"/>
                  </a:cubicBezTo>
                  <a:cubicBezTo>
                    <a:pt x="4" y="14"/>
                    <a:pt x="0" y="17"/>
                    <a:pt x="0" y="13"/>
                  </a:cubicBezTo>
                  <a:cubicBezTo>
                    <a:pt x="1" y="13"/>
                    <a:pt x="1" y="12"/>
                    <a:pt x="1" y="11"/>
                  </a:cubicBezTo>
                  <a:cubicBezTo>
                    <a:pt x="2" y="10"/>
                    <a:pt x="3" y="9"/>
                    <a:pt x="4" y="9"/>
                  </a:cubicBezTo>
                  <a:cubicBezTo>
                    <a:pt x="6" y="7"/>
                    <a:pt x="9" y="4"/>
                    <a:pt x="11" y="3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8" y="3"/>
                    <a:pt x="21" y="0"/>
                    <a:pt x="25" y="1"/>
                  </a:cubicBezTo>
                  <a:cubicBezTo>
                    <a:pt x="26" y="1"/>
                    <a:pt x="28" y="2"/>
                    <a:pt x="29" y="2"/>
                  </a:cubicBezTo>
                  <a:cubicBezTo>
                    <a:pt x="29" y="3"/>
                    <a:pt x="29" y="3"/>
                    <a:pt x="30" y="3"/>
                  </a:cubicBezTo>
                  <a:cubicBezTo>
                    <a:pt x="30" y="5"/>
                    <a:pt x="30" y="7"/>
                    <a:pt x="28" y="7"/>
                  </a:cubicBezTo>
                  <a:cubicBezTo>
                    <a:pt x="28" y="8"/>
                    <a:pt x="23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19" name="îšḷídè"/>
            <p:cNvSpPr/>
            <p:nvPr/>
          </p:nvSpPr>
          <p:spPr bwMode="auto">
            <a:xfrm>
              <a:off x="6307138" y="3316288"/>
              <a:ext cx="300038" cy="198438"/>
            </a:xfrm>
            <a:custGeom>
              <a:avLst/>
              <a:gdLst>
                <a:gd name="T0" fmla="*/ 29 w 56"/>
                <a:gd name="T1" fmla="*/ 0 h 37"/>
                <a:gd name="T2" fmla="*/ 31 w 56"/>
                <a:gd name="T3" fmla="*/ 0 h 37"/>
                <a:gd name="T4" fmla="*/ 34 w 56"/>
                <a:gd name="T5" fmla="*/ 2 h 37"/>
                <a:gd name="T6" fmla="*/ 36 w 56"/>
                <a:gd name="T7" fmla="*/ 6 h 37"/>
                <a:gd name="T8" fmla="*/ 35 w 56"/>
                <a:gd name="T9" fmla="*/ 10 h 37"/>
                <a:gd name="T10" fmla="*/ 33 w 56"/>
                <a:gd name="T11" fmla="*/ 13 h 37"/>
                <a:gd name="T12" fmla="*/ 36 w 56"/>
                <a:gd name="T13" fmla="*/ 17 h 37"/>
                <a:gd name="T14" fmla="*/ 44 w 56"/>
                <a:gd name="T15" fmla="*/ 27 h 37"/>
                <a:gd name="T16" fmla="*/ 47 w 56"/>
                <a:gd name="T17" fmla="*/ 30 h 37"/>
                <a:gd name="T18" fmla="*/ 56 w 56"/>
                <a:gd name="T19" fmla="*/ 34 h 37"/>
                <a:gd name="T20" fmla="*/ 53 w 56"/>
                <a:gd name="T21" fmla="*/ 35 h 37"/>
                <a:gd name="T22" fmla="*/ 50 w 56"/>
                <a:gd name="T23" fmla="*/ 35 h 37"/>
                <a:gd name="T24" fmla="*/ 46 w 56"/>
                <a:gd name="T25" fmla="*/ 36 h 37"/>
                <a:gd name="T26" fmla="*/ 39 w 56"/>
                <a:gd name="T27" fmla="*/ 35 h 37"/>
                <a:gd name="T28" fmla="*/ 33 w 56"/>
                <a:gd name="T29" fmla="*/ 26 h 37"/>
                <a:gd name="T30" fmla="*/ 28 w 56"/>
                <a:gd name="T31" fmla="*/ 17 h 37"/>
                <a:gd name="T32" fmla="*/ 28 w 56"/>
                <a:gd name="T33" fmla="*/ 17 h 37"/>
                <a:gd name="T34" fmla="*/ 12 w 56"/>
                <a:gd name="T35" fmla="*/ 32 h 37"/>
                <a:gd name="T36" fmla="*/ 0 w 56"/>
                <a:gd name="T37" fmla="*/ 35 h 37"/>
                <a:gd name="T38" fmla="*/ 0 w 56"/>
                <a:gd name="T39" fmla="*/ 34 h 37"/>
                <a:gd name="T40" fmla="*/ 0 w 56"/>
                <a:gd name="T41" fmla="*/ 34 h 37"/>
                <a:gd name="T42" fmla="*/ 3 w 56"/>
                <a:gd name="T43" fmla="*/ 34 h 37"/>
                <a:gd name="T44" fmla="*/ 9 w 56"/>
                <a:gd name="T45" fmla="*/ 30 h 37"/>
                <a:gd name="T46" fmla="*/ 15 w 56"/>
                <a:gd name="T47" fmla="*/ 24 h 37"/>
                <a:gd name="T48" fmla="*/ 19 w 56"/>
                <a:gd name="T49" fmla="*/ 19 h 37"/>
                <a:gd name="T50" fmla="*/ 24 w 56"/>
                <a:gd name="T51" fmla="*/ 11 h 37"/>
                <a:gd name="T52" fmla="*/ 18 w 56"/>
                <a:gd name="T53" fmla="*/ 1 h 37"/>
                <a:gd name="T54" fmla="*/ 26 w 56"/>
                <a:gd name="T55" fmla="*/ 7 h 37"/>
                <a:gd name="T56" fmla="*/ 26 w 56"/>
                <a:gd name="T57" fmla="*/ 7 h 37"/>
                <a:gd name="T58" fmla="*/ 26 w 56"/>
                <a:gd name="T59" fmla="*/ 7 h 37"/>
                <a:gd name="T60" fmla="*/ 29 w 56"/>
                <a:gd name="T6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37">
                  <a:moveTo>
                    <a:pt x="29" y="0"/>
                  </a:moveTo>
                  <a:cubicBezTo>
                    <a:pt x="30" y="0"/>
                    <a:pt x="30" y="0"/>
                    <a:pt x="31" y="0"/>
                  </a:cubicBezTo>
                  <a:cubicBezTo>
                    <a:pt x="31" y="1"/>
                    <a:pt x="33" y="1"/>
                    <a:pt x="34" y="2"/>
                  </a:cubicBezTo>
                  <a:cubicBezTo>
                    <a:pt x="35" y="4"/>
                    <a:pt x="35" y="5"/>
                    <a:pt x="36" y="6"/>
                  </a:cubicBezTo>
                  <a:cubicBezTo>
                    <a:pt x="36" y="7"/>
                    <a:pt x="36" y="9"/>
                    <a:pt x="35" y="10"/>
                  </a:cubicBezTo>
                  <a:cubicBezTo>
                    <a:pt x="34" y="11"/>
                    <a:pt x="33" y="11"/>
                    <a:pt x="33" y="13"/>
                  </a:cubicBezTo>
                  <a:cubicBezTo>
                    <a:pt x="34" y="15"/>
                    <a:pt x="35" y="16"/>
                    <a:pt x="36" y="17"/>
                  </a:cubicBezTo>
                  <a:cubicBezTo>
                    <a:pt x="38" y="21"/>
                    <a:pt x="41" y="24"/>
                    <a:pt x="44" y="27"/>
                  </a:cubicBezTo>
                  <a:cubicBezTo>
                    <a:pt x="45" y="28"/>
                    <a:pt x="46" y="29"/>
                    <a:pt x="47" y="30"/>
                  </a:cubicBezTo>
                  <a:cubicBezTo>
                    <a:pt x="49" y="31"/>
                    <a:pt x="56" y="32"/>
                    <a:pt x="56" y="34"/>
                  </a:cubicBezTo>
                  <a:cubicBezTo>
                    <a:pt x="55" y="34"/>
                    <a:pt x="54" y="35"/>
                    <a:pt x="53" y="35"/>
                  </a:cubicBezTo>
                  <a:cubicBezTo>
                    <a:pt x="52" y="35"/>
                    <a:pt x="51" y="35"/>
                    <a:pt x="50" y="35"/>
                  </a:cubicBezTo>
                  <a:cubicBezTo>
                    <a:pt x="48" y="35"/>
                    <a:pt x="47" y="36"/>
                    <a:pt x="46" y="36"/>
                  </a:cubicBezTo>
                  <a:cubicBezTo>
                    <a:pt x="43" y="37"/>
                    <a:pt x="41" y="36"/>
                    <a:pt x="39" y="35"/>
                  </a:cubicBezTo>
                  <a:cubicBezTo>
                    <a:pt x="35" y="32"/>
                    <a:pt x="35" y="31"/>
                    <a:pt x="33" y="26"/>
                  </a:cubicBezTo>
                  <a:cubicBezTo>
                    <a:pt x="31" y="23"/>
                    <a:pt x="30" y="20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3" y="24"/>
                    <a:pt x="19" y="27"/>
                    <a:pt x="12" y="32"/>
                  </a:cubicBezTo>
                  <a:cubicBezTo>
                    <a:pt x="9" y="34"/>
                    <a:pt x="6" y="36"/>
                    <a:pt x="0" y="35"/>
                  </a:cubicBezTo>
                  <a:cubicBezTo>
                    <a:pt x="0" y="35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4"/>
                    <a:pt x="3" y="34"/>
                  </a:cubicBezTo>
                  <a:cubicBezTo>
                    <a:pt x="5" y="33"/>
                    <a:pt x="7" y="32"/>
                    <a:pt x="9" y="30"/>
                  </a:cubicBezTo>
                  <a:cubicBezTo>
                    <a:pt x="11" y="29"/>
                    <a:pt x="13" y="26"/>
                    <a:pt x="15" y="24"/>
                  </a:cubicBezTo>
                  <a:cubicBezTo>
                    <a:pt x="16" y="22"/>
                    <a:pt x="18" y="21"/>
                    <a:pt x="19" y="19"/>
                  </a:cubicBezTo>
                  <a:cubicBezTo>
                    <a:pt x="21" y="16"/>
                    <a:pt x="22" y="13"/>
                    <a:pt x="24" y="11"/>
                  </a:cubicBezTo>
                  <a:cubicBezTo>
                    <a:pt x="23" y="7"/>
                    <a:pt x="18" y="4"/>
                    <a:pt x="18" y="1"/>
                  </a:cubicBezTo>
                  <a:cubicBezTo>
                    <a:pt x="21" y="1"/>
                    <a:pt x="25" y="5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8" y="5"/>
                    <a:pt x="29" y="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0" name="íṧḷide"/>
            <p:cNvSpPr/>
            <p:nvPr/>
          </p:nvSpPr>
          <p:spPr bwMode="auto">
            <a:xfrm>
              <a:off x="6751638" y="3121025"/>
              <a:ext cx="185738" cy="134938"/>
            </a:xfrm>
            <a:custGeom>
              <a:avLst/>
              <a:gdLst>
                <a:gd name="T0" fmla="*/ 17 w 35"/>
                <a:gd name="T1" fmla="*/ 25 h 25"/>
                <a:gd name="T2" fmla="*/ 17 w 35"/>
                <a:gd name="T3" fmla="*/ 24 h 25"/>
                <a:gd name="T4" fmla="*/ 22 w 35"/>
                <a:gd name="T5" fmla="*/ 19 h 25"/>
                <a:gd name="T6" fmla="*/ 22 w 35"/>
                <a:gd name="T7" fmla="*/ 19 h 25"/>
                <a:gd name="T8" fmla="*/ 21 w 35"/>
                <a:gd name="T9" fmla="*/ 15 h 25"/>
                <a:gd name="T10" fmla="*/ 27 w 35"/>
                <a:gd name="T11" fmla="*/ 8 h 25"/>
                <a:gd name="T12" fmla="*/ 26 w 35"/>
                <a:gd name="T13" fmla="*/ 8 h 25"/>
                <a:gd name="T14" fmla="*/ 22 w 35"/>
                <a:gd name="T15" fmla="*/ 10 h 25"/>
                <a:gd name="T16" fmla="*/ 15 w 35"/>
                <a:gd name="T17" fmla="*/ 17 h 25"/>
                <a:gd name="T18" fmla="*/ 11 w 35"/>
                <a:gd name="T19" fmla="*/ 21 h 25"/>
                <a:gd name="T20" fmla="*/ 0 w 35"/>
                <a:gd name="T21" fmla="*/ 20 h 25"/>
                <a:gd name="T22" fmla="*/ 10 w 35"/>
                <a:gd name="T23" fmla="*/ 13 h 25"/>
                <a:gd name="T24" fmla="*/ 22 w 35"/>
                <a:gd name="T25" fmla="*/ 5 h 25"/>
                <a:gd name="T26" fmla="*/ 24 w 35"/>
                <a:gd name="T27" fmla="*/ 3 h 25"/>
                <a:gd name="T28" fmla="*/ 28 w 35"/>
                <a:gd name="T29" fmla="*/ 2 h 25"/>
                <a:gd name="T30" fmla="*/ 29 w 35"/>
                <a:gd name="T31" fmla="*/ 0 h 25"/>
                <a:gd name="T32" fmla="*/ 34 w 35"/>
                <a:gd name="T33" fmla="*/ 0 h 25"/>
                <a:gd name="T34" fmla="*/ 34 w 35"/>
                <a:gd name="T35" fmla="*/ 0 h 25"/>
                <a:gd name="T36" fmla="*/ 35 w 35"/>
                <a:gd name="T37" fmla="*/ 4 h 25"/>
                <a:gd name="T38" fmla="*/ 33 w 35"/>
                <a:gd name="T39" fmla="*/ 7 h 25"/>
                <a:gd name="T40" fmla="*/ 31 w 35"/>
                <a:gd name="T41" fmla="*/ 9 h 25"/>
                <a:gd name="T42" fmla="*/ 26 w 35"/>
                <a:gd name="T43" fmla="*/ 15 h 25"/>
                <a:gd name="T44" fmla="*/ 26 w 35"/>
                <a:gd name="T45" fmla="*/ 15 h 25"/>
                <a:gd name="T46" fmla="*/ 29 w 35"/>
                <a:gd name="T47" fmla="*/ 18 h 25"/>
                <a:gd name="T48" fmla="*/ 29 w 35"/>
                <a:gd name="T49" fmla="*/ 19 h 25"/>
                <a:gd name="T50" fmla="*/ 17 w 35"/>
                <a:gd name="T5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" h="25">
                  <a:moveTo>
                    <a:pt x="17" y="25"/>
                  </a:moveTo>
                  <a:cubicBezTo>
                    <a:pt x="17" y="24"/>
                    <a:pt x="17" y="24"/>
                    <a:pt x="17" y="24"/>
                  </a:cubicBezTo>
                  <a:cubicBezTo>
                    <a:pt x="19" y="23"/>
                    <a:pt x="21" y="21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8"/>
                    <a:pt x="21" y="16"/>
                    <a:pt x="21" y="15"/>
                  </a:cubicBezTo>
                  <a:cubicBezTo>
                    <a:pt x="23" y="12"/>
                    <a:pt x="25" y="10"/>
                    <a:pt x="27" y="8"/>
                  </a:cubicBezTo>
                  <a:cubicBezTo>
                    <a:pt x="27" y="8"/>
                    <a:pt x="26" y="8"/>
                    <a:pt x="26" y="8"/>
                  </a:cubicBezTo>
                  <a:cubicBezTo>
                    <a:pt x="25" y="9"/>
                    <a:pt x="24" y="10"/>
                    <a:pt x="22" y="10"/>
                  </a:cubicBezTo>
                  <a:cubicBezTo>
                    <a:pt x="20" y="12"/>
                    <a:pt x="18" y="15"/>
                    <a:pt x="15" y="17"/>
                  </a:cubicBezTo>
                  <a:cubicBezTo>
                    <a:pt x="14" y="18"/>
                    <a:pt x="13" y="20"/>
                    <a:pt x="11" y="21"/>
                  </a:cubicBezTo>
                  <a:cubicBezTo>
                    <a:pt x="9" y="22"/>
                    <a:pt x="0" y="23"/>
                    <a:pt x="0" y="20"/>
                  </a:cubicBezTo>
                  <a:cubicBezTo>
                    <a:pt x="4" y="19"/>
                    <a:pt x="6" y="16"/>
                    <a:pt x="10" y="13"/>
                  </a:cubicBezTo>
                  <a:cubicBezTo>
                    <a:pt x="14" y="10"/>
                    <a:pt x="18" y="8"/>
                    <a:pt x="22" y="5"/>
                  </a:cubicBezTo>
                  <a:cubicBezTo>
                    <a:pt x="23" y="5"/>
                    <a:pt x="24" y="4"/>
                    <a:pt x="24" y="3"/>
                  </a:cubicBezTo>
                  <a:cubicBezTo>
                    <a:pt x="26" y="3"/>
                    <a:pt x="27" y="3"/>
                    <a:pt x="28" y="2"/>
                  </a:cubicBezTo>
                  <a:cubicBezTo>
                    <a:pt x="28" y="1"/>
                    <a:pt x="29" y="1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2"/>
                    <a:pt x="35" y="4"/>
                  </a:cubicBezTo>
                  <a:cubicBezTo>
                    <a:pt x="34" y="5"/>
                    <a:pt x="34" y="6"/>
                    <a:pt x="33" y="7"/>
                  </a:cubicBezTo>
                  <a:cubicBezTo>
                    <a:pt x="32" y="8"/>
                    <a:pt x="31" y="9"/>
                    <a:pt x="31" y="9"/>
                  </a:cubicBezTo>
                  <a:cubicBezTo>
                    <a:pt x="29" y="11"/>
                    <a:pt x="28" y="13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16"/>
                    <a:pt x="28" y="17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7" y="22"/>
                    <a:pt x="22" y="25"/>
                    <a:pt x="1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1" name="ïśḷïdé"/>
            <p:cNvSpPr/>
            <p:nvPr/>
          </p:nvSpPr>
          <p:spPr bwMode="auto">
            <a:xfrm>
              <a:off x="6713538" y="3325813"/>
              <a:ext cx="42863" cy="60325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0 h 11"/>
                <a:gd name="T4" fmla="*/ 4 w 8"/>
                <a:gd name="T5" fmla="*/ 11 h 11"/>
                <a:gd name="T6" fmla="*/ 2 w 8"/>
                <a:gd name="T7" fmla="*/ 10 h 11"/>
                <a:gd name="T8" fmla="*/ 2 w 8"/>
                <a:gd name="T9" fmla="*/ 8 h 11"/>
                <a:gd name="T10" fmla="*/ 0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4" y="0"/>
                    <a:pt x="8" y="5"/>
                    <a:pt x="8" y="10"/>
                  </a:cubicBezTo>
                  <a:cubicBezTo>
                    <a:pt x="7" y="10"/>
                    <a:pt x="6" y="11"/>
                    <a:pt x="4" y="11"/>
                  </a:cubicBezTo>
                  <a:cubicBezTo>
                    <a:pt x="4" y="10"/>
                    <a:pt x="3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1" y="6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2" name="iṩḷïḓé"/>
            <p:cNvSpPr/>
            <p:nvPr/>
          </p:nvSpPr>
          <p:spPr bwMode="auto">
            <a:xfrm>
              <a:off x="6734175" y="3413125"/>
              <a:ext cx="26988" cy="38100"/>
            </a:xfrm>
            <a:custGeom>
              <a:avLst/>
              <a:gdLst>
                <a:gd name="T0" fmla="*/ 0 w 5"/>
                <a:gd name="T1" fmla="*/ 0 h 7"/>
                <a:gd name="T2" fmla="*/ 1 w 5"/>
                <a:gd name="T3" fmla="*/ 0 h 7"/>
                <a:gd name="T4" fmla="*/ 5 w 5"/>
                <a:gd name="T5" fmla="*/ 6 h 7"/>
                <a:gd name="T6" fmla="*/ 3 w 5"/>
                <a:gd name="T7" fmla="*/ 7 h 7"/>
                <a:gd name="T8" fmla="*/ 1 w 5"/>
                <a:gd name="T9" fmla="*/ 6 h 7"/>
                <a:gd name="T10" fmla="*/ 1 w 5"/>
                <a:gd name="T11" fmla="*/ 5 h 7"/>
                <a:gd name="T12" fmla="*/ 0 w 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2"/>
                    <a:pt x="5" y="6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2" y="7"/>
                    <a:pt x="2" y="7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3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3" name="ïšľîde"/>
            <p:cNvSpPr/>
            <p:nvPr/>
          </p:nvSpPr>
          <p:spPr bwMode="auto">
            <a:xfrm>
              <a:off x="6681788" y="3440113"/>
              <a:ext cx="266700" cy="101600"/>
            </a:xfrm>
            <a:custGeom>
              <a:avLst/>
              <a:gdLst>
                <a:gd name="T0" fmla="*/ 0 w 50"/>
                <a:gd name="T1" fmla="*/ 0 h 19"/>
                <a:gd name="T2" fmla="*/ 9 w 50"/>
                <a:gd name="T3" fmla="*/ 2 h 19"/>
                <a:gd name="T4" fmla="*/ 18 w 50"/>
                <a:gd name="T5" fmla="*/ 4 h 19"/>
                <a:gd name="T6" fmla="*/ 37 w 50"/>
                <a:gd name="T7" fmla="*/ 10 h 19"/>
                <a:gd name="T8" fmla="*/ 50 w 50"/>
                <a:gd name="T9" fmla="*/ 9 h 19"/>
                <a:gd name="T10" fmla="*/ 50 w 50"/>
                <a:gd name="T11" fmla="*/ 10 h 19"/>
                <a:gd name="T12" fmla="*/ 50 w 50"/>
                <a:gd name="T13" fmla="*/ 11 h 19"/>
                <a:gd name="T14" fmla="*/ 46 w 50"/>
                <a:gd name="T15" fmla="*/ 13 h 19"/>
                <a:gd name="T16" fmla="*/ 42 w 50"/>
                <a:gd name="T17" fmla="*/ 14 h 19"/>
                <a:gd name="T18" fmla="*/ 38 w 50"/>
                <a:gd name="T19" fmla="*/ 18 h 19"/>
                <a:gd name="T20" fmla="*/ 25 w 50"/>
                <a:gd name="T21" fmla="*/ 13 h 19"/>
                <a:gd name="T22" fmla="*/ 11 w 50"/>
                <a:gd name="T23" fmla="*/ 6 h 19"/>
                <a:gd name="T24" fmla="*/ 0 w 5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19">
                  <a:moveTo>
                    <a:pt x="0" y="0"/>
                  </a:moveTo>
                  <a:cubicBezTo>
                    <a:pt x="3" y="0"/>
                    <a:pt x="7" y="1"/>
                    <a:pt x="9" y="2"/>
                  </a:cubicBezTo>
                  <a:cubicBezTo>
                    <a:pt x="12" y="3"/>
                    <a:pt x="15" y="3"/>
                    <a:pt x="18" y="4"/>
                  </a:cubicBezTo>
                  <a:cubicBezTo>
                    <a:pt x="24" y="6"/>
                    <a:pt x="30" y="8"/>
                    <a:pt x="37" y="10"/>
                  </a:cubicBezTo>
                  <a:cubicBezTo>
                    <a:pt x="40" y="11"/>
                    <a:pt x="46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0"/>
                    <a:pt x="50" y="11"/>
                  </a:cubicBezTo>
                  <a:cubicBezTo>
                    <a:pt x="49" y="11"/>
                    <a:pt x="48" y="12"/>
                    <a:pt x="46" y="13"/>
                  </a:cubicBezTo>
                  <a:cubicBezTo>
                    <a:pt x="45" y="14"/>
                    <a:pt x="43" y="14"/>
                    <a:pt x="42" y="14"/>
                  </a:cubicBezTo>
                  <a:cubicBezTo>
                    <a:pt x="41" y="15"/>
                    <a:pt x="38" y="18"/>
                    <a:pt x="38" y="18"/>
                  </a:cubicBezTo>
                  <a:cubicBezTo>
                    <a:pt x="31" y="19"/>
                    <a:pt x="29" y="15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7" y="4"/>
                    <a:pt x="1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4" name="iṩḷîḑê"/>
            <p:cNvSpPr/>
            <p:nvPr/>
          </p:nvSpPr>
          <p:spPr bwMode="auto">
            <a:xfrm>
              <a:off x="6761163" y="3240088"/>
              <a:ext cx="171450" cy="215900"/>
            </a:xfrm>
            <a:custGeom>
              <a:avLst/>
              <a:gdLst>
                <a:gd name="T0" fmla="*/ 7 w 32"/>
                <a:gd name="T1" fmla="*/ 13 h 40"/>
                <a:gd name="T2" fmla="*/ 7 w 32"/>
                <a:gd name="T3" fmla="*/ 17 h 40"/>
                <a:gd name="T4" fmla="*/ 7 w 32"/>
                <a:gd name="T5" fmla="*/ 17 h 40"/>
                <a:gd name="T6" fmla="*/ 11 w 32"/>
                <a:gd name="T7" fmla="*/ 12 h 40"/>
                <a:gd name="T8" fmla="*/ 20 w 32"/>
                <a:gd name="T9" fmla="*/ 3 h 40"/>
                <a:gd name="T10" fmla="*/ 30 w 32"/>
                <a:gd name="T11" fmla="*/ 3 h 40"/>
                <a:gd name="T12" fmla="*/ 25 w 32"/>
                <a:gd name="T13" fmla="*/ 18 h 40"/>
                <a:gd name="T14" fmla="*/ 25 w 32"/>
                <a:gd name="T15" fmla="*/ 22 h 40"/>
                <a:gd name="T16" fmla="*/ 23 w 32"/>
                <a:gd name="T17" fmla="*/ 32 h 40"/>
                <a:gd name="T18" fmla="*/ 20 w 32"/>
                <a:gd name="T19" fmla="*/ 40 h 40"/>
                <a:gd name="T20" fmla="*/ 18 w 32"/>
                <a:gd name="T21" fmla="*/ 39 h 40"/>
                <a:gd name="T22" fmla="*/ 15 w 32"/>
                <a:gd name="T23" fmla="*/ 36 h 40"/>
                <a:gd name="T24" fmla="*/ 12 w 32"/>
                <a:gd name="T25" fmla="*/ 38 h 40"/>
                <a:gd name="T26" fmla="*/ 11 w 32"/>
                <a:gd name="T27" fmla="*/ 37 h 40"/>
                <a:gd name="T28" fmla="*/ 12 w 32"/>
                <a:gd name="T29" fmla="*/ 28 h 40"/>
                <a:gd name="T30" fmla="*/ 12 w 32"/>
                <a:gd name="T31" fmla="*/ 28 h 40"/>
                <a:gd name="T32" fmla="*/ 9 w 32"/>
                <a:gd name="T33" fmla="*/ 28 h 40"/>
                <a:gd name="T34" fmla="*/ 8 w 32"/>
                <a:gd name="T35" fmla="*/ 26 h 40"/>
                <a:gd name="T36" fmla="*/ 12 w 32"/>
                <a:gd name="T37" fmla="*/ 18 h 40"/>
                <a:gd name="T38" fmla="*/ 12 w 32"/>
                <a:gd name="T39" fmla="*/ 17 h 40"/>
                <a:gd name="T40" fmla="*/ 14 w 32"/>
                <a:gd name="T41" fmla="*/ 13 h 40"/>
                <a:gd name="T42" fmla="*/ 13 w 32"/>
                <a:gd name="T43" fmla="*/ 13 h 40"/>
                <a:gd name="T44" fmla="*/ 7 w 32"/>
                <a:gd name="T45" fmla="*/ 25 h 40"/>
                <a:gd name="T46" fmla="*/ 7 w 32"/>
                <a:gd name="T47" fmla="*/ 34 h 40"/>
                <a:gd name="T48" fmla="*/ 4 w 32"/>
                <a:gd name="T49" fmla="*/ 34 h 40"/>
                <a:gd name="T50" fmla="*/ 1 w 32"/>
                <a:gd name="T51" fmla="*/ 30 h 40"/>
                <a:gd name="T52" fmla="*/ 3 w 32"/>
                <a:gd name="T53" fmla="*/ 19 h 40"/>
                <a:gd name="T54" fmla="*/ 7 w 32"/>
                <a:gd name="T55" fmla="*/ 13 h 40"/>
                <a:gd name="T56" fmla="*/ 23 w 32"/>
                <a:gd name="T57" fmla="*/ 5 h 40"/>
                <a:gd name="T58" fmla="*/ 20 w 32"/>
                <a:gd name="T59" fmla="*/ 6 h 40"/>
                <a:gd name="T60" fmla="*/ 15 w 32"/>
                <a:gd name="T61" fmla="*/ 11 h 40"/>
                <a:gd name="T62" fmla="*/ 15 w 32"/>
                <a:gd name="T63" fmla="*/ 11 h 40"/>
                <a:gd name="T64" fmla="*/ 17 w 32"/>
                <a:gd name="T65" fmla="*/ 18 h 40"/>
                <a:gd name="T66" fmla="*/ 21 w 32"/>
                <a:gd name="T67" fmla="*/ 21 h 40"/>
                <a:gd name="T68" fmla="*/ 23 w 32"/>
                <a:gd name="T69" fmla="*/ 10 h 40"/>
                <a:gd name="T70" fmla="*/ 23 w 32"/>
                <a:gd name="T71" fmla="*/ 5 h 40"/>
                <a:gd name="T72" fmla="*/ 23 w 32"/>
                <a:gd name="T73" fmla="*/ 5 h 40"/>
                <a:gd name="T74" fmla="*/ 20 w 32"/>
                <a:gd name="T75" fmla="*/ 22 h 40"/>
                <a:gd name="T76" fmla="*/ 17 w 32"/>
                <a:gd name="T77" fmla="*/ 26 h 40"/>
                <a:gd name="T78" fmla="*/ 16 w 32"/>
                <a:gd name="T79" fmla="*/ 35 h 40"/>
                <a:gd name="T80" fmla="*/ 19 w 32"/>
                <a:gd name="T81" fmla="*/ 35 h 40"/>
                <a:gd name="T82" fmla="*/ 19 w 32"/>
                <a:gd name="T83" fmla="*/ 32 h 40"/>
                <a:gd name="T84" fmla="*/ 20 w 32"/>
                <a:gd name="T8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" h="40">
                  <a:moveTo>
                    <a:pt x="7" y="13"/>
                  </a:moveTo>
                  <a:cubicBezTo>
                    <a:pt x="7" y="15"/>
                    <a:pt x="7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6"/>
                    <a:pt x="10" y="13"/>
                    <a:pt x="11" y="12"/>
                  </a:cubicBezTo>
                  <a:cubicBezTo>
                    <a:pt x="13" y="9"/>
                    <a:pt x="17" y="5"/>
                    <a:pt x="20" y="3"/>
                  </a:cubicBezTo>
                  <a:cubicBezTo>
                    <a:pt x="22" y="2"/>
                    <a:pt x="28" y="0"/>
                    <a:pt x="30" y="3"/>
                  </a:cubicBezTo>
                  <a:cubicBezTo>
                    <a:pt x="32" y="6"/>
                    <a:pt x="26" y="10"/>
                    <a:pt x="25" y="18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5"/>
                    <a:pt x="24" y="29"/>
                    <a:pt x="23" y="32"/>
                  </a:cubicBezTo>
                  <a:cubicBezTo>
                    <a:pt x="22" y="35"/>
                    <a:pt x="23" y="40"/>
                    <a:pt x="20" y="40"/>
                  </a:cubicBezTo>
                  <a:cubicBezTo>
                    <a:pt x="19" y="40"/>
                    <a:pt x="18" y="40"/>
                    <a:pt x="18" y="39"/>
                  </a:cubicBezTo>
                  <a:cubicBezTo>
                    <a:pt x="17" y="38"/>
                    <a:pt x="17" y="37"/>
                    <a:pt x="15" y="36"/>
                  </a:cubicBezTo>
                  <a:cubicBezTo>
                    <a:pt x="15" y="38"/>
                    <a:pt x="14" y="38"/>
                    <a:pt x="12" y="38"/>
                  </a:cubicBezTo>
                  <a:cubicBezTo>
                    <a:pt x="12" y="38"/>
                    <a:pt x="11" y="38"/>
                    <a:pt x="11" y="37"/>
                  </a:cubicBezTo>
                  <a:cubicBezTo>
                    <a:pt x="13" y="35"/>
                    <a:pt x="12" y="31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9"/>
                    <a:pt x="9" y="28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9" y="25"/>
                    <a:pt x="12" y="19"/>
                    <a:pt x="12" y="18"/>
                  </a:cubicBezTo>
                  <a:cubicBezTo>
                    <a:pt x="11" y="17"/>
                    <a:pt x="11" y="17"/>
                    <a:pt x="12" y="17"/>
                  </a:cubicBezTo>
                  <a:cubicBezTo>
                    <a:pt x="13" y="16"/>
                    <a:pt x="14" y="15"/>
                    <a:pt x="14" y="13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1" y="17"/>
                    <a:pt x="8" y="20"/>
                    <a:pt x="7" y="25"/>
                  </a:cubicBezTo>
                  <a:cubicBezTo>
                    <a:pt x="6" y="28"/>
                    <a:pt x="9" y="31"/>
                    <a:pt x="7" y="34"/>
                  </a:cubicBezTo>
                  <a:cubicBezTo>
                    <a:pt x="6" y="34"/>
                    <a:pt x="5" y="34"/>
                    <a:pt x="4" y="34"/>
                  </a:cubicBezTo>
                  <a:cubicBezTo>
                    <a:pt x="3" y="33"/>
                    <a:pt x="2" y="32"/>
                    <a:pt x="1" y="30"/>
                  </a:cubicBezTo>
                  <a:cubicBezTo>
                    <a:pt x="0" y="27"/>
                    <a:pt x="3" y="22"/>
                    <a:pt x="3" y="19"/>
                  </a:cubicBezTo>
                  <a:cubicBezTo>
                    <a:pt x="4" y="17"/>
                    <a:pt x="4" y="14"/>
                    <a:pt x="7" y="13"/>
                  </a:cubicBezTo>
                  <a:close/>
                  <a:moveTo>
                    <a:pt x="23" y="5"/>
                  </a:moveTo>
                  <a:cubicBezTo>
                    <a:pt x="22" y="5"/>
                    <a:pt x="21" y="6"/>
                    <a:pt x="20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7" y="12"/>
                    <a:pt x="17" y="16"/>
                    <a:pt x="17" y="18"/>
                  </a:cubicBezTo>
                  <a:cubicBezTo>
                    <a:pt x="20" y="18"/>
                    <a:pt x="20" y="19"/>
                    <a:pt x="21" y="21"/>
                  </a:cubicBezTo>
                  <a:cubicBezTo>
                    <a:pt x="21" y="17"/>
                    <a:pt x="23" y="14"/>
                    <a:pt x="23" y="10"/>
                  </a:cubicBezTo>
                  <a:cubicBezTo>
                    <a:pt x="24" y="9"/>
                    <a:pt x="24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lose/>
                  <a:moveTo>
                    <a:pt x="20" y="22"/>
                  </a:moveTo>
                  <a:cubicBezTo>
                    <a:pt x="19" y="24"/>
                    <a:pt x="18" y="25"/>
                    <a:pt x="17" y="26"/>
                  </a:cubicBezTo>
                  <a:cubicBezTo>
                    <a:pt x="16" y="29"/>
                    <a:pt x="16" y="32"/>
                    <a:pt x="16" y="35"/>
                  </a:cubicBezTo>
                  <a:cubicBezTo>
                    <a:pt x="17" y="35"/>
                    <a:pt x="18" y="36"/>
                    <a:pt x="19" y="35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20" y="31"/>
                    <a:pt x="21" y="23"/>
                    <a:pt x="20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5" name="íşlïḑe"/>
            <p:cNvSpPr/>
            <p:nvPr/>
          </p:nvSpPr>
          <p:spPr bwMode="auto">
            <a:xfrm>
              <a:off x="7505700" y="3190875"/>
              <a:ext cx="41275" cy="71438"/>
            </a:xfrm>
            <a:custGeom>
              <a:avLst/>
              <a:gdLst>
                <a:gd name="T0" fmla="*/ 0 w 8"/>
                <a:gd name="T1" fmla="*/ 0 h 13"/>
                <a:gd name="T2" fmla="*/ 1 w 8"/>
                <a:gd name="T3" fmla="*/ 0 h 13"/>
                <a:gd name="T4" fmla="*/ 7 w 8"/>
                <a:gd name="T5" fmla="*/ 6 h 13"/>
                <a:gd name="T6" fmla="*/ 7 w 8"/>
                <a:gd name="T7" fmla="*/ 11 h 13"/>
                <a:gd name="T8" fmla="*/ 5 w 8"/>
                <a:gd name="T9" fmla="*/ 12 h 13"/>
                <a:gd name="T10" fmla="*/ 3 w 8"/>
                <a:gd name="T11" fmla="*/ 12 h 13"/>
                <a:gd name="T12" fmla="*/ 0 w 8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2"/>
                    <a:pt x="6" y="4"/>
                    <a:pt x="7" y="6"/>
                  </a:cubicBezTo>
                  <a:cubicBezTo>
                    <a:pt x="7" y="8"/>
                    <a:pt x="8" y="10"/>
                    <a:pt x="7" y="11"/>
                  </a:cubicBezTo>
                  <a:cubicBezTo>
                    <a:pt x="7" y="12"/>
                    <a:pt x="6" y="12"/>
                    <a:pt x="5" y="12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6" name="ïślîḓe"/>
            <p:cNvSpPr/>
            <p:nvPr/>
          </p:nvSpPr>
          <p:spPr bwMode="auto">
            <a:xfrm>
              <a:off x="7569200" y="3325813"/>
              <a:ext cx="85725" cy="38100"/>
            </a:xfrm>
            <a:custGeom>
              <a:avLst/>
              <a:gdLst>
                <a:gd name="T0" fmla="*/ 0 w 16"/>
                <a:gd name="T1" fmla="*/ 3 h 7"/>
                <a:gd name="T2" fmla="*/ 9 w 16"/>
                <a:gd name="T3" fmla="*/ 2 h 7"/>
                <a:gd name="T4" fmla="*/ 12 w 16"/>
                <a:gd name="T5" fmla="*/ 0 h 7"/>
                <a:gd name="T6" fmla="*/ 16 w 16"/>
                <a:gd name="T7" fmla="*/ 0 h 7"/>
                <a:gd name="T8" fmla="*/ 16 w 16"/>
                <a:gd name="T9" fmla="*/ 2 h 7"/>
                <a:gd name="T10" fmla="*/ 15 w 16"/>
                <a:gd name="T11" fmla="*/ 4 h 7"/>
                <a:gd name="T12" fmla="*/ 11 w 16"/>
                <a:gd name="T13" fmla="*/ 7 h 7"/>
                <a:gd name="T14" fmla="*/ 7 w 16"/>
                <a:gd name="T15" fmla="*/ 7 h 7"/>
                <a:gd name="T16" fmla="*/ 7 w 16"/>
                <a:gd name="T17" fmla="*/ 6 h 7"/>
                <a:gd name="T18" fmla="*/ 9 w 16"/>
                <a:gd name="T19" fmla="*/ 5 h 7"/>
                <a:gd name="T20" fmla="*/ 9 w 16"/>
                <a:gd name="T21" fmla="*/ 5 h 7"/>
                <a:gd name="T22" fmla="*/ 8 w 16"/>
                <a:gd name="T23" fmla="*/ 5 h 7"/>
                <a:gd name="T24" fmla="*/ 0 w 16"/>
                <a:gd name="T2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7">
                  <a:moveTo>
                    <a:pt x="0" y="3"/>
                  </a:moveTo>
                  <a:cubicBezTo>
                    <a:pt x="3" y="3"/>
                    <a:pt x="6" y="3"/>
                    <a:pt x="9" y="2"/>
                  </a:cubicBezTo>
                  <a:cubicBezTo>
                    <a:pt x="10" y="1"/>
                    <a:pt x="11" y="0"/>
                    <a:pt x="12" y="0"/>
                  </a:cubicBezTo>
                  <a:cubicBezTo>
                    <a:pt x="13" y="0"/>
                    <a:pt x="14" y="0"/>
                    <a:pt x="16" y="0"/>
                  </a:cubicBezTo>
                  <a:cubicBezTo>
                    <a:pt x="16" y="0"/>
                    <a:pt x="16" y="1"/>
                    <a:pt x="16" y="2"/>
                  </a:cubicBezTo>
                  <a:cubicBezTo>
                    <a:pt x="15" y="2"/>
                    <a:pt x="15" y="3"/>
                    <a:pt x="15" y="4"/>
                  </a:cubicBezTo>
                  <a:cubicBezTo>
                    <a:pt x="14" y="5"/>
                    <a:pt x="12" y="6"/>
                    <a:pt x="11" y="7"/>
                  </a:cubicBezTo>
                  <a:cubicBezTo>
                    <a:pt x="10" y="7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6" y="7"/>
                    <a:pt x="0" y="6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7" name="iśľîḑè"/>
            <p:cNvSpPr/>
            <p:nvPr/>
          </p:nvSpPr>
          <p:spPr bwMode="auto">
            <a:xfrm>
              <a:off x="7510463" y="3352800"/>
              <a:ext cx="207963" cy="184150"/>
            </a:xfrm>
            <a:custGeom>
              <a:avLst/>
              <a:gdLst>
                <a:gd name="T0" fmla="*/ 25 w 39"/>
                <a:gd name="T1" fmla="*/ 7 h 34"/>
                <a:gd name="T2" fmla="*/ 25 w 39"/>
                <a:gd name="T3" fmla="*/ 7 h 34"/>
                <a:gd name="T4" fmla="*/ 27 w 39"/>
                <a:gd name="T5" fmla="*/ 6 h 34"/>
                <a:gd name="T6" fmla="*/ 27 w 39"/>
                <a:gd name="T7" fmla="*/ 5 h 34"/>
                <a:gd name="T8" fmla="*/ 24 w 39"/>
                <a:gd name="T9" fmla="*/ 6 h 34"/>
                <a:gd name="T10" fmla="*/ 24 w 39"/>
                <a:gd name="T11" fmla="*/ 7 h 34"/>
                <a:gd name="T12" fmla="*/ 25 w 39"/>
                <a:gd name="T13" fmla="*/ 13 h 34"/>
                <a:gd name="T14" fmla="*/ 26 w 39"/>
                <a:gd name="T15" fmla="*/ 25 h 34"/>
                <a:gd name="T16" fmla="*/ 25 w 39"/>
                <a:gd name="T17" fmla="*/ 32 h 34"/>
                <a:gd name="T18" fmla="*/ 24 w 39"/>
                <a:gd name="T19" fmla="*/ 33 h 34"/>
                <a:gd name="T20" fmla="*/ 21 w 39"/>
                <a:gd name="T21" fmla="*/ 33 h 34"/>
                <a:gd name="T22" fmla="*/ 17 w 39"/>
                <a:gd name="T23" fmla="*/ 31 h 34"/>
                <a:gd name="T24" fmla="*/ 5 w 39"/>
                <a:gd name="T25" fmla="*/ 24 h 34"/>
                <a:gd name="T26" fmla="*/ 0 w 39"/>
                <a:gd name="T27" fmla="*/ 21 h 34"/>
                <a:gd name="T28" fmla="*/ 8 w 39"/>
                <a:gd name="T29" fmla="*/ 23 h 34"/>
                <a:gd name="T30" fmla="*/ 15 w 39"/>
                <a:gd name="T31" fmla="*/ 24 h 34"/>
                <a:gd name="T32" fmla="*/ 19 w 39"/>
                <a:gd name="T33" fmla="*/ 25 h 34"/>
                <a:gd name="T34" fmla="*/ 20 w 39"/>
                <a:gd name="T35" fmla="*/ 18 h 34"/>
                <a:gd name="T36" fmla="*/ 21 w 39"/>
                <a:gd name="T37" fmla="*/ 7 h 34"/>
                <a:gd name="T38" fmla="*/ 21 w 39"/>
                <a:gd name="T39" fmla="*/ 7 h 34"/>
                <a:gd name="T40" fmla="*/ 17 w 39"/>
                <a:gd name="T41" fmla="*/ 9 h 34"/>
                <a:gd name="T42" fmla="*/ 5 w 39"/>
                <a:gd name="T43" fmla="*/ 13 h 34"/>
                <a:gd name="T44" fmla="*/ 3 w 39"/>
                <a:gd name="T45" fmla="*/ 9 h 34"/>
                <a:gd name="T46" fmla="*/ 7 w 39"/>
                <a:gd name="T47" fmla="*/ 10 h 34"/>
                <a:gd name="T48" fmla="*/ 11 w 39"/>
                <a:gd name="T49" fmla="*/ 8 h 34"/>
                <a:gd name="T50" fmla="*/ 19 w 39"/>
                <a:gd name="T51" fmla="*/ 4 h 34"/>
                <a:gd name="T52" fmla="*/ 29 w 39"/>
                <a:gd name="T53" fmla="*/ 2 h 34"/>
                <a:gd name="T54" fmla="*/ 33 w 39"/>
                <a:gd name="T55" fmla="*/ 0 h 34"/>
                <a:gd name="T56" fmla="*/ 37 w 39"/>
                <a:gd name="T57" fmla="*/ 1 h 34"/>
                <a:gd name="T58" fmla="*/ 39 w 39"/>
                <a:gd name="T59" fmla="*/ 3 h 34"/>
                <a:gd name="T60" fmla="*/ 39 w 39"/>
                <a:gd name="T61" fmla="*/ 5 h 34"/>
                <a:gd name="T62" fmla="*/ 25 w 39"/>
                <a:gd name="T63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" h="34"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5"/>
                    <a:pt x="27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6" y="8"/>
                    <a:pt x="25" y="10"/>
                    <a:pt x="25" y="13"/>
                  </a:cubicBezTo>
                  <a:cubicBezTo>
                    <a:pt x="26" y="17"/>
                    <a:pt x="26" y="21"/>
                    <a:pt x="26" y="25"/>
                  </a:cubicBezTo>
                  <a:cubicBezTo>
                    <a:pt x="26" y="26"/>
                    <a:pt x="26" y="31"/>
                    <a:pt x="25" y="32"/>
                  </a:cubicBezTo>
                  <a:cubicBezTo>
                    <a:pt x="25" y="32"/>
                    <a:pt x="25" y="33"/>
                    <a:pt x="24" y="33"/>
                  </a:cubicBezTo>
                  <a:cubicBezTo>
                    <a:pt x="23" y="34"/>
                    <a:pt x="22" y="33"/>
                    <a:pt x="21" y="33"/>
                  </a:cubicBezTo>
                  <a:cubicBezTo>
                    <a:pt x="20" y="32"/>
                    <a:pt x="18" y="32"/>
                    <a:pt x="17" y="31"/>
                  </a:cubicBezTo>
                  <a:cubicBezTo>
                    <a:pt x="13" y="29"/>
                    <a:pt x="8" y="26"/>
                    <a:pt x="5" y="24"/>
                  </a:cubicBezTo>
                  <a:cubicBezTo>
                    <a:pt x="3" y="23"/>
                    <a:pt x="0" y="23"/>
                    <a:pt x="0" y="21"/>
                  </a:cubicBezTo>
                  <a:cubicBezTo>
                    <a:pt x="3" y="21"/>
                    <a:pt x="5" y="23"/>
                    <a:pt x="8" y="23"/>
                  </a:cubicBezTo>
                  <a:cubicBezTo>
                    <a:pt x="10" y="24"/>
                    <a:pt x="12" y="24"/>
                    <a:pt x="15" y="24"/>
                  </a:cubicBezTo>
                  <a:cubicBezTo>
                    <a:pt x="16" y="24"/>
                    <a:pt x="19" y="25"/>
                    <a:pt x="19" y="25"/>
                  </a:cubicBezTo>
                  <a:cubicBezTo>
                    <a:pt x="21" y="23"/>
                    <a:pt x="20" y="21"/>
                    <a:pt x="20" y="18"/>
                  </a:cubicBezTo>
                  <a:cubicBezTo>
                    <a:pt x="21" y="16"/>
                    <a:pt x="22" y="9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8"/>
                    <a:pt x="18" y="9"/>
                    <a:pt x="17" y="9"/>
                  </a:cubicBezTo>
                  <a:cubicBezTo>
                    <a:pt x="14" y="11"/>
                    <a:pt x="10" y="14"/>
                    <a:pt x="5" y="13"/>
                  </a:cubicBezTo>
                  <a:cubicBezTo>
                    <a:pt x="4" y="12"/>
                    <a:pt x="3" y="11"/>
                    <a:pt x="3" y="9"/>
                  </a:cubicBezTo>
                  <a:cubicBezTo>
                    <a:pt x="4" y="9"/>
                    <a:pt x="5" y="10"/>
                    <a:pt x="7" y="10"/>
                  </a:cubicBezTo>
                  <a:cubicBezTo>
                    <a:pt x="8" y="9"/>
                    <a:pt x="10" y="8"/>
                    <a:pt x="11" y="8"/>
                  </a:cubicBezTo>
                  <a:cubicBezTo>
                    <a:pt x="14" y="6"/>
                    <a:pt x="17" y="5"/>
                    <a:pt x="19" y="4"/>
                  </a:cubicBezTo>
                  <a:cubicBezTo>
                    <a:pt x="22" y="3"/>
                    <a:pt x="25" y="3"/>
                    <a:pt x="29" y="2"/>
                  </a:cubicBezTo>
                  <a:cubicBezTo>
                    <a:pt x="30" y="1"/>
                    <a:pt x="31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8" y="2"/>
                    <a:pt x="38" y="2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6" y="7"/>
                    <a:pt x="30" y="8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8" name="iŝ1iḍe"/>
            <p:cNvSpPr/>
            <p:nvPr/>
          </p:nvSpPr>
          <p:spPr bwMode="auto">
            <a:xfrm>
              <a:off x="7472363" y="3055938"/>
              <a:ext cx="315913" cy="334963"/>
            </a:xfrm>
            <a:custGeom>
              <a:avLst/>
              <a:gdLst>
                <a:gd name="T0" fmla="*/ 41 w 59"/>
                <a:gd name="T1" fmla="*/ 7 h 62"/>
                <a:gd name="T2" fmla="*/ 31 w 59"/>
                <a:gd name="T3" fmla="*/ 15 h 62"/>
                <a:gd name="T4" fmla="*/ 29 w 59"/>
                <a:gd name="T5" fmla="*/ 18 h 62"/>
                <a:gd name="T6" fmla="*/ 48 w 59"/>
                <a:gd name="T7" fmla="*/ 10 h 62"/>
                <a:gd name="T8" fmla="*/ 57 w 59"/>
                <a:gd name="T9" fmla="*/ 10 h 62"/>
                <a:gd name="T10" fmla="*/ 43 w 59"/>
                <a:gd name="T11" fmla="*/ 30 h 62"/>
                <a:gd name="T12" fmla="*/ 39 w 59"/>
                <a:gd name="T13" fmla="*/ 37 h 62"/>
                <a:gd name="T14" fmla="*/ 51 w 59"/>
                <a:gd name="T15" fmla="*/ 34 h 62"/>
                <a:gd name="T16" fmla="*/ 52 w 59"/>
                <a:gd name="T17" fmla="*/ 41 h 62"/>
                <a:gd name="T18" fmla="*/ 38 w 59"/>
                <a:gd name="T19" fmla="*/ 46 h 62"/>
                <a:gd name="T20" fmla="*/ 26 w 59"/>
                <a:gd name="T21" fmla="*/ 48 h 62"/>
                <a:gd name="T22" fmla="*/ 45 w 59"/>
                <a:gd name="T23" fmla="*/ 40 h 62"/>
                <a:gd name="T24" fmla="*/ 50 w 59"/>
                <a:gd name="T25" fmla="*/ 36 h 62"/>
                <a:gd name="T26" fmla="*/ 39 w 59"/>
                <a:gd name="T27" fmla="*/ 39 h 62"/>
                <a:gd name="T28" fmla="*/ 33 w 59"/>
                <a:gd name="T29" fmla="*/ 42 h 62"/>
                <a:gd name="T30" fmla="*/ 26 w 59"/>
                <a:gd name="T31" fmla="*/ 43 h 62"/>
                <a:gd name="T32" fmla="*/ 2 w 59"/>
                <a:gd name="T33" fmla="*/ 62 h 62"/>
                <a:gd name="T34" fmla="*/ 1 w 59"/>
                <a:gd name="T35" fmla="*/ 56 h 62"/>
                <a:gd name="T36" fmla="*/ 9 w 59"/>
                <a:gd name="T37" fmla="*/ 45 h 62"/>
                <a:gd name="T38" fmla="*/ 3 w 59"/>
                <a:gd name="T39" fmla="*/ 57 h 62"/>
                <a:gd name="T40" fmla="*/ 7 w 59"/>
                <a:gd name="T41" fmla="*/ 54 h 62"/>
                <a:gd name="T42" fmla="*/ 20 w 59"/>
                <a:gd name="T43" fmla="*/ 44 h 62"/>
                <a:gd name="T44" fmla="*/ 28 w 59"/>
                <a:gd name="T45" fmla="*/ 40 h 62"/>
                <a:gd name="T46" fmla="*/ 23 w 59"/>
                <a:gd name="T47" fmla="*/ 34 h 62"/>
                <a:gd name="T48" fmla="*/ 15 w 59"/>
                <a:gd name="T49" fmla="*/ 40 h 62"/>
                <a:gd name="T50" fmla="*/ 20 w 59"/>
                <a:gd name="T51" fmla="*/ 31 h 62"/>
                <a:gd name="T52" fmla="*/ 15 w 59"/>
                <a:gd name="T53" fmla="*/ 30 h 62"/>
                <a:gd name="T54" fmla="*/ 13 w 59"/>
                <a:gd name="T55" fmla="*/ 18 h 62"/>
                <a:gd name="T56" fmla="*/ 12 w 59"/>
                <a:gd name="T57" fmla="*/ 14 h 62"/>
                <a:gd name="T58" fmla="*/ 18 w 59"/>
                <a:gd name="T59" fmla="*/ 22 h 62"/>
                <a:gd name="T60" fmla="*/ 21 w 59"/>
                <a:gd name="T61" fmla="*/ 29 h 62"/>
                <a:gd name="T62" fmla="*/ 23 w 59"/>
                <a:gd name="T63" fmla="*/ 16 h 62"/>
                <a:gd name="T64" fmla="*/ 35 w 59"/>
                <a:gd name="T65" fmla="*/ 3 h 62"/>
                <a:gd name="T66" fmla="*/ 52 w 59"/>
                <a:gd name="T67" fmla="*/ 11 h 62"/>
                <a:gd name="T68" fmla="*/ 35 w 59"/>
                <a:gd name="T69" fmla="*/ 17 h 62"/>
                <a:gd name="T70" fmla="*/ 40 w 59"/>
                <a:gd name="T71" fmla="*/ 28 h 62"/>
                <a:gd name="T72" fmla="*/ 40 w 59"/>
                <a:gd name="T73" fmla="*/ 28 h 62"/>
                <a:gd name="T74" fmla="*/ 49 w 59"/>
                <a:gd name="T75" fmla="*/ 17 h 62"/>
                <a:gd name="T76" fmla="*/ 39 w 59"/>
                <a:gd name="T77" fmla="*/ 29 h 62"/>
                <a:gd name="T78" fmla="*/ 30 w 59"/>
                <a:gd name="T79" fmla="*/ 32 h 62"/>
                <a:gd name="T80" fmla="*/ 32 w 59"/>
                <a:gd name="T81" fmla="*/ 38 h 62"/>
                <a:gd name="T82" fmla="*/ 39 w 59"/>
                <a:gd name="T83" fmla="*/ 29 h 62"/>
                <a:gd name="T84" fmla="*/ 29 w 59"/>
                <a:gd name="T85" fmla="*/ 28 h 62"/>
                <a:gd name="T86" fmla="*/ 30 w 59"/>
                <a:gd name="T87" fmla="*/ 30 h 62"/>
                <a:gd name="T88" fmla="*/ 35 w 59"/>
                <a:gd name="T89" fmla="*/ 20 h 62"/>
                <a:gd name="T90" fmla="*/ 31 w 59"/>
                <a:gd name="T91" fmla="*/ 19 h 62"/>
                <a:gd name="T92" fmla="*/ 31 w 59"/>
                <a:gd name="T93" fmla="*/ 24 h 62"/>
                <a:gd name="T94" fmla="*/ 28 w 59"/>
                <a:gd name="T95" fmla="*/ 31 h 62"/>
                <a:gd name="T96" fmla="*/ 28 w 59"/>
                <a:gd name="T97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62">
                  <a:moveTo>
                    <a:pt x="33" y="0"/>
                  </a:moveTo>
                  <a:cubicBezTo>
                    <a:pt x="37" y="0"/>
                    <a:pt x="41" y="3"/>
                    <a:pt x="41" y="7"/>
                  </a:cubicBezTo>
                  <a:cubicBezTo>
                    <a:pt x="40" y="8"/>
                    <a:pt x="39" y="9"/>
                    <a:pt x="38" y="10"/>
                  </a:cubicBezTo>
                  <a:cubicBezTo>
                    <a:pt x="36" y="12"/>
                    <a:pt x="34" y="13"/>
                    <a:pt x="31" y="15"/>
                  </a:cubicBezTo>
                  <a:cubicBezTo>
                    <a:pt x="30" y="15"/>
                    <a:pt x="28" y="16"/>
                    <a:pt x="28" y="17"/>
                  </a:cubicBezTo>
                  <a:cubicBezTo>
                    <a:pt x="28" y="17"/>
                    <a:pt x="29" y="18"/>
                    <a:pt x="29" y="18"/>
                  </a:cubicBezTo>
                  <a:cubicBezTo>
                    <a:pt x="31" y="17"/>
                    <a:pt x="32" y="16"/>
                    <a:pt x="34" y="15"/>
                  </a:cubicBezTo>
                  <a:cubicBezTo>
                    <a:pt x="39" y="13"/>
                    <a:pt x="43" y="11"/>
                    <a:pt x="48" y="10"/>
                  </a:cubicBezTo>
                  <a:cubicBezTo>
                    <a:pt x="51" y="9"/>
                    <a:pt x="54" y="8"/>
                    <a:pt x="57" y="9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7" y="14"/>
                    <a:pt x="53" y="16"/>
                    <a:pt x="51" y="19"/>
                  </a:cubicBezTo>
                  <a:cubicBezTo>
                    <a:pt x="48" y="22"/>
                    <a:pt x="46" y="26"/>
                    <a:pt x="43" y="30"/>
                  </a:cubicBezTo>
                  <a:cubicBezTo>
                    <a:pt x="43" y="31"/>
                    <a:pt x="43" y="31"/>
                    <a:pt x="42" y="32"/>
                  </a:cubicBezTo>
                  <a:cubicBezTo>
                    <a:pt x="41" y="33"/>
                    <a:pt x="40" y="35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2" y="35"/>
                    <a:pt x="49" y="34"/>
                    <a:pt x="51" y="34"/>
                  </a:cubicBezTo>
                  <a:cubicBezTo>
                    <a:pt x="53" y="33"/>
                    <a:pt x="56" y="34"/>
                    <a:pt x="56" y="35"/>
                  </a:cubicBezTo>
                  <a:cubicBezTo>
                    <a:pt x="59" y="37"/>
                    <a:pt x="54" y="40"/>
                    <a:pt x="52" y="41"/>
                  </a:cubicBezTo>
                  <a:cubicBezTo>
                    <a:pt x="50" y="43"/>
                    <a:pt x="46" y="44"/>
                    <a:pt x="43" y="45"/>
                  </a:cubicBezTo>
                  <a:cubicBezTo>
                    <a:pt x="41" y="45"/>
                    <a:pt x="39" y="45"/>
                    <a:pt x="38" y="46"/>
                  </a:cubicBezTo>
                  <a:cubicBezTo>
                    <a:pt x="34" y="47"/>
                    <a:pt x="31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7" y="47"/>
                    <a:pt x="29" y="47"/>
                    <a:pt x="30" y="46"/>
                  </a:cubicBezTo>
                  <a:cubicBezTo>
                    <a:pt x="34" y="44"/>
                    <a:pt x="40" y="42"/>
                    <a:pt x="45" y="40"/>
                  </a:cubicBezTo>
                  <a:cubicBezTo>
                    <a:pt x="47" y="39"/>
                    <a:pt x="50" y="38"/>
                    <a:pt x="51" y="36"/>
                  </a:cubicBezTo>
                  <a:cubicBezTo>
                    <a:pt x="51" y="36"/>
                    <a:pt x="50" y="36"/>
                    <a:pt x="50" y="36"/>
                  </a:cubicBezTo>
                  <a:cubicBezTo>
                    <a:pt x="49" y="37"/>
                    <a:pt x="48" y="37"/>
                    <a:pt x="47" y="37"/>
                  </a:cubicBezTo>
                  <a:cubicBezTo>
                    <a:pt x="45" y="38"/>
                    <a:pt x="42" y="38"/>
                    <a:pt x="39" y="39"/>
                  </a:cubicBezTo>
                  <a:cubicBezTo>
                    <a:pt x="38" y="39"/>
                    <a:pt x="37" y="40"/>
                    <a:pt x="36" y="40"/>
                  </a:cubicBezTo>
                  <a:cubicBezTo>
                    <a:pt x="35" y="41"/>
                    <a:pt x="34" y="42"/>
                    <a:pt x="33" y="42"/>
                  </a:cubicBezTo>
                  <a:cubicBezTo>
                    <a:pt x="31" y="43"/>
                    <a:pt x="30" y="42"/>
                    <a:pt x="29" y="42"/>
                  </a:cubicBezTo>
                  <a:cubicBezTo>
                    <a:pt x="28" y="42"/>
                    <a:pt x="27" y="43"/>
                    <a:pt x="26" y="43"/>
                  </a:cubicBezTo>
                  <a:cubicBezTo>
                    <a:pt x="22" y="45"/>
                    <a:pt x="18" y="46"/>
                    <a:pt x="15" y="48"/>
                  </a:cubicBezTo>
                  <a:cubicBezTo>
                    <a:pt x="11" y="51"/>
                    <a:pt x="8" y="60"/>
                    <a:pt x="2" y="62"/>
                  </a:cubicBezTo>
                  <a:cubicBezTo>
                    <a:pt x="1" y="62"/>
                    <a:pt x="0" y="62"/>
                    <a:pt x="0" y="61"/>
                  </a:cubicBezTo>
                  <a:cubicBezTo>
                    <a:pt x="0" y="60"/>
                    <a:pt x="0" y="57"/>
                    <a:pt x="1" y="56"/>
                  </a:cubicBezTo>
                  <a:cubicBezTo>
                    <a:pt x="3" y="53"/>
                    <a:pt x="5" y="50"/>
                    <a:pt x="7" y="47"/>
                  </a:cubicBezTo>
                  <a:cubicBezTo>
                    <a:pt x="8" y="46"/>
                    <a:pt x="8" y="45"/>
                    <a:pt x="9" y="45"/>
                  </a:cubicBezTo>
                  <a:cubicBezTo>
                    <a:pt x="9" y="46"/>
                    <a:pt x="8" y="47"/>
                    <a:pt x="8" y="48"/>
                  </a:cubicBezTo>
                  <a:cubicBezTo>
                    <a:pt x="6" y="51"/>
                    <a:pt x="4" y="54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9" y="52"/>
                    <a:pt x="10" y="50"/>
                    <a:pt x="12" y="49"/>
                  </a:cubicBezTo>
                  <a:cubicBezTo>
                    <a:pt x="15" y="47"/>
                    <a:pt x="17" y="45"/>
                    <a:pt x="20" y="44"/>
                  </a:cubicBezTo>
                  <a:cubicBezTo>
                    <a:pt x="22" y="43"/>
                    <a:pt x="24" y="42"/>
                    <a:pt x="26" y="41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6" y="36"/>
                    <a:pt x="25" y="35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0" y="36"/>
                    <a:pt x="19" y="40"/>
                    <a:pt x="15" y="40"/>
                  </a:cubicBezTo>
                  <a:cubicBezTo>
                    <a:pt x="15" y="40"/>
                    <a:pt x="15" y="40"/>
                    <a:pt x="15" y="39"/>
                  </a:cubicBezTo>
                  <a:cubicBezTo>
                    <a:pt x="17" y="38"/>
                    <a:pt x="20" y="34"/>
                    <a:pt x="20" y="31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8" y="31"/>
                    <a:pt x="15" y="32"/>
                    <a:pt x="15" y="30"/>
                  </a:cubicBezTo>
                  <a:cubicBezTo>
                    <a:pt x="16" y="29"/>
                    <a:pt x="15" y="27"/>
                    <a:pt x="15" y="26"/>
                  </a:cubicBezTo>
                  <a:cubicBezTo>
                    <a:pt x="14" y="23"/>
                    <a:pt x="14" y="21"/>
                    <a:pt x="13" y="18"/>
                  </a:cubicBezTo>
                  <a:cubicBezTo>
                    <a:pt x="12" y="17"/>
                    <a:pt x="12" y="16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4" y="15"/>
                    <a:pt x="14" y="16"/>
                  </a:cubicBezTo>
                  <a:cubicBezTo>
                    <a:pt x="16" y="18"/>
                    <a:pt x="17" y="20"/>
                    <a:pt x="18" y="22"/>
                  </a:cubicBezTo>
                  <a:cubicBezTo>
                    <a:pt x="19" y="23"/>
                    <a:pt x="20" y="25"/>
                    <a:pt x="21" y="27"/>
                  </a:cubicBezTo>
                  <a:cubicBezTo>
                    <a:pt x="21" y="28"/>
                    <a:pt x="21" y="28"/>
                    <a:pt x="21" y="29"/>
                  </a:cubicBezTo>
                  <a:cubicBezTo>
                    <a:pt x="23" y="27"/>
                    <a:pt x="25" y="24"/>
                    <a:pt x="25" y="21"/>
                  </a:cubicBezTo>
                  <a:cubicBezTo>
                    <a:pt x="24" y="20"/>
                    <a:pt x="23" y="18"/>
                    <a:pt x="23" y="16"/>
                  </a:cubicBezTo>
                  <a:cubicBezTo>
                    <a:pt x="24" y="16"/>
                    <a:pt x="25" y="16"/>
                    <a:pt x="26" y="17"/>
                  </a:cubicBezTo>
                  <a:cubicBezTo>
                    <a:pt x="28" y="13"/>
                    <a:pt x="34" y="7"/>
                    <a:pt x="35" y="3"/>
                  </a:cubicBezTo>
                  <a:cubicBezTo>
                    <a:pt x="34" y="2"/>
                    <a:pt x="33" y="1"/>
                    <a:pt x="33" y="0"/>
                  </a:cubicBezTo>
                  <a:close/>
                  <a:moveTo>
                    <a:pt x="52" y="11"/>
                  </a:moveTo>
                  <a:cubicBezTo>
                    <a:pt x="47" y="11"/>
                    <a:pt x="44" y="13"/>
                    <a:pt x="41" y="15"/>
                  </a:cubicBezTo>
                  <a:cubicBezTo>
                    <a:pt x="39" y="16"/>
                    <a:pt x="37" y="16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8" y="20"/>
                    <a:pt x="41" y="22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2" y="25"/>
                    <a:pt x="43" y="24"/>
                  </a:cubicBezTo>
                  <a:cubicBezTo>
                    <a:pt x="45" y="22"/>
                    <a:pt x="47" y="19"/>
                    <a:pt x="49" y="17"/>
                  </a:cubicBezTo>
                  <a:cubicBezTo>
                    <a:pt x="50" y="15"/>
                    <a:pt x="51" y="13"/>
                    <a:pt x="52" y="11"/>
                  </a:cubicBezTo>
                  <a:close/>
                  <a:moveTo>
                    <a:pt x="39" y="29"/>
                  </a:moveTo>
                  <a:cubicBezTo>
                    <a:pt x="39" y="29"/>
                    <a:pt x="33" y="31"/>
                    <a:pt x="33" y="32"/>
                  </a:cubicBezTo>
                  <a:cubicBezTo>
                    <a:pt x="32" y="32"/>
                    <a:pt x="30" y="32"/>
                    <a:pt x="30" y="32"/>
                  </a:cubicBezTo>
                  <a:cubicBezTo>
                    <a:pt x="30" y="33"/>
                    <a:pt x="30" y="34"/>
                    <a:pt x="30" y="34"/>
                  </a:cubicBezTo>
                  <a:cubicBezTo>
                    <a:pt x="31" y="36"/>
                    <a:pt x="30" y="37"/>
                    <a:pt x="32" y="38"/>
                  </a:cubicBezTo>
                  <a:cubicBezTo>
                    <a:pt x="34" y="34"/>
                    <a:pt x="37" y="32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lose/>
                  <a:moveTo>
                    <a:pt x="28" y="28"/>
                  </a:moveTo>
                  <a:cubicBezTo>
                    <a:pt x="28" y="28"/>
                    <a:pt x="29" y="28"/>
                    <a:pt x="29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9"/>
                    <a:pt x="29" y="30"/>
                    <a:pt x="30" y="30"/>
                  </a:cubicBezTo>
                  <a:cubicBezTo>
                    <a:pt x="32" y="28"/>
                    <a:pt x="37" y="28"/>
                    <a:pt x="37" y="24"/>
                  </a:cubicBezTo>
                  <a:cubicBezTo>
                    <a:pt x="36" y="23"/>
                    <a:pt x="36" y="21"/>
                    <a:pt x="35" y="20"/>
                  </a:cubicBezTo>
                  <a:cubicBezTo>
                    <a:pt x="35" y="19"/>
                    <a:pt x="34" y="19"/>
                    <a:pt x="33" y="18"/>
                  </a:cubicBezTo>
                  <a:cubicBezTo>
                    <a:pt x="33" y="18"/>
                    <a:pt x="32" y="18"/>
                    <a:pt x="31" y="19"/>
                  </a:cubicBezTo>
                  <a:cubicBezTo>
                    <a:pt x="32" y="19"/>
                    <a:pt x="34" y="21"/>
                    <a:pt x="33" y="22"/>
                  </a:cubicBezTo>
                  <a:cubicBezTo>
                    <a:pt x="33" y="23"/>
                    <a:pt x="32" y="23"/>
                    <a:pt x="31" y="24"/>
                  </a:cubicBezTo>
                  <a:cubicBezTo>
                    <a:pt x="30" y="25"/>
                    <a:pt x="27" y="28"/>
                    <a:pt x="27" y="30"/>
                  </a:cubicBezTo>
                  <a:cubicBezTo>
                    <a:pt x="27" y="30"/>
                    <a:pt x="27" y="31"/>
                    <a:pt x="28" y="31"/>
                  </a:cubicBezTo>
                  <a:cubicBezTo>
                    <a:pt x="28" y="31"/>
                    <a:pt x="28" y="31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29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29" name="ïŝḷîďé"/>
            <p:cNvSpPr/>
            <p:nvPr/>
          </p:nvSpPr>
          <p:spPr bwMode="auto">
            <a:xfrm>
              <a:off x="6002338" y="3148013"/>
              <a:ext cx="223838" cy="346075"/>
            </a:xfrm>
            <a:custGeom>
              <a:avLst/>
              <a:gdLst>
                <a:gd name="T0" fmla="*/ 31 w 42"/>
                <a:gd name="T1" fmla="*/ 43 h 64"/>
                <a:gd name="T2" fmla="*/ 33 w 42"/>
                <a:gd name="T3" fmla="*/ 34 h 64"/>
                <a:gd name="T4" fmla="*/ 32 w 42"/>
                <a:gd name="T5" fmla="*/ 28 h 64"/>
                <a:gd name="T6" fmla="*/ 29 w 42"/>
                <a:gd name="T7" fmla="*/ 29 h 64"/>
                <a:gd name="T8" fmla="*/ 23 w 42"/>
                <a:gd name="T9" fmla="*/ 34 h 64"/>
                <a:gd name="T10" fmla="*/ 23 w 42"/>
                <a:gd name="T11" fmla="*/ 40 h 64"/>
                <a:gd name="T12" fmla="*/ 11 w 42"/>
                <a:gd name="T13" fmla="*/ 45 h 64"/>
                <a:gd name="T14" fmla="*/ 1 w 42"/>
                <a:gd name="T15" fmla="*/ 44 h 64"/>
                <a:gd name="T16" fmla="*/ 1 w 42"/>
                <a:gd name="T17" fmla="*/ 40 h 64"/>
                <a:gd name="T18" fmla="*/ 6 w 42"/>
                <a:gd name="T19" fmla="*/ 39 h 64"/>
                <a:gd name="T20" fmla="*/ 13 w 42"/>
                <a:gd name="T21" fmla="*/ 34 h 64"/>
                <a:gd name="T22" fmla="*/ 11 w 42"/>
                <a:gd name="T23" fmla="*/ 31 h 64"/>
                <a:gd name="T24" fmla="*/ 6 w 42"/>
                <a:gd name="T25" fmla="*/ 33 h 64"/>
                <a:gd name="T26" fmla="*/ 1 w 42"/>
                <a:gd name="T27" fmla="*/ 29 h 64"/>
                <a:gd name="T28" fmla="*/ 1 w 42"/>
                <a:gd name="T29" fmla="*/ 28 h 64"/>
                <a:gd name="T30" fmla="*/ 5 w 42"/>
                <a:gd name="T31" fmla="*/ 26 h 64"/>
                <a:gd name="T32" fmla="*/ 8 w 42"/>
                <a:gd name="T33" fmla="*/ 25 h 64"/>
                <a:gd name="T34" fmla="*/ 17 w 42"/>
                <a:gd name="T35" fmla="*/ 21 h 64"/>
                <a:gd name="T36" fmla="*/ 21 w 42"/>
                <a:gd name="T37" fmla="*/ 12 h 64"/>
                <a:gd name="T38" fmla="*/ 22 w 42"/>
                <a:gd name="T39" fmla="*/ 8 h 64"/>
                <a:gd name="T40" fmla="*/ 25 w 42"/>
                <a:gd name="T41" fmla="*/ 0 h 64"/>
                <a:gd name="T42" fmla="*/ 28 w 42"/>
                <a:gd name="T43" fmla="*/ 1 h 64"/>
                <a:gd name="T44" fmla="*/ 29 w 42"/>
                <a:gd name="T45" fmla="*/ 13 h 64"/>
                <a:gd name="T46" fmla="*/ 33 w 42"/>
                <a:gd name="T47" fmla="*/ 13 h 64"/>
                <a:gd name="T48" fmla="*/ 36 w 42"/>
                <a:gd name="T49" fmla="*/ 9 h 64"/>
                <a:gd name="T50" fmla="*/ 41 w 42"/>
                <a:gd name="T51" fmla="*/ 12 h 64"/>
                <a:gd name="T52" fmla="*/ 26 w 42"/>
                <a:gd name="T53" fmla="*/ 21 h 64"/>
                <a:gd name="T54" fmla="*/ 17 w 42"/>
                <a:gd name="T55" fmla="*/ 29 h 64"/>
                <a:gd name="T56" fmla="*/ 25 w 42"/>
                <a:gd name="T57" fmla="*/ 28 h 64"/>
                <a:gd name="T58" fmla="*/ 33 w 42"/>
                <a:gd name="T59" fmla="*/ 24 h 64"/>
                <a:gd name="T60" fmla="*/ 37 w 42"/>
                <a:gd name="T61" fmla="*/ 21 h 64"/>
                <a:gd name="T62" fmla="*/ 42 w 42"/>
                <a:gd name="T63" fmla="*/ 26 h 64"/>
                <a:gd name="T64" fmla="*/ 38 w 42"/>
                <a:gd name="T65" fmla="*/ 38 h 64"/>
                <a:gd name="T66" fmla="*/ 32 w 42"/>
                <a:gd name="T67" fmla="*/ 63 h 64"/>
                <a:gd name="T68" fmla="*/ 25 w 42"/>
                <a:gd name="T69" fmla="*/ 57 h 64"/>
                <a:gd name="T70" fmla="*/ 22 w 42"/>
                <a:gd name="T71" fmla="*/ 55 h 64"/>
                <a:gd name="T72" fmla="*/ 17 w 42"/>
                <a:gd name="T73" fmla="*/ 62 h 64"/>
                <a:gd name="T74" fmla="*/ 15 w 42"/>
                <a:gd name="T75" fmla="*/ 64 h 64"/>
                <a:gd name="T76" fmla="*/ 12 w 42"/>
                <a:gd name="T77" fmla="*/ 64 h 64"/>
                <a:gd name="T78" fmla="*/ 9 w 42"/>
                <a:gd name="T79" fmla="*/ 58 h 64"/>
                <a:gd name="T80" fmla="*/ 11 w 42"/>
                <a:gd name="T81" fmla="*/ 54 h 64"/>
                <a:gd name="T82" fmla="*/ 10 w 42"/>
                <a:gd name="T83" fmla="*/ 52 h 64"/>
                <a:gd name="T84" fmla="*/ 15 w 42"/>
                <a:gd name="T85" fmla="*/ 47 h 64"/>
                <a:gd name="T86" fmla="*/ 22 w 42"/>
                <a:gd name="T87" fmla="*/ 48 h 64"/>
                <a:gd name="T88" fmla="*/ 24 w 42"/>
                <a:gd name="T89" fmla="*/ 53 h 64"/>
                <a:gd name="T90" fmla="*/ 31 w 42"/>
                <a:gd name="T91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" h="64">
                  <a:moveTo>
                    <a:pt x="31" y="50"/>
                  </a:moveTo>
                  <a:cubicBezTo>
                    <a:pt x="31" y="46"/>
                    <a:pt x="31" y="46"/>
                    <a:pt x="31" y="43"/>
                  </a:cubicBezTo>
                  <a:cubicBezTo>
                    <a:pt x="31" y="42"/>
                    <a:pt x="32" y="40"/>
                    <a:pt x="32" y="38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3"/>
                    <a:pt x="34" y="30"/>
                    <a:pt x="33" y="30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1" y="28"/>
                    <a:pt x="31" y="28"/>
                    <a:pt x="30" y="28"/>
                  </a:cubicBezTo>
                  <a:cubicBezTo>
                    <a:pt x="30" y="29"/>
                    <a:pt x="29" y="29"/>
                    <a:pt x="29" y="29"/>
                  </a:cubicBezTo>
                  <a:cubicBezTo>
                    <a:pt x="28" y="29"/>
                    <a:pt x="28" y="30"/>
                    <a:pt x="27" y="30"/>
                  </a:cubicBezTo>
                  <a:cubicBezTo>
                    <a:pt x="25" y="31"/>
                    <a:pt x="24" y="32"/>
                    <a:pt x="23" y="34"/>
                  </a:cubicBezTo>
                  <a:cubicBezTo>
                    <a:pt x="23" y="35"/>
                    <a:pt x="24" y="38"/>
                    <a:pt x="23" y="39"/>
                  </a:cubicBezTo>
                  <a:cubicBezTo>
                    <a:pt x="23" y="39"/>
                    <a:pt x="23" y="40"/>
                    <a:pt x="23" y="40"/>
                  </a:cubicBezTo>
                  <a:cubicBezTo>
                    <a:pt x="21" y="40"/>
                    <a:pt x="18" y="40"/>
                    <a:pt x="17" y="41"/>
                  </a:cubicBezTo>
                  <a:cubicBezTo>
                    <a:pt x="15" y="43"/>
                    <a:pt x="12" y="45"/>
                    <a:pt x="11" y="45"/>
                  </a:cubicBezTo>
                  <a:cubicBezTo>
                    <a:pt x="10" y="46"/>
                    <a:pt x="5" y="46"/>
                    <a:pt x="3" y="45"/>
                  </a:cubicBezTo>
                  <a:cubicBezTo>
                    <a:pt x="3" y="45"/>
                    <a:pt x="2" y="44"/>
                    <a:pt x="1" y="44"/>
                  </a:cubicBezTo>
                  <a:cubicBezTo>
                    <a:pt x="1" y="43"/>
                    <a:pt x="0" y="41"/>
                    <a:pt x="0" y="41"/>
                  </a:cubicBezTo>
                  <a:cubicBezTo>
                    <a:pt x="1" y="40"/>
                    <a:pt x="0" y="40"/>
                    <a:pt x="1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5" y="39"/>
                    <a:pt x="6" y="39"/>
                  </a:cubicBezTo>
                  <a:cubicBezTo>
                    <a:pt x="8" y="38"/>
                    <a:pt x="10" y="37"/>
                    <a:pt x="11" y="37"/>
                  </a:cubicBezTo>
                  <a:cubicBezTo>
                    <a:pt x="12" y="36"/>
                    <a:pt x="13" y="35"/>
                    <a:pt x="13" y="34"/>
                  </a:cubicBezTo>
                  <a:cubicBezTo>
                    <a:pt x="13" y="34"/>
                    <a:pt x="13" y="34"/>
                    <a:pt x="13" y="33"/>
                  </a:cubicBezTo>
                  <a:cubicBezTo>
                    <a:pt x="13" y="32"/>
                    <a:pt x="12" y="32"/>
                    <a:pt x="11" y="31"/>
                  </a:cubicBezTo>
                  <a:cubicBezTo>
                    <a:pt x="10" y="31"/>
                    <a:pt x="9" y="31"/>
                    <a:pt x="8" y="32"/>
                  </a:cubicBezTo>
                  <a:cubicBezTo>
                    <a:pt x="8" y="32"/>
                    <a:pt x="7" y="33"/>
                    <a:pt x="6" y="33"/>
                  </a:cubicBezTo>
                  <a:cubicBezTo>
                    <a:pt x="5" y="32"/>
                    <a:pt x="3" y="32"/>
                    <a:pt x="2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7"/>
                    <a:pt x="1" y="27"/>
                    <a:pt x="1" y="26"/>
                  </a:cubicBezTo>
                  <a:cubicBezTo>
                    <a:pt x="2" y="26"/>
                    <a:pt x="0" y="26"/>
                    <a:pt x="5" y="26"/>
                  </a:cubicBezTo>
                  <a:cubicBezTo>
                    <a:pt x="6" y="26"/>
                    <a:pt x="6" y="26"/>
                    <a:pt x="7" y="26"/>
                  </a:cubicBezTo>
                  <a:cubicBezTo>
                    <a:pt x="7" y="25"/>
                    <a:pt x="7" y="25"/>
                    <a:pt x="8" y="25"/>
                  </a:cubicBezTo>
                  <a:cubicBezTo>
                    <a:pt x="9" y="25"/>
                    <a:pt x="10" y="25"/>
                    <a:pt x="12" y="24"/>
                  </a:cubicBezTo>
                  <a:cubicBezTo>
                    <a:pt x="14" y="23"/>
                    <a:pt x="16" y="22"/>
                    <a:pt x="17" y="21"/>
                  </a:cubicBezTo>
                  <a:cubicBezTo>
                    <a:pt x="18" y="20"/>
                    <a:pt x="19" y="18"/>
                    <a:pt x="19" y="16"/>
                  </a:cubicBezTo>
                  <a:cubicBezTo>
                    <a:pt x="20" y="15"/>
                    <a:pt x="20" y="13"/>
                    <a:pt x="21" y="12"/>
                  </a:cubicBezTo>
                  <a:cubicBezTo>
                    <a:pt x="21" y="11"/>
                    <a:pt x="21" y="10"/>
                    <a:pt x="21" y="9"/>
                  </a:cubicBezTo>
                  <a:cubicBezTo>
                    <a:pt x="21" y="9"/>
                    <a:pt x="22" y="8"/>
                    <a:pt x="22" y="8"/>
                  </a:cubicBezTo>
                  <a:cubicBezTo>
                    <a:pt x="22" y="7"/>
                    <a:pt x="22" y="6"/>
                    <a:pt x="23" y="5"/>
                  </a:cubicBezTo>
                  <a:cubicBezTo>
                    <a:pt x="23" y="3"/>
                    <a:pt x="24" y="1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5"/>
                    <a:pt x="30" y="6"/>
                    <a:pt x="30" y="7"/>
                  </a:cubicBezTo>
                  <a:cubicBezTo>
                    <a:pt x="31" y="8"/>
                    <a:pt x="30" y="10"/>
                    <a:pt x="29" y="13"/>
                  </a:cubicBezTo>
                  <a:cubicBezTo>
                    <a:pt x="29" y="14"/>
                    <a:pt x="30" y="14"/>
                    <a:pt x="31" y="13"/>
                  </a:cubicBezTo>
                  <a:cubicBezTo>
                    <a:pt x="32" y="13"/>
                    <a:pt x="33" y="12"/>
                    <a:pt x="33" y="13"/>
                  </a:cubicBezTo>
                  <a:cubicBezTo>
                    <a:pt x="32" y="13"/>
                    <a:pt x="34" y="11"/>
                    <a:pt x="34" y="11"/>
                  </a:cubicBezTo>
                  <a:cubicBezTo>
                    <a:pt x="35" y="10"/>
                    <a:pt x="36" y="9"/>
                    <a:pt x="36" y="9"/>
                  </a:cubicBezTo>
                  <a:cubicBezTo>
                    <a:pt x="37" y="9"/>
                    <a:pt x="39" y="8"/>
                    <a:pt x="40" y="9"/>
                  </a:cubicBezTo>
                  <a:cubicBezTo>
                    <a:pt x="41" y="10"/>
                    <a:pt x="42" y="11"/>
                    <a:pt x="41" y="12"/>
                  </a:cubicBezTo>
                  <a:cubicBezTo>
                    <a:pt x="39" y="15"/>
                    <a:pt x="38" y="15"/>
                    <a:pt x="37" y="15"/>
                  </a:cubicBezTo>
                  <a:cubicBezTo>
                    <a:pt x="30" y="18"/>
                    <a:pt x="28" y="19"/>
                    <a:pt x="26" y="21"/>
                  </a:cubicBezTo>
                  <a:cubicBezTo>
                    <a:pt x="23" y="22"/>
                    <a:pt x="23" y="24"/>
                    <a:pt x="20" y="27"/>
                  </a:cubicBezTo>
                  <a:cubicBezTo>
                    <a:pt x="19" y="28"/>
                    <a:pt x="18" y="29"/>
                    <a:pt x="17" y="29"/>
                  </a:cubicBezTo>
                  <a:cubicBezTo>
                    <a:pt x="17" y="30"/>
                    <a:pt x="18" y="32"/>
                    <a:pt x="19" y="32"/>
                  </a:cubicBezTo>
                  <a:cubicBezTo>
                    <a:pt x="20" y="32"/>
                    <a:pt x="23" y="29"/>
                    <a:pt x="25" y="28"/>
                  </a:cubicBezTo>
                  <a:cubicBezTo>
                    <a:pt x="26" y="27"/>
                    <a:pt x="28" y="26"/>
                    <a:pt x="30" y="25"/>
                  </a:cubicBezTo>
                  <a:cubicBezTo>
                    <a:pt x="31" y="25"/>
                    <a:pt x="32" y="25"/>
                    <a:pt x="33" y="24"/>
                  </a:cubicBezTo>
                  <a:cubicBezTo>
                    <a:pt x="34" y="23"/>
                    <a:pt x="35" y="22"/>
                    <a:pt x="36" y="22"/>
                  </a:cubicBezTo>
                  <a:cubicBezTo>
                    <a:pt x="36" y="21"/>
                    <a:pt x="36" y="21"/>
                    <a:pt x="37" y="21"/>
                  </a:cubicBezTo>
                  <a:cubicBezTo>
                    <a:pt x="38" y="21"/>
                    <a:pt x="42" y="21"/>
                    <a:pt x="42" y="22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2" y="27"/>
                    <a:pt x="42" y="31"/>
                    <a:pt x="40" y="33"/>
                  </a:cubicBezTo>
                  <a:cubicBezTo>
                    <a:pt x="39" y="35"/>
                    <a:pt x="39" y="36"/>
                    <a:pt x="38" y="38"/>
                  </a:cubicBezTo>
                  <a:cubicBezTo>
                    <a:pt x="35" y="47"/>
                    <a:pt x="35" y="55"/>
                    <a:pt x="33" y="62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0" y="63"/>
                    <a:pt x="28" y="62"/>
                    <a:pt x="27" y="60"/>
                  </a:cubicBezTo>
                  <a:cubicBezTo>
                    <a:pt x="26" y="59"/>
                    <a:pt x="26" y="58"/>
                    <a:pt x="25" y="57"/>
                  </a:cubicBezTo>
                  <a:cubicBezTo>
                    <a:pt x="24" y="57"/>
                    <a:pt x="24" y="56"/>
                    <a:pt x="23" y="56"/>
                  </a:cubicBezTo>
                  <a:cubicBezTo>
                    <a:pt x="23" y="56"/>
                    <a:pt x="22" y="55"/>
                    <a:pt x="22" y="55"/>
                  </a:cubicBezTo>
                  <a:cubicBezTo>
                    <a:pt x="21" y="54"/>
                    <a:pt x="20" y="55"/>
                    <a:pt x="19" y="55"/>
                  </a:cubicBezTo>
                  <a:cubicBezTo>
                    <a:pt x="18" y="57"/>
                    <a:pt x="19" y="55"/>
                    <a:pt x="17" y="62"/>
                  </a:cubicBezTo>
                  <a:cubicBezTo>
                    <a:pt x="17" y="62"/>
                    <a:pt x="17" y="63"/>
                    <a:pt x="16" y="63"/>
                  </a:cubicBezTo>
                  <a:cubicBezTo>
                    <a:pt x="16" y="64"/>
                    <a:pt x="16" y="64"/>
                    <a:pt x="15" y="64"/>
                  </a:cubicBezTo>
                  <a:cubicBezTo>
                    <a:pt x="15" y="64"/>
                    <a:pt x="14" y="64"/>
                    <a:pt x="13" y="64"/>
                  </a:cubicBezTo>
                  <a:cubicBezTo>
                    <a:pt x="13" y="64"/>
                    <a:pt x="12" y="64"/>
                    <a:pt x="12" y="64"/>
                  </a:cubicBezTo>
                  <a:cubicBezTo>
                    <a:pt x="12" y="63"/>
                    <a:pt x="13" y="60"/>
                    <a:pt x="12" y="59"/>
                  </a:cubicBezTo>
                  <a:cubicBezTo>
                    <a:pt x="11" y="57"/>
                    <a:pt x="9" y="58"/>
                    <a:pt x="9" y="58"/>
                  </a:cubicBezTo>
                  <a:cubicBezTo>
                    <a:pt x="8" y="57"/>
                    <a:pt x="8" y="56"/>
                    <a:pt x="9" y="55"/>
                  </a:cubicBezTo>
                  <a:cubicBezTo>
                    <a:pt x="10" y="54"/>
                    <a:pt x="10" y="55"/>
                    <a:pt x="11" y="54"/>
                  </a:cubicBezTo>
                  <a:cubicBezTo>
                    <a:pt x="12" y="54"/>
                    <a:pt x="12" y="53"/>
                    <a:pt x="11" y="53"/>
                  </a:cubicBezTo>
                  <a:cubicBezTo>
                    <a:pt x="11" y="52"/>
                    <a:pt x="11" y="52"/>
                    <a:pt x="10" y="52"/>
                  </a:cubicBezTo>
                  <a:cubicBezTo>
                    <a:pt x="9" y="51"/>
                    <a:pt x="9" y="49"/>
                    <a:pt x="10" y="49"/>
                  </a:cubicBezTo>
                  <a:cubicBezTo>
                    <a:pt x="11" y="48"/>
                    <a:pt x="13" y="48"/>
                    <a:pt x="15" y="47"/>
                  </a:cubicBezTo>
                  <a:cubicBezTo>
                    <a:pt x="18" y="46"/>
                    <a:pt x="21" y="46"/>
                    <a:pt x="21" y="46"/>
                  </a:cubicBezTo>
                  <a:cubicBezTo>
                    <a:pt x="22" y="46"/>
                    <a:pt x="23" y="47"/>
                    <a:pt x="22" y="48"/>
                  </a:cubicBezTo>
                  <a:cubicBezTo>
                    <a:pt x="21" y="48"/>
                    <a:pt x="21" y="49"/>
                    <a:pt x="21" y="50"/>
                  </a:cubicBezTo>
                  <a:cubicBezTo>
                    <a:pt x="21" y="52"/>
                    <a:pt x="23" y="53"/>
                    <a:pt x="24" y="53"/>
                  </a:cubicBezTo>
                  <a:cubicBezTo>
                    <a:pt x="26" y="55"/>
                    <a:pt x="28" y="53"/>
                    <a:pt x="29" y="52"/>
                  </a:cubicBezTo>
                  <a:cubicBezTo>
                    <a:pt x="29" y="52"/>
                    <a:pt x="30" y="50"/>
                    <a:pt x="31" y="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30" name="íśḷïḍe"/>
            <p:cNvSpPr/>
            <p:nvPr/>
          </p:nvSpPr>
          <p:spPr bwMode="auto">
            <a:xfrm>
              <a:off x="5970588" y="3390900"/>
              <a:ext cx="52388" cy="119063"/>
            </a:xfrm>
            <a:custGeom>
              <a:avLst/>
              <a:gdLst>
                <a:gd name="T0" fmla="*/ 1 w 10"/>
                <a:gd name="T1" fmla="*/ 17 h 22"/>
                <a:gd name="T2" fmla="*/ 1 w 10"/>
                <a:gd name="T3" fmla="*/ 8 h 22"/>
                <a:gd name="T4" fmla="*/ 2 w 10"/>
                <a:gd name="T5" fmla="*/ 2 h 22"/>
                <a:gd name="T6" fmla="*/ 2 w 10"/>
                <a:gd name="T7" fmla="*/ 1 h 22"/>
                <a:gd name="T8" fmla="*/ 3 w 10"/>
                <a:gd name="T9" fmla="*/ 1 h 22"/>
                <a:gd name="T10" fmla="*/ 5 w 10"/>
                <a:gd name="T11" fmla="*/ 2 h 22"/>
                <a:gd name="T12" fmla="*/ 7 w 10"/>
                <a:gd name="T13" fmla="*/ 5 h 22"/>
                <a:gd name="T14" fmla="*/ 9 w 10"/>
                <a:gd name="T15" fmla="*/ 8 h 22"/>
                <a:gd name="T16" fmla="*/ 10 w 10"/>
                <a:gd name="T17" fmla="*/ 12 h 22"/>
                <a:gd name="T18" fmla="*/ 10 w 10"/>
                <a:gd name="T19" fmla="*/ 17 h 22"/>
                <a:gd name="T20" fmla="*/ 9 w 10"/>
                <a:gd name="T21" fmla="*/ 21 h 22"/>
                <a:gd name="T22" fmla="*/ 7 w 10"/>
                <a:gd name="T23" fmla="*/ 22 h 22"/>
                <a:gd name="T24" fmla="*/ 4 w 10"/>
                <a:gd name="T25" fmla="*/ 21 h 22"/>
                <a:gd name="T26" fmla="*/ 1 w 10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2">
                  <a:moveTo>
                    <a:pt x="1" y="17"/>
                  </a:moveTo>
                  <a:cubicBezTo>
                    <a:pt x="0" y="14"/>
                    <a:pt x="1" y="11"/>
                    <a:pt x="1" y="8"/>
                  </a:cubicBezTo>
                  <a:cubicBezTo>
                    <a:pt x="1" y="6"/>
                    <a:pt x="2" y="4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4" y="1"/>
                    <a:pt x="4" y="1"/>
                    <a:pt x="5" y="2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6"/>
                    <a:pt x="8" y="7"/>
                    <a:pt x="9" y="8"/>
                  </a:cubicBezTo>
                  <a:cubicBezTo>
                    <a:pt x="9" y="9"/>
                    <a:pt x="10" y="11"/>
                    <a:pt x="10" y="12"/>
                  </a:cubicBezTo>
                  <a:cubicBezTo>
                    <a:pt x="10" y="14"/>
                    <a:pt x="10" y="16"/>
                    <a:pt x="10" y="17"/>
                  </a:cubicBezTo>
                  <a:cubicBezTo>
                    <a:pt x="10" y="19"/>
                    <a:pt x="9" y="21"/>
                    <a:pt x="9" y="21"/>
                  </a:cubicBezTo>
                  <a:cubicBezTo>
                    <a:pt x="8" y="22"/>
                    <a:pt x="7" y="22"/>
                    <a:pt x="7" y="22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3" y="19"/>
                    <a:pt x="1" y="18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  <p:sp>
          <p:nvSpPr>
            <p:cNvPr id="31" name="íSḻîďè"/>
            <p:cNvSpPr/>
            <p:nvPr/>
          </p:nvSpPr>
          <p:spPr bwMode="auto">
            <a:xfrm>
              <a:off x="5472113" y="3132138"/>
              <a:ext cx="401638" cy="388938"/>
            </a:xfrm>
            <a:custGeom>
              <a:avLst/>
              <a:gdLst>
                <a:gd name="T0" fmla="*/ 32 w 75"/>
                <a:gd name="T1" fmla="*/ 71 h 72"/>
                <a:gd name="T2" fmla="*/ 25 w 75"/>
                <a:gd name="T3" fmla="*/ 68 h 72"/>
                <a:gd name="T4" fmla="*/ 28 w 75"/>
                <a:gd name="T5" fmla="*/ 65 h 72"/>
                <a:gd name="T6" fmla="*/ 40 w 75"/>
                <a:gd name="T7" fmla="*/ 61 h 72"/>
                <a:gd name="T8" fmla="*/ 43 w 75"/>
                <a:gd name="T9" fmla="*/ 61 h 72"/>
                <a:gd name="T10" fmla="*/ 47 w 75"/>
                <a:gd name="T11" fmla="*/ 63 h 72"/>
                <a:gd name="T12" fmla="*/ 51 w 75"/>
                <a:gd name="T13" fmla="*/ 53 h 72"/>
                <a:gd name="T14" fmla="*/ 58 w 75"/>
                <a:gd name="T15" fmla="*/ 40 h 72"/>
                <a:gd name="T16" fmla="*/ 62 w 75"/>
                <a:gd name="T17" fmla="*/ 33 h 72"/>
                <a:gd name="T18" fmla="*/ 59 w 75"/>
                <a:gd name="T19" fmla="*/ 32 h 72"/>
                <a:gd name="T20" fmla="*/ 56 w 75"/>
                <a:gd name="T21" fmla="*/ 33 h 72"/>
                <a:gd name="T22" fmla="*/ 48 w 75"/>
                <a:gd name="T23" fmla="*/ 40 h 72"/>
                <a:gd name="T24" fmla="*/ 47 w 75"/>
                <a:gd name="T25" fmla="*/ 45 h 72"/>
                <a:gd name="T26" fmla="*/ 43 w 75"/>
                <a:gd name="T27" fmla="*/ 49 h 72"/>
                <a:gd name="T28" fmla="*/ 41 w 75"/>
                <a:gd name="T29" fmla="*/ 44 h 72"/>
                <a:gd name="T30" fmla="*/ 36 w 75"/>
                <a:gd name="T31" fmla="*/ 45 h 72"/>
                <a:gd name="T32" fmla="*/ 31 w 75"/>
                <a:gd name="T33" fmla="*/ 49 h 72"/>
                <a:gd name="T34" fmla="*/ 29 w 75"/>
                <a:gd name="T35" fmla="*/ 52 h 72"/>
                <a:gd name="T36" fmla="*/ 27 w 75"/>
                <a:gd name="T37" fmla="*/ 58 h 72"/>
                <a:gd name="T38" fmla="*/ 24 w 75"/>
                <a:gd name="T39" fmla="*/ 60 h 72"/>
                <a:gd name="T40" fmla="*/ 24 w 75"/>
                <a:gd name="T41" fmla="*/ 53 h 72"/>
                <a:gd name="T42" fmla="*/ 22 w 75"/>
                <a:gd name="T43" fmla="*/ 52 h 72"/>
                <a:gd name="T44" fmla="*/ 20 w 75"/>
                <a:gd name="T45" fmla="*/ 53 h 72"/>
                <a:gd name="T46" fmla="*/ 10 w 75"/>
                <a:gd name="T47" fmla="*/ 69 h 72"/>
                <a:gd name="T48" fmla="*/ 4 w 75"/>
                <a:gd name="T49" fmla="*/ 71 h 72"/>
                <a:gd name="T50" fmla="*/ 1 w 75"/>
                <a:gd name="T51" fmla="*/ 69 h 72"/>
                <a:gd name="T52" fmla="*/ 0 w 75"/>
                <a:gd name="T53" fmla="*/ 65 h 72"/>
                <a:gd name="T54" fmla="*/ 2 w 75"/>
                <a:gd name="T55" fmla="*/ 57 h 72"/>
                <a:gd name="T56" fmla="*/ 6 w 75"/>
                <a:gd name="T57" fmla="*/ 59 h 72"/>
                <a:gd name="T58" fmla="*/ 13 w 75"/>
                <a:gd name="T59" fmla="*/ 55 h 72"/>
                <a:gd name="T60" fmla="*/ 21 w 75"/>
                <a:gd name="T61" fmla="*/ 47 h 72"/>
                <a:gd name="T62" fmla="*/ 28 w 75"/>
                <a:gd name="T63" fmla="*/ 40 h 72"/>
                <a:gd name="T64" fmla="*/ 27 w 75"/>
                <a:gd name="T65" fmla="*/ 31 h 72"/>
                <a:gd name="T66" fmla="*/ 28 w 75"/>
                <a:gd name="T67" fmla="*/ 28 h 72"/>
                <a:gd name="T68" fmla="*/ 33 w 75"/>
                <a:gd name="T69" fmla="*/ 23 h 72"/>
                <a:gd name="T70" fmla="*/ 32 w 75"/>
                <a:gd name="T71" fmla="*/ 20 h 72"/>
                <a:gd name="T72" fmla="*/ 26 w 75"/>
                <a:gd name="T73" fmla="*/ 14 h 72"/>
                <a:gd name="T74" fmla="*/ 41 w 75"/>
                <a:gd name="T75" fmla="*/ 13 h 72"/>
                <a:gd name="T76" fmla="*/ 52 w 75"/>
                <a:gd name="T77" fmla="*/ 7 h 72"/>
                <a:gd name="T78" fmla="*/ 61 w 75"/>
                <a:gd name="T79" fmla="*/ 2 h 72"/>
                <a:gd name="T80" fmla="*/ 66 w 75"/>
                <a:gd name="T81" fmla="*/ 2 h 72"/>
                <a:gd name="T82" fmla="*/ 67 w 75"/>
                <a:gd name="T83" fmla="*/ 9 h 72"/>
                <a:gd name="T84" fmla="*/ 51 w 75"/>
                <a:gd name="T85" fmla="*/ 18 h 72"/>
                <a:gd name="T86" fmla="*/ 52 w 75"/>
                <a:gd name="T87" fmla="*/ 22 h 72"/>
                <a:gd name="T88" fmla="*/ 56 w 75"/>
                <a:gd name="T89" fmla="*/ 28 h 72"/>
                <a:gd name="T90" fmla="*/ 68 w 75"/>
                <a:gd name="T91" fmla="*/ 22 h 72"/>
                <a:gd name="T92" fmla="*/ 74 w 75"/>
                <a:gd name="T93" fmla="*/ 25 h 72"/>
                <a:gd name="T94" fmla="*/ 74 w 75"/>
                <a:gd name="T95" fmla="*/ 31 h 72"/>
                <a:gd name="T96" fmla="*/ 69 w 75"/>
                <a:gd name="T97" fmla="*/ 40 h 72"/>
                <a:gd name="T98" fmla="*/ 62 w 75"/>
                <a:gd name="T99" fmla="*/ 55 h 72"/>
                <a:gd name="T100" fmla="*/ 57 w 75"/>
                <a:gd name="T101" fmla="*/ 68 h 72"/>
                <a:gd name="T102" fmla="*/ 53 w 75"/>
                <a:gd name="T103" fmla="*/ 71 h 72"/>
                <a:gd name="T104" fmla="*/ 46 w 75"/>
                <a:gd name="T105" fmla="*/ 67 h 72"/>
                <a:gd name="T106" fmla="*/ 40 w 75"/>
                <a:gd name="T107" fmla="*/ 68 h 72"/>
                <a:gd name="T108" fmla="*/ 30 w 75"/>
                <a:gd name="T109" fmla="*/ 29 h 72"/>
                <a:gd name="T110" fmla="*/ 34 w 75"/>
                <a:gd name="T111" fmla="*/ 37 h 72"/>
                <a:gd name="T112" fmla="*/ 45 w 75"/>
                <a:gd name="T113" fmla="*/ 32 h 72"/>
                <a:gd name="T114" fmla="*/ 46 w 75"/>
                <a:gd name="T115" fmla="*/ 24 h 72"/>
                <a:gd name="T116" fmla="*/ 38 w 75"/>
                <a:gd name="T117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5" h="72">
                  <a:moveTo>
                    <a:pt x="40" y="70"/>
                  </a:moveTo>
                  <a:cubicBezTo>
                    <a:pt x="39" y="71"/>
                    <a:pt x="38" y="71"/>
                    <a:pt x="37" y="71"/>
                  </a:cubicBezTo>
                  <a:cubicBezTo>
                    <a:pt x="36" y="71"/>
                    <a:pt x="33" y="71"/>
                    <a:pt x="32" y="71"/>
                  </a:cubicBezTo>
                  <a:cubicBezTo>
                    <a:pt x="30" y="71"/>
                    <a:pt x="29" y="71"/>
                    <a:pt x="28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5" y="69"/>
                    <a:pt x="25" y="69"/>
                    <a:pt x="25" y="68"/>
                  </a:cubicBezTo>
                  <a:cubicBezTo>
                    <a:pt x="25" y="68"/>
                    <a:pt x="25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7" y="66"/>
                    <a:pt x="27" y="65"/>
                    <a:pt x="28" y="65"/>
                  </a:cubicBezTo>
                  <a:cubicBezTo>
                    <a:pt x="30" y="64"/>
                    <a:pt x="36" y="62"/>
                    <a:pt x="35" y="62"/>
                  </a:cubicBezTo>
                  <a:cubicBezTo>
                    <a:pt x="34" y="62"/>
                    <a:pt x="37" y="62"/>
                    <a:pt x="37" y="62"/>
                  </a:cubicBezTo>
                  <a:cubicBezTo>
                    <a:pt x="38" y="61"/>
                    <a:pt x="40" y="61"/>
                    <a:pt x="40" y="61"/>
                  </a:cubicBezTo>
                  <a:cubicBezTo>
                    <a:pt x="40" y="61"/>
                    <a:pt x="41" y="60"/>
                    <a:pt x="41" y="60"/>
                  </a:cubicBezTo>
                  <a:cubicBezTo>
                    <a:pt x="42" y="60"/>
                    <a:pt x="42" y="61"/>
                    <a:pt x="42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4" y="61"/>
                    <a:pt x="44" y="61"/>
                    <a:pt x="45" y="62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8" y="63"/>
                    <a:pt x="50" y="62"/>
                    <a:pt x="50" y="61"/>
                  </a:cubicBezTo>
                  <a:cubicBezTo>
                    <a:pt x="51" y="60"/>
                    <a:pt x="51" y="60"/>
                    <a:pt x="51" y="58"/>
                  </a:cubicBezTo>
                  <a:cubicBezTo>
                    <a:pt x="51" y="56"/>
                    <a:pt x="51" y="55"/>
                    <a:pt x="51" y="53"/>
                  </a:cubicBezTo>
                  <a:cubicBezTo>
                    <a:pt x="52" y="51"/>
                    <a:pt x="53" y="48"/>
                    <a:pt x="54" y="48"/>
                  </a:cubicBezTo>
                  <a:cubicBezTo>
                    <a:pt x="54" y="48"/>
                    <a:pt x="55" y="46"/>
                    <a:pt x="55" y="45"/>
                  </a:cubicBezTo>
                  <a:cubicBezTo>
                    <a:pt x="56" y="43"/>
                    <a:pt x="57" y="41"/>
                    <a:pt x="58" y="40"/>
                  </a:cubicBezTo>
                  <a:cubicBezTo>
                    <a:pt x="58" y="39"/>
                    <a:pt x="59" y="38"/>
                    <a:pt x="59" y="38"/>
                  </a:cubicBezTo>
                  <a:cubicBezTo>
                    <a:pt x="60" y="37"/>
                    <a:pt x="61" y="36"/>
                    <a:pt x="61" y="35"/>
                  </a:cubicBezTo>
                  <a:cubicBezTo>
                    <a:pt x="62" y="34"/>
                    <a:pt x="62" y="33"/>
                    <a:pt x="62" y="33"/>
                  </a:cubicBezTo>
                  <a:cubicBezTo>
                    <a:pt x="62" y="33"/>
                    <a:pt x="62" y="32"/>
                    <a:pt x="62" y="32"/>
                  </a:cubicBezTo>
                  <a:cubicBezTo>
                    <a:pt x="62" y="32"/>
                    <a:pt x="61" y="31"/>
                    <a:pt x="61" y="31"/>
                  </a:cubicBezTo>
                  <a:cubicBezTo>
                    <a:pt x="61" y="31"/>
                    <a:pt x="59" y="31"/>
                    <a:pt x="59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6" y="33"/>
                    <a:pt x="57" y="33"/>
                  </a:cubicBezTo>
                  <a:cubicBezTo>
                    <a:pt x="59" y="32"/>
                    <a:pt x="58" y="32"/>
                    <a:pt x="56" y="33"/>
                  </a:cubicBezTo>
                  <a:cubicBezTo>
                    <a:pt x="56" y="33"/>
                    <a:pt x="55" y="34"/>
                    <a:pt x="54" y="34"/>
                  </a:cubicBezTo>
                  <a:cubicBezTo>
                    <a:pt x="53" y="34"/>
                    <a:pt x="52" y="36"/>
                    <a:pt x="51" y="37"/>
                  </a:cubicBezTo>
                  <a:cubicBezTo>
                    <a:pt x="50" y="38"/>
                    <a:pt x="49" y="39"/>
                    <a:pt x="48" y="40"/>
                  </a:cubicBezTo>
                  <a:cubicBezTo>
                    <a:pt x="48" y="41"/>
                    <a:pt x="47" y="41"/>
                    <a:pt x="47" y="41"/>
                  </a:cubicBezTo>
                  <a:cubicBezTo>
                    <a:pt x="47" y="41"/>
                    <a:pt x="47" y="42"/>
                    <a:pt x="47" y="42"/>
                  </a:cubicBezTo>
                  <a:cubicBezTo>
                    <a:pt x="47" y="43"/>
                    <a:pt x="47" y="44"/>
                    <a:pt x="47" y="45"/>
                  </a:cubicBezTo>
                  <a:cubicBezTo>
                    <a:pt x="47" y="45"/>
                    <a:pt x="46" y="45"/>
                    <a:pt x="46" y="46"/>
                  </a:cubicBezTo>
                  <a:cubicBezTo>
                    <a:pt x="46" y="48"/>
                    <a:pt x="45" y="48"/>
                    <a:pt x="45" y="49"/>
                  </a:cubicBezTo>
                  <a:cubicBezTo>
                    <a:pt x="44" y="49"/>
                    <a:pt x="43" y="49"/>
                    <a:pt x="43" y="49"/>
                  </a:cubicBezTo>
                  <a:cubicBezTo>
                    <a:pt x="42" y="49"/>
                    <a:pt x="41" y="48"/>
                    <a:pt x="41" y="47"/>
                  </a:cubicBezTo>
                  <a:cubicBezTo>
                    <a:pt x="41" y="47"/>
                    <a:pt x="41" y="46"/>
                    <a:pt x="41" y="45"/>
                  </a:cubicBezTo>
                  <a:cubicBezTo>
                    <a:pt x="41" y="45"/>
                    <a:pt x="41" y="44"/>
                    <a:pt x="41" y="44"/>
                  </a:cubicBezTo>
                  <a:cubicBezTo>
                    <a:pt x="40" y="43"/>
                    <a:pt x="40" y="42"/>
                    <a:pt x="39" y="42"/>
                  </a:cubicBezTo>
                  <a:cubicBezTo>
                    <a:pt x="38" y="43"/>
                    <a:pt x="37" y="44"/>
                    <a:pt x="36" y="44"/>
                  </a:cubicBezTo>
                  <a:cubicBezTo>
                    <a:pt x="36" y="44"/>
                    <a:pt x="36" y="44"/>
                    <a:pt x="36" y="45"/>
                  </a:cubicBezTo>
                  <a:cubicBezTo>
                    <a:pt x="35" y="45"/>
                    <a:pt x="35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7"/>
                    <a:pt x="32" y="49"/>
                    <a:pt x="31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29" y="52"/>
                  </a:cubicBezTo>
                  <a:cubicBezTo>
                    <a:pt x="29" y="53"/>
                    <a:pt x="28" y="54"/>
                    <a:pt x="28" y="54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7" y="57"/>
                    <a:pt x="27" y="58"/>
                    <a:pt x="27" y="58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0"/>
                    <a:pt x="24" y="59"/>
                    <a:pt x="24" y="59"/>
                  </a:cubicBezTo>
                  <a:cubicBezTo>
                    <a:pt x="24" y="57"/>
                    <a:pt x="23" y="56"/>
                    <a:pt x="23" y="55"/>
                  </a:cubicBezTo>
                  <a:cubicBezTo>
                    <a:pt x="23" y="55"/>
                    <a:pt x="24" y="53"/>
                    <a:pt x="24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3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19" y="54"/>
                    <a:pt x="17" y="56"/>
                    <a:pt x="17" y="56"/>
                  </a:cubicBezTo>
                  <a:cubicBezTo>
                    <a:pt x="15" y="58"/>
                    <a:pt x="13" y="62"/>
                    <a:pt x="12" y="64"/>
                  </a:cubicBezTo>
                  <a:cubicBezTo>
                    <a:pt x="12" y="66"/>
                    <a:pt x="11" y="67"/>
                    <a:pt x="10" y="69"/>
                  </a:cubicBezTo>
                  <a:cubicBezTo>
                    <a:pt x="10" y="70"/>
                    <a:pt x="10" y="71"/>
                    <a:pt x="9" y="71"/>
                  </a:cubicBezTo>
                  <a:cubicBezTo>
                    <a:pt x="8" y="72"/>
                    <a:pt x="7" y="71"/>
                    <a:pt x="6" y="71"/>
                  </a:cubicBezTo>
                  <a:cubicBezTo>
                    <a:pt x="5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2" y="70"/>
                    <a:pt x="2" y="70"/>
                  </a:cubicBezTo>
                  <a:cubicBezTo>
                    <a:pt x="2" y="70"/>
                    <a:pt x="1" y="70"/>
                    <a:pt x="1" y="69"/>
                  </a:cubicBezTo>
                  <a:cubicBezTo>
                    <a:pt x="1" y="69"/>
                    <a:pt x="0" y="69"/>
                    <a:pt x="0" y="69"/>
                  </a:cubicBezTo>
                  <a:cubicBezTo>
                    <a:pt x="0" y="69"/>
                    <a:pt x="0" y="69"/>
                    <a:pt x="0" y="68"/>
                  </a:cubicBezTo>
                  <a:cubicBezTo>
                    <a:pt x="0" y="68"/>
                    <a:pt x="0" y="66"/>
                    <a:pt x="0" y="65"/>
                  </a:cubicBezTo>
                  <a:cubicBezTo>
                    <a:pt x="0" y="65"/>
                    <a:pt x="1" y="62"/>
                    <a:pt x="1" y="60"/>
                  </a:cubicBezTo>
                  <a:cubicBezTo>
                    <a:pt x="1" y="60"/>
                    <a:pt x="1" y="59"/>
                    <a:pt x="1" y="58"/>
                  </a:cubicBezTo>
                  <a:cubicBezTo>
                    <a:pt x="1" y="57"/>
                    <a:pt x="0" y="57"/>
                    <a:pt x="2" y="57"/>
                  </a:cubicBezTo>
                  <a:cubicBezTo>
                    <a:pt x="3" y="57"/>
                    <a:pt x="3" y="58"/>
                    <a:pt x="4" y="58"/>
                  </a:cubicBezTo>
                  <a:cubicBezTo>
                    <a:pt x="4" y="58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8" y="59"/>
                    <a:pt x="10" y="57"/>
                    <a:pt x="10" y="56"/>
                  </a:cubicBezTo>
                  <a:cubicBezTo>
                    <a:pt x="10" y="56"/>
                    <a:pt x="12" y="55"/>
                    <a:pt x="13" y="55"/>
                  </a:cubicBezTo>
                  <a:cubicBezTo>
                    <a:pt x="15" y="53"/>
                    <a:pt x="17" y="50"/>
                    <a:pt x="17" y="50"/>
                  </a:cubicBezTo>
                  <a:cubicBezTo>
                    <a:pt x="18" y="49"/>
                    <a:pt x="19" y="48"/>
                    <a:pt x="20" y="48"/>
                  </a:cubicBezTo>
                  <a:cubicBezTo>
                    <a:pt x="20" y="47"/>
                    <a:pt x="21" y="47"/>
                    <a:pt x="21" y="47"/>
                  </a:cubicBezTo>
                  <a:cubicBezTo>
                    <a:pt x="21" y="47"/>
                    <a:pt x="24" y="44"/>
                    <a:pt x="25" y="43"/>
                  </a:cubicBezTo>
                  <a:cubicBezTo>
                    <a:pt x="26" y="42"/>
                    <a:pt x="27" y="42"/>
                    <a:pt x="27" y="41"/>
                  </a:cubicBezTo>
                  <a:cubicBezTo>
                    <a:pt x="27" y="41"/>
                    <a:pt x="27" y="41"/>
                    <a:pt x="28" y="40"/>
                  </a:cubicBezTo>
                  <a:cubicBezTo>
                    <a:pt x="28" y="39"/>
                    <a:pt x="28" y="38"/>
                    <a:pt x="28" y="37"/>
                  </a:cubicBezTo>
                  <a:cubicBezTo>
                    <a:pt x="28" y="36"/>
                    <a:pt x="28" y="35"/>
                    <a:pt x="27" y="33"/>
                  </a:cubicBezTo>
                  <a:cubicBezTo>
                    <a:pt x="27" y="33"/>
                    <a:pt x="28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8" y="29"/>
                  </a:cubicBezTo>
                  <a:cubicBezTo>
                    <a:pt x="28" y="29"/>
                    <a:pt x="28" y="28"/>
                    <a:pt x="28" y="28"/>
                  </a:cubicBezTo>
                  <a:cubicBezTo>
                    <a:pt x="28" y="28"/>
                    <a:pt x="28" y="28"/>
                    <a:pt x="28" y="27"/>
                  </a:cubicBezTo>
                  <a:cubicBezTo>
                    <a:pt x="28" y="27"/>
                    <a:pt x="29" y="27"/>
                    <a:pt x="29" y="26"/>
                  </a:cubicBezTo>
                  <a:cubicBezTo>
                    <a:pt x="31" y="25"/>
                    <a:pt x="32" y="24"/>
                    <a:pt x="33" y="23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2" y="20"/>
                    <a:pt x="32" y="20"/>
                  </a:cubicBezTo>
                  <a:cubicBezTo>
                    <a:pt x="31" y="20"/>
                    <a:pt x="30" y="20"/>
                    <a:pt x="30" y="19"/>
                  </a:cubicBezTo>
                  <a:cubicBezTo>
                    <a:pt x="29" y="19"/>
                    <a:pt x="26" y="17"/>
                    <a:pt x="26" y="16"/>
                  </a:cubicBezTo>
                  <a:cubicBezTo>
                    <a:pt x="25" y="15"/>
                    <a:pt x="24" y="14"/>
                    <a:pt x="26" y="14"/>
                  </a:cubicBezTo>
                  <a:cubicBezTo>
                    <a:pt x="27" y="14"/>
                    <a:pt x="31" y="14"/>
                    <a:pt x="33" y="15"/>
                  </a:cubicBezTo>
                  <a:cubicBezTo>
                    <a:pt x="35" y="14"/>
                    <a:pt x="35" y="15"/>
                    <a:pt x="37" y="14"/>
                  </a:cubicBezTo>
                  <a:cubicBezTo>
                    <a:pt x="37" y="14"/>
                    <a:pt x="40" y="13"/>
                    <a:pt x="41" y="13"/>
                  </a:cubicBezTo>
                  <a:cubicBezTo>
                    <a:pt x="43" y="12"/>
                    <a:pt x="45" y="11"/>
                    <a:pt x="47" y="10"/>
                  </a:cubicBezTo>
                  <a:cubicBezTo>
                    <a:pt x="48" y="10"/>
                    <a:pt x="50" y="9"/>
                    <a:pt x="51" y="8"/>
                  </a:cubicBezTo>
                  <a:cubicBezTo>
                    <a:pt x="51" y="8"/>
                    <a:pt x="52" y="8"/>
                    <a:pt x="52" y="7"/>
                  </a:cubicBezTo>
                  <a:cubicBezTo>
                    <a:pt x="53" y="7"/>
                    <a:pt x="54" y="7"/>
                    <a:pt x="54" y="6"/>
                  </a:cubicBezTo>
                  <a:cubicBezTo>
                    <a:pt x="56" y="5"/>
                    <a:pt x="57" y="5"/>
                    <a:pt x="59" y="4"/>
                  </a:cubicBezTo>
                  <a:cubicBezTo>
                    <a:pt x="59" y="3"/>
                    <a:pt x="60" y="3"/>
                    <a:pt x="61" y="2"/>
                  </a:cubicBezTo>
                  <a:cubicBezTo>
                    <a:pt x="61" y="2"/>
                    <a:pt x="63" y="1"/>
                    <a:pt x="63" y="1"/>
                  </a:cubicBezTo>
                  <a:cubicBezTo>
                    <a:pt x="64" y="0"/>
                    <a:pt x="64" y="1"/>
                    <a:pt x="65" y="1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7" y="3"/>
                    <a:pt x="68" y="3"/>
                  </a:cubicBezTo>
                  <a:cubicBezTo>
                    <a:pt x="68" y="4"/>
                    <a:pt x="68" y="5"/>
                    <a:pt x="68" y="6"/>
                  </a:cubicBezTo>
                  <a:cubicBezTo>
                    <a:pt x="68" y="6"/>
                    <a:pt x="68" y="8"/>
                    <a:pt x="67" y="9"/>
                  </a:cubicBezTo>
                  <a:cubicBezTo>
                    <a:pt x="66" y="9"/>
                    <a:pt x="65" y="10"/>
                    <a:pt x="63" y="10"/>
                  </a:cubicBezTo>
                  <a:cubicBezTo>
                    <a:pt x="62" y="11"/>
                    <a:pt x="61" y="12"/>
                    <a:pt x="60" y="12"/>
                  </a:cubicBezTo>
                  <a:cubicBezTo>
                    <a:pt x="56" y="14"/>
                    <a:pt x="53" y="16"/>
                    <a:pt x="51" y="18"/>
                  </a:cubicBezTo>
                  <a:cubicBezTo>
                    <a:pt x="50" y="18"/>
                    <a:pt x="50" y="18"/>
                    <a:pt x="50" y="19"/>
                  </a:cubicBezTo>
                  <a:cubicBezTo>
                    <a:pt x="50" y="19"/>
                    <a:pt x="50" y="20"/>
                    <a:pt x="50" y="20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3" y="24"/>
                    <a:pt x="52" y="26"/>
                    <a:pt x="52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5" y="29"/>
                    <a:pt x="55" y="29"/>
                    <a:pt x="56" y="28"/>
                  </a:cubicBezTo>
                  <a:cubicBezTo>
                    <a:pt x="58" y="27"/>
                    <a:pt x="60" y="27"/>
                    <a:pt x="62" y="26"/>
                  </a:cubicBezTo>
                  <a:cubicBezTo>
                    <a:pt x="63" y="25"/>
                    <a:pt x="66" y="23"/>
                    <a:pt x="66" y="23"/>
                  </a:cubicBezTo>
                  <a:cubicBezTo>
                    <a:pt x="66" y="23"/>
                    <a:pt x="67" y="22"/>
                    <a:pt x="68" y="22"/>
                  </a:cubicBezTo>
                  <a:cubicBezTo>
                    <a:pt x="68" y="22"/>
                    <a:pt x="69" y="22"/>
                    <a:pt x="69" y="22"/>
                  </a:cubicBezTo>
                  <a:cubicBezTo>
                    <a:pt x="70" y="22"/>
                    <a:pt x="71" y="23"/>
                    <a:pt x="72" y="23"/>
                  </a:cubicBezTo>
                  <a:cubicBezTo>
                    <a:pt x="73" y="24"/>
                    <a:pt x="74" y="24"/>
                    <a:pt x="74" y="25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7"/>
                    <a:pt x="75" y="29"/>
                    <a:pt x="74" y="30"/>
                  </a:cubicBezTo>
                  <a:cubicBezTo>
                    <a:pt x="74" y="30"/>
                    <a:pt x="74" y="31"/>
                    <a:pt x="74" y="31"/>
                  </a:cubicBezTo>
                  <a:cubicBezTo>
                    <a:pt x="72" y="33"/>
                    <a:pt x="72" y="34"/>
                    <a:pt x="71" y="35"/>
                  </a:cubicBezTo>
                  <a:cubicBezTo>
                    <a:pt x="71" y="36"/>
                    <a:pt x="71" y="36"/>
                    <a:pt x="70" y="37"/>
                  </a:cubicBezTo>
                  <a:cubicBezTo>
                    <a:pt x="70" y="38"/>
                    <a:pt x="69" y="39"/>
                    <a:pt x="69" y="40"/>
                  </a:cubicBezTo>
                  <a:cubicBezTo>
                    <a:pt x="68" y="42"/>
                    <a:pt x="67" y="43"/>
                    <a:pt x="66" y="45"/>
                  </a:cubicBezTo>
                  <a:cubicBezTo>
                    <a:pt x="65" y="45"/>
                    <a:pt x="65" y="46"/>
                    <a:pt x="65" y="47"/>
                  </a:cubicBezTo>
                  <a:cubicBezTo>
                    <a:pt x="63" y="50"/>
                    <a:pt x="63" y="52"/>
                    <a:pt x="62" y="55"/>
                  </a:cubicBezTo>
                  <a:cubicBezTo>
                    <a:pt x="61" y="56"/>
                    <a:pt x="61" y="56"/>
                    <a:pt x="61" y="57"/>
                  </a:cubicBezTo>
                  <a:cubicBezTo>
                    <a:pt x="60" y="59"/>
                    <a:pt x="59" y="61"/>
                    <a:pt x="59" y="64"/>
                  </a:cubicBezTo>
                  <a:cubicBezTo>
                    <a:pt x="58" y="65"/>
                    <a:pt x="58" y="66"/>
                    <a:pt x="57" y="68"/>
                  </a:cubicBezTo>
                  <a:cubicBezTo>
                    <a:pt x="57" y="68"/>
                    <a:pt x="57" y="69"/>
                    <a:pt x="56" y="70"/>
                  </a:cubicBezTo>
                  <a:cubicBezTo>
                    <a:pt x="56" y="70"/>
                    <a:pt x="55" y="70"/>
                    <a:pt x="55" y="70"/>
                  </a:cubicBezTo>
                  <a:cubicBezTo>
                    <a:pt x="54" y="71"/>
                    <a:pt x="53" y="71"/>
                    <a:pt x="53" y="71"/>
                  </a:cubicBezTo>
                  <a:cubicBezTo>
                    <a:pt x="52" y="72"/>
                    <a:pt x="51" y="71"/>
                    <a:pt x="50" y="71"/>
                  </a:cubicBezTo>
                  <a:cubicBezTo>
                    <a:pt x="49" y="71"/>
                    <a:pt x="48" y="72"/>
                    <a:pt x="48" y="71"/>
                  </a:cubicBezTo>
                  <a:cubicBezTo>
                    <a:pt x="47" y="70"/>
                    <a:pt x="46" y="68"/>
                    <a:pt x="46" y="67"/>
                  </a:cubicBezTo>
                  <a:cubicBezTo>
                    <a:pt x="45" y="67"/>
                    <a:pt x="45" y="66"/>
                    <a:pt x="45" y="66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2" y="65"/>
                    <a:pt x="40" y="66"/>
                    <a:pt x="40" y="68"/>
                  </a:cubicBezTo>
                  <a:cubicBezTo>
                    <a:pt x="40" y="68"/>
                    <a:pt x="40" y="70"/>
                    <a:pt x="40" y="70"/>
                  </a:cubicBezTo>
                  <a:close/>
                  <a:moveTo>
                    <a:pt x="31" y="28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1" y="34"/>
                    <a:pt x="32" y="35"/>
                  </a:cubicBezTo>
                  <a:cubicBezTo>
                    <a:pt x="33" y="36"/>
                    <a:pt x="34" y="37"/>
                    <a:pt x="34" y="37"/>
                  </a:cubicBezTo>
                  <a:cubicBezTo>
                    <a:pt x="34" y="37"/>
                    <a:pt x="36" y="37"/>
                    <a:pt x="36" y="37"/>
                  </a:cubicBezTo>
                  <a:cubicBezTo>
                    <a:pt x="36" y="37"/>
                    <a:pt x="39" y="36"/>
                    <a:pt x="41" y="35"/>
                  </a:cubicBezTo>
                  <a:cubicBezTo>
                    <a:pt x="44" y="34"/>
                    <a:pt x="45" y="32"/>
                    <a:pt x="45" y="32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7" y="29"/>
                    <a:pt x="47" y="27"/>
                  </a:cubicBezTo>
                  <a:cubicBezTo>
                    <a:pt x="47" y="24"/>
                    <a:pt x="46" y="24"/>
                    <a:pt x="46" y="24"/>
                  </a:cubicBezTo>
                  <a:cubicBezTo>
                    <a:pt x="46" y="24"/>
                    <a:pt x="45" y="22"/>
                    <a:pt x="44" y="22"/>
                  </a:cubicBezTo>
                  <a:cubicBezTo>
                    <a:pt x="44" y="22"/>
                    <a:pt x="42" y="22"/>
                    <a:pt x="42" y="22"/>
                  </a:cubicBezTo>
                  <a:cubicBezTo>
                    <a:pt x="41" y="22"/>
                    <a:pt x="40" y="22"/>
                    <a:pt x="38" y="24"/>
                  </a:cubicBezTo>
                  <a:cubicBezTo>
                    <a:pt x="36" y="24"/>
                    <a:pt x="35" y="25"/>
                    <a:pt x="34" y="26"/>
                  </a:cubicBezTo>
                  <a:cubicBezTo>
                    <a:pt x="33" y="27"/>
                    <a:pt x="32" y="27"/>
                    <a:pt x="3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+mn-ea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139081" y="657212"/>
            <a:ext cx="1525986" cy="107975"/>
          </a:xfrm>
          <a:custGeom>
            <a:avLst/>
            <a:gdLst>
              <a:gd name="connsiteX0" fmla="*/ 1072429 w 2414454"/>
              <a:gd name="connsiteY0" fmla="*/ 88859 h 170840"/>
              <a:gd name="connsiteX1" fmla="*/ 1052522 w 2414454"/>
              <a:gd name="connsiteY1" fmla="*/ 104604 h 170840"/>
              <a:gd name="connsiteX2" fmla="*/ 1057408 w 2414454"/>
              <a:gd name="connsiteY2" fmla="*/ 116095 h 170840"/>
              <a:gd name="connsiteX3" fmla="*/ 1072972 w 2414454"/>
              <a:gd name="connsiteY3" fmla="*/ 119805 h 170840"/>
              <a:gd name="connsiteX4" fmla="*/ 1083740 w 2414454"/>
              <a:gd name="connsiteY4" fmla="*/ 118901 h 170840"/>
              <a:gd name="connsiteX5" fmla="*/ 1092879 w 2414454"/>
              <a:gd name="connsiteY5" fmla="*/ 113833 h 170840"/>
              <a:gd name="connsiteX6" fmla="*/ 1097404 w 2414454"/>
              <a:gd name="connsiteY6" fmla="*/ 98450 h 170840"/>
              <a:gd name="connsiteX7" fmla="*/ 1097404 w 2414454"/>
              <a:gd name="connsiteY7" fmla="*/ 88859 h 170840"/>
              <a:gd name="connsiteX8" fmla="*/ 1515646 w 2414454"/>
              <a:gd name="connsiteY8" fmla="*/ 51397 h 170840"/>
              <a:gd name="connsiteX9" fmla="*/ 1503974 w 2414454"/>
              <a:gd name="connsiteY9" fmla="*/ 54292 h 170840"/>
              <a:gd name="connsiteX10" fmla="*/ 1497187 w 2414454"/>
              <a:gd name="connsiteY10" fmla="*/ 61803 h 170840"/>
              <a:gd name="connsiteX11" fmla="*/ 1494110 w 2414454"/>
              <a:gd name="connsiteY11" fmla="*/ 72480 h 170840"/>
              <a:gd name="connsiteX12" fmla="*/ 1493387 w 2414454"/>
              <a:gd name="connsiteY12" fmla="*/ 84696 h 170840"/>
              <a:gd name="connsiteX13" fmla="*/ 1494110 w 2414454"/>
              <a:gd name="connsiteY13" fmla="*/ 97003 h 170840"/>
              <a:gd name="connsiteX14" fmla="*/ 1497187 w 2414454"/>
              <a:gd name="connsiteY14" fmla="*/ 107590 h 170840"/>
              <a:gd name="connsiteX15" fmla="*/ 1503974 w 2414454"/>
              <a:gd name="connsiteY15" fmla="*/ 115100 h 170840"/>
              <a:gd name="connsiteX16" fmla="*/ 1515646 w 2414454"/>
              <a:gd name="connsiteY16" fmla="*/ 117996 h 170840"/>
              <a:gd name="connsiteX17" fmla="*/ 1527229 w 2414454"/>
              <a:gd name="connsiteY17" fmla="*/ 115100 h 170840"/>
              <a:gd name="connsiteX18" fmla="*/ 1533925 w 2414454"/>
              <a:gd name="connsiteY18" fmla="*/ 107590 h 170840"/>
              <a:gd name="connsiteX19" fmla="*/ 1537002 w 2414454"/>
              <a:gd name="connsiteY19" fmla="*/ 97003 h 170840"/>
              <a:gd name="connsiteX20" fmla="*/ 1537726 w 2414454"/>
              <a:gd name="connsiteY20" fmla="*/ 84696 h 170840"/>
              <a:gd name="connsiteX21" fmla="*/ 1537002 w 2414454"/>
              <a:gd name="connsiteY21" fmla="*/ 72480 h 170840"/>
              <a:gd name="connsiteX22" fmla="*/ 1533925 w 2414454"/>
              <a:gd name="connsiteY22" fmla="*/ 61803 h 170840"/>
              <a:gd name="connsiteX23" fmla="*/ 1527229 w 2414454"/>
              <a:gd name="connsiteY23" fmla="*/ 54292 h 170840"/>
              <a:gd name="connsiteX24" fmla="*/ 1515646 w 2414454"/>
              <a:gd name="connsiteY24" fmla="*/ 51397 h 170840"/>
              <a:gd name="connsiteX25" fmla="*/ 1326232 w 2414454"/>
              <a:gd name="connsiteY25" fmla="*/ 51397 h 170840"/>
              <a:gd name="connsiteX26" fmla="*/ 1310126 w 2414454"/>
              <a:gd name="connsiteY26" fmla="*/ 57912 h 170840"/>
              <a:gd name="connsiteX27" fmla="*/ 1306235 w 2414454"/>
              <a:gd name="connsiteY27" fmla="*/ 63613 h 170840"/>
              <a:gd name="connsiteX28" fmla="*/ 1304063 w 2414454"/>
              <a:gd name="connsiteY28" fmla="*/ 70399 h 170840"/>
              <a:gd name="connsiteX29" fmla="*/ 1303068 w 2414454"/>
              <a:gd name="connsiteY29" fmla="*/ 77819 h 170840"/>
              <a:gd name="connsiteX30" fmla="*/ 1302887 w 2414454"/>
              <a:gd name="connsiteY30" fmla="*/ 85420 h 170840"/>
              <a:gd name="connsiteX31" fmla="*/ 1303068 w 2414454"/>
              <a:gd name="connsiteY31" fmla="*/ 93021 h 170840"/>
              <a:gd name="connsiteX32" fmla="*/ 1304063 w 2414454"/>
              <a:gd name="connsiteY32" fmla="*/ 100441 h 170840"/>
              <a:gd name="connsiteX33" fmla="*/ 1306235 w 2414454"/>
              <a:gd name="connsiteY33" fmla="*/ 107318 h 170840"/>
              <a:gd name="connsiteX34" fmla="*/ 1310126 w 2414454"/>
              <a:gd name="connsiteY34" fmla="*/ 112928 h 170840"/>
              <a:gd name="connsiteX35" fmla="*/ 1326232 w 2414454"/>
              <a:gd name="connsiteY35" fmla="*/ 119443 h 170840"/>
              <a:gd name="connsiteX36" fmla="*/ 1342520 w 2414454"/>
              <a:gd name="connsiteY36" fmla="*/ 112928 h 170840"/>
              <a:gd name="connsiteX37" fmla="*/ 1346321 w 2414454"/>
              <a:gd name="connsiteY37" fmla="*/ 107318 h 170840"/>
              <a:gd name="connsiteX38" fmla="*/ 1348492 w 2414454"/>
              <a:gd name="connsiteY38" fmla="*/ 100441 h 170840"/>
              <a:gd name="connsiteX39" fmla="*/ 1349397 w 2414454"/>
              <a:gd name="connsiteY39" fmla="*/ 93021 h 170840"/>
              <a:gd name="connsiteX40" fmla="*/ 1349578 w 2414454"/>
              <a:gd name="connsiteY40" fmla="*/ 85420 h 170840"/>
              <a:gd name="connsiteX41" fmla="*/ 1349397 w 2414454"/>
              <a:gd name="connsiteY41" fmla="*/ 77819 h 170840"/>
              <a:gd name="connsiteX42" fmla="*/ 1348492 w 2414454"/>
              <a:gd name="connsiteY42" fmla="*/ 70399 h 170840"/>
              <a:gd name="connsiteX43" fmla="*/ 1346321 w 2414454"/>
              <a:gd name="connsiteY43" fmla="*/ 63613 h 170840"/>
              <a:gd name="connsiteX44" fmla="*/ 1342520 w 2414454"/>
              <a:gd name="connsiteY44" fmla="*/ 57912 h 170840"/>
              <a:gd name="connsiteX45" fmla="*/ 1326232 w 2414454"/>
              <a:gd name="connsiteY45" fmla="*/ 51397 h 170840"/>
              <a:gd name="connsiteX46" fmla="*/ 1173832 w 2414454"/>
              <a:gd name="connsiteY46" fmla="*/ 51397 h 170840"/>
              <a:gd name="connsiteX47" fmla="*/ 1157726 w 2414454"/>
              <a:gd name="connsiteY47" fmla="*/ 57912 h 170840"/>
              <a:gd name="connsiteX48" fmla="*/ 1153835 w 2414454"/>
              <a:gd name="connsiteY48" fmla="*/ 63613 h 170840"/>
              <a:gd name="connsiteX49" fmla="*/ 1151663 w 2414454"/>
              <a:gd name="connsiteY49" fmla="*/ 70399 h 170840"/>
              <a:gd name="connsiteX50" fmla="*/ 1150668 w 2414454"/>
              <a:gd name="connsiteY50" fmla="*/ 77819 h 170840"/>
              <a:gd name="connsiteX51" fmla="*/ 1150487 w 2414454"/>
              <a:gd name="connsiteY51" fmla="*/ 85420 h 170840"/>
              <a:gd name="connsiteX52" fmla="*/ 1150668 w 2414454"/>
              <a:gd name="connsiteY52" fmla="*/ 93021 h 170840"/>
              <a:gd name="connsiteX53" fmla="*/ 1151663 w 2414454"/>
              <a:gd name="connsiteY53" fmla="*/ 100441 h 170840"/>
              <a:gd name="connsiteX54" fmla="*/ 1153835 w 2414454"/>
              <a:gd name="connsiteY54" fmla="*/ 107318 h 170840"/>
              <a:gd name="connsiteX55" fmla="*/ 1157726 w 2414454"/>
              <a:gd name="connsiteY55" fmla="*/ 112928 h 170840"/>
              <a:gd name="connsiteX56" fmla="*/ 1173832 w 2414454"/>
              <a:gd name="connsiteY56" fmla="*/ 119443 h 170840"/>
              <a:gd name="connsiteX57" fmla="*/ 1190120 w 2414454"/>
              <a:gd name="connsiteY57" fmla="*/ 112928 h 170840"/>
              <a:gd name="connsiteX58" fmla="*/ 1193921 w 2414454"/>
              <a:gd name="connsiteY58" fmla="*/ 107318 h 170840"/>
              <a:gd name="connsiteX59" fmla="*/ 1196092 w 2414454"/>
              <a:gd name="connsiteY59" fmla="*/ 100441 h 170840"/>
              <a:gd name="connsiteX60" fmla="*/ 1196997 w 2414454"/>
              <a:gd name="connsiteY60" fmla="*/ 93021 h 170840"/>
              <a:gd name="connsiteX61" fmla="*/ 1197178 w 2414454"/>
              <a:gd name="connsiteY61" fmla="*/ 85420 h 170840"/>
              <a:gd name="connsiteX62" fmla="*/ 1196997 w 2414454"/>
              <a:gd name="connsiteY62" fmla="*/ 77819 h 170840"/>
              <a:gd name="connsiteX63" fmla="*/ 1196092 w 2414454"/>
              <a:gd name="connsiteY63" fmla="*/ 70399 h 170840"/>
              <a:gd name="connsiteX64" fmla="*/ 1193921 w 2414454"/>
              <a:gd name="connsiteY64" fmla="*/ 63613 h 170840"/>
              <a:gd name="connsiteX65" fmla="*/ 1190120 w 2414454"/>
              <a:gd name="connsiteY65" fmla="*/ 57912 h 170840"/>
              <a:gd name="connsiteX66" fmla="*/ 1173832 w 2414454"/>
              <a:gd name="connsiteY66" fmla="*/ 51397 h 170840"/>
              <a:gd name="connsiteX67" fmla="*/ 145132 w 2414454"/>
              <a:gd name="connsiteY67" fmla="*/ 51397 h 170840"/>
              <a:gd name="connsiteX68" fmla="*/ 129026 w 2414454"/>
              <a:gd name="connsiteY68" fmla="*/ 57912 h 170840"/>
              <a:gd name="connsiteX69" fmla="*/ 125135 w 2414454"/>
              <a:gd name="connsiteY69" fmla="*/ 63613 h 170840"/>
              <a:gd name="connsiteX70" fmla="*/ 122963 w 2414454"/>
              <a:gd name="connsiteY70" fmla="*/ 70399 h 170840"/>
              <a:gd name="connsiteX71" fmla="*/ 121968 w 2414454"/>
              <a:gd name="connsiteY71" fmla="*/ 77819 h 170840"/>
              <a:gd name="connsiteX72" fmla="*/ 121787 w 2414454"/>
              <a:gd name="connsiteY72" fmla="*/ 85420 h 170840"/>
              <a:gd name="connsiteX73" fmla="*/ 121968 w 2414454"/>
              <a:gd name="connsiteY73" fmla="*/ 93021 h 170840"/>
              <a:gd name="connsiteX74" fmla="*/ 122963 w 2414454"/>
              <a:gd name="connsiteY74" fmla="*/ 100441 h 170840"/>
              <a:gd name="connsiteX75" fmla="*/ 125135 w 2414454"/>
              <a:gd name="connsiteY75" fmla="*/ 107318 h 170840"/>
              <a:gd name="connsiteX76" fmla="*/ 129026 w 2414454"/>
              <a:gd name="connsiteY76" fmla="*/ 112928 h 170840"/>
              <a:gd name="connsiteX77" fmla="*/ 145132 w 2414454"/>
              <a:gd name="connsiteY77" fmla="*/ 119443 h 170840"/>
              <a:gd name="connsiteX78" fmla="*/ 161420 w 2414454"/>
              <a:gd name="connsiteY78" fmla="*/ 112928 h 170840"/>
              <a:gd name="connsiteX79" fmla="*/ 165221 w 2414454"/>
              <a:gd name="connsiteY79" fmla="*/ 107318 h 170840"/>
              <a:gd name="connsiteX80" fmla="*/ 167392 w 2414454"/>
              <a:gd name="connsiteY80" fmla="*/ 100441 h 170840"/>
              <a:gd name="connsiteX81" fmla="*/ 168297 w 2414454"/>
              <a:gd name="connsiteY81" fmla="*/ 93021 h 170840"/>
              <a:gd name="connsiteX82" fmla="*/ 168478 w 2414454"/>
              <a:gd name="connsiteY82" fmla="*/ 85420 h 170840"/>
              <a:gd name="connsiteX83" fmla="*/ 168297 w 2414454"/>
              <a:gd name="connsiteY83" fmla="*/ 77819 h 170840"/>
              <a:gd name="connsiteX84" fmla="*/ 167392 w 2414454"/>
              <a:gd name="connsiteY84" fmla="*/ 70399 h 170840"/>
              <a:gd name="connsiteX85" fmla="*/ 165221 w 2414454"/>
              <a:gd name="connsiteY85" fmla="*/ 63613 h 170840"/>
              <a:gd name="connsiteX86" fmla="*/ 161420 w 2414454"/>
              <a:gd name="connsiteY86" fmla="*/ 57912 h 170840"/>
              <a:gd name="connsiteX87" fmla="*/ 145132 w 2414454"/>
              <a:gd name="connsiteY87" fmla="*/ 51397 h 170840"/>
              <a:gd name="connsiteX88" fmla="*/ 2031082 w 2414454"/>
              <a:gd name="connsiteY88" fmla="*/ 51035 h 170840"/>
              <a:gd name="connsiteX89" fmla="*/ 2018414 w 2414454"/>
              <a:gd name="connsiteY89" fmla="*/ 54632 h 170840"/>
              <a:gd name="connsiteX90" fmla="*/ 2010270 w 2414454"/>
              <a:gd name="connsiteY90" fmla="*/ 64342 h 170840"/>
              <a:gd name="connsiteX91" fmla="*/ 2008280 w 2414454"/>
              <a:gd name="connsiteY91" fmla="*/ 70814 h 170840"/>
              <a:gd name="connsiteX92" fmla="*/ 2007556 w 2414454"/>
              <a:gd name="connsiteY92" fmla="*/ 79086 h 170840"/>
              <a:gd name="connsiteX93" fmla="*/ 2054609 w 2414454"/>
              <a:gd name="connsiteY93" fmla="*/ 79086 h 170840"/>
              <a:gd name="connsiteX94" fmla="*/ 2054247 w 2414454"/>
              <a:gd name="connsiteY94" fmla="*/ 74410 h 170840"/>
              <a:gd name="connsiteX95" fmla="*/ 2053795 w 2414454"/>
              <a:gd name="connsiteY95" fmla="*/ 70815 h 170840"/>
              <a:gd name="connsiteX96" fmla="*/ 2053071 w 2414454"/>
              <a:gd name="connsiteY96" fmla="*/ 67669 h 170840"/>
              <a:gd name="connsiteX97" fmla="*/ 2051894 w 2414454"/>
              <a:gd name="connsiteY97" fmla="*/ 64342 h 170840"/>
              <a:gd name="connsiteX98" fmla="*/ 2043750 w 2414454"/>
              <a:gd name="connsiteY98" fmla="*/ 54632 h 170840"/>
              <a:gd name="connsiteX99" fmla="*/ 2031082 w 2414454"/>
              <a:gd name="connsiteY99" fmla="*/ 51035 h 170840"/>
              <a:gd name="connsiteX100" fmla="*/ 630907 w 2414454"/>
              <a:gd name="connsiteY100" fmla="*/ 51035 h 170840"/>
              <a:gd name="connsiteX101" fmla="*/ 618239 w 2414454"/>
              <a:gd name="connsiteY101" fmla="*/ 54632 h 170840"/>
              <a:gd name="connsiteX102" fmla="*/ 610095 w 2414454"/>
              <a:gd name="connsiteY102" fmla="*/ 64342 h 170840"/>
              <a:gd name="connsiteX103" fmla="*/ 608104 w 2414454"/>
              <a:gd name="connsiteY103" fmla="*/ 70814 h 170840"/>
              <a:gd name="connsiteX104" fmla="*/ 607381 w 2414454"/>
              <a:gd name="connsiteY104" fmla="*/ 79086 h 170840"/>
              <a:gd name="connsiteX105" fmla="*/ 654434 w 2414454"/>
              <a:gd name="connsiteY105" fmla="*/ 79086 h 170840"/>
              <a:gd name="connsiteX106" fmla="*/ 654072 w 2414454"/>
              <a:gd name="connsiteY106" fmla="*/ 74410 h 170840"/>
              <a:gd name="connsiteX107" fmla="*/ 653620 w 2414454"/>
              <a:gd name="connsiteY107" fmla="*/ 70815 h 170840"/>
              <a:gd name="connsiteX108" fmla="*/ 652896 w 2414454"/>
              <a:gd name="connsiteY108" fmla="*/ 67669 h 170840"/>
              <a:gd name="connsiteX109" fmla="*/ 651720 w 2414454"/>
              <a:gd name="connsiteY109" fmla="*/ 64342 h 170840"/>
              <a:gd name="connsiteX110" fmla="*/ 643576 w 2414454"/>
              <a:gd name="connsiteY110" fmla="*/ 54632 h 170840"/>
              <a:gd name="connsiteX111" fmla="*/ 630907 w 2414454"/>
              <a:gd name="connsiteY111" fmla="*/ 51035 h 170840"/>
              <a:gd name="connsiteX112" fmla="*/ 2337540 w 2414454"/>
              <a:gd name="connsiteY112" fmla="*/ 40900 h 170840"/>
              <a:gd name="connsiteX113" fmla="*/ 2351656 w 2414454"/>
              <a:gd name="connsiteY113" fmla="*/ 40900 h 170840"/>
              <a:gd name="connsiteX114" fmla="*/ 2376087 w 2414454"/>
              <a:gd name="connsiteY114" fmla="*/ 112385 h 170840"/>
              <a:gd name="connsiteX115" fmla="*/ 2400338 w 2414454"/>
              <a:gd name="connsiteY115" fmla="*/ 40900 h 170840"/>
              <a:gd name="connsiteX116" fmla="*/ 2414454 w 2414454"/>
              <a:gd name="connsiteY116" fmla="*/ 40900 h 170840"/>
              <a:gd name="connsiteX117" fmla="*/ 2373916 w 2414454"/>
              <a:gd name="connsiteY117" fmla="*/ 151476 h 170840"/>
              <a:gd name="connsiteX118" fmla="*/ 2367582 w 2414454"/>
              <a:gd name="connsiteY118" fmla="*/ 161973 h 170840"/>
              <a:gd name="connsiteX119" fmla="*/ 2359438 w 2414454"/>
              <a:gd name="connsiteY119" fmla="*/ 166768 h 170840"/>
              <a:gd name="connsiteX120" fmla="*/ 2350208 w 2414454"/>
              <a:gd name="connsiteY120" fmla="*/ 168126 h 170840"/>
              <a:gd name="connsiteX121" fmla="*/ 2344598 w 2414454"/>
              <a:gd name="connsiteY121" fmla="*/ 168126 h 170840"/>
              <a:gd name="connsiteX122" fmla="*/ 2344598 w 2414454"/>
              <a:gd name="connsiteY122" fmla="*/ 156543 h 170840"/>
              <a:gd name="connsiteX123" fmla="*/ 2348579 w 2414454"/>
              <a:gd name="connsiteY123" fmla="*/ 156543 h 170840"/>
              <a:gd name="connsiteX124" fmla="*/ 2358171 w 2414454"/>
              <a:gd name="connsiteY124" fmla="*/ 154100 h 170840"/>
              <a:gd name="connsiteX125" fmla="*/ 2363238 w 2414454"/>
              <a:gd name="connsiteY125" fmla="*/ 145504 h 170840"/>
              <a:gd name="connsiteX126" fmla="*/ 2369572 w 2414454"/>
              <a:gd name="connsiteY126" fmla="*/ 128130 h 170840"/>
              <a:gd name="connsiteX127" fmla="*/ 2247062 w 2414454"/>
              <a:gd name="connsiteY127" fmla="*/ 40900 h 170840"/>
              <a:gd name="connsiteX128" fmla="*/ 2260092 w 2414454"/>
              <a:gd name="connsiteY128" fmla="*/ 40900 h 170840"/>
              <a:gd name="connsiteX129" fmla="*/ 2260092 w 2414454"/>
              <a:gd name="connsiteY129" fmla="*/ 129940 h 170840"/>
              <a:gd name="connsiteX130" fmla="*/ 2247062 w 2414454"/>
              <a:gd name="connsiteY130" fmla="*/ 129940 h 170840"/>
              <a:gd name="connsiteX131" fmla="*/ 1899390 w 2414454"/>
              <a:gd name="connsiteY131" fmla="*/ 40900 h 170840"/>
              <a:gd name="connsiteX132" fmla="*/ 1913506 w 2414454"/>
              <a:gd name="connsiteY132" fmla="*/ 40900 h 170840"/>
              <a:gd name="connsiteX133" fmla="*/ 1937756 w 2414454"/>
              <a:gd name="connsiteY133" fmla="*/ 112385 h 170840"/>
              <a:gd name="connsiteX134" fmla="*/ 1962188 w 2414454"/>
              <a:gd name="connsiteY134" fmla="*/ 40900 h 170840"/>
              <a:gd name="connsiteX135" fmla="*/ 1976304 w 2414454"/>
              <a:gd name="connsiteY135" fmla="*/ 40900 h 170840"/>
              <a:gd name="connsiteX136" fmla="*/ 1943548 w 2414454"/>
              <a:gd name="connsiteY136" fmla="*/ 129940 h 170840"/>
              <a:gd name="connsiteX137" fmla="*/ 1931965 w 2414454"/>
              <a:gd name="connsiteY137" fmla="*/ 129940 h 170840"/>
              <a:gd name="connsiteX138" fmla="*/ 1875587 w 2414454"/>
              <a:gd name="connsiteY138" fmla="*/ 40900 h 170840"/>
              <a:gd name="connsiteX139" fmla="*/ 1888617 w 2414454"/>
              <a:gd name="connsiteY139" fmla="*/ 40900 h 170840"/>
              <a:gd name="connsiteX140" fmla="*/ 1888617 w 2414454"/>
              <a:gd name="connsiteY140" fmla="*/ 129940 h 170840"/>
              <a:gd name="connsiteX141" fmla="*/ 1875587 w 2414454"/>
              <a:gd name="connsiteY141" fmla="*/ 129940 h 170840"/>
              <a:gd name="connsiteX142" fmla="*/ 999287 w 2414454"/>
              <a:gd name="connsiteY142" fmla="*/ 40900 h 170840"/>
              <a:gd name="connsiteX143" fmla="*/ 1012317 w 2414454"/>
              <a:gd name="connsiteY143" fmla="*/ 40900 h 170840"/>
              <a:gd name="connsiteX144" fmla="*/ 1012317 w 2414454"/>
              <a:gd name="connsiteY144" fmla="*/ 129940 h 170840"/>
              <a:gd name="connsiteX145" fmla="*/ 999287 w 2414454"/>
              <a:gd name="connsiteY145" fmla="*/ 129940 h 170840"/>
              <a:gd name="connsiteX146" fmla="*/ 451590 w 2414454"/>
              <a:gd name="connsiteY146" fmla="*/ 40900 h 170840"/>
              <a:gd name="connsiteX147" fmla="*/ 465706 w 2414454"/>
              <a:gd name="connsiteY147" fmla="*/ 40900 h 170840"/>
              <a:gd name="connsiteX148" fmla="*/ 486156 w 2414454"/>
              <a:gd name="connsiteY148" fmla="*/ 112385 h 170840"/>
              <a:gd name="connsiteX149" fmla="*/ 509502 w 2414454"/>
              <a:gd name="connsiteY149" fmla="*/ 40900 h 170840"/>
              <a:gd name="connsiteX150" fmla="*/ 520722 w 2414454"/>
              <a:gd name="connsiteY150" fmla="*/ 40900 h 170840"/>
              <a:gd name="connsiteX151" fmla="*/ 544249 w 2414454"/>
              <a:gd name="connsiteY151" fmla="*/ 112385 h 170840"/>
              <a:gd name="connsiteX152" fmla="*/ 564518 w 2414454"/>
              <a:gd name="connsiteY152" fmla="*/ 40900 h 170840"/>
              <a:gd name="connsiteX153" fmla="*/ 578634 w 2414454"/>
              <a:gd name="connsiteY153" fmla="*/ 40900 h 170840"/>
              <a:gd name="connsiteX154" fmla="*/ 550583 w 2414454"/>
              <a:gd name="connsiteY154" fmla="*/ 129940 h 170840"/>
              <a:gd name="connsiteX155" fmla="*/ 538458 w 2414454"/>
              <a:gd name="connsiteY155" fmla="*/ 129940 h 170840"/>
              <a:gd name="connsiteX156" fmla="*/ 515112 w 2414454"/>
              <a:gd name="connsiteY156" fmla="*/ 60808 h 170840"/>
              <a:gd name="connsiteX157" fmla="*/ 491947 w 2414454"/>
              <a:gd name="connsiteY157" fmla="*/ 129940 h 170840"/>
              <a:gd name="connsiteX158" fmla="*/ 479822 w 2414454"/>
              <a:gd name="connsiteY158" fmla="*/ 129940 h 170840"/>
              <a:gd name="connsiteX159" fmla="*/ 207807 w 2414454"/>
              <a:gd name="connsiteY159" fmla="*/ 40900 h 170840"/>
              <a:gd name="connsiteX160" fmla="*/ 220837 w 2414454"/>
              <a:gd name="connsiteY160" fmla="*/ 40900 h 170840"/>
              <a:gd name="connsiteX161" fmla="*/ 220837 w 2414454"/>
              <a:gd name="connsiteY161" fmla="*/ 95736 h 170840"/>
              <a:gd name="connsiteX162" fmla="*/ 226628 w 2414454"/>
              <a:gd name="connsiteY162" fmla="*/ 113562 h 170840"/>
              <a:gd name="connsiteX163" fmla="*/ 242554 w 2414454"/>
              <a:gd name="connsiteY163" fmla="*/ 119443 h 170840"/>
              <a:gd name="connsiteX164" fmla="*/ 258751 w 2414454"/>
              <a:gd name="connsiteY164" fmla="*/ 113471 h 170840"/>
              <a:gd name="connsiteX165" fmla="*/ 264814 w 2414454"/>
              <a:gd name="connsiteY165" fmla="*/ 95736 h 170840"/>
              <a:gd name="connsiteX166" fmla="*/ 264814 w 2414454"/>
              <a:gd name="connsiteY166" fmla="*/ 40900 h 170840"/>
              <a:gd name="connsiteX167" fmla="*/ 277844 w 2414454"/>
              <a:gd name="connsiteY167" fmla="*/ 40900 h 170840"/>
              <a:gd name="connsiteX168" fmla="*/ 277844 w 2414454"/>
              <a:gd name="connsiteY168" fmla="*/ 129940 h 170840"/>
              <a:gd name="connsiteX169" fmla="*/ 264995 w 2414454"/>
              <a:gd name="connsiteY169" fmla="*/ 129940 h 170840"/>
              <a:gd name="connsiteX170" fmla="*/ 264995 w 2414454"/>
              <a:gd name="connsiteY170" fmla="*/ 119986 h 170840"/>
              <a:gd name="connsiteX171" fmla="*/ 253865 w 2414454"/>
              <a:gd name="connsiteY171" fmla="*/ 128221 h 170840"/>
              <a:gd name="connsiteX172" fmla="*/ 239839 w 2414454"/>
              <a:gd name="connsiteY172" fmla="*/ 131026 h 170840"/>
              <a:gd name="connsiteX173" fmla="*/ 216856 w 2414454"/>
              <a:gd name="connsiteY173" fmla="*/ 122701 h 170840"/>
              <a:gd name="connsiteX174" fmla="*/ 209979 w 2414454"/>
              <a:gd name="connsiteY174" fmla="*/ 111752 h 170840"/>
              <a:gd name="connsiteX175" fmla="*/ 207807 w 2414454"/>
              <a:gd name="connsiteY175" fmla="*/ 97726 h 170840"/>
              <a:gd name="connsiteX176" fmla="*/ 2189569 w 2414454"/>
              <a:gd name="connsiteY176" fmla="*/ 39814 h 170840"/>
              <a:gd name="connsiteX177" fmla="*/ 2207395 w 2414454"/>
              <a:gd name="connsiteY177" fmla="*/ 42205 h 170840"/>
              <a:gd name="connsiteX178" fmla="*/ 2221601 w 2414454"/>
              <a:gd name="connsiteY178" fmla="*/ 49564 h 170840"/>
              <a:gd name="connsiteX179" fmla="*/ 2213096 w 2414454"/>
              <a:gd name="connsiteY179" fmla="*/ 58093 h 170840"/>
              <a:gd name="connsiteX180" fmla="*/ 2202328 w 2414454"/>
              <a:gd name="connsiteY180" fmla="*/ 52754 h 170840"/>
              <a:gd name="connsiteX181" fmla="*/ 2189388 w 2414454"/>
              <a:gd name="connsiteY181" fmla="*/ 51035 h 170840"/>
              <a:gd name="connsiteX182" fmla="*/ 2174548 w 2414454"/>
              <a:gd name="connsiteY182" fmla="*/ 54900 h 170840"/>
              <a:gd name="connsiteX183" fmla="*/ 2169480 w 2414454"/>
              <a:gd name="connsiteY183" fmla="*/ 65598 h 170840"/>
              <a:gd name="connsiteX184" fmla="*/ 2173010 w 2414454"/>
              <a:gd name="connsiteY184" fmla="*/ 74589 h 170840"/>
              <a:gd name="connsiteX185" fmla="*/ 2185044 w 2414454"/>
              <a:gd name="connsiteY185" fmla="*/ 78543 h 170840"/>
              <a:gd name="connsiteX186" fmla="*/ 2199342 w 2414454"/>
              <a:gd name="connsiteY186" fmla="*/ 79810 h 170840"/>
              <a:gd name="connsiteX187" fmla="*/ 2210019 w 2414454"/>
              <a:gd name="connsiteY187" fmla="*/ 81801 h 170840"/>
              <a:gd name="connsiteX188" fmla="*/ 2218344 w 2414454"/>
              <a:gd name="connsiteY188" fmla="*/ 86144 h 170840"/>
              <a:gd name="connsiteX189" fmla="*/ 2223683 w 2414454"/>
              <a:gd name="connsiteY189" fmla="*/ 93383 h 170840"/>
              <a:gd name="connsiteX190" fmla="*/ 2225583 w 2414454"/>
              <a:gd name="connsiteY190" fmla="*/ 103880 h 170840"/>
              <a:gd name="connsiteX191" fmla="*/ 2222959 w 2414454"/>
              <a:gd name="connsiteY191" fmla="*/ 115372 h 170840"/>
              <a:gd name="connsiteX192" fmla="*/ 2215539 w 2414454"/>
              <a:gd name="connsiteY192" fmla="*/ 123877 h 170840"/>
              <a:gd name="connsiteX193" fmla="*/ 2204137 w 2414454"/>
              <a:gd name="connsiteY193" fmla="*/ 129216 h 170840"/>
              <a:gd name="connsiteX194" fmla="*/ 2189388 w 2414454"/>
              <a:gd name="connsiteY194" fmla="*/ 131026 h 170840"/>
              <a:gd name="connsiteX195" fmla="*/ 2169119 w 2414454"/>
              <a:gd name="connsiteY195" fmla="*/ 128130 h 170840"/>
              <a:gd name="connsiteX196" fmla="*/ 2152831 w 2414454"/>
              <a:gd name="connsiteY196" fmla="*/ 118177 h 170840"/>
              <a:gd name="connsiteX197" fmla="*/ 2161518 w 2414454"/>
              <a:gd name="connsiteY197" fmla="*/ 109490 h 170840"/>
              <a:gd name="connsiteX198" fmla="*/ 2173824 w 2414454"/>
              <a:gd name="connsiteY198" fmla="*/ 117453 h 170840"/>
              <a:gd name="connsiteX199" fmla="*/ 2189207 w 2414454"/>
              <a:gd name="connsiteY199" fmla="*/ 119805 h 170840"/>
              <a:gd name="connsiteX200" fmla="*/ 2206580 w 2414454"/>
              <a:gd name="connsiteY200" fmla="*/ 115914 h 170840"/>
              <a:gd name="connsiteX201" fmla="*/ 2212915 w 2414454"/>
              <a:gd name="connsiteY201" fmla="*/ 104061 h 170840"/>
              <a:gd name="connsiteX202" fmla="*/ 2209386 w 2414454"/>
              <a:gd name="connsiteY202" fmla="*/ 95012 h 170840"/>
              <a:gd name="connsiteX203" fmla="*/ 2198074 w 2414454"/>
              <a:gd name="connsiteY203" fmla="*/ 91030 h 170840"/>
              <a:gd name="connsiteX204" fmla="*/ 2183416 w 2414454"/>
              <a:gd name="connsiteY204" fmla="*/ 89764 h 170840"/>
              <a:gd name="connsiteX205" fmla="*/ 2163599 w 2414454"/>
              <a:gd name="connsiteY205" fmla="*/ 82796 h 170840"/>
              <a:gd name="connsiteX206" fmla="*/ 2156812 w 2414454"/>
              <a:gd name="connsiteY206" fmla="*/ 65875 h 170840"/>
              <a:gd name="connsiteX207" fmla="*/ 2159256 w 2414454"/>
              <a:gd name="connsiteY207" fmla="*/ 54926 h 170840"/>
              <a:gd name="connsiteX208" fmla="*/ 2166042 w 2414454"/>
              <a:gd name="connsiteY208" fmla="*/ 46782 h 170840"/>
              <a:gd name="connsiteX209" fmla="*/ 2176448 w 2414454"/>
              <a:gd name="connsiteY209" fmla="*/ 41624 h 170840"/>
              <a:gd name="connsiteX210" fmla="*/ 2189569 w 2414454"/>
              <a:gd name="connsiteY210" fmla="*/ 39814 h 170840"/>
              <a:gd name="connsiteX211" fmla="*/ 2123142 w 2414454"/>
              <a:gd name="connsiteY211" fmla="*/ 39814 h 170840"/>
              <a:gd name="connsiteX212" fmla="*/ 2134634 w 2414454"/>
              <a:gd name="connsiteY212" fmla="*/ 41624 h 170840"/>
              <a:gd name="connsiteX213" fmla="*/ 2144496 w 2414454"/>
              <a:gd name="connsiteY213" fmla="*/ 48139 h 170840"/>
              <a:gd name="connsiteX214" fmla="*/ 2134905 w 2414454"/>
              <a:gd name="connsiteY214" fmla="*/ 57912 h 170840"/>
              <a:gd name="connsiteX215" fmla="*/ 2128028 w 2414454"/>
              <a:gd name="connsiteY215" fmla="*/ 52845 h 170840"/>
              <a:gd name="connsiteX216" fmla="*/ 2119522 w 2414454"/>
              <a:gd name="connsiteY216" fmla="*/ 51397 h 170840"/>
              <a:gd name="connsiteX217" fmla="*/ 2110654 w 2414454"/>
              <a:gd name="connsiteY217" fmla="*/ 53207 h 170840"/>
              <a:gd name="connsiteX218" fmla="*/ 2103958 w 2414454"/>
              <a:gd name="connsiteY218" fmla="*/ 58274 h 170840"/>
              <a:gd name="connsiteX219" fmla="*/ 2099705 w 2414454"/>
              <a:gd name="connsiteY219" fmla="*/ 65875 h 170840"/>
              <a:gd name="connsiteX220" fmla="*/ 2098167 w 2414454"/>
              <a:gd name="connsiteY220" fmla="*/ 75286 h 170840"/>
              <a:gd name="connsiteX221" fmla="*/ 2098167 w 2414454"/>
              <a:gd name="connsiteY221" fmla="*/ 129940 h 170840"/>
              <a:gd name="connsiteX222" fmla="*/ 2085137 w 2414454"/>
              <a:gd name="connsiteY222" fmla="*/ 129940 h 170840"/>
              <a:gd name="connsiteX223" fmla="*/ 2085137 w 2414454"/>
              <a:gd name="connsiteY223" fmla="*/ 40900 h 170840"/>
              <a:gd name="connsiteX224" fmla="*/ 2098167 w 2414454"/>
              <a:gd name="connsiteY224" fmla="*/ 40900 h 170840"/>
              <a:gd name="connsiteX225" fmla="*/ 2098167 w 2414454"/>
              <a:gd name="connsiteY225" fmla="*/ 51759 h 170840"/>
              <a:gd name="connsiteX226" fmla="*/ 2108573 w 2414454"/>
              <a:gd name="connsiteY226" fmla="*/ 42982 h 170840"/>
              <a:gd name="connsiteX227" fmla="*/ 2123142 w 2414454"/>
              <a:gd name="connsiteY227" fmla="*/ 39814 h 170840"/>
              <a:gd name="connsiteX228" fmla="*/ 2031082 w 2414454"/>
              <a:gd name="connsiteY228" fmla="*/ 39814 h 170840"/>
              <a:gd name="connsiteX229" fmla="*/ 2058048 w 2414454"/>
              <a:gd name="connsiteY229" fmla="*/ 51397 h 170840"/>
              <a:gd name="connsiteX230" fmla="*/ 2067640 w 2414454"/>
              <a:gd name="connsiteY230" fmla="*/ 82887 h 170840"/>
              <a:gd name="connsiteX231" fmla="*/ 2067640 w 2414454"/>
              <a:gd name="connsiteY231" fmla="*/ 88859 h 170840"/>
              <a:gd name="connsiteX232" fmla="*/ 2007556 w 2414454"/>
              <a:gd name="connsiteY232" fmla="*/ 88859 h 170840"/>
              <a:gd name="connsiteX233" fmla="*/ 2014252 w 2414454"/>
              <a:gd name="connsiteY233" fmla="*/ 111704 h 170840"/>
              <a:gd name="connsiteX234" fmla="*/ 2033797 w 2414454"/>
              <a:gd name="connsiteY234" fmla="*/ 119805 h 170840"/>
              <a:gd name="connsiteX235" fmla="*/ 2046737 w 2414454"/>
              <a:gd name="connsiteY235" fmla="*/ 117362 h 170840"/>
              <a:gd name="connsiteX236" fmla="*/ 2057143 w 2414454"/>
              <a:gd name="connsiteY236" fmla="*/ 109671 h 170840"/>
              <a:gd name="connsiteX237" fmla="*/ 2066010 w 2414454"/>
              <a:gd name="connsiteY237" fmla="*/ 117453 h 170840"/>
              <a:gd name="connsiteX238" fmla="*/ 2059224 w 2414454"/>
              <a:gd name="connsiteY238" fmla="*/ 123367 h 170840"/>
              <a:gd name="connsiteX239" fmla="*/ 2052076 w 2414454"/>
              <a:gd name="connsiteY239" fmla="*/ 127552 h 170840"/>
              <a:gd name="connsiteX240" fmla="*/ 2043660 w 2414454"/>
              <a:gd name="connsiteY240" fmla="*/ 130135 h 170840"/>
              <a:gd name="connsiteX241" fmla="*/ 2033435 w 2414454"/>
              <a:gd name="connsiteY241" fmla="*/ 131026 h 170840"/>
              <a:gd name="connsiteX242" fmla="*/ 2017419 w 2414454"/>
              <a:gd name="connsiteY242" fmla="*/ 128311 h 170840"/>
              <a:gd name="connsiteX243" fmla="*/ 2005203 w 2414454"/>
              <a:gd name="connsiteY243" fmla="*/ 119986 h 170840"/>
              <a:gd name="connsiteX244" fmla="*/ 1997331 w 2414454"/>
              <a:gd name="connsiteY244" fmla="*/ 105780 h 170840"/>
              <a:gd name="connsiteX245" fmla="*/ 1994525 w 2414454"/>
              <a:gd name="connsiteY245" fmla="*/ 85420 h 170840"/>
              <a:gd name="connsiteX246" fmla="*/ 2004298 w 2414454"/>
              <a:gd name="connsiteY246" fmla="*/ 51759 h 170840"/>
              <a:gd name="connsiteX247" fmla="*/ 2031082 w 2414454"/>
              <a:gd name="connsiteY247" fmla="*/ 39814 h 170840"/>
              <a:gd name="connsiteX248" fmla="*/ 1808816 w 2414454"/>
              <a:gd name="connsiteY248" fmla="*/ 39814 h 170840"/>
              <a:gd name="connsiteX249" fmla="*/ 1831619 w 2414454"/>
              <a:gd name="connsiteY249" fmla="*/ 48139 h 170840"/>
              <a:gd name="connsiteX250" fmla="*/ 1840849 w 2414454"/>
              <a:gd name="connsiteY250" fmla="*/ 72933 h 170840"/>
              <a:gd name="connsiteX251" fmla="*/ 1840849 w 2414454"/>
              <a:gd name="connsiteY251" fmla="*/ 129940 h 170840"/>
              <a:gd name="connsiteX252" fmla="*/ 1827819 w 2414454"/>
              <a:gd name="connsiteY252" fmla="*/ 129940 h 170840"/>
              <a:gd name="connsiteX253" fmla="*/ 1827819 w 2414454"/>
              <a:gd name="connsiteY253" fmla="*/ 75105 h 170840"/>
              <a:gd name="connsiteX254" fmla="*/ 1821937 w 2414454"/>
              <a:gd name="connsiteY254" fmla="*/ 57279 h 170840"/>
              <a:gd name="connsiteX255" fmla="*/ 1805921 w 2414454"/>
              <a:gd name="connsiteY255" fmla="*/ 51397 h 170840"/>
              <a:gd name="connsiteX256" fmla="*/ 1789814 w 2414454"/>
              <a:gd name="connsiteY256" fmla="*/ 57369 h 170840"/>
              <a:gd name="connsiteX257" fmla="*/ 1783842 w 2414454"/>
              <a:gd name="connsiteY257" fmla="*/ 75105 h 170840"/>
              <a:gd name="connsiteX258" fmla="*/ 1783842 w 2414454"/>
              <a:gd name="connsiteY258" fmla="*/ 129940 h 170840"/>
              <a:gd name="connsiteX259" fmla="*/ 1770812 w 2414454"/>
              <a:gd name="connsiteY259" fmla="*/ 129940 h 170840"/>
              <a:gd name="connsiteX260" fmla="*/ 1770812 w 2414454"/>
              <a:gd name="connsiteY260" fmla="*/ 40900 h 170840"/>
              <a:gd name="connsiteX261" fmla="*/ 1783842 w 2414454"/>
              <a:gd name="connsiteY261" fmla="*/ 40900 h 170840"/>
              <a:gd name="connsiteX262" fmla="*/ 1783842 w 2414454"/>
              <a:gd name="connsiteY262" fmla="*/ 50673 h 170840"/>
              <a:gd name="connsiteX263" fmla="*/ 1794882 w 2414454"/>
              <a:gd name="connsiteY263" fmla="*/ 42529 h 170840"/>
              <a:gd name="connsiteX264" fmla="*/ 1808816 w 2414454"/>
              <a:gd name="connsiteY264" fmla="*/ 39814 h 170840"/>
              <a:gd name="connsiteX265" fmla="*/ 1512932 w 2414454"/>
              <a:gd name="connsiteY265" fmla="*/ 39814 h 170840"/>
              <a:gd name="connsiteX266" fmla="*/ 1526415 w 2414454"/>
              <a:gd name="connsiteY266" fmla="*/ 42077 h 170840"/>
              <a:gd name="connsiteX267" fmla="*/ 1537906 w 2414454"/>
              <a:gd name="connsiteY267" fmla="*/ 51397 h 170840"/>
              <a:gd name="connsiteX268" fmla="*/ 1537906 w 2414454"/>
              <a:gd name="connsiteY268" fmla="*/ 40900 h 170840"/>
              <a:gd name="connsiteX269" fmla="*/ 1550756 w 2414454"/>
              <a:gd name="connsiteY269" fmla="*/ 40900 h 170840"/>
              <a:gd name="connsiteX270" fmla="*/ 1550756 w 2414454"/>
              <a:gd name="connsiteY270" fmla="*/ 132655 h 170840"/>
              <a:gd name="connsiteX271" fmla="*/ 1548222 w 2414454"/>
              <a:gd name="connsiteY271" fmla="*/ 147947 h 170840"/>
              <a:gd name="connsiteX272" fmla="*/ 1540983 w 2414454"/>
              <a:gd name="connsiteY272" fmla="*/ 159982 h 170840"/>
              <a:gd name="connsiteX273" fmla="*/ 1529310 w 2414454"/>
              <a:gd name="connsiteY273" fmla="*/ 167945 h 170840"/>
              <a:gd name="connsiteX274" fmla="*/ 1513656 w 2414454"/>
              <a:gd name="connsiteY274" fmla="*/ 170840 h 170840"/>
              <a:gd name="connsiteX275" fmla="*/ 1504607 w 2414454"/>
              <a:gd name="connsiteY275" fmla="*/ 170217 h 170840"/>
              <a:gd name="connsiteX276" fmla="*/ 1497097 w 2414454"/>
              <a:gd name="connsiteY276" fmla="*/ 168168 h 170840"/>
              <a:gd name="connsiteX277" fmla="*/ 1490220 w 2414454"/>
              <a:gd name="connsiteY277" fmla="*/ 164518 h 170840"/>
              <a:gd name="connsiteX278" fmla="*/ 1483433 w 2414454"/>
              <a:gd name="connsiteY278" fmla="*/ 159077 h 170840"/>
              <a:gd name="connsiteX279" fmla="*/ 1491939 w 2414454"/>
              <a:gd name="connsiteY279" fmla="*/ 150752 h 170840"/>
              <a:gd name="connsiteX280" fmla="*/ 1496554 w 2414454"/>
              <a:gd name="connsiteY280" fmla="*/ 154553 h 170840"/>
              <a:gd name="connsiteX281" fmla="*/ 1501259 w 2414454"/>
              <a:gd name="connsiteY281" fmla="*/ 157358 h 170840"/>
              <a:gd name="connsiteX282" fmla="*/ 1506598 w 2414454"/>
              <a:gd name="connsiteY282" fmla="*/ 159077 h 170840"/>
              <a:gd name="connsiteX283" fmla="*/ 1513294 w 2414454"/>
              <a:gd name="connsiteY283" fmla="*/ 159620 h 170840"/>
              <a:gd name="connsiteX284" fmla="*/ 1524424 w 2414454"/>
              <a:gd name="connsiteY284" fmla="*/ 157438 h 170840"/>
              <a:gd name="connsiteX285" fmla="*/ 1532025 w 2414454"/>
              <a:gd name="connsiteY285" fmla="*/ 151622 h 170840"/>
              <a:gd name="connsiteX286" fmla="*/ 1536368 w 2414454"/>
              <a:gd name="connsiteY286" fmla="*/ 142989 h 170840"/>
              <a:gd name="connsiteX287" fmla="*/ 1537726 w 2414454"/>
              <a:gd name="connsiteY287" fmla="*/ 132174 h 170840"/>
              <a:gd name="connsiteX288" fmla="*/ 1537726 w 2414454"/>
              <a:gd name="connsiteY288" fmla="*/ 118177 h 170840"/>
              <a:gd name="connsiteX289" fmla="*/ 1526143 w 2414454"/>
              <a:gd name="connsiteY289" fmla="*/ 127406 h 170840"/>
              <a:gd name="connsiteX290" fmla="*/ 1512751 w 2414454"/>
              <a:gd name="connsiteY290" fmla="*/ 129759 h 170840"/>
              <a:gd name="connsiteX291" fmla="*/ 1500354 w 2414454"/>
              <a:gd name="connsiteY291" fmla="*/ 127587 h 170840"/>
              <a:gd name="connsiteX292" fmla="*/ 1491215 w 2414454"/>
              <a:gd name="connsiteY292" fmla="*/ 121796 h 170840"/>
              <a:gd name="connsiteX293" fmla="*/ 1482438 w 2414454"/>
              <a:gd name="connsiteY293" fmla="*/ 105327 h 170840"/>
              <a:gd name="connsiteX294" fmla="*/ 1480356 w 2414454"/>
              <a:gd name="connsiteY294" fmla="*/ 84696 h 170840"/>
              <a:gd name="connsiteX295" fmla="*/ 1482438 w 2414454"/>
              <a:gd name="connsiteY295" fmla="*/ 64065 h 170840"/>
              <a:gd name="connsiteX296" fmla="*/ 1491215 w 2414454"/>
              <a:gd name="connsiteY296" fmla="*/ 47596 h 170840"/>
              <a:gd name="connsiteX297" fmla="*/ 1500445 w 2414454"/>
              <a:gd name="connsiteY297" fmla="*/ 41896 h 170840"/>
              <a:gd name="connsiteX298" fmla="*/ 1512932 w 2414454"/>
              <a:gd name="connsiteY298" fmla="*/ 39814 h 170840"/>
              <a:gd name="connsiteX299" fmla="*/ 1418292 w 2414454"/>
              <a:gd name="connsiteY299" fmla="*/ 39814 h 170840"/>
              <a:gd name="connsiteX300" fmla="*/ 1441094 w 2414454"/>
              <a:gd name="connsiteY300" fmla="*/ 48139 h 170840"/>
              <a:gd name="connsiteX301" fmla="*/ 1450324 w 2414454"/>
              <a:gd name="connsiteY301" fmla="*/ 72933 h 170840"/>
              <a:gd name="connsiteX302" fmla="*/ 1450324 w 2414454"/>
              <a:gd name="connsiteY302" fmla="*/ 129940 h 170840"/>
              <a:gd name="connsiteX303" fmla="*/ 1437294 w 2414454"/>
              <a:gd name="connsiteY303" fmla="*/ 129940 h 170840"/>
              <a:gd name="connsiteX304" fmla="*/ 1437294 w 2414454"/>
              <a:gd name="connsiteY304" fmla="*/ 75105 h 170840"/>
              <a:gd name="connsiteX305" fmla="*/ 1431412 w 2414454"/>
              <a:gd name="connsiteY305" fmla="*/ 57279 h 170840"/>
              <a:gd name="connsiteX306" fmla="*/ 1415396 w 2414454"/>
              <a:gd name="connsiteY306" fmla="*/ 51397 h 170840"/>
              <a:gd name="connsiteX307" fmla="*/ 1399289 w 2414454"/>
              <a:gd name="connsiteY307" fmla="*/ 57369 h 170840"/>
              <a:gd name="connsiteX308" fmla="*/ 1393317 w 2414454"/>
              <a:gd name="connsiteY308" fmla="*/ 75105 h 170840"/>
              <a:gd name="connsiteX309" fmla="*/ 1393317 w 2414454"/>
              <a:gd name="connsiteY309" fmla="*/ 129940 h 170840"/>
              <a:gd name="connsiteX310" fmla="*/ 1380287 w 2414454"/>
              <a:gd name="connsiteY310" fmla="*/ 129940 h 170840"/>
              <a:gd name="connsiteX311" fmla="*/ 1380287 w 2414454"/>
              <a:gd name="connsiteY311" fmla="*/ 40900 h 170840"/>
              <a:gd name="connsiteX312" fmla="*/ 1393317 w 2414454"/>
              <a:gd name="connsiteY312" fmla="*/ 40900 h 170840"/>
              <a:gd name="connsiteX313" fmla="*/ 1393317 w 2414454"/>
              <a:gd name="connsiteY313" fmla="*/ 50673 h 170840"/>
              <a:gd name="connsiteX314" fmla="*/ 1404356 w 2414454"/>
              <a:gd name="connsiteY314" fmla="*/ 42529 h 170840"/>
              <a:gd name="connsiteX315" fmla="*/ 1418292 w 2414454"/>
              <a:gd name="connsiteY315" fmla="*/ 39814 h 170840"/>
              <a:gd name="connsiteX316" fmla="*/ 1326232 w 2414454"/>
              <a:gd name="connsiteY316" fmla="*/ 39814 h 170840"/>
              <a:gd name="connsiteX317" fmla="*/ 1340710 w 2414454"/>
              <a:gd name="connsiteY317" fmla="*/ 42529 h 170840"/>
              <a:gd name="connsiteX318" fmla="*/ 1351750 w 2414454"/>
              <a:gd name="connsiteY318" fmla="*/ 49949 h 170840"/>
              <a:gd name="connsiteX319" fmla="*/ 1360527 w 2414454"/>
              <a:gd name="connsiteY319" fmla="*/ 65965 h 170840"/>
              <a:gd name="connsiteX320" fmla="*/ 1362608 w 2414454"/>
              <a:gd name="connsiteY320" fmla="*/ 85420 h 170840"/>
              <a:gd name="connsiteX321" fmla="*/ 1360527 w 2414454"/>
              <a:gd name="connsiteY321" fmla="*/ 104875 h 170840"/>
              <a:gd name="connsiteX322" fmla="*/ 1351750 w 2414454"/>
              <a:gd name="connsiteY322" fmla="*/ 120891 h 170840"/>
              <a:gd name="connsiteX323" fmla="*/ 1340710 w 2414454"/>
              <a:gd name="connsiteY323" fmla="*/ 128311 h 170840"/>
              <a:gd name="connsiteX324" fmla="*/ 1326232 w 2414454"/>
              <a:gd name="connsiteY324" fmla="*/ 131026 h 170840"/>
              <a:gd name="connsiteX325" fmla="*/ 1311754 w 2414454"/>
              <a:gd name="connsiteY325" fmla="*/ 128311 h 170840"/>
              <a:gd name="connsiteX326" fmla="*/ 1300715 w 2414454"/>
              <a:gd name="connsiteY326" fmla="*/ 120891 h 170840"/>
              <a:gd name="connsiteX327" fmla="*/ 1295195 w 2414454"/>
              <a:gd name="connsiteY327" fmla="*/ 113381 h 170840"/>
              <a:gd name="connsiteX328" fmla="*/ 1291938 w 2414454"/>
              <a:gd name="connsiteY328" fmla="*/ 104875 h 170840"/>
              <a:gd name="connsiteX329" fmla="*/ 1290309 w 2414454"/>
              <a:gd name="connsiteY329" fmla="*/ 95555 h 170840"/>
              <a:gd name="connsiteX330" fmla="*/ 1289856 w 2414454"/>
              <a:gd name="connsiteY330" fmla="*/ 85420 h 170840"/>
              <a:gd name="connsiteX331" fmla="*/ 1290309 w 2414454"/>
              <a:gd name="connsiteY331" fmla="*/ 75376 h 170840"/>
              <a:gd name="connsiteX332" fmla="*/ 1291938 w 2414454"/>
              <a:gd name="connsiteY332" fmla="*/ 65965 h 170840"/>
              <a:gd name="connsiteX333" fmla="*/ 1295195 w 2414454"/>
              <a:gd name="connsiteY333" fmla="*/ 57460 h 170840"/>
              <a:gd name="connsiteX334" fmla="*/ 1300715 w 2414454"/>
              <a:gd name="connsiteY334" fmla="*/ 49949 h 170840"/>
              <a:gd name="connsiteX335" fmla="*/ 1311754 w 2414454"/>
              <a:gd name="connsiteY335" fmla="*/ 42529 h 170840"/>
              <a:gd name="connsiteX336" fmla="*/ 1326232 w 2414454"/>
              <a:gd name="connsiteY336" fmla="*/ 39814 h 170840"/>
              <a:gd name="connsiteX337" fmla="*/ 1173832 w 2414454"/>
              <a:gd name="connsiteY337" fmla="*/ 39814 h 170840"/>
              <a:gd name="connsiteX338" fmla="*/ 1188310 w 2414454"/>
              <a:gd name="connsiteY338" fmla="*/ 42529 h 170840"/>
              <a:gd name="connsiteX339" fmla="*/ 1199350 w 2414454"/>
              <a:gd name="connsiteY339" fmla="*/ 49949 h 170840"/>
              <a:gd name="connsiteX340" fmla="*/ 1208127 w 2414454"/>
              <a:gd name="connsiteY340" fmla="*/ 65965 h 170840"/>
              <a:gd name="connsiteX341" fmla="*/ 1210208 w 2414454"/>
              <a:gd name="connsiteY341" fmla="*/ 85420 h 170840"/>
              <a:gd name="connsiteX342" fmla="*/ 1208127 w 2414454"/>
              <a:gd name="connsiteY342" fmla="*/ 104875 h 170840"/>
              <a:gd name="connsiteX343" fmla="*/ 1199350 w 2414454"/>
              <a:gd name="connsiteY343" fmla="*/ 120891 h 170840"/>
              <a:gd name="connsiteX344" fmla="*/ 1188310 w 2414454"/>
              <a:gd name="connsiteY344" fmla="*/ 128311 h 170840"/>
              <a:gd name="connsiteX345" fmla="*/ 1173832 w 2414454"/>
              <a:gd name="connsiteY345" fmla="*/ 131026 h 170840"/>
              <a:gd name="connsiteX346" fmla="*/ 1159354 w 2414454"/>
              <a:gd name="connsiteY346" fmla="*/ 128311 h 170840"/>
              <a:gd name="connsiteX347" fmla="*/ 1148315 w 2414454"/>
              <a:gd name="connsiteY347" fmla="*/ 120891 h 170840"/>
              <a:gd name="connsiteX348" fmla="*/ 1142795 w 2414454"/>
              <a:gd name="connsiteY348" fmla="*/ 113381 h 170840"/>
              <a:gd name="connsiteX349" fmla="*/ 1139538 w 2414454"/>
              <a:gd name="connsiteY349" fmla="*/ 104875 h 170840"/>
              <a:gd name="connsiteX350" fmla="*/ 1137909 w 2414454"/>
              <a:gd name="connsiteY350" fmla="*/ 95555 h 170840"/>
              <a:gd name="connsiteX351" fmla="*/ 1137456 w 2414454"/>
              <a:gd name="connsiteY351" fmla="*/ 85420 h 170840"/>
              <a:gd name="connsiteX352" fmla="*/ 1137909 w 2414454"/>
              <a:gd name="connsiteY352" fmla="*/ 75376 h 170840"/>
              <a:gd name="connsiteX353" fmla="*/ 1139538 w 2414454"/>
              <a:gd name="connsiteY353" fmla="*/ 65965 h 170840"/>
              <a:gd name="connsiteX354" fmla="*/ 1142795 w 2414454"/>
              <a:gd name="connsiteY354" fmla="*/ 57460 h 170840"/>
              <a:gd name="connsiteX355" fmla="*/ 1148315 w 2414454"/>
              <a:gd name="connsiteY355" fmla="*/ 49949 h 170840"/>
              <a:gd name="connsiteX356" fmla="*/ 1159354 w 2414454"/>
              <a:gd name="connsiteY356" fmla="*/ 42529 h 170840"/>
              <a:gd name="connsiteX357" fmla="*/ 1173832 w 2414454"/>
              <a:gd name="connsiteY357" fmla="*/ 39814 h 170840"/>
              <a:gd name="connsiteX358" fmla="*/ 1074782 w 2414454"/>
              <a:gd name="connsiteY358" fmla="*/ 39814 h 170840"/>
              <a:gd name="connsiteX359" fmla="*/ 1101657 w 2414454"/>
              <a:gd name="connsiteY359" fmla="*/ 47325 h 170840"/>
              <a:gd name="connsiteX360" fmla="*/ 1110434 w 2414454"/>
              <a:gd name="connsiteY360" fmla="*/ 69494 h 170840"/>
              <a:gd name="connsiteX361" fmla="*/ 1110434 w 2414454"/>
              <a:gd name="connsiteY361" fmla="*/ 129940 h 170840"/>
              <a:gd name="connsiteX362" fmla="*/ 1097404 w 2414454"/>
              <a:gd name="connsiteY362" fmla="*/ 129940 h 170840"/>
              <a:gd name="connsiteX363" fmla="*/ 1097404 w 2414454"/>
              <a:gd name="connsiteY363" fmla="*/ 121434 h 170840"/>
              <a:gd name="connsiteX364" fmla="*/ 1086274 w 2414454"/>
              <a:gd name="connsiteY364" fmla="*/ 128945 h 170840"/>
              <a:gd name="connsiteX365" fmla="*/ 1071705 w 2414454"/>
              <a:gd name="connsiteY365" fmla="*/ 131026 h 170840"/>
              <a:gd name="connsiteX366" fmla="*/ 1056594 w 2414454"/>
              <a:gd name="connsiteY366" fmla="*/ 129126 h 170840"/>
              <a:gd name="connsiteX367" fmla="*/ 1046550 w 2414454"/>
              <a:gd name="connsiteY367" fmla="*/ 122882 h 170840"/>
              <a:gd name="connsiteX368" fmla="*/ 1041573 w 2414454"/>
              <a:gd name="connsiteY368" fmla="*/ 114829 h 170840"/>
              <a:gd name="connsiteX369" fmla="*/ 1039854 w 2414454"/>
              <a:gd name="connsiteY369" fmla="*/ 104785 h 170840"/>
              <a:gd name="connsiteX370" fmla="*/ 1047726 w 2414454"/>
              <a:gd name="connsiteY370" fmla="*/ 86054 h 170840"/>
              <a:gd name="connsiteX371" fmla="*/ 1070620 w 2414454"/>
              <a:gd name="connsiteY371" fmla="*/ 79086 h 170840"/>
              <a:gd name="connsiteX372" fmla="*/ 1097404 w 2414454"/>
              <a:gd name="connsiteY372" fmla="*/ 79086 h 170840"/>
              <a:gd name="connsiteX373" fmla="*/ 1097404 w 2414454"/>
              <a:gd name="connsiteY373" fmla="*/ 70580 h 170840"/>
              <a:gd name="connsiteX374" fmla="*/ 1092156 w 2414454"/>
              <a:gd name="connsiteY374" fmla="*/ 55921 h 170840"/>
              <a:gd name="connsiteX375" fmla="*/ 1074601 w 2414454"/>
              <a:gd name="connsiteY375" fmla="*/ 51035 h 170840"/>
              <a:gd name="connsiteX376" fmla="*/ 1061028 w 2414454"/>
              <a:gd name="connsiteY376" fmla="*/ 53297 h 170840"/>
              <a:gd name="connsiteX377" fmla="*/ 1052160 w 2414454"/>
              <a:gd name="connsiteY377" fmla="*/ 61170 h 170840"/>
              <a:gd name="connsiteX378" fmla="*/ 1043292 w 2414454"/>
              <a:gd name="connsiteY378" fmla="*/ 53026 h 170840"/>
              <a:gd name="connsiteX379" fmla="*/ 1056594 w 2414454"/>
              <a:gd name="connsiteY379" fmla="*/ 42529 h 170840"/>
              <a:gd name="connsiteX380" fmla="*/ 1074782 w 2414454"/>
              <a:gd name="connsiteY380" fmla="*/ 39814 h 170840"/>
              <a:gd name="connsiteX381" fmla="*/ 722719 w 2414454"/>
              <a:gd name="connsiteY381" fmla="*/ 39814 h 170840"/>
              <a:gd name="connsiteX382" fmla="*/ 740545 w 2414454"/>
              <a:gd name="connsiteY382" fmla="*/ 42205 h 170840"/>
              <a:gd name="connsiteX383" fmla="*/ 754751 w 2414454"/>
              <a:gd name="connsiteY383" fmla="*/ 49564 h 170840"/>
              <a:gd name="connsiteX384" fmla="*/ 746246 w 2414454"/>
              <a:gd name="connsiteY384" fmla="*/ 58093 h 170840"/>
              <a:gd name="connsiteX385" fmla="*/ 735478 w 2414454"/>
              <a:gd name="connsiteY385" fmla="*/ 52754 h 170840"/>
              <a:gd name="connsiteX386" fmla="*/ 722538 w 2414454"/>
              <a:gd name="connsiteY386" fmla="*/ 51035 h 170840"/>
              <a:gd name="connsiteX387" fmla="*/ 707698 w 2414454"/>
              <a:gd name="connsiteY387" fmla="*/ 54900 h 170840"/>
              <a:gd name="connsiteX388" fmla="*/ 702631 w 2414454"/>
              <a:gd name="connsiteY388" fmla="*/ 65598 h 170840"/>
              <a:gd name="connsiteX389" fmla="*/ 706160 w 2414454"/>
              <a:gd name="connsiteY389" fmla="*/ 74589 h 170840"/>
              <a:gd name="connsiteX390" fmla="*/ 718194 w 2414454"/>
              <a:gd name="connsiteY390" fmla="*/ 78543 h 170840"/>
              <a:gd name="connsiteX391" fmla="*/ 732491 w 2414454"/>
              <a:gd name="connsiteY391" fmla="*/ 79810 h 170840"/>
              <a:gd name="connsiteX392" fmla="*/ 743169 w 2414454"/>
              <a:gd name="connsiteY392" fmla="*/ 81801 h 170840"/>
              <a:gd name="connsiteX393" fmla="*/ 751494 w 2414454"/>
              <a:gd name="connsiteY393" fmla="*/ 86144 h 170840"/>
              <a:gd name="connsiteX394" fmla="*/ 756833 w 2414454"/>
              <a:gd name="connsiteY394" fmla="*/ 93383 h 170840"/>
              <a:gd name="connsiteX395" fmla="*/ 758733 w 2414454"/>
              <a:gd name="connsiteY395" fmla="*/ 103880 h 170840"/>
              <a:gd name="connsiteX396" fmla="*/ 756109 w 2414454"/>
              <a:gd name="connsiteY396" fmla="*/ 115372 h 170840"/>
              <a:gd name="connsiteX397" fmla="*/ 748689 w 2414454"/>
              <a:gd name="connsiteY397" fmla="*/ 123877 h 170840"/>
              <a:gd name="connsiteX398" fmla="*/ 737287 w 2414454"/>
              <a:gd name="connsiteY398" fmla="*/ 129216 h 170840"/>
              <a:gd name="connsiteX399" fmla="*/ 722538 w 2414454"/>
              <a:gd name="connsiteY399" fmla="*/ 131026 h 170840"/>
              <a:gd name="connsiteX400" fmla="*/ 702269 w 2414454"/>
              <a:gd name="connsiteY400" fmla="*/ 128130 h 170840"/>
              <a:gd name="connsiteX401" fmla="*/ 685981 w 2414454"/>
              <a:gd name="connsiteY401" fmla="*/ 118177 h 170840"/>
              <a:gd name="connsiteX402" fmla="*/ 694668 w 2414454"/>
              <a:gd name="connsiteY402" fmla="*/ 109490 h 170840"/>
              <a:gd name="connsiteX403" fmla="*/ 706974 w 2414454"/>
              <a:gd name="connsiteY403" fmla="*/ 117453 h 170840"/>
              <a:gd name="connsiteX404" fmla="*/ 722357 w 2414454"/>
              <a:gd name="connsiteY404" fmla="*/ 119805 h 170840"/>
              <a:gd name="connsiteX405" fmla="*/ 739730 w 2414454"/>
              <a:gd name="connsiteY405" fmla="*/ 115914 h 170840"/>
              <a:gd name="connsiteX406" fmla="*/ 746065 w 2414454"/>
              <a:gd name="connsiteY406" fmla="*/ 104061 h 170840"/>
              <a:gd name="connsiteX407" fmla="*/ 742536 w 2414454"/>
              <a:gd name="connsiteY407" fmla="*/ 95012 h 170840"/>
              <a:gd name="connsiteX408" fmla="*/ 731225 w 2414454"/>
              <a:gd name="connsiteY408" fmla="*/ 91030 h 170840"/>
              <a:gd name="connsiteX409" fmla="*/ 716566 w 2414454"/>
              <a:gd name="connsiteY409" fmla="*/ 89764 h 170840"/>
              <a:gd name="connsiteX410" fmla="*/ 696749 w 2414454"/>
              <a:gd name="connsiteY410" fmla="*/ 82796 h 170840"/>
              <a:gd name="connsiteX411" fmla="*/ 689962 w 2414454"/>
              <a:gd name="connsiteY411" fmla="*/ 65875 h 170840"/>
              <a:gd name="connsiteX412" fmla="*/ 692406 w 2414454"/>
              <a:gd name="connsiteY412" fmla="*/ 54926 h 170840"/>
              <a:gd name="connsiteX413" fmla="*/ 699192 w 2414454"/>
              <a:gd name="connsiteY413" fmla="*/ 46782 h 170840"/>
              <a:gd name="connsiteX414" fmla="*/ 709598 w 2414454"/>
              <a:gd name="connsiteY414" fmla="*/ 41624 h 170840"/>
              <a:gd name="connsiteX415" fmla="*/ 722719 w 2414454"/>
              <a:gd name="connsiteY415" fmla="*/ 39814 h 170840"/>
              <a:gd name="connsiteX416" fmla="*/ 630907 w 2414454"/>
              <a:gd name="connsiteY416" fmla="*/ 39814 h 170840"/>
              <a:gd name="connsiteX417" fmla="*/ 657873 w 2414454"/>
              <a:gd name="connsiteY417" fmla="*/ 51397 h 170840"/>
              <a:gd name="connsiteX418" fmla="*/ 667464 w 2414454"/>
              <a:gd name="connsiteY418" fmla="*/ 82887 h 170840"/>
              <a:gd name="connsiteX419" fmla="*/ 667464 w 2414454"/>
              <a:gd name="connsiteY419" fmla="*/ 88859 h 170840"/>
              <a:gd name="connsiteX420" fmla="*/ 607381 w 2414454"/>
              <a:gd name="connsiteY420" fmla="*/ 88859 h 170840"/>
              <a:gd name="connsiteX421" fmla="*/ 614077 w 2414454"/>
              <a:gd name="connsiteY421" fmla="*/ 111704 h 170840"/>
              <a:gd name="connsiteX422" fmla="*/ 633622 w 2414454"/>
              <a:gd name="connsiteY422" fmla="*/ 119805 h 170840"/>
              <a:gd name="connsiteX423" fmla="*/ 646562 w 2414454"/>
              <a:gd name="connsiteY423" fmla="*/ 117362 h 170840"/>
              <a:gd name="connsiteX424" fmla="*/ 656968 w 2414454"/>
              <a:gd name="connsiteY424" fmla="*/ 109671 h 170840"/>
              <a:gd name="connsiteX425" fmla="*/ 665836 w 2414454"/>
              <a:gd name="connsiteY425" fmla="*/ 117453 h 170840"/>
              <a:gd name="connsiteX426" fmla="*/ 659049 w 2414454"/>
              <a:gd name="connsiteY426" fmla="*/ 123367 h 170840"/>
              <a:gd name="connsiteX427" fmla="*/ 651900 w 2414454"/>
              <a:gd name="connsiteY427" fmla="*/ 127552 h 170840"/>
              <a:gd name="connsiteX428" fmla="*/ 643485 w 2414454"/>
              <a:gd name="connsiteY428" fmla="*/ 130135 h 170840"/>
              <a:gd name="connsiteX429" fmla="*/ 633260 w 2414454"/>
              <a:gd name="connsiteY429" fmla="*/ 131026 h 170840"/>
              <a:gd name="connsiteX430" fmla="*/ 617244 w 2414454"/>
              <a:gd name="connsiteY430" fmla="*/ 128311 h 170840"/>
              <a:gd name="connsiteX431" fmla="*/ 605028 w 2414454"/>
              <a:gd name="connsiteY431" fmla="*/ 119986 h 170840"/>
              <a:gd name="connsiteX432" fmla="*/ 597156 w 2414454"/>
              <a:gd name="connsiteY432" fmla="*/ 105780 h 170840"/>
              <a:gd name="connsiteX433" fmla="*/ 594350 w 2414454"/>
              <a:gd name="connsiteY433" fmla="*/ 85420 h 170840"/>
              <a:gd name="connsiteX434" fmla="*/ 604123 w 2414454"/>
              <a:gd name="connsiteY434" fmla="*/ 51759 h 170840"/>
              <a:gd name="connsiteX435" fmla="*/ 630907 w 2414454"/>
              <a:gd name="connsiteY435" fmla="*/ 39814 h 170840"/>
              <a:gd name="connsiteX436" fmla="*/ 145132 w 2414454"/>
              <a:gd name="connsiteY436" fmla="*/ 39814 h 170840"/>
              <a:gd name="connsiteX437" fmla="*/ 159610 w 2414454"/>
              <a:gd name="connsiteY437" fmla="*/ 42529 h 170840"/>
              <a:gd name="connsiteX438" fmla="*/ 170650 w 2414454"/>
              <a:gd name="connsiteY438" fmla="*/ 49949 h 170840"/>
              <a:gd name="connsiteX439" fmla="*/ 179427 w 2414454"/>
              <a:gd name="connsiteY439" fmla="*/ 65965 h 170840"/>
              <a:gd name="connsiteX440" fmla="*/ 181508 w 2414454"/>
              <a:gd name="connsiteY440" fmla="*/ 85420 h 170840"/>
              <a:gd name="connsiteX441" fmla="*/ 179427 w 2414454"/>
              <a:gd name="connsiteY441" fmla="*/ 104875 h 170840"/>
              <a:gd name="connsiteX442" fmla="*/ 170650 w 2414454"/>
              <a:gd name="connsiteY442" fmla="*/ 120891 h 170840"/>
              <a:gd name="connsiteX443" fmla="*/ 159610 w 2414454"/>
              <a:gd name="connsiteY443" fmla="*/ 128311 h 170840"/>
              <a:gd name="connsiteX444" fmla="*/ 145132 w 2414454"/>
              <a:gd name="connsiteY444" fmla="*/ 131026 h 170840"/>
              <a:gd name="connsiteX445" fmla="*/ 130654 w 2414454"/>
              <a:gd name="connsiteY445" fmla="*/ 128311 h 170840"/>
              <a:gd name="connsiteX446" fmla="*/ 119615 w 2414454"/>
              <a:gd name="connsiteY446" fmla="*/ 120891 h 170840"/>
              <a:gd name="connsiteX447" fmla="*/ 114095 w 2414454"/>
              <a:gd name="connsiteY447" fmla="*/ 113381 h 170840"/>
              <a:gd name="connsiteX448" fmla="*/ 110838 w 2414454"/>
              <a:gd name="connsiteY448" fmla="*/ 104875 h 170840"/>
              <a:gd name="connsiteX449" fmla="*/ 109209 w 2414454"/>
              <a:gd name="connsiteY449" fmla="*/ 95555 h 170840"/>
              <a:gd name="connsiteX450" fmla="*/ 108756 w 2414454"/>
              <a:gd name="connsiteY450" fmla="*/ 85420 h 170840"/>
              <a:gd name="connsiteX451" fmla="*/ 109209 w 2414454"/>
              <a:gd name="connsiteY451" fmla="*/ 75376 h 170840"/>
              <a:gd name="connsiteX452" fmla="*/ 110838 w 2414454"/>
              <a:gd name="connsiteY452" fmla="*/ 65965 h 170840"/>
              <a:gd name="connsiteX453" fmla="*/ 114095 w 2414454"/>
              <a:gd name="connsiteY453" fmla="*/ 57460 h 170840"/>
              <a:gd name="connsiteX454" fmla="*/ 119615 w 2414454"/>
              <a:gd name="connsiteY454" fmla="*/ 49949 h 170840"/>
              <a:gd name="connsiteX455" fmla="*/ 130654 w 2414454"/>
              <a:gd name="connsiteY455" fmla="*/ 42529 h 170840"/>
              <a:gd name="connsiteX456" fmla="*/ 145132 w 2414454"/>
              <a:gd name="connsiteY456" fmla="*/ 39814 h 170840"/>
              <a:gd name="connsiteX457" fmla="*/ 2296858 w 2414454"/>
              <a:gd name="connsiteY457" fmla="*/ 13573 h 170840"/>
              <a:gd name="connsiteX458" fmla="*/ 2309889 w 2414454"/>
              <a:gd name="connsiteY458" fmla="*/ 13573 h 170840"/>
              <a:gd name="connsiteX459" fmla="*/ 2309889 w 2414454"/>
              <a:gd name="connsiteY459" fmla="*/ 41443 h 170840"/>
              <a:gd name="connsiteX460" fmla="*/ 2328891 w 2414454"/>
              <a:gd name="connsiteY460" fmla="*/ 41443 h 170840"/>
              <a:gd name="connsiteX461" fmla="*/ 2328891 w 2414454"/>
              <a:gd name="connsiteY461" fmla="*/ 51397 h 170840"/>
              <a:gd name="connsiteX462" fmla="*/ 2309889 w 2414454"/>
              <a:gd name="connsiteY462" fmla="*/ 51397 h 170840"/>
              <a:gd name="connsiteX463" fmla="*/ 2309889 w 2414454"/>
              <a:gd name="connsiteY463" fmla="*/ 105689 h 170840"/>
              <a:gd name="connsiteX464" fmla="*/ 2312784 w 2414454"/>
              <a:gd name="connsiteY464" fmla="*/ 115281 h 170840"/>
              <a:gd name="connsiteX465" fmla="*/ 2322014 w 2414454"/>
              <a:gd name="connsiteY465" fmla="*/ 118720 h 170840"/>
              <a:gd name="connsiteX466" fmla="*/ 2328891 w 2414454"/>
              <a:gd name="connsiteY466" fmla="*/ 118720 h 170840"/>
              <a:gd name="connsiteX467" fmla="*/ 2328891 w 2414454"/>
              <a:gd name="connsiteY467" fmla="*/ 129940 h 170840"/>
              <a:gd name="connsiteX468" fmla="*/ 2319661 w 2414454"/>
              <a:gd name="connsiteY468" fmla="*/ 129940 h 170840"/>
              <a:gd name="connsiteX469" fmla="*/ 2309617 w 2414454"/>
              <a:gd name="connsiteY469" fmla="*/ 128040 h 170840"/>
              <a:gd name="connsiteX470" fmla="*/ 2302559 w 2414454"/>
              <a:gd name="connsiteY470" fmla="*/ 122882 h 170840"/>
              <a:gd name="connsiteX471" fmla="*/ 2298306 w 2414454"/>
              <a:gd name="connsiteY471" fmla="*/ 115281 h 170840"/>
              <a:gd name="connsiteX472" fmla="*/ 2296858 w 2414454"/>
              <a:gd name="connsiteY472" fmla="*/ 106051 h 170840"/>
              <a:gd name="connsiteX473" fmla="*/ 2296858 w 2414454"/>
              <a:gd name="connsiteY473" fmla="*/ 51397 h 170840"/>
              <a:gd name="connsiteX474" fmla="*/ 2285638 w 2414454"/>
              <a:gd name="connsiteY474" fmla="*/ 51397 h 170840"/>
              <a:gd name="connsiteX475" fmla="*/ 2285638 w 2414454"/>
              <a:gd name="connsiteY475" fmla="*/ 41443 h 170840"/>
              <a:gd name="connsiteX476" fmla="*/ 2296858 w 2414454"/>
              <a:gd name="connsiteY476" fmla="*/ 41443 h 170840"/>
              <a:gd name="connsiteX477" fmla="*/ 1239583 w 2414454"/>
              <a:gd name="connsiteY477" fmla="*/ 13573 h 170840"/>
              <a:gd name="connsiteX478" fmla="*/ 1252614 w 2414454"/>
              <a:gd name="connsiteY478" fmla="*/ 13573 h 170840"/>
              <a:gd name="connsiteX479" fmla="*/ 1252614 w 2414454"/>
              <a:gd name="connsiteY479" fmla="*/ 41443 h 170840"/>
              <a:gd name="connsiteX480" fmla="*/ 1271616 w 2414454"/>
              <a:gd name="connsiteY480" fmla="*/ 41443 h 170840"/>
              <a:gd name="connsiteX481" fmla="*/ 1271616 w 2414454"/>
              <a:gd name="connsiteY481" fmla="*/ 51397 h 170840"/>
              <a:gd name="connsiteX482" fmla="*/ 1252614 w 2414454"/>
              <a:gd name="connsiteY482" fmla="*/ 51397 h 170840"/>
              <a:gd name="connsiteX483" fmla="*/ 1252614 w 2414454"/>
              <a:gd name="connsiteY483" fmla="*/ 105689 h 170840"/>
              <a:gd name="connsiteX484" fmla="*/ 1255509 w 2414454"/>
              <a:gd name="connsiteY484" fmla="*/ 115281 h 170840"/>
              <a:gd name="connsiteX485" fmla="*/ 1264739 w 2414454"/>
              <a:gd name="connsiteY485" fmla="*/ 118720 h 170840"/>
              <a:gd name="connsiteX486" fmla="*/ 1271616 w 2414454"/>
              <a:gd name="connsiteY486" fmla="*/ 118720 h 170840"/>
              <a:gd name="connsiteX487" fmla="*/ 1271616 w 2414454"/>
              <a:gd name="connsiteY487" fmla="*/ 129940 h 170840"/>
              <a:gd name="connsiteX488" fmla="*/ 1262386 w 2414454"/>
              <a:gd name="connsiteY488" fmla="*/ 129940 h 170840"/>
              <a:gd name="connsiteX489" fmla="*/ 1252342 w 2414454"/>
              <a:gd name="connsiteY489" fmla="*/ 128040 h 170840"/>
              <a:gd name="connsiteX490" fmla="*/ 1245284 w 2414454"/>
              <a:gd name="connsiteY490" fmla="*/ 122882 h 170840"/>
              <a:gd name="connsiteX491" fmla="*/ 1241031 w 2414454"/>
              <a:gd name="connsiteY491" fmla="*/ 115281 h 170840"/>
              <a:gd name="connsiteX492" fmla="*/ 1239583 w 2414454"/>
              <a:gd name="connsiteY492" fmla="*/ 106051 h 170840"/>
              <a:gd name="connsiteX493" fmla="*/ 1239583 w 2414454"/>
              <a:gd name="connsiteY493" fmla="*/ 51397 h 170840"/>
              <a:gd name="connsiteX494" fmla="*/ 1228363 w 2414454"/>
              <a:gd name="connsiteY494" fmla="*/ 51397 h 170840"/>
              <a:gd name="connsiteX495" fmla="*/ 1228363 w 2414454"/>
              <a:gd name="connsiteY495" fmla="*/ 41443 h 170840"/>
              <a:gd name="connsiteX496" fmla="*/ 1239583 w 2414454"/>
              <a:gd name="connsiteY496" fmla="*/ 41443 h 170840"/>
              <a:gd name="connsiteX497" fmla="*/ 782383 w 2414454"/>
              <a:gd name="connsiteY497" fmla="*/ 13573 h 170840"/>
              <a:gd name="connsiteX498" fmla="*/ 795414 w 2414454"/>
              <a:gd name="connsiteY498" fmla="*/ 13573 h 170840"/>
              <a:gd name="connsiteX499" fmla="*/ 795414 w 2414454"/>
              <a:gd name="connsiteY499" fmla="*/ 41443 h 170840"/>
              <a:gd name="connsiteX500" fmla="*/ 814416 w 2414454"/>
              <a:gd name="connsiteY500" fmla="*/ 41443 h 170840"/>
              <a:gd name="connsiteX501" fmla="*/ 814416 w 2414454"/>
              <a:gd name="connsiteY501" fmla="*/ 51397 h 170840"/>
              <a:gd name="connsiteX502" fmla="*/ 795414 w 2414454"/>
              <a:gd name="connsiteY502" fmla="*/ 51397 h 170840"/>
              <a:gd name="connsiteX503" fmla="*/ 795414 w 2414454"/>
              <a:gd name="connsiteY503" fmla="*/ 105689 h 170840"/>
              <a:gd name="connsiteX504" fmla="*/ 798309 w 2414454"/>
              <a:gd name="connsiteY504" fmla="*/ 115281 h 170840"/>
              <a:gd name="connsiteX505" fmla="*/ 807539 w 2414454"/>
              <a:gd name="connsiteY505" fmla="*/ 118720 h 170840"/>
              <a:gd name="connsiteX506" fmla="*/ 814416 w 2414454"/>
              <a:gd name="connsiteY506" fmla="*/ 118720 h 170840"/>
              <a:gd name="connsiteX507" fmla="*/ 814416 w 2414454"/>
              <a:gd name="connsiteY507" fmla="*/ 129940 h 170840"/>
              <a:gd name="connsiteX508" fmla="*/ 805186 w 2414454"/>
              <a:gd name="connsiteY508" fmla="*/ 129940 h 170840"/>
              <a:gd name="connsiteX509" fmla="*/ 795142 w 2414454"/>
              <a:gd name="connsiteY509" fmla="*/ 128040 h 170840"/>
              <a:gd name="connsiteX510" fmla="*/ 788084 w 2414454"/>
              <a:gd name="connsiteY510" fmla="*/ 122882 h 170840"/>
              <a:gd name="connsiteX511" fmla="*/ 783831 w 2414454"/>
              <a:gd name="connsiteY511" fmla="*/ 115281 h 170840"/>
              <a:gd name="connsiteX512" fmla="*/ 782383 w 2414454"/>
              <a:gd name="connsiteY512" fmla="*/ 106051 h 170840"/>
              <a:gd name="connsiteX513" fmla="*/ 782383 w 2414454"/>
              <a:gd name="connsiteY513" fmla="*/ 51397 h 170840"/>
              <a:gd name="connsiteX514" fmla="*/ 771163 w 2414454"/>
              <a:gd name="connsiteY514" fmla="*/ 51397 h 170840"/>
              <a:gd name="connsiteX515" fmla="*/ 771163 w 2414454"/>
              <a:gd name="connsiteY515" fmla="*/ 41443 h 170840"/>
              <a:gd name="connsiteX516" fmla="*/ 782383 w 2414454"/>
              <a:gd name="connsiteY516" fmla="*/ 41443 h 170840"/>
              <a:gd name="connsiteX517" fmla="*/ 315658 w 2414454"/>
              <a:gd name="connsiteY517" fmla="*/ 13573 h 170840"/>
              <a:gd name="connsiteX518" fmla="*/ 328689 w 2414454"/>
              <a:gd name="connsiteY518" fmla="*/ 13573 h 170840"/>
              <a:gd name="connsiteX519" fmla="*/ 328689 w 2414454"/>
              <a:gd name="connsiteY519" fmla="*/ 41443 h 170840"/>
              <a:gd name="connsiteX520" fmla="*/ 347691 w 2414454"/>
              <a:gd name="connsiteY520" fmla="*/ 41443 h 170840"/>
              <a:gd name="connsiteX521" fmla="*/ 347691 w 2414454"/>
              <a:gd name="connsiteY521" fmla="*/ 51397 h 170840"/>
              <a:gd name="connsiteX522" fmla="*/ 328689 w 2414454"/>
              <a:gd name="connsiteY522" fmla="*/ 51397 h 170840"/>
              <a:gd name="connsiteX523" fmla="*/ 328689 w 2414454"/>
              <a:gd name="connsiteY523" fmla="*/ 105689 h 170840"/>
              <a:gd name="connsiteX524" fmla="*/ 331584 w 2414454"/>
              <a:gd name="connsiteY524" fmla="*/ 115281 h 170840"/>
              <a:gd name="connsiteX525" fmla="*/ 340814 w 2414454"/>
              <a:gd name="connsiteY525" fmla="*/ 118720 h 170840"/>
              <a:gd name="connsiteX526" fmla="*/ 347691 w 2414454"/>
              <a:gd name="connsiteY526" fmla="*/ 118720 h 170840"/>
              <a:gd name="connsiteX527" fmla="*/ 347691 w 2414454"/>
              <a:gd name="connsiteY527" fmla="*/ 129940 h 170840"/>
              <a:gd name="connsiteX528" fmla="*/ 338461 w 2414454"/>
              <a:gd name="connsiteY528" fmla="*/ 129940 h 170840"/>
              <a:gd name="connsiteX529" fmla="*/ 328417 w 2414454"/>
              <a:gd name="connsiteY529" fmla="*/ 128040 h 170840"/>
              <a:gd name="connsiteX530" fmla="*/ 321359 w 2414454"/>
              <a:gd name="connsiteY530" fmla="*/ 122882 h 170840"/>
              <a:gd name="connsiteX531" fmla="*/ 317106 w 2414454"/>
              <a:gd name="connsiteY531" fmla="*/ 115281 h 170840"/>
              <a:gd name="connsiteX532" fmla="*/ 315658 w 2414454"/>
              <a:gd name="connsiteY532" fmla="*/ 106051 h 170840"/>
              <a:gd name="connsiteX533" fmla="*/ 315658 w 2414454"/>
              <a:gd name="connsiteY533" fmla="*/ 51397 h 170840"/>
              <a:gd name="connsiteX534" fmla="*/ 304438 w 2414454"/>
              <a:gd name="connsiteY534" fmla="*/ 51397 h 170840"/>
              <a:gd name="connsiteX535" fmla="*/ 304438 w 2414454"/>
              <a:gd name="connsiteY535" fmla="*/ 41443 h 170840"/>
              <a:gd name="connsiteX536" fmla="*/ 315658 w 2414454"/>
              <a:gd name="connsiteY536" fmla="*/ 41443 h 170840"/>
              <a:gd name="connsiteX537" fmla="*/ 1647530 w 2414454"/>
              <a:gd name="connsiteY537" fmla="*/ 1086 h 170840"/>
              <a:gd name="connsiteX538" fmla="*/ 1661284 w 2414454"/>
              <a:gd name="connsiteY538" fmla="*/ 1086 h 170840"/>
              <a:gd name="connsiteX539" fmla="*/ 1661284 w 2414454"/>
              <a:gd name="connsiteY539" fmla="*/ 86325 h 170840"/>
              <a:gd name="connsiteX540" fmla="*/ 1663456 w 2414454"/>
              <a:gd name="connsiteY540" fmla="*/ 99717 h 170840"/>
              <a:gd name="connsiteX541" fmla="*/ 1669699 w 2414454"/>
              <a:gd name="connsiteY541" fmla="*/ 109852 h 170840"/>
              <a:gd name="connsiteX542" fmla="*/ 1679562 w 2414454"/>
              <a:gd name="connsiteY542" fmla="*/ 116367 h 170840"/>
              <a:gd name="connsiteX543" fmla="*/ 1692411 w 2414454"/>
              <a:gd name="connsiteY543" fmla="*/ 118720 h 170840"/>
              <a:gd name="connsiteX544" fmla="*/ 1705261 w 2414454"/>
              <a:gd name="connsiteY544" fmla="*/ 116367 h 170840"/>
              <a:gd name="connsiteX545" fmla="*/ 1715124 w 2414454"/>
              <a:gd name="connsiteY545" fmla="*/ 109852 h 170840"/>
              <a:gd name="connsiteX546" fmla="*/ 1721458 w 2414454"/>
              <a:gd name="connsiteY546" fmla="*/ 99717 h 170840"/>
              <a:gd name="connsiteX547" fmla="*/ 1723720 w 2414454"/>
              <a:gd name="connsiteY547" fmla="*/ 86325 h 170840"/>
              <a:gd name="connsiteX548" fmla="*/ 1723720 w 2414454"/>
              <a:gd name="connsiteY548" fmla="*/ 1086 h 170840"/>
              <a:gd name="connsiteX549" fmla="*/ 1737474 w 2414454"/>
              <a:gd name="connsiteY549" fmla="*/ 1086 h 170840"/>
              <a:gd name="connsiteX550" fmla="*/ 1737474 w 2414454"/>
              <a:gd name="connsiteY550" fmla="*/ 87411 h 170840"/>
              <a:gd name="connsiteX551" fmla="*/ 1734126 w 2414454"/>
              <a:gd name="connsiteY551" fmla="*/ 105056 h 170840"/>
              <a:gd name="connsiteX552" fmla="*/ 1724716 w 2414454"/>
              <a:gd name="connsiteY552" fmla="*/ 118901 h 170840"/>
              <a:gd name="connsiteX553" fmla="*/ 1710418 w 2414454"/>
              <a:gd name="connsiteY553" fmla="*/ 127859 h 170840"/>
              <a:gd name="connsiteX554" fmla="*/ 1692411 w 2414454"/>
              <a:gd name="connsiteY554" fmla="*/ 131026 h 170840"/>
              <a:gd name="connsiteX555" fmla="*/ 1674404 w 2414454"/>
              <a:gd name="connsiteY555" fmla="*/ 127859 h 170840"/>
              <a:gd name="connsiteX556" fmla="*/ 1660198 w 2414454"/>
              <a:gd name="connsiteY556" fmla="*/ 118901 h 170840"/>
              <a:gd name="connsiteX557" fmla="*/ 1650878 w 2414454"/>
              <a:gd name="connsiteY557" fmla="*/ 105056 h 170840"/>
              <a:gd name="connsiteX558" fmla="*/ 1647530 w 2414454"/>
              <a:gd name="connsiteY558" fmla="*/ 87411 h 170840"/>
              <a:gd name="connsiteX559" fmla="*/ 947833 w 2414454"/>
              <a:gd name="connsiteY559" fmla="*/ 1086 h 170840"/>
              <a:gd name="connsiteX560" fmla="*/ 961587 w 2414454"/>
              <a:gd name="connsiteY560" fmla="*/ 1086 h 170840"/>
              <a:gd name="connsiteX561" fmla="*/ 961587 w 2414454"/>
              <a:gd name="connsiteY561" fmla="*/ 90849 h 170840"/>
              <a:gd name="connsiteX562" fmla="*/ 958601 w 2414454"/>
              <a:gd name="connsiteY562" fmla="*/ 107590 h 170840"/>
              <a:gd name="connsiteX563" fmla="*/ 950276 w 2414454"/>
              <a:gd name="connsiteY563" fmla="*/ 120258 h 170840"/>
              <a:gd name="connsiteX564" fmla="*/ 937608 w 2414454"/>
              <a:gd name="connsiteY564" fmla="*/ 128221 h 170840"/>
              <a:gd name="connsiteX565" fmla="*/ 921410 w 2414454"/>
              <a:gd name="connsiteY565" fmla="*/ 131026 h 170840"/>
              <a:gd name="connsiteX566" fmla="*/ 905032 w 2414454"/>
              <a:gd name="connsiteY566" fmla="*/ 128221 h 170840"/>
              <a:gd name="connsiteX567" fmla="*/ 891911 w 2414454"/>
              <a:gd name="connsiteY567" fmla="*/ 119443 h 170840"/>
              <a:gd name="connsiteX568" fmla="*/ 901141 w 2414454"/>
              <a:gd name="connsiteY568" fmla="*/ 110214 h 170840"/>
              <a:gd name="connsiteX569" fmla="*/ 909014 w 2414454"/>
              <a:gd name="connsiteY569" fmla="*/ 116276 h 170840"/>
              <a:gd name="connsiteX570" fmla="*/ 921410 w 2414454"/>
              <a:gd name="connsiteY570" fmla="*/ 118720 h 170840"/>
              <a:gd name="connsiteX571" fmla="*/ 940956 w 2414454"/>
              <a:gd name="connsiteY571" fmla="*/ 111028 h 170840"/>
              <a:gd name="connsiteX572" fmla="*/ 947833 w 2414454"/>
              <a:gd name="connsiteY572" fmla="*/ 89040 h 170840"/>
              <a:gd name="connsiteX573" fmla="*/ 370637 w 2414454"/>
              <a:gd name="connsiteY573" fmla="*/ 1086 h 170840"/>
              <a:gd name="connsiteX574" fmla="*/ 383667 w 2414454"/>
              <a:gd name="connsiteY574" fmla="*/ 1086 h 170840"/>
              <a:gd name="connsiteX575" fmla="*/ 383667 w 2414454"/>
              <a:gd name="connsiteY575" fmla="*/ 50673 h 170840"/>
              <a:gd name="connsiteX576" fmla="*/ 408642 w 2414454"/>
              <a:gd name="connsiteY576" fmla="*/ 39814 h 170840"/>
              <a:gd name="connsiteX577" fmla="*/ 432259 w 2414454"/>
              <a:gd name="connsiteY577" fmla="*/ 48682 h 170840"/>
              <a:gd name="connsiteX578" fmla="*/ 440674 w 2414454"/>
              <a:gd name="connsiteY578" fmla="*/ 72752 h 170840"/>
              <a:gd name="connsiteX579" fmla="*/ 440674 w 2414454"/>
              <a:gd name="connsiteY579" fmla="*/ 129940 h 170840"/>
              <a:gd name="connsiteX580" fmla="*/ 427644 w 2414454"/>
              <a:gd name="connsiteY580" fmla="*/ 129940 h 170840"/>
              <a:gd name="connsiteX581" fmla="*/ 427644 w 2414454"/>
              <a:gd name="connsiteY581" fmla="*/ 74924 h 170840"/>
              <a:gd name="connsiteX582" fmla="*/ 421853 w 2414454"/>
              <a:gd name="connsiteY582" fmla="*/ 57279 h 170840"/>
              <a:gd name="connsiteX583" fmla="*/ 405927 w 2414454"/>
              <a:gd name="connsiteY583" fmla="*/ 51397 h 170840"/>
              <a:gd name="connsiteX584" fmla="*/ 389730 w 2414454"/>
              <a:gd name="connsiteY584" fmla="*/ 57369 h 170840"/>
              <a:gd name="connsiteX585" fmla="*/ 383667 w 2414454"/>
              <a:gd name="connsiteY585" fmla="*/ 74924 h 170840"/>
              <a:gd name="connsiteX586" fmla="*/ 383667 w 2414454"/>
              <a:gd name="connsiteY586" fmla="*/ 129940 h 170840"/>
              <a:gd name="connsiteX587" fmla="*/ 370637 w 2414454"/>
              <a:gd name="connsiteY587" fmla="*/ 129940 h 170840"/>
              <a:gd name="connsiteX588" fmla="*/ 2246338 w 2414454"/>
              <a:gd name="connsiteY588" fmla="*/ 905 h 170840"/>
              <a:gd name="connsiteX589" fmla="*/ 2260997 w 2414454"/>
              <a:gd name="connsiteY589" fmla="*/ 905 h 170840"/>
              <a:gd name="connsiteX590" fmla="*/ 2260997 w 2414454"/>
              <a:gd name="connsiteY590" fmla="*/ 15564 h 170840"/>
              <a:gd name="connsiteX591" fmla="*/ 2246338 w 2414454"/>
              <a:gd name="connsiteY591" fmla="*/ 15564 h 170840"/>
              <a:gd name="connsiteX592" fmla="*/ 1874863 w 2414454"/>
              <a:gd name="connsiteY592" fmla="*/ 905 h 170840"/>
              <a:gd name="connsiteX593" fmla="*/ 1889522 w 2414454"/>
              <a:gd name="connsiteY593" fmla="*/ 905 h 170840"/>
              <a:gd name="connsiteX594" fmla="*/ 1889522 w 2414454"/>
              <a:gd name="connsiteY594" fmla="*/ 15564 h 170840"/>
              <a:gd name="connsiteX595" fmla="*/ 1874863 w 2414454"/>
              <a:gd name="connsiteY595" fmla="*/ 15564 h 170840"/>
              <a:gd name="connsiteX596" fmla="*/ 998563 w 2414454"/>
              <a:gd name="connsiteY596" fmla="*/ 905 h 170840"/>
              <a:gd name="connsiteX597" fmla="*/ 1013222 w 2414454"/>
              <a:gd name="connsiteY597" fmla="*/ 905 h 170840"/>
              <a:gd name="connsiteX598" fmla="*/ 1013222 w 2414454"/>
              <a:gd name="connsiteY598" fmla="*/ 15564 h 170840"/>
              <a:gd name="connsiteX599" fmla="*/ 998563 w 2414454"/>
              <a:gd name="connsiteY599" fmla="*/ 15564 h 170840"/>
              <a:gd name="connsiteX600" fmla="*/ 44701 w 2414454"/>
              <a:gd name="connsiteY600" fmla="*/ 0 h 170840"/>
              <a:gd name="connsiteX601" fmla="*/ 65875 w 2414454"/>
              <a:gd name="connsiteY601" fmla="*/ 3348 h 170840"/>
              <a:gd name="connsiteX602" fmla="*/ 83067 w 2414454"/>
              <a:gd name="connsiteY602" fmla="*/ 14116 h 170840"/>
              <a:gd name="connsiteX603" fmla="*/ 74200 w 2414454"/>
              <a:gd name="connsiteY603" fmla="*/ 22984 h 170840"/>
              <a:gd name="connsiteX604" fmla="*/ 61350 w 2414454"/>
              <a:gd name="connsiteY604" fmla="*/ 14749 h 170840"/>
              <a:gd name="connsiteX605" fmla="*/ 44158 w 2414454"/>
              <a:gd name="connsiteY605" fmla="*/ 11944 h 170840"/>
              <a:gd name="connsiteX606" fmla="*/ 24070 w 2414454"/>
              <a:gd name="connsiteY606" fmla="*/ 18459 h 170840"/>
              <a:gd name="connsiteX607" fmla="*/ 17012 w 2414454"/>
              <a:gd name="connsiteY607" fmla="*/ 35833 h 170840"/>
              <a:gd name="connsiteX608" fmla="*/ 22803 w 2414454"/>
              <a:gd name="connsiteY608" fmla="*/ 50673 h 170840"/>
              <a:gd name="connsiteX609" fmla="*/ 30494 w 2414454"/>
              <a:gd name="connsiteY609" fmla="*/ 55016 h 170840"/>
              <a:gd name="connsiteX610" fmla="*/ 40176 w 2414454"/>
              <a:gd name="connsiteY610" fmla="*/ 57731 h 170840"/>
              <a:gd name="connsiteX611" fmla="*/ 54292 w 2414454"/>
              <a:gd name="connsiteY611" fmla="*/ 59903 h 170840"/>
              <a:gd name="connsiteX612" fmla="*/ 62346 w 2414454"/>
              <a:gd name="connsiteY612" fmla="*/ 61441 h 170840"/>
              <a:gd name="connsiteX613" fmla="*/ 68589 w 2414454"/>
              <a:gd name="connsiteY613" fmla="*/ 63341 h 170840"/>
              <a:gd name="connsiteX614" fmla="*/ 73566 w 2414454"/>
              <a:gd name="connsiteY614" fmla="*/ 65784 h 170840"/>
              <a:gd name="connsiteX615" fmla="*/ 77819 w 2414454"/>
              <a:gd name="connsiteY615" fmla="*/ 68951 h 170840"/>
              <a:gd name="connsiteX616" fmla="*/ 88678 w 2414454"/>
              <a:gd name="connsiteY616" fmla="*/ 94469 h 170840"/>
              <a:gd name="connsiteX617" fmla="*/ 85511 w 2414454"/>
              <a:gd name="connsiteY617" fmla="*/ 109761 h 170840"/>
              <a:gd name="connsiteX618" fmla="*/ 76462 w 2414454"/>
              <a:gd name="connsiteY618" fmla="*/ 121253 h 170840"/>
              <a:gd name="connsiteX619" fmla="*/ 62346 w 2414454"/>
              <a:gd name="connsiteY619" fmla="*/ 128492 h 170840"/>
              <a:gd name="connsiteX620" fmla="*/ 44158 w 2414454"/>
              <a:gd name="connsiteY620" fmla="*/ 131026 h 170840"/>
              <a:gd name="connsiteX621" fmla="*/ 19364 w 2414454"/>
              <a:gd name="connsiteY621" fmla="*/ 127044 h 170840"/>
              <a:gd name="connsiteX622" fmla="*/ 0 w 2414454"/>
              <a:gd name="connsiteY622" fmla="*/ 114014 h 170840"/>
              <a:gd name="connsiteX623" fmla="*/ 9411 w 2414454"/>
              <a:gd name="connsiteY623" fmla="*/ 104604 h 170840"/>
              <a:gd name="connsiteX624" fmla="*/ 25517 w 2414454"/>
              <a:gd name="connsiteY624" fmla="*/ 115643 h 170840"/>
              <a:gd name="connsiteX625" fmla="*/ 44520 w 2414454"/>
              <a:gd name="connsiteY625" fmla="*/ 118720 h 170840"/>
              <a:gd name="connsiteX626" fmla="*/ 66780 w 2414454"/>
              <a:gd name="connsiteY626" fmla="*/ 112476 h 170840"/>
              <a:gd name="connsiteX627" fmla="*/ 74924 w 2414454"/>
              <a:gd name="connsiteY627" fmla="*/ 94831 h 170840"/>
              <a:gd name="connsiteX628" fmla="*/ 73385 w 2414454"/>
              <a:gd name="connsiteY628" fmla="*/ 85601 h 170840"/>
              <a:gd name="connsiteX629" fmla="*/ 68770 w 2414454"/>
              <a:gd name="connsiteY629" fmla="*/ 78724 h 170840"/>
              <a:gd name="connsiteX630" fmla="*/ 62346 w 2414454"/>
              <a:gd name="connsiteY630" fmla="*/ 74833 h 170840"/>
              <a:gd name="connsiteX631" fmla="*/ 51940 w 2414454"/>
              <a:gd name="connsiteY631" fmla="*/ 72571 h 170840"/>
              <a:gd name="connsiteX632" fmla="*/ 36919 w 2414454"/>
              <a:gd name="connsiteY632" fmla="*/ 70218 h 170840"/>
              <a:gd name="connsiteX633" fmla="*/ 13211 w 2414454"/>
              <a:gd name="connsiteY633" fmla="*/ 60446 h 170840"/>
              <a:gd name="connsiteX634" fmla="*/ 3438 w 2414454"/>
              <a:gd name="connsiteY634" fmla="*/ 36376 h 170840"/>
              <a:gd name="connsiteX635" fmla="*/ 6334 w 2414454"/>
              <a:gd name="connsiteY635" fmla="*/ 21446 h 170840"/>
              <a:gd name="connsiteX636" fmla="*/ 14568 w 2414454"/>
              <a:gd name="connsiteY636" fmla="*/ 9954 h 170840"/>
              <a:gd name="connsiteX637" fmla="*/ 27508 w 2414454"/>
              <a:gd name="connsiteY637" fmla="*/ 2624 h 170840"/>
              <a:gd name="connsiteX638" fmla="*/ 44701 w 2414454"/>
              <a:gd name="connsiteY638" fmla="*/ 0 h 1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</a:cxnLst>
            <a:rect l="l" t="t" r="r" b="b"/>
            <a:pathLst>
              <a:path w="2414454" h="170840">
                <a:moveTo>
                  <a:pt x="1072429" y="88859"/>
                </a:moveTo>
                <a:cubicBezTo>
                  <a:pt x="1059158" y="88859"/>
                  <a:pt x="1052522" y="94107"/>
                  <a:pt x="1052522" y="104604"/>
                </a:cubicBezTo>
                <a:cubicBezTo>
                  <a:pt x="1052522" y="109791"/>
                  <a:pt x="1054151" y="113622"/>
                  <a:pt x="1057408" y="116095"/>
                </a:cubicBezTo>
                <a:cubicBezTo>
                  <a:pt x="1060666" y="118569"/>
                  <a:pt x="1065854" y="119805"/>
                  <a:pt x="1072972" y="119805"/>
                </a:cubicBezTo>
                <a:cubicBezTo>
                  <a:pt x="1076833" y="119805"/>
                  <a:pt x="1080422" y="119504"/>
                  <a:pt x="1083740" y="118901"/>
                </a:cubicBezTo>
                <a:cubicBezTo>
                  <a:pt x="1087058" y="118297"/>
                  <a:pt x="1090104" y="116608"/>
                  <a:pt x="1092879" y="113833"/>
                </a:cubicBezTo>
                <a:cubicBezTo>
                  <a:pt x="1095896" y="110938"/>
                  <a:pt x="1097404" y="105810"/>
                  <a:pt x="1097404" y="98450"/>
                </a:cubicBezTo>
                <a:lnTo>
                  <a:pt x="1097404" y="88859"/>
                </a:lnTo>
                <a:close/>
                <a:moveTo>
                  <a:pt x="1515646" y="51397"/>
                </a:moveTo>
                <a:cubicBezTo>
                  <a:pt x="1510820" y="51397"/>
                  <a:pt x="1506930" y="52362"/>
                  <a:pt x="1503974" y="54292"/>
                </a:cubicBezTo>
                <a:cubicBezTo>
                  <a:pt x="1501018" y="56223"/>
                  <a:pt x="1498756" y="58726"/>
                  <a:pt x="1497187" y="61803"/>
                </a:cubicBezTo>
                <a:cubicBezTo>
                  <a:pt x="1495619" y="64880"/>
                  <a:pt x="1494593" y="68439"/>
                  <a:pt x="1494110" y="72480"/>
                </a:cubicBezTo>
                <a:cubicBezTo>
                  <a:pt x="1493628" y="76522"/>
                  <a:pt x="1493387" y="80594"/>
                  <a:pt x="1493387" y="84696"/>
                </a:cubicBezTo>
                <a:cubicBezTo>
                  <a:pt x="1493387" y="88919"/>
                  <a:pt x="1493628" y="93021"/>
                  <a:pt x="1494110" y="97003"/>
                </a:cubicBezTo>
                <a:cubicBezTo>
                  <a:pt x="1494593" y="100984"/>
                  <a:pt x="1495619" y="104513"/>
                  <a:pt x="1497187" y="107590"/>
                </a:cubicBezTo>
                <a:cubicBezTo>
                  <a:pt x="1498756" y="110666"/>
                  <a:pt x="1501018" y="113170"/>
                  <a:pt x="1503974" y="115100"/>
                </a:cubicBezTo>
                <a:cubicBezTo>
                  <a:pt x="1506930" y="117030"/>
                  <a:pt x="1510820" y="117996"/>
                  <a:pt x="1515646" y="117996"/>
                </a:cubicBezTo>
                <a:cubicBezTo>
                  <a:pt x="1520472" y="117996"/>
                  <a:pt x="1524333" y="117030"/>
                  <a:pt x="1527229" y="115100"/>
                </a:cubicBezTo>
                <a:cubicBezTo>
                  <a:pt x="1530124" y="113170"/>
                  <a:pt x="1532356" y="110666"/>
                  <a:pt x="1533925" y="107590"/>
                </a:cubicBezTo>
                <a:cubicBezTo>
                  <a:pt x="1535493" y="104513"/>
                  <a:pt x="1536519" y="100984"/>
                  <a:pt x="1537002" y="97003"/>
                </a:cubicBezTo>
                <a:cubicBezTo>
                  <a:pt x="1537484" y="93021"/>
                  <a:pt x="1537726" y="88919"/>
                  <a:pt x="1537726" y="84696"/>
                </a:cubicBezTo>
                <a:cubicBezTo>
                  <a:pt x="1537726" y="80594"/>
                  <a:pt x="1537484" y="76522"/>
                  <a:pt x="1537002" y="72480"/>
                </a:cubicBezTo>
                <a:cubicBezTo>
                  <a:pt x="1536519" y="68439"/>
                  <a:pt x="1535493" y="64880"/>
                  <a:pt x="1533925" y="61803"/>
                </a:cubicBezTo>
                <a:cubicBezTo>
                  <a:pt x="1532356" y="58726"/>
                  <a:pt x="1530124" y="56223"/>
                  <a:pt x="1527229" y="54292"/>
                </a:cubicBezTo>
                <a:cubicBezTo>
                  <a:pt x="1524333" y="52362"/>
                  <a:pt x="1520472" y="51397"/>
                  <a:pt x="1515646" y="51397"/>
                </a:cubicBezTo>
                <a:close/>
                <a:moveTo>
                  <a:pt x="1326232" y="51397"/>
                </a:moveTo>
                <a:cubicBezTo>
                  <a:pt x="1319838" y="51397"/>
                  <a:pt x="1314469" y="53569"/>
                  <a:pt x="1310126" y="57912"/>
                </a:cubicBezTo>
                <a:cubicBezTo>
                  <a:pt x="1308436" y="59601"/>
                  <a:pt x="1307140" y="61501"/>
                  <a:pt x="1306235" y="63613"/>
                </a:cubicBezTo>
                <a:cubicBezTo>
                  <a:pt x="1305330" y="65724"/>
                  <a:pt x="1304606" y="67986"/>
                  <a:pt x="1304063" y="70399"/>
                </a:cubicBezTo>
                <a:cubicBezTo>
                  <a:pt x="1303520" y="72812"/>
                  <a:pt x="1303188" y="75286"/>
                  <a:pt x="1303068" y="77819"/>
                </a:cubicBezTo>
                <a:cubicBezTo>
                  <a:pt x="1302947" y="80353"/>
                  <a:pt x="1302887" y="82887"/>
                  <a:pt x="1302887" y="85420"/>
                </a:cubicBezTo>
                <a:cubicBezTo>
                  <a:pt x="1302887" y="87954"/>
                  <a:pt x="1302947" y="90487"/>
                  <a:pt x="1303068" y="93021"/>
                </a:cubicBezTo>
                <a:cubicBezTo>
                  <a:pt x="1303188" y="95555"/>
                  <a:pt x="1303520" y="98028"/>
                  <a:pt x="1304063" y="100441"/>
                </a:cubicBezTo>
                <a:cubicBezTo>
                  <a:pt x="1304606" y="102854"/>
                  <a:pt x="1305330" y="105146"/>
                  <a:pt x="1306235" y="107318"/>
                </a:cubicBezTo>
                <a:cubicBezTo>
                  <a:pt x="1307140" y="109490"/>
                  <a:pt x="1308436" y="111360"/>
                  <a:pt x="1310126" y="112928"/>
                </a:cubicBezTo>
                <a:cubicBezTo>
                  <a:pt x="1314469" y="117272"/>
                  <a:pt x="1319838" y="119443"/>
                  <a:pt x="1326232" y="119443"/>
                </a:cubicBezTo>
                <a:cubicBezTo>
                  <a:pt x="1332748" y="119443"/>
                  <a:pt x="1338177" y="117272"/>
                  <a:pt x="1342520" y="112928"/>
                </a:cubicBezTo>
                <a:cubicBezTo>
                  <a:pt x="1344088" y="111360"/>
                  <a:pt x="1345355" y="109490"/>
                  <a:pt x="1346321" y="107318"/>
                </a:cubicBezTo>
                <a:cubicBezTo>
                  <a:pt x="1347286" y="105146"/>
                  <a:pt x="1348010" y="102854"/>
                  <a:pt x="1348492" y="100441"/>
                </a:cubicBezTo>
                <a:cubicBezTo>
                  <a:pt x="1348975" y="98028"/>
                  <a:pt x="1349276" y="95555"/>
                  <a:pt x="1349397" y="93021"/>
                </a:cubicBezTo>
                <a:cubicBezTo>
                  <a:pt x="1349518" y="90487"/>
                  <a:pt x="1349578" y="87954"/>
                  <a:pt x="1349578" y="85420"/>
                </a:cubicBezTo>
                <a:cubicBezTo>
                  <a:pt x="1349578" y="82887"/>
                  <a:pt x="1349518" y="80353"/>
                  <a:pt x="1349397" y="77819"/>
                </a:cubicBezTo>
                <a:cubicBezTo>
                  <a:pt x="1349276" y="75286"/>
                  <a:pt x="1348975" y="72812"/>
                  <a:pt x="1348492" y="70399"/>
                </a:cubicBezTo>
                <a:cubicBezTo>
                  <a:pt x="1348010" y="67986"/>
                  <a:pt x="1347286" y="65724"/>
                  <a:pt x="1346321" y="63613"/>
                </a:cubicBezTo>
                <a:cubicBezTo>
                  <a:pt x="1345355" y="61501"/>
                  <a:pt x="1344088" y="59601"/>
                  <a:pt x="1342520" y="57912"/>
                </a:cubicBezTo>
                <a:cubicBezTo>
                  <a:pt x="1338177" y="53569"/>
                  <a:pt x="1332748" y="51397"/>
                  <a:pt x="1326232" y="51397"/>
                </a:cubicBezTo>
                <a:close/>
                <a:moveTo>
                  <a:pt x="1173832" y="51397"/>
                </a:moveTo>
                <a:cubicBezTo>
                  <a:pt x="1167438" y="51397"/>
                  <a:pt x="1162069" y="53569"/>
                  <a:pt x="1157726" y="57912"/>
                </a:cubicBezTo>
                <a:cubicBezTo>
                  <a:pt x="1156036" y="59601"/>
                  <a:pt x="1154740" y="61501"/>
                  <a:pt x="1153835" y="63613"/>
                </a:cubicBezTo>
                <a:cubicBezTo>
                  <a:pt x="1152930" y="65724"/>
                  <a:pt x="1152206" y="67986"/>
                  <a:pt x="1151663" y="70399"/>
                </a:cubicBezTo>
                <a:cubicBezTo>
                  <a:pt x="1151120" y="72812"/>
                  <a:pt x="1150788" y="75286"/>
                  <a:pt x="1150668" y="77819"/>
                </a:cubicBezTo>
                <a:cubicBezTo>
                  <a:pt x="1150547" y="80353"/>
                  <a:pt x="1150487" y="82887"/>
                  <a:pt x="1150487" y="85420"/>
                </a:cubicBezTo>
                <a:cubicBezTo>
                  <a:pt x="1150487" y="87954"/>
                  <a:pt x="1150547" y="90487"/>
                  <a:pt x="1150668" y="93021"/>
                </a:cubicBezTo>
                <a:cubicBezTo>
                  <a:pt x="1150788" y="95555"/>
                  <a:pt x="1151120" y="98028"/>
                  <a:pt x="1151663" y="100441"/>
                </a:cubicBezTo>
                <a:cubicBezTo>
                  <a:pt x="1152206" y="102854"/>
                  <a:pt x="1152930" y="105146"/>
                  <a:pt x="1153835" y="107318"/>
                </a:cubicBezTo>
                <a:cubicBezTo>
                  <a:pt x="1154740" y="109490"/>
                  <a:pt x="1156036" y="111360"/>
                  <a:pt x="1157726" y="112928"/>
                </a:cubicBezTo>
                <a:cubicBezTo>
                  <a:pt x="1162069" y="117272"/>
                  <a:pt x="1167438" y="119443"/>
                  <a:pt x="1173832" y="119443"/>
                </a:cubicBezTo>
                <a:cubicBezTo>
                  <a:pt x="1180348" y="119443"/>
                  <a:pt x="1185777" y="117272"/>
                  <a:pt x="1190120" y="112928"/>
                </a:cubicBezTo>
                <a:cubicBezTo>
                  <a:pt x="1191689" y="111360"/>
                  <a:pt x="1192955" y="109490"/>
                  <a:pt x="1193921" y="107318"/>
                </a:cubicBezTo>
                <a:cubicBezTo>
                  <a:pt x="1194886" y="105146"/>
                  <a:pt x="1195610" y="102854"/>
                  <a:pt x="1196092" y="100441"/>
                </a:cubicBezTo>
                <a:cubicBezTo>
                  <a:pt x="1196575" y="98028"/>
                  <a:pt x="1196876" y="95555"/>
                  <a:pt x="1196997" y="93021"/>
                </a:cubicBezTo>
                <a:cubicBezTo>
                  <a:pt x="1197118" y="90487"/>
                  <a:pt x="1197178" y="87954"/>
                  <a:pt x="1197178" y="85420"/>
                </a:cubicBezTo>
                <a:cubicBezTo>
                  <a:pt x="1197178" y="82887"/>
                  <a:pt x="1197118" y="80353"/>
                  <a:pt x="1196997" y="77819"/>
                </a:cubicBezTo>
                <a:cubicBezTo>
                  <a:pt x="1196876" y="75286"/>
                  <a:pt x="1196575" y="72812"/>
                  <a:pt x="1196092" y="70399"/>
                </a:cubicBezTo>
                <a:cubicBezTo>
                  <a:pt x="1195610" y="67986"/>
                  <a:pt x="1194886" y="65724"/>
                  <a:pt x="1193921" y="63613"/>
                </a:cubicBezTo>
                <a:cubicBezTo>
                  <a:pt x="1192955" y="61501"/>
                  <a:pt x="1191689" y="59601"/>
                  <a:pt x="1190120" y="57912"/>
                </a:cubicBezTo>
                <a:cubicBezTo>
                  <a:pt x="1185777" y="53569"/>
                  <a:pt x="1180348" y="51397"/>
                  <a:pt x="1173832" y="51397"/>
                </a:cubicBezTo>
                <a:close/>
                <a:moveTo>
                  <a:pt x="145132" y="51397"/>
                </a:moveTo>
                <a:cubicBezTo>
                  <a:pt x="138738" y="51397"/>
                  <a:pt x="133369" y="53569"/>
                  <a:pt x="129026" y="57912"/>
                </a:cubicBezTo>
                <a:cubicBezTo>
                  <a:pt x="127336" y="59601"/>
                  <a:pt x="126040" y="61501"/>
                  <a:pt x="125135" y="63613"/>
                </a:cubicBezTo>
                <a:cubicBezTo>
                  <a:pt x="124230" y="65724"/>
                  <a:pt x="123506" y="67986"/>
                  <a:pt x="122963" y="70399"/>
                </a:cubicBezTo>
                <a:cubicBezTo>
                  <a:pt x="122420" y="72812"/>
                  <a:pt x="122088" y="75286"/>
                  <a:pt x="121968" y="77819"/>
                </a:cubicBezTo>
                <a:cubicBezTo>
                  <a:pt x="121847" y="80353"/>
                  <a:pt x="121787" y="82887"/>
                  <a:pt x="121787" y="85420"/>
                </a:cubicBezTo>
                <a:cubicBezTo>
                  <a:pt x="121787" y="87954"/>
                  <a:pt x="121847" y="90487"/>
                  <a:pt x="121968" y="93021"/>
                </a:cubicBezTo>
                <a:cubicBezTo>
                  <a:pt x="122088" y="95555"/>
                  <a:pt x="122420" y="98028"/>
                  <a:pt x="122963" y="100441"/>
                </a:cubicBezTo>
                <a:cubicBezTo>
                  <a:pt x="123506" y="102854"/>
                  <a:pt x="124230" y="105146"/>
                  <a:pt x="125135" y="107318"/>
                </a:cubicBezTo>
                <a:cubicBezTo>
                  <a:pt x="126040" y="109490"/>
                  <a:pt x="127336" y="111360"/>
                  <a:pt x="129026" y="112928"/>
                </a:cubicBezTo>
                <a:cubicBezTo>
                  <a:pt x="133369" y="117272"/>
                  <a:pt x="138738" y="119443"/>
                  <a:pt x="145132" y="119443"/>
                </a:cubicBezTo>
                <a:cubicBezTo>
                  <a:pt x="151648" y="119443"/>
                  <a:pt x="157077" y="117272"/>
                  <a:pt x="161420" y="112928"/>
                </a:cubicBezTo>
                <a:cubicBezTo>
                  <a:pt x="162989" y="111360"/>
                  <a:pt x="164255" y="109490"/>
                  <a:pt x="165221" y="107318"/>
                </a:cubicBezTo>
                <a:cubicBezTo>
                  <a:pt x="166186" y="105146"/>
                  <a:pt x="166910" y="102854"/>
                  <a:pt x="167392" y="100441"/>
                </a:cubicBezTo>
                <a:cubicBezTo>
                  <a:pt x="167875" y="98028"/>
                  <a:pt x="168177" y="95555"/>
                  <a:pt x="168297" y="93021"/>
                </a:cubicBezTo>
                <a:cubicBezTo>
                  <a:pt x="168418" y="90487"/>
                  <a:pt x="168478" y="87954"/>
                  <a:pt x="168478" y="85420"/>
                </a:cubicBezTo>
                <a:cubicBezTo>
                  <a:pt x="168478" y="82887"/>
                  <a:pt x="168418" y="80353"/>
                  <a:pt x="168297" y="77819"/>
                </a:cubicBezTo>
                <a:cubicBezTo>
                  <a:pt x="168177" y="75286"/>
                  <a:pt x="167875" y="72812"/>
                  <a:pt x="167392" y="70399"/>
                </a:cubicBezTo>
                <a:cubicBezTo>
                  <a:pt x="166910" y="67986"/>
                  <a:pt x="166186" y="65724"/>
                  <a:pt x="165221" y="63613"/>
                </a:cubicBezTo>
                <a:cubicBezTo>
                  <a:pt x="164255" y="61501"/>
                  <a:pt x="162989" y="59601"/>
                  <a:pt x="161420" y="57912"/>
                </a:cubicBezTo>
                <a:cubicBezTo>
                  <a:pt x="157077" y="53569"/>
                  <a:pt x="151648" y="51397"/>
                  <a:pt x="145132" y="51397"/>
                </a:cubicBezTo>
                <a:close/>
                <a:moveTo>
                  <a:pt x="2031082" y="51035"/>
                </a:moveTo>
                <a:cubicBezTo>
                  <a:pt x="2026377" y="51035"/>
                  <a:pt x="2022154" y="52234"/>
                  <a:pt x="2018414" y="54632"/>
                </a:cubicBezTo>
                <a:cubicBezTo>
                  <a:pt x="2014674" y="57030"/>
                  <a:pt x="2011959" y="60267"/>
                  <a:pt x="2010270" y="64342"/>
                </a:cubicBezTo>
                <a:cubicBezTo>
                  <a:pt x="2009305" y="66738"/>
                  <a:pt x="2008642" y="68895"/>
                  <a:pt x="2008280" y="70814"/>
                </a:cubicBezTo>
                <a:cubicBezTo>
                  <a:pt x="2007918" y="72732"/>
                  <a:pt x="2007676" y="75489"/>
                  <a:pt x="2007556" y="79086"/>
                </a:cubicBezTo>
                <a:lnTo>
                  <a:pt x="2054609" y="79086"/>
                </a:lnTo>
                <a:cubicBezTo>
                  <a:pt x="2054488" y="77288"/>
                  <a:pt x="2054368" y="75729"/>
                  <a:pt x="2054247" y="74410"/>
                </a:cubicBezTo>
                <a:cubicBezTo>
                  <a:pt x="2054126" y="73092"/>
                  <a:pt x="2053976" y="71893"/>
                  <a:pt x="2053795" y="70815"/>
                </a:cubicBezTo>
                <a:cubicBezTo>
                  <a:pt x="2053614" y="69737"/>
                  <a:pt x="2053372" y="68688"/>
                  <a:pt x="2053071" y="67669"/>
                </a:cubicBezTo>
                <a:cubicBezTo>
                  <a:pt x="2052769" y="66650"/>
                  <a:pt x="2052377" y="65541"/>
                  <a:pt x="2051894" y="64342"/>
                </a:cubicBezTo>
                <a:cubicBezTo>
                  <a:pt x="2050206" y="60267"/>
                  <a:pt x="2047491" y="57030"/>
                  <a:pt x="2043750" y="54632"/>
                </a:cubicBezTo>
                <a:cubicBezTo>
                  <a:pt x="2040010" y="52234"/>
                  <a:pt x="2035788" y="51035"/>
                  <a:pt x="2031082" y="51035"/>
                </a:cubicBezTo>
                <a:close/>
                <a:moveTo>
                  <a:pt x="630907" y="51035"/>
                </a:moveTo>
                <a:cubicBezTo>
                  <a:pt x="626202" y="51035"/>
                  <a:pt x="621979" y="52234"/>
                  <a:pt x="618239" y="54632"/>
                </a:cubicBezTo>
                <a:cubicBezTo>
                  <a:pt x="614499" y="57030"/>
                  <a:pt x="611784" y="60267"/>
                  <a:pt x="610095" y="64342"/>
                </a:cubicBezTo>
                <a:cubicBezTo>
                  <a:pt x="609130" y="66738"/>
                  <a:pt x="608466" y="68895"/>
                  <a:pt x="608104" y="70814"/>
                </a:cubicBezTo>
                <a:cubicBezTo>
                  <a:pt x="607743" y="72732"/>
                  <a:pt x="607501" y="75489"/>
                  <a:pt x="607381" y="79086"/>
                </a:cubicBezTo>
                <a:lnTo>
                  <a:pt x="654434" y="79086"/>
                </a:lnTo>
                <a:cubicBezTo>
                  <a:pt x="654313" y="77288"/>
                  <a:pt x="654193" y="75729"/>
                  <a:pt x="654072" y="74410"/>
                </a:cubicBezTo>
                <a:cubicBezTo>
                  <a:pt x="653952" y="73092"/>
                  <a:pt x="653801" y="71893"/>
                  <a:pt x="653620" y="70815"/>
                </a:cubicBezTo>
                <a:cubicBezTo>
                  <a:pt x="653439" y="69737"/>
                  <a:pt x="653197" y="68688"/>
                  <a:pt x="652896" y="67669"/>
                </a:cubicBezTo>
                <a:cubicBezTo>
                  <a:pt x="652594" y="66650"/>
                  <a:pt x="652202" y="65541"/>
                  <a:pt x="651720" y="64342"/>
                </a:cubicBezTo>
                <a:cubicBezTo>
                  <a:pt x="650030" y="60267"/>
                  <a:pt x="647316" y="57030"/>
                  <a:pt x="643576" y="54632"/>
                </a:cubicBezTo>
                <a:cubicBezTo>
                  <a:pt x="639836" y="52234"/>
                  <a:pt x="635613" y="51035"/>
                  <a:pt x="630907" y="51035"/>
                </a:cubicBezTo>
                <a:close/>
                <a:moveTo>
                  <a:pt x="2337540" y="40900"/>
                </a:moveTo>
                <a:lnTo>
                  <a:pt x="2351656" y="40900"/>
                </a:lnTo>
                <a:lnTo>
                  <a:pt x="2376087" y="112385"/>
                </a:lnTo>
                <a:lnTo>
                  <a:pt x="2400338" y="40900"/>
                </a:lnTo>
                <a:lnTo>
                  <a:pt x="2414454" y="40900"/>
                </a:lnTo>
                <a:lnTo>
                  <a:pt x="2373916" y="151476"/>
                </a:lnTo>
                <a:cubicBezTo>
                  <a:pt x="2372226" y="156181"/>
                  <a:pt x="2370115" y="159680"/>
                  <a:pt x="2367582" y="161973"/>
                </a:cubicBezTo>
                <a:cubicBezTo>
                  <a:pt x="2365168" y="164265"/>
                  <a:pt x="2362454" y="165864"/>
                  <a:pt x="2359438" y="166768"/>
                </a:cubicBezTo>
                <a:cubicBezTo>
                  <a:pt x="2356421" y="167673"/>
                  <a:pt x="2353345" y="168126"/>
                  <a:pt x="2350208" y="168126"/>
                </a:cubicBezTo>
                <a:lnTo>
                  <a:pt x="2344598" y="168126"/>
                </a:lnTo>
                <a:lnTo>
                  <a:pt x="2344598" y="156543"/>
                </a:lnTo>
                <a:lnTo>
                  <a:pt x="2348579" y="156543"/>
                </a:lnTo>
                <a:cubicBezTo>
                  <a:pt x="2353043" y="156543"/>
                  <a:pt x="2356240" y="155729"/>
                  <a:pt x="2358171" y="154100"/>
                </a:cubicBezTo>
                <a:cubicBezTo>
                  <a:pt x="2360101" y="152471"/>
                  <a:pt x="2361790" y="149606"/>
                  <a:pt x="2363238" y="145504"/>
                </a:cubicBezTo>
                <a:lnTo>
                  <a:pt x="2369572" y="128130"/>
                </a:lnTo>
                <a:close/>
                <a:moveTo>
                  <a:pt x="2247062" y="40900"/>
                </a:moveTo>
                <a:lnTo>
                  <a:pt x="2260092" y="40900"/>
                </a:lnTo>
                <a:lnTo>
                  <a:pt x="2260092" y="129940"/>
                </a:lnTo>
                <a:lnTo>
                  <a:pt x="2247062" y="129940"/>
                </a:lnTo>
                <a:close/>
                <a:moveTo>
                  <a:pt x="1899390" y="40900"/>
                </a:moveTo>
                <a:lnTo>
                  <a:pt x="1913506" y="40900"/>
                </a:lnTo>
                <a:lnTo>
                  <a:pt x="1937756" y="112385"/>
                </a:lnTo>
                <a:lnTo>
                  <a:pt x="1962188" y="40900"/>
                </a:lnTo>
                <a:lnTo>
                  <a:pt x="1976304" y="40900"/>
                </a:lnTo>
                <a:lnTo>
                  <a:pt x="1943548" y="129940"/>
                </a:lnTo>
                <a:lnTo>
                  <a:pt x="1931965" y="129940"/>
                </a:lnTo>
                <a:close/>
                <a:moveTo>
                  <a:pt x="1875587" y="40900"/>
                </a:moveTo>
                <a:lnTo>
                  <a:pt x="1888617" y="40900"/>
                </a:lnTo>
                <a:lnTo>
                  <a:pt x="1888617" y="129940"/>
                </a:lnTo>
                <a:lnTo>
                  <a:pt x="1875587" y="129940"/>
                </a:lnTo>
                <a:close/>
                <a:moveTo>
                  <a:pt x="999287" y="40900"/>
                </a:moveTo>
                <a:lnTo>
                  <a:pt x="1012317" y="40900"/>
                </a:lnTo>
                <a:lnTo>
                  <a:pt x="1012317" y="129940"/>
                </a:lnTo>
                <a:lnTo>
                  <a:pt x="999287" y="129940"/>
                </a:lnTo>
                <a:close/>
                <a:moveTo>
                  <a:pt x="451590" y="40900"/>
                </a:moveTo>
                <a:lnTo>
                  <a:pt x="465706" y="40900"/>
                </a:lnTo>
                <a:lnTo>
                  <a:pt x="486156" y="112385"/>
                </a:lnTo>
                <a:lnTo>
                  <a:pt x="509502" y="40900"/>
                </a:lnTo>
                <a:lnTo>
                  <a:pt x="520722" y="40900"/>
                </a:lnTo>
                <a:lnTo>
                  <a:pt x="544249" y="112385"/>
                </a:lnTo>
                <a:lnTo>
                  <a:pt x="564518" y="40900"/>
                </a:lnTo>
                <a:lnTo>
                  <a:pt x="578634" y="40900"/>
                </a:lnTo>
                <a:lnTo>
                  <a:pt x="550583" y="129940"/>
                </a:lnTo>
                <a:lnTo>
                  <a:pt x="538458" y="129940"/>
                </a:lnTo>
                <a:lnTo>
                  <a:pt x="515112" y="60808"/>
                </a:lnTo>
                <a:lnTo>
                  <a:pt x="491947" y="129940"/>
                </a:lnTo>
                <a:lnTo>
                  <a:pt x="479822" y="129940"/>
                </a:lnTo>
                <a:close/>
                <a:moveTo>
                  <a:pt x="207807" y="40900"/>
                </a:moveTo>
                <a:lnTo>
                  <a:pt x="220837" y="40900"/>
                </a:lnTo>
                <a:lnTo>
                  <a:pt x="220837" y="95736"/>
                </a:lnTo>
                <a:cubicBezTo>
                  <a:pt x="220837" y="103699"/>
                  <a:pt x="222767" y="109641"/>
                  <a:pt x="226628" y="113562"/>
                </a:cubicBezTo>
                <a:cubicBezTo>
                  <a:pt x="230489" y="117483"/>
                  <a:pt x="235798" y="119443"/>
                  <a:pt x="242554" y="119443"/>
                </a:cubicBezTo>
                <a:cubicBezTo>
                  <a:pt x="249310" y="119443"/>
                  <a:pt x="254710" y="117453"/>
                  <a:pt x="258751" y="113471"/>
                </a:cubicBezTo>
                <a:cubicBezTo>
                  <a:pt x="262793" y="109490"/>
                  <a:pt x="264814" y="103578"/>
                  <a:pt x="264814" y="95736"/>
                </a:cubicBezTo>
                <a:lnTo>
                  <a:pt x="264814" y="40900"/>
                </a:lnTo>
                <a:lnTo>
                  <a:pt x="277844" y="40900"/>
                </a:lnTo>
                <a:lnTo>
                  <a:pt x="277844" y="129940"/>
                </a:lnTo>
                <a:lnTo>
                  <a:pt x="264995" y="129940"/>
                </a:lnTo>
                <a:lnTo>
                  <a:pt x="264995" y="119986"/>
                </a:lnTo>
                <a:cubicBezTo>
                  <a:pt x="261858" y="123606"/>
                  <a:pt x="258148" y="126351"/>
                  <a:pt x="253865" y="128221"/>
                </a:cubicBezTo>
                <a:cubicBezTo>
                  <a:pt x="249582" y="130091"/>
                  <a:pt x="244907" y="131026"/>
                  <a:pt x="239839" y="131026"/>
                </a:cubicBezTo>
                <a:cubicBezTo>
                  <a:pt x="230067" y="131026"/>
                  <a:pt x="222406" y="128251"/>
                  <a:pt x="216856" y="122701"/>
                </a:cubicBezTo>
                <a:cubicBezTo>
                  <a:pt x="213719" y="119564"/>
                  <a:pt x="211426" y="115914"/>
                  <a:pt x="209979" y="111752"/>
                </a:cubicBezTo>
                <a:cubicBezTo>
                  <a:pt x="208531" y="107590"/>
                  <a:pt x="207807" y="102914"/>
                  <a:pt x="207807" y="97726"/>
                </a:cubicBezTo>
                <a:close/>
                <a:moveTo>
                  <a:pt x="2189569" y="39814"/>
                </a:moveTo>
                <a:cubicBezTo>
                  <a:pt x="2195964" y="39814"/>
                  <a:pt x="2201905" y="40611"/>
                  <a:pt x="2207395" y="42205"/>
                </a:cubicBezTo>
                <a:cubicBezTo>
                  <a:pt x="2212884" y="43799"/>
                  <a:pt x="2217620" y="46252"/>
                  <a:pt x="2221601" y="49564"/>
                </a:cubicBezTo>
                <a:lnTo>
                  <a:pt x="2213096" y="58093"/>
                </a:lnTo>
                <a:cubicBezTo>
                  <a:pt x="2209959" y="55680"/>
                  <a:pt x="2206370" y="53900"/>
                  <a:pt x="2202328" y="52754"/>
                </a:cubicBezTo>
                <a:cubicBezTo>
                  <a:pt x="2198286" y="51608"/>
                  <a:pt x="2193973" y="51035"/>
                  <a:pt x="2189388" y="51035"/>
                </a:cubicBezTo>
                <a:cubicBezTo>
                  <a:pt x="2182873" y="51035"/>
                  <a:pt x="2177926" y="52323"/>
                  <a:pt x="2174548" y="54900"/>
                </a:cubicBezTo>
                <a:cubicBezTo>
                  <a:pt x="2171170" y="57477"/>
                  <a:pt x="2169480" y="61043"/>
                  <a:pt x="2169480" y="65598"/>
                </a:cubicBezTo>
                <a:cubicBezTo>
                  <a:pt x="2169480" y="69434"/>
                  <a:pt x="2170657" y="72431"/>
                  <a:pt x="2173010" y="74589"/>
                </a:cubicBezTo>
                <a:cubicBezTo>
                  <a:pt x="2175362" y="76746"/>
                  <a:pt x="2179374" y="78064"/>
                  <a:pt x="2185044" y="78543"/>
                </a:cubicBezTo>
                <a:lnTo>
                  <a:pt x="2199342" y="79810"/>
                </a:lnTo>
                <a:cubicBezTo>
                  <a:pt x="2203202" y="80172"/>
                  <a:pt x="2206762" y="80835"/>
                  <a:pt x="2210019" y="81801"/>
                </a:cubicBezTo>
                <a:cubicBezTo>
                  <a:pt x="2213276" y="82766"/>
                  <a:pt x="2216052" y="84214"/>
                  <a:pt x="2218344" y="86144"/>
                </a:cubicBezTo>
                <a:cubicBezTo>
                  <a:pt x="2220636" y="88074"/>
                  <a:pt x="2222416" y="90487"/>
                  <a:pt x="2223683" y="93383"/>
                </a:cubicBezTo>
                <a:cubicBezTo>
                  <a:pt x="2224950" y="96279"/>
                  <a:pt x="2225583" y="99778"/>
                  <a:pt x="2225583" y="103880"/>
                </a:cubicBezTo>
                <a:cubicBezTo>
                  <a:pt x="2225583" y="108223"/>
                  <a:pt x="2224708" y="112054"/>
                  <a:pt x="2222959" y="115372"/>
                </a:cubicBezTo>
                <a:cubicBezTo>
                  <a:pt x="2221210" y="118689"/>
                  <a:pt x="2218736" y="121525"/>
                  <a:pt x="2215539" y="123877"/>
                </a:cubicBezTo>
                <a:cubicBezTo>
                  <a:pt x="2212342" y="126230"/>
                  <a:pt x="2208541" y="128010"/>
                  <a:pt x="2204137" y="129216"/>
                </a:cubicBezTo>
                <a:cubicBezTo>
                  <a:pt x="2199734" y="130423"/>
                  <a:pt x="2194817" y="131026"/>
                  <a:pt x="2189388" y="131026"/>
                </a:cubicBezTo>
                <a:cubicBezTo>
                  <a:pt x="2181787" y="131026"/>
                  <a:pt x="2175030" y="130061"/>
                  <a:pt x="2169119" y="128130"/>
                </a:cubicBezTo>
                <a:cubicBezTo>
                  <a:pt x="2163207" y="126200"/>
                  <a:pt x="2157778" y="122882"/>
                  <a:pt x="2152831" y="118177"/>
                </a:cubicBezTo>
                <a:lnTo>
                  <a:pt x="2161518" y="109490"/>
                </a:lnTo>
                <a:cubicBezTo>
                  <a:pt x="2165016" y="113230"/>
                  <a:pt x="2169119" y="115884"/>
                  <a:pt x="2173824" y="117453"/>
                </a:cubicBezTo>
                <a:cubicBezTo>
                  <a:pt x="2178530" y="119021"/>
                  <a:pt x="2183657" y="119805"/>
                  <a:pt x="2189207" y="119805"/>
                </a:cubicBezTo>
                <a:cubicBezTo>
                  <a:pt x="2196566" y="119805"/>
                  <a:pt x="2202358" y="118508"/>
                  <a:pt x="2206580" y="115914"/>
                </a:cubicBezTo>
                <a:cubicBezTo>
                  <a:pt x="2210803" y="113320"/>
                  <a:pt x="2212915" y="109369"/>
                  <a:pt x="2212915" y="104061"/>
                </a:cubicBezTo>
                <a:cubicBezTo>
                  <a:pt x="2212915" y="100200"/>
                  <a:pt x="2211738" y="97184"/>
                  <a:pt x="2209386" y="95012"/>
                </a:cubicBezTo>
                <a:cubicBezTo>
                  <a:pt x="2207033" y="92840"/>
                  <a:pt x="2203263" y="91513"/>
                  <a:pt x="2198074" y="91030"/>
                </a:cubicBezTo>
                <a:lnTo>
                  <a:pt x="2183416" y="89764"/>
                </a:lnTo>
                <a:cubicBezTo>
                  <a:pt x="2174729" y="89040"/>
                  <a:pt x="2168124" y="86717"/>
                  <a:pt x="2163599" y="82796"/>
                </a:cubicBezTo>
                <a:cubicBezTo>
                  <a:pt x="2159074" y="78875"/>
                  <a:pt x="2156812" y="73235"/>
                  <a:pt x="2156812" y="65875"/>
                </a:cubicBezTo>
                <a:cubicBezTo>
                  <a:pt x="2156812" y="61773"/>
                  <a:pt x="2157627" y="58123"/>
                  <a:pt x="2159256" y="54926"/>
                </a:cubicBezTo>
                <a:cubicBezTo>
                  <a:pt x="2160884" y="51729"/>
                  <a:pt x="2163146" y="49014"/>
                  <a:pt x="2166042" y="46782"/>
                </a:cubicBezTo>
                <a:cubicBezTo>
                  <a:pt x="2168938" y="44550"/>
                  <a:pt x="2172406" y="42831"/>
                  <a:pt x="2176448" y="41624"/>
                </a:cubicBezTo>
                <a:cubicBezTo>
                  <a:pt x="2180490" y="40418"/>
                  <a:pt x="2184864" y="39814"/>
                  <a:pt x="2189569" y="39814"/>
                </a:cubicBezTo>
                <a:close/>
                <a:moveTo>
                  <a:pt x="2123142" y="39814"/>
                </a:moveTo>
                <a:cubicBezTo>
                  <a:pt x="2127364" y="39814"/>
                  <a:pt x="2131195" y="40418"/>
                  <a:pt x="2134634" y="41624"/>
                </a:cubicBezTo>
                <a:cubicBezTo>
                  <a:pt x="2138072" y="42831"/>
                  <a:pt x="2141360" y="45002"/>
                  <a:pt x="2144496" y="48139"/>
                </a:cubicBezTo>
                <a:lnTo>
                  <a:pt x="2134905" y="57912"/>
                </a:lnTo>
                <a:cubicBezTo>
                  <a:pt x="2132492" y="55499"/>
                  <a:pt x="2130200" y="53810"/>
                  <a:pt x="2128028" y="52845"/>
                </a:cubicBezTo>
                <a:cubicBezTo>
                  <a:pt x="2125856" y="51879"/>
                  <a:pt x="2123021" y="51397"/>
                  <a:pt x="2119522" y="51397"/>
                </a:cubicBezTo>
                <a:cubicBezTo>
                  <a:pt x="2116264" y="51397"/>
                  <a:pt x="2113308" y="52000"/>
                  <a:pt x="2110654" y="53207"/>
                </a:cubicBezTo>
                <a:cubicBezTo>
                  <a:pt x="2108000" y="54413"/>
                  <a:pt x="2105768" y="56102"/>
                  <a:pt x="2103958" y="58274"/>
                </a:cubicBezTo>
                <a:cubicBezTo>
                  <a:pt x="2102148" y="60446"/>
                  <a:pt x="2100731" y="62979"/>
                  <a:pt x="2099705" y="65875"/>
                </a:cubicBezTo>
                <a:cubicBezTo>
                  <a:pt x="2098680" y="68770"/>
                  <a:pt x="2098167" y="71907"/>
                  <a:pt x="2098167" y="75286"/>
                </a:cubicBezTo>
                <a:lnTo>
                  <a:pt x="2098167" y="129940"/>
                </a:lnTo>
                <a:lnTo>
                  <a:pt x="2085137" y="129940"/>
                </a:lnTo>
                <a:lnTo>
                  <a:pt x="2085137" y="40900"/>
                </a:lnTo>
                <a:lnTo>
                  <a:pt x="2098167" y="40900"/>
                </a:lnTo>
                <a:lnTo>
                  <a:pt x="2098167" y="51759"/>
                </a:lnTo>
                <a:cubicBezTo>
                  <a:pt x="2100580" y="48019"/>
                  <a:pt x="2104049" y="45093"/>
                  <a:pt x="2108573" y="42982"/>
                </a:cubicBezTo>
                <a:cubicBezTo>
                  <a:pt x="2113097" y="40870"/>
                  <a:pt x="2117954" y="39814"/>
                  <a:pt x="2123142" y="39814"/>
                </a:cubicBezTo>
                <a:close/>
                <a:moveTo>
                  <a:pt x="2031082" y="39814"/>
                </a:moveTo>
                <a:cubicBezTo>
                  <a:pt x="2042665" y="39814"/>
                  <a:pt x="2051653" y="43675"/>
                  <a:pt x="2058048" y="51397"/>
                </a:cubicBezTo>
                <a:cubicBezTo>
                  <a:pt x="2064442" y="59118"/>
                  <a:pt x="2067640" y="69615"/>
                  <a:pt x="2067640" y="82887"/>
                </a:cubicBezTo>
                <a:lnTo>
                  <a:pt x="2067640" y="88859"/>
                </a:lnTo>
                <a:lnTo>
                  <a:pt x="2007556" y="88859"/>
                </a:lnTo>
                <a:cubicBezTo>
                  <a:pt x="2007556" y="98688"/>
                  <a:pt x="2009788" y="106303"/>
                  <a:pt x="2014252" y="111704"/>
                </a:cubicBezTo>
                <a:cubicBezTo>
                  <a:pt x="2018716" y="117105"/>
                  <a:pt x="2025231" y="119805"/>
                  <a:pt x="2033797" y="119805"/>
                </a:cubicBezTo>
                <a:cubicBezTo>
                  <a:pt x="2038985" y="119805"/>
                  <a:pt x="2043298" y="118991"/>
                  <a:pt x="2046737" y="117362"/>
                </a:cubicBezTo>
                <a:cubicBezTo>
                  <a:pt x="2050175" y="115733"/>
                  <a:pt x="2053644" y="113170"/>
                  <a:pt x="2057143" y="109671"/>
                </a:cubicBezTo>
                <a:lnTo>
                  <a:pt x="2066010" y="117453"/>
                </a:lnTo>
                <a:cubicBezTo>
                  <a:pt x="2063718" y="119734"/>
                  <a:pt x="2061456" y="121705"/>
                  <a:pt x="2059224" y="123367"/>
                </a:cubicBezTo>
                <a:cubicBezTo>
                  <a:pt x="2056992" y="125029"/>
                  <a:pt x="2054609" y="126424"/>
                  <a:pt x="2052076" y="127552"/>
                </a:cubicBezTo>
                <a:cubicBezTo>
                  <a:pt x="2049542" y="128680"/>
                  <a:pt x="2046737" y="129541"/>
                  <a:pt x="2043660" y="130135"/>
                </a:cubicBezTo>
                <a:cubicBezTo>
                  <a:pt x="2040584" y="130729"/>
                  <a:pt x="2037175" y="131026"/>
                  <a:pt x="2033435" y="131026"/>
                </a:cubicBezTo>
                <a:cubicBezTo>
                  <a:pt x="2027523" y="131026"/>
                  <a:pt x="2022184" y="130121"/>
                  <a:pt x="2017419" y="128311"/>
                </a:cubicBezTo>
                <a:cubicBezTo>
                  <a:pt x="2012653" y="126501"/>
                  <a:pt x="2008581" y="123727"/>
                  <a:pt x="2005203" y="119986"/>
                </a:cubicBezTo>
                <a:cubicBezTo>
                  <a:pt x="2001825" y="116246"/>
                  <a:pt x="1999201" y="111511"/>
                  <a:pt x="1997331" y="105780"/>
                </a:cubicBezTo>
                <a:cubicBezTo>
                  <a:pt x="1995460" y="100049"/>
                  <a:pt x="1994525" y="93262"/>
                  <a:pt x="1994525" y="85420"/>
                </a:cubicBezTo>
                <a:cubicBezTo>
                  <a:pt x="1994525" y="70942"/>
                  <a:pt x="1997783" y="59722"/>
                  <a:pt x="2004298" y="51759"/>
                </a:cubicBezTo>
                <a:cubicBezTo>
                  <a:pt x="2010813" y="43796"/>
                  <a:pt x="2019741" y="39814"/>
                  <a:pt x="2031082" y="39814"/>
                </a:cubicBezTo>
                <a:close/>
                <a:moveTo>
                  <a:pt x="1808816" y="39814"/>
                </a:moveTo>
                <a:cubicBezTo>
                  <a:pt x="1818468" y="39814"/>
                  <a:pt x="1826069" y="42589"/>
                  <a:pt x="1831619" y="48139"/>
                </a:cubicBezTo>
                <a:cubicBezTo>
                  <a:pt x="1837772" y="54172"/>
                  <a:pt x="1840849" y="62436"/>
                  <a:pt x="1840849" y="72933"/>
                </a:cubicBezTo>
                <a:lnTo>
                  <a:pt x="1840849" y="129940"/>
                </a:lnTo>
                <a:lnTo>
                  <a:pt x="1827819" y="129940"/>
                </a:lnTo>
                <a:lnTo>
                  <a:pt x="1827819" y="75105"/>
                </a:lnTo>
                <a:cubicBezTo>
                  <a:pt x="1827819" y="67142"/>
                  <a:pt x="1825858" y="61200"/>
                  <a:pt x="1821937" y="57279"/>
                </a:cubicBezTo>
                <a:cubicBezTo>
                  <a:pt x="1818016" y="53357"/>
                  <a:pt x="1812677" y="51397"/>
                  <a:pt x="1805921" y="51397"/>
                </a:cubicBezTo>
                <a:cubicBezTo>
                  <a:pt x="1799164" y="51397"/>
                  <a:pt x="1793796" y="53388"/>
                  <a:pt x="1789814" y="57369"/>
                </a:cubicBezTo>
                <a:cubicBezTo>
                  <a:pt x="1785833" y="61350"/>
                  <a:pt x="1783842" y="67262"/>
                  <a:pt x="1783842" y="75105"/>
                </a:cubicBezTo>
                <a:lnTo>
                  <a:pt x="1783842" y="129940"/>
                </a:lnTo>
                <a:lnTo>
                  <a:pt x="1770812" y="129940"/>
                </a:lnTo>
                <a:lnTo>
                  <a:pt x="1770812" y="40900"/>
                </a:lnTo>
                <a:lnTo>
                  <a:pt x="1783842" y="40900"/>
                </a:lnTo>
                <a:lnTo>
                  <a:pt x="1783842" y="50673"/>
                </a:lnTo>
                <a:cubicBezTo>
                  <a:pt x="1786979" y="47053"/>
                  <a:pt x="1790659" y="44339"/>
                  <a:pt x="1794882" y="42529"/>
                </a:cubicBezTo>
                <a:cubicBezTo>
                  <a:pt x="1799104" y="40719"/>
                  <a:pt x="1803749" y="39814"/>
                  <a:pt x="1808816" y="39814"/>
                </a:cubicBezTo>
                <a:close/>
                <a:moveTo>
                  <a:pt x="1512932" y="39814"/>
                </a:moveTo>
                <a:cubicBezTo>
                  <a:pt x="1517879" y="39814"/>
                  <a:pt x="1522373" y="40569"/>
                  <a:pt x="1526415" y="42077"/>
                </a:cubicBezTo>
                <a:cubicBezTo>
                  <a:pt x="1530456" y="43585"/>
                  <a:pt x="1534287" y="46692"/>
                  <a:pt x="1537906" y="51397"/>
                </a:cubicBezTo>
                <a:lnTo>
                  <a:pt x="1537906" y="40900"/>
                </a:lnTo>
                <a:lnTo>
                  <a:pt x="1550756" y="40900"/>
                </a:lnTo>
                <a:lnTo>
                  <a:pt x="1550756" y="132655"/>
                </a:lnTo>
                <a:cubicBezTo>
                  <a:pt x="1550756" y="138205"/>
                  <a:pt x="1549911" y="143302"/>
                  <a:pt x="1548222" y="147947"/>
                </a:cubicBezTo>
                <a:cubicBezTo>
                  <a:pt x="1546533" y="152592"/>
                  <a:pt x="1544120" y="156604"/>
                  <a:pt x="1540983" y="159982"/>
                </a:cubicBezTo>
                <a:cubicBezTo>
                  <a:pt x="1537846" y="163360"/>
                  <a:pt x="1533955" y="166014"/>
                  <a:pt x="1529310" y="167945"/>
                </a:cubicBezTo>
                <a:cubicBezTo>
                  <a:pt x="1524665" y="169875"/>
                  <a:pt x="1519447" y="170840"/>
                  <a:pt x="1513656" y="170840"/>
                </a:cubicBezTo>
                <a:cubicBezTo>
                  <a:pt x="1510278" y="170840"/>
                  <a:pt x="1507261" y="170633"/>
                  <a:pt x="1504607" y="170217"/>
                </a:cubicBezTo>
                <a:cubicBezTo>
                  <a:pt x="1501953" y="169801"/>
                  <a:pt x="1499449" y="169118"/>
                  <a:pt x="1497097" y="168168"/>
                </a:cubicBezTo>
                <a:cubicBezTo>
                  <a:pt x="1494744" y="167218"/>
                  <a:pt x="1492452" y="166001"/>
                  <a:pt x="1490220" y="164518"/>
                </a:cubicBezTo>
                <a:cubicBezTo>
                  <a:pt x="1487988" y="163034"/>
                  <a:pt x="1485725" y="161220"/>
                  <a:pt x="1483433" y="159077"/>
                </a:cubicBezTo>
                <a:lnTo>
                  <a:pt x="1491939" y="150752"/>
                </a:lnTo>
                <a:cubicBezTo>
                  <a:pt x="1493507" y="152200"/>
                  <a:pt x="1495046" y="153467"/>
                  <a:pt x="1496554" y="154553"/>
                </a:cubicBezTo>
                <a:cubicBezTo>
                  <a:pt x="1498062" y="155638"/>
                  <a:pt x="1499630" y="156574"/>
                  <a:pt x="1501259" y="157358"/>
                </a:cubicBezTo>
                <a:cubicBezTo>
                  <a:pt x="1502888" y="158142"/>
                  <a:pt x="1504667" y="158715"/>
                  <a:pt x="1506598" y="159077"/>
                </a:cubicBezTo>
                <a:cubicBezTo>
                  <a:pt x="1508528" y="159439"/>
                  <a:pt x="1510760" y="159620"/>
                  <a:pt x="1513294" y="159620"/>
                </a:cubicBezTo>
                <a:cubicBezTo>
                  <a:pt x="1517637" y="159620"/>
                  <a:pt x="1521347" y="158893"/>
                  <a:pt x="1524424" y="157438"/>
                </a:cubicBezTo>
                <a:cubicBezTo>
                  <a:pt x="1527500" y="155984"/>
                  <a:pt x="1530034" y="154045"/>
                  <a:pt x="1532025" y="151622"/>
                </a:cubicBezTo>
                <a:cubicBezTo>
                  <a:pt x="1534016" y="149198"/>
                  <a:pt x="1535463" y="146321"/>
                  <a:pt x="1536368" y="142989"/>
                </a:cubicBezTo>
                <a:cubicBezTo>
                  <a:pt x="1537273" y="139657"/>
                  <a:pt x="1537726" y="136052"/>
                  <a:pt x="1537726" y="132174"/>
                </a:cubicBezTo>
                <a:lnTo>
                  <a:pt x="1537726" y="118177"/>
                </a:lnTo>
                <a:cubicBezTo>
                  <a:pt x="1534106" y="122761"/>
                  <a:pt x="1530245" y="125838"/>
                  <a:pt x="1526143" y="127406"/>
                </a:cubicBezTo>
                <a:cubicBezTo>
                  <a:pt x="1522041" y="128975"/>
                  <a:pt x="1517577" y="129759"/>
                  <a:pt x="1512751" y="129759"/>
                </a:cubicBezTo>
                <a:cubicBezTo>
                  <a:pt x="1508166" y="129759"/>
                  <a:pt x="1504034" y="129035"/>
                  <a:pt x="1500354" y="127587"/>
                </a:cubicBezTo>
                <a:cubicBezTo>
                  <a:pt x="1496674" y="126140"/>
                  <a:pt x="1493628" y="124209"/>
                  <a:pt x="1491215" y="121796"/>
                </a:cubicBezTo>
                <a:cubicBezTo>
                  <a:pt x="1486751" y="117332"/>
                  <a:pt x="1483825" y="111843"/>
                  <a:pt x="1482438" y="105327"/>
                </a:cubicBezTo>
                <a:cubicBezTo>
                  <a:pt x="1481050" y="98812"/>
                  <a:pt x="1480356" y="91935"/>
                  <a:pt x="1480356" y="84696"/>
                </a:cubicBezTo>
                <a:cubicBezTo>
                  <a:pt x="1480356" y="77457"/>
                  <a:pt x="1481050" y="70580"/>
                  <a:pt x="1482438" y="64065"/>
                </a:cubicBezTo>
                <a:cubicBezTo>
                  <a:pt x="1483825" y="57550"/>
                  <a:pt x="1486751" y="52060"/>
                  <a:pt x="1491215" y="47596"/>
                </a:cubicBezTo>
                <a:cubicBezTo>
                  <a:pt x="1493628" y="45183"/>
                  <a:pt x="1496704" y="43283"/>
                  <a:pt x="1500445" y="41896"/>
                </a:cubicBezTo>
                <a:cubicBezTo>
                  <a:pt x="1504185" y="40508"/>
                  <a:pt x="1508347" y="39814"/>
                  <a:pt x="1512932" y="39814"/>
                </a:cubicBezTo>
                <a:close/>
                <a:moveTo>
                  <a:pt x="1418292" y="39814"/>
                </a:moveTo>
                <a:cubicBezTo>
                  <a:pt x="1427944" y="39814"/>
                  <a:pt x="1435544" y="42589"/>
                  <a:pt x="1441094" y="48139"/>
                </a:cubicBezTo>
                <a:cubicBezTo>
                  <a:pt x="1447248" y="54172"/>
                  <a:pt x="1450324" y="62436"/>
                  <a:pt x="1450324" y="72933"/>
                </a:cubicBezTo>
                <a:lnTo>
                  <a:pt x="1450324" y="129940"/>
                </a:lnTo>
                <a:lnTo>
                  <a:pt x="1437294" y="129940"/>
                </a:lnTo>
                <a:lnTo>
                  <a:pt x="1437294" y="75105"/>
                </a:lnTo>
                <a:cubicBezTo>
                  <a:pt x="1437294" y="67142"/>
                  <a:pt x="1435333" y="61200"/>
                  <a:pt x="1431412" y="57279"/>
                </a:cubicBezTo>
                <a:cubicBezTo>
                  <a:pt x="1427491" y="53357"/>
                  <a:pt x="1422152" y="51397"/>
                  <a:pt x="1415396" y="51397"/>
                </a:cubicBezTo>
                <a:cubicBezTo>
                  <a:pt x="1408640" y="51397"/>
                  <a:pt x="1403270" y="53388"/>
                  <a:pt x="1399289" y="57369"/>
                </a:cubicBezTo>
                <a:cubicBezTo>
                  <a:pt x="1395308" y="61350"/>
                  <a:pt x="1393317" y="67262"/>
                  <a:pt x="1393317" y="75105"/>
                </a:cubicBezTo>
                <a:lnTo>
                  <a:pt x="1393317" y="129940"/>
                </a:lnTo>
                <a:lnTo>
                  <a:pt x="1380287" y="129940"/>
                </a:lnTo>
                <a:lnTo>
                  <a:pt x="1380287" y="40900"/>
                </a:lnTo>
                <a:lnTo>
                  <a:pt x="1393317" y="40900"/>
                </a:lnTo>
                <a:lnTo>
                  <a:pt x="1393317" y="50673"/>
                </a:lnTo>
                <a:cubicBezTo>
                  <a:pt x="1396454" y="47053"/>
                  <a:pt x="1400134" y="44339"/>
                  <a:pt x="1404356" y="42529"/>
                </a:cubicBezTo>
                <a:cubicBezTo>
                  <a:pt x="1408579" y="40719"/>
                  <a:pt x="1413224" y="39814"/>
                  <a:pt x="1418292" y="39814"/>
                </a:cubicBezTo>
                <a:close/>
                <a:moveTo>
                  <a:pt x="1326232" y="39814"/>
                </a:moveTo>
                <a:cubicBezTo>
                  <a:pt x="1331662" y="39814"/>
                  <a:pt x="1336488" y="40719"/>
                  <a:pt x="1340710" y="42529"/>
                </a:cubicBezTo>
                <a:cubicBezTo>
                  <a:pt x="1344933" y="44339"/>
                  <a:pt x="1348613" y="46812"/>
                  <a:pt x="1351750" y="49949"/>
                </a:cubicBezTo>
                <a:cubicBezTo>
                  <a:pt x="1356214" y="54534"/>
                  <a:pt x="1359140" y="59873"/>
                  <a:pt x="1360527" y="65965"/>
                </a:cubicBezTo>
                <a:cubicBezTo>
                  <a:pt x="1361915" y="72058"/>
                  <a:pt x="1362608" y="78543"/>
                  <a:pt x="1362608" y="85420"/>
                </a:cubicBezTo>
                <a:cubicBezTo>
                  <a:pt x="1362608" y="92297"/>
                  <a:pt x="1361915" y="98782"/>
                  <a:pt x="1360527" y="104875"/>
                </a:cubicBezTo>
                <a:cubicBezTo>
                  <a:pt x="1359140" y="110968"/>
                  <a:pt x="1356214" y="116307"/>
                  <a:pt x="1351750" y="120891"/>
                </a:cubicBezTo>
                <a:cubicBezTo>
                  <a:pt x="1348613" y="124028"/>
                  <a:pt x="1344933" y="126501"/>
                  <a:pt x="1340710" y="128311"/>
                </a:cubicBezTo>
                <a:cubicBezTo>
                  <a:pt x="1336488" y="130121"/>
                  <a:pt x="1331662" y="131026"/>
                  <a:pt x="1326232" y="131026"/>
                </a:cubicBezTo>
                <a:cubicBezTo>
                  <a:pt x="1320803" y="131026"/>
                  <a:pt x="1315977" y="130121"/>
                  <a:pt x="1311754" y="128311"/>
                </a:cubicBezTo>
                <a:cubicBezTo>
                  <a:pt x="1307532" y="126501"/>
                  <a:pt x="1303852" y="124028"/>
                  <a:pt x="1300715" y="120891"/>
                </a:cubicBezTo>
                <a:cubicBezTo>
                  <a:pt x="1298422" y="118599"/>
                  <a:pt x="1296583" y="116095"/>
                  <a:pt x="1295195" y="113381"/>
                </a:cubicBezTo>
                <a:cubicBezTo>
                  <a:pt x="1293808" y="110666"/>
                  <a:pt x="1292722" y="107831"/>
                  <a:pt x="1291938" y="104875"/>
                </a:cubicBezTo>
                <a:cubicBezTo>
                  <a:pt x="1291153" y="101919"/>
                  <a:pt x="1290610" y="98812"/>
                  <a:pt x="1290309" y="95555"/>
                </a:cubicBezTo>
                <a:cubicBezTo>
                  <a:pt x="1290007" y="92297"/>
                  <a:pt x="1289856" y="88919"/>
                  <a:pt x="1289856" y="85420"/>
                </a:cubicBezTo>
                <a:cubicBezTo>
                  <a:pt x="1289856" y="82042"/>
                  <a:pt x="1290007" y="78694"/>
                  <a:pt x="1290309" y="75376"/>
                </a:cubicBezTo>
                <a:cubicBezTo>
                  <a:pt x="1290610" y="72058"/>
                  <a:pt x="1291153" y="68921"/>
                  <a:pt x="1291938" y="65965"/>
                </a:cubicBezTo>
                <a:cubicBezTo>
                  <a:pt x="1292722" y="63009"/>
                  <a:pt x="1293808" y="60174"/>
                  <a:pt x="1295195" y="57460"/>
                </a:cubicBezTo>
                <a:cubicBezTo>
                  <a:pt x="1296583" y="54745"/>
                  <a:pt x="1298422" y="52241"/>
                  <a:pt x="1300715" y="49949"/>
                </a:cubicBezTo>
                <a:cubicBezTo>
                  <a:pt x="1303852" y="46812"/>
                  <a:pt x="1307532" y="44339"/>
                  <a:pt x="1311754" y="42529"/>
                </a:cubicBezTo>
                <a:cubicBezTo>
                  <a:pt x="1315977" y="40719"/>
                  <a:pt x="1320803" y="39814"/>
                  <a:pt x="1326232" y="39814"/>
                </a:cubicBezTo>
                <a:close/>
                <a:moveTo>
                  <a:pt x="1173832" y="39814"/>
                </a:moveTo>
                <a:cubicBezTo>
                  <a:pt x="1179262" y="39814"/>
                  <a:pt x="1184088" y="40719"/>
                  <a:pt x="1188310" y="42529"/>
                </a:cubicBezTo>
                <a:cubicBezTo>
                  <a:pt x="1192533" y="44339"/>
                  <a:pt x="1196213" y="46812"/>
                  <a:pt x="1199350" y="49949"/>
                </a:cubicBezTo>
                <a:cubicBezTo>
                  <a:pt x="1203814" y="54534"/>
                  <a:pt x="1206740" y="59873"/>
                  <a:pt x="1208127" y="65965"/>
                </a:cubicBezTo>
                <a:cubicBezTo>
                  <a:pt x="1209515" y="72058"/>
                  <a:pt x="1210208" y="78543"/>
                  <a:pt x="1210208" y="85420"/>
                </a:cubicBezTo>
                <a:cubicBezTo>
                  <a:pt x="1210208" y="92297"/>
                  <a:pt x="1209515" y="98782"/>
                  <a:pt x="1208127" y="104875"/>
                </a:cubicBezTo>
                <a:cubicBezTo>
                  <a:pt x="1206740" y="110968"/>
                  <a:pt x="1203814" y="116307"/>
                  <a:pt x="1199350" y="120891"/>
                </a:cubicBezTo>
                <a:cubicBezTo>
                  <a:pt x="1196213" y="124028"/>
                  <a:pt x="1192533" y="126501"/>
                  <a:pt x="1188310" y="128311"/>
                </a:cubicBezTo>
                <a:cubicBezTo>
                  <a:pt x="1184088" y="130121"/>
                  <a:pt x="1179262" y="131026"/>
                  <a:pt x="1173832" y="131026"/>
                </a:cubicBezTo>
                <a:cubicBezTo>
                  <a:pt x="1168403" y="131026"/>
                  <a:pt x="1163577" y="130121"/>
                  <a:pt x="1159354" y="128311"/>
                </a:cubicBezTo>
                <a:cubicBezTo>
                  <a:pt x="1155132" y="126501"/>
                  <a:pt x="1151452" y="124028"/>
                  <a:pt x="1148315" y="120891"/>
                </a:cubicBezTo>
                <a:cubicBezTo>
                  <a:pt x="1146022" y="118599"/>
                  <a:pt x="1144183" y="116095"/>
                  <a:pt x="1142795" y="113381"/>
                </a:cubicBezTo>
                <a:cubicBezTo>
                  <a:pt x="1141408" y="110666"/>
                  <a:pt x="1140322" y="107831"/>
                  <a:pt x="1139538" y="104875"/>
                </a:cubicBezTo>
                <a:cubicBezTo>
                  <a:pt x="1138753" y="101919"/>
                  <a:pt x="1138210" y="98812"/>
                  <a:pt x="1137909" y="95555"/>
                </a:cubicBezTo>
                <a:cubicBezTo>
                  <a:pt x="1137607" y="92297"/>
                  <a:pt x="1137456" y="88919"/>
                  <a:pt x="1137456" y="85420"/>
                </a:cubicBezTo>
                <a:cubicBezTo>
                  <a:pt x="1137456" y="82042"/>
                  <a:pt x="1137607" y="78694"/>
                  <a:pt x="1137909" y="75376"/>
                </a:cubicBezTo>
                <a:cubicBezTo>
                  <a:pt x="1138210" y="72058"/>
                  <a:pt x="1138753" y="68921"/>
                  <a:pt x="1139538" y="65965"/>
                </a:cubicBezTo>
                <a:cubicBezTo>
                  <a:pt x="1140322" y="63009"/>
                  <a:pt x="1141408" y="60174"/>
                  <a:pt x="1142795" y="57460"/>
                </a:cubicBezTo>
                <a:cubicBezTo>
                  <a:pt x="1144183" y="54745"/>
                  <a:pt x="1146022" y="52241"/>
                  <a:pt x="1148315" y="49949"/>
                </a:cubicBezTo>
                <a:cubicBezTo>
                  <a:pt x="1151452" y="46812"/>
                  <a:pt x="1155132" y="44339"/>
                  <a:pt x="1159354" y="42529"/>
                </a:cubicBezTo>
                <a:cubicBezTo>
                  <a:pt x="1163577" y="40719"/>
                  <a:pt x="1168403" y="39814"/>
                  <a:pt x="1173832" y="39814"/>
                </a:cubicBezTo>
                <a:close/>
                <a:moveTo>
                  <a:pt x="1074782" y="39814"/>
                </a:moveTo>
                <a:cubicBezTo>
                  <a:pt x="1086847" y="39814"/>
                  <a:pt x="1095805" y="42318"/>
                  <a:pt x="1101657" y="47325"/>
                </a:cubicBezTo>
                <a:cubicBezTo>
                  <a:pt x="1107508" y="52332"/>
                  <a:pt x="1110434" y="59722"/>
                  <a:pt x="1110434" y="69494"/>
                </a:cubicBezTo>
                <a:lnTo>
                  <a:pt x="1110434" y="129940"/>
                </a:lnTo>
                <a:lnTo>
                  <a:pt x="1097404" y="129940"/>
                </a:lnTo>
                <a:lnTo>
                  <a:pt x="1097404" y="121434"/>
                </a:lnTo>
                <a:cubicBezTo>
                  <a:pt x="1093784" y="125054"/>
                  <a:pt x="1090074" y="127557"/>
                  <a:pt x="1086274" y="128945"/>
                </a:cubicBezTo>
                <a:cubicBezTo>
                  <a:pt x="1082473" y="130332"/>
                  <a:pt x="1077617" y="131026"/>
                  <a:pt x="1071705" y="131026"/>
                </a:cubicBezTo>
                <a:cubicBezTo>
                  <a:pt x="1065552" y="131026"/>
                  <a:pt x="1060515" y="130392"/>
                  <a:pt x="1056594" y="129126"/>
                </a:cubicBezTo>
                <a:cubicBezTo>
                  <a:pt x="1052673" y="127859"/>
                  <a:pt x="1049325" y="125778"/>
                  <a:pt x="1046550" y="122882"/>
                </a:cubicBezTo>
                <a:cubicBezTo>
                  <a:pt x="1044378" y="120710"/>
                  <a:pt x="1042719" y="118026"/>
                  <a:pt x="1041573" y="114829"/>
                </a:cubicBezTo>
                <a:cubicBezTo>
                  <a:pt x="1040427" y="111631"/>
                  <a:pt x="1039854" y="108283"/>
                  <a:pt x="1039854" y="104785"/>
                </a:cubicBezTo>
                <a:cubicBezTo>
                  <a:pt x="1039854" y="96942"/>
                  <a:pt x="1042478" y="90699"/>
                  <a:pt x="1047726" y="86054"/>
                </a:cubicBezTo>
                <a:cubicBezTo>
                  <a:pt x="1052974" y="81409"/>
                  <a:pt x="1060606" y="79086"/>
                  <a:pt x="1070620" y="79086"/>
                </a:cubicBezTo>
                <a:lnTo>
                  <a:pt x="1097404" y="79086"/>
                </a:lnTo>
                <a:lnTo>
                  <a:pt x="1097404" y="70580"/>
                </a:lnTo>
                <a:cubicBezTo>
                  <a:pt x="1097404" y="64065"/>
                  <a:pt x="1095654" y="59179"/>
                  <a:pt x="1092156" y="55921"/>
                </a:cubicBezTo>
                <a:cubicBezTo>
                  <a:pt x="1088657" y="52664"/>
                  <a:pt x="1082805" y="51035"/>
                  <a:pt x="1074601" y="51035"/>
                </a:cubicBezTo>
                <a:cubicBezTo>
                  <a:pt x="1068810" y="51035"/>
                  <a:pt x="1064285" y="51789"/>
                  <a:pt x="1061028" y="53297"/>
                </a:cubicBezTo>
                <a:cubicBezTo>
                  <a:pt x="1057770" y="54805"/>
                  <a:pt x="1054814" y="57429"/>
                  <a:pt x="1052160" y="61170"/>
                </a:cubicBezTo>
                <a:lnTo>
                  <a:pt x="1043292" y="53026"/>
                </a:lnTo>
                <a:cubicBezTo>
                  <a:pt x="1047274" y="47838"/>
                  <a:pt x="1051708" y="44339"/>
                  <a:pt x="1056594" y="42529"/>
                </a:cubicBezTo>
                <a:cubicBezTo>
                  <a:pt x="1061480" y="40719"/>
                  <a:pt x="1067543" y="39814"/>
                  <a:pt x="1074782" y="39814"/>
                </a:cubicBezTo>
                <a:close/>
                <a:moveTo>
                  <a:pt x="722719" y="39814"/>
                </a:moveTo>
                <a:cubicBezTo>
                  <a:pt x="729113" y="39814"/>
                  <a:pt x="735055" y="40611"/>
                  <a:pt x="740545" y="42205"/>
                </a:cubicBezTo>
                <a:cubicBezTo>
                  <a:pt x="746034" y="43799"/>
                  <a:pt x="750770" y="46252"/>
                  <a:pt x="754751" y="49564"/>
                </a:cubicBezTo>
                <a:lnTo>
                  <a:pt x="746246" y="58093"/>
                </a:lnTo>
                <a:cubicBezTo>
                  <a:pt x="743109" y="55680"/>
                  <a:pt x="739519" y="53900"/>
                  <a:pt x="735478" y="52754"/>
                </a:cubicBezTo>
                <a:cubicBezTo>
                  <a:pt x="731436" y="51608"/>
                  <a:pt x="727123" y="51035"/>
                  <a:pt x="722538" y="51035"/>
                </a:cubicBezTo>
                <a:cubicBezTo>
                  <a:pt x="716023" y="51035"/>
                  <a:pt x="711076" y="52323"/>
                  <a:pt x="707698" y="54900"/>
                </a:cubicBezTo>
                <a:cubicBezTo>
                  <a:pt x="704320" y="57477"/>
                  <a:pt x="702631" y="61043"/>
                  <a:pt x="702631" y="65598"/>
                </a:cubicBezTo>
                <a:cubicBezTo>
                  <a:pt x="702631" y="69434"/>
                  <a:pt x="703807" y="72431"/>
                  <a:pt x="706160" y="74589"/>
                </a:cubicBezTo>
                <a:cubicBezTo>
                  <a:pt x="708512" y="76746"/>
                  <a:pt x="712524" y="78064"/>
                  <a:pt x="718194" y="78543"/>
                </a:cubicBezTo>
                <a:lnTo>
                  <a:pt x="732491" y="79810"/>
                </a:lnTo>
                <a:cubicBezTo>
                  <a:pt x="736352" y="80172"/>
                  <a:pt x="739911" y="80835"/>
                  <a:pt x="743169" y="81801"/>
                </a:cubicBezTo>
                <a:cubicBezTo>
                  <a:pt x="746427" y="82766"/>
                  <a:pt x="749202" y="84214"/>
                  <a:pt x="751494" y="86144"/>
                </a:cubicBezTo>
                <a:cubicBezTo>
                  <a:pt x="753786" y="88074"/>
                  <a:pt x="755566" y="90487"/>
                  <a:pt x="756833" y="93383"/>
                </a:cubicBezTo>
                <a:cubicBezTo>
                  <a:pt x="758099" y="96279"/>
                  <a:pt x="758733" y="99778"/>
                  <a:pt x="758733" y="103880"/>
                </a:cubicBezTo>
                <a:cubicBezTo>
                  <a:pt x="758733" y="108223"/>
                  <a:pt x="757858" y="112054"/>
                  <a:pt x="756109" y="115372"/>
                </a:cubicBezTo>
                <a:cubicBezTo>
                  <a:pt x="754359" y="118689"/>
                  <a:pt x="751886" y="121525"/>
                  <a:pt x="748689" y="123877"/>
                </a:cubicBezTo>
                <a:cubicBezTo>
                  <a:pt x="745492" y="126230"/>
                  <a:pt x="741691" y="128010"/>
                  <a:pt x="737287" y="129216"/>
                </a:cubicBezTo>
                <a:cubicBezTo>
                  <a:pt x="732884" y="130423"/>
                  <a:pt x="727967" y="131026"/>
                  <a:pt x="722538" y="131026"/>
                </a:cubicBezTo>
                <a:cubicBezTo>
                  <a:pt x="714937" y="131026"/>
                  <a:pt x="708180" y="130061"/>
                  <a:pt x="702269" y="128130"/>
                </a:cubicBezTo>
                <a:cubicBezTo>
                  <a:pt x="696357" y="126200"/>
                  <a:pt x="690928" y="122882"/>
                  <a:pt x="685981" y="118177"/>
                </a:cubicBezTo>
                <a:lnTo>
                  <a:pt x="694668" y="109490"/>
                </a:lnTo>
                <a:cubicBezTo>
                  <a:pt x="698167" y="113230"/>
                  <a:pt x="702269" y="115884"/>
                  <a:pt x="706974" y="117453"/>
                </a:cubicBezTo>
                <a:cubicBezTo>
                  <a:pt x="711679" y="119021"/>
                  <a:pt x="716807" y="119805"/>
                  <a:pt x="722357" y="119805"/>
                </a:cubicBezTo>
                <a:cubicBezTo>
                  <a:pt x="729717" y="119805"/>
                  <a:pt x="735508" y="118508"/>
                  <a:pt x="739730" y="115914"/>
                </a:cubicBezTo>
                <a:cubicBezTo>
                  <a:pt x="743953" y="113320"/>
                  <a:pt x="746065" y="109369"/>
                  <a:pt x="746065" y="104061"/>
                </a:cubicBezTo>
                <a:cubicBezTo>
                  <a:pt x="746065" y="100200"/>
                  <a:pt x="744888" y="97184"/>
                  <a:pt x="742536" y="95012"/>
                </a:cubicBezTo>
                <a:cubicBezTo>
                  <a:pt x="740183" y="92840"/>
                  <a:pt x="736413" y="91513"/>
                  <a:pt x="731225" y="91030"/>
                </a:cubicBezTo>
                <a:lnTo>
                  <a:pt x="716566" y="89764"/>
                </a:lnTo>
                <a:cubicBezTo>
                  <a:pt x="707879" y="89040"/>
                  <a:pt x="701273" y="86717"/>
                  <a:pt x="696749" y="82796"/>
                </a:cubicBezTo>
                <a:cubicBezTo>
                  <a:pt x="692224" y="78875"/>
                  <a:pt x="689962" y="73235"/>
                  <a:pt x="689962" y="65875"/>
                </a:cubicBezTo>
                <a:cubicBezTo>
                  <a:pt x="689962" y="61773"/>
                  <a:pt x="690777" y="58123"/>
                  <a:pt x="692406" y="54926"/>
                </a:cubicBezTo>
                <a:cubicBezTo>
                  <a:pt x="694034" y="51729"/>
                  <a:pt x="696296" y="49014"/>
                  <a:pt x="699192" y="46782"/>
                </a:cubicBezTo>
                <a:cubicBezTo>
                  <a:pt x="702088" y="44550"/>
                  <a:pt x="705556" y="42831"/>
                  <a:pt x="709598" y="41624"/>
                </a:cubicBezTo>
                <a:cubicBezTo>
                  <a:pt x="713640" y="40418"/>
                  <a:pt x="718014" y="39814"/>
                  <a:pt x="722719" y="39814"/>
                </a:cubicBezTo>
                <a:close/>
                <a:moveTo>
                  <a:pt x="630907" y="39814"/>
                </a:moveTo>
                <a:cubicBezTo>
                  <a:pt x="642490" y="39814"/>
                  <a:pt x="651478" y="43675"/>
                  <a:pt x="657873" y="51397"/>
                </a:cubicBezTo>
                <a:cubicBezTo>
                  <a:pt x="664267" y="59118"/>
                  <a:pt x="667464" y="69615"/>
                  <a:pt x="667464" y="82887"/>
                </a:cubicBezTo>
                <a:lnTo>
                  <a:pt x="667464" y="88859"/>
                </a:lnTo>
                <a:lnTo>
                  <a:pt x="607381" y="88859"/>
                </a:lnTo>
                <a:cubicBezTo>
                  <a:pt x="607381" y="98688"/>
                  <a:pt x="609613" y="106303"/>
                  <a:pt x="614077" y="111704"/>
                </a:cubicBezTo>
                <a:cubicBezTo>
                  <a:pt x="618541" y="117105"/>
                  <a:pt x="625056" y="119805"/>
                  <a:pt x="633622" y="119805"/>
                </a:cubicBezTo>
                <a:cubicBezTo>
                  <a:pt x="638810" y="119805"/>
                  <a:pt x="643123" y="118991"/>
                  <a:pt x="646562" y="117362"/>
                </a:cubicBezTo>
                <a:cubicBezTo>
                  <a:pt x="650000" y="115733"/>
                  <a:pt x="653469" y="113170"/>
                  <a:pt x="656968" y="109671"/>
                </a:cubicBezTo>
                <a:lnTo>
                  <a:pt x="665836" y="117453"/>
                </a:lnTo>
                <a:cubicBezTo>
                  <a:pt x="663543" y="119734"/>
                  <a:pt x="661281" y="121705"/>
                  <a:pt x="659049" y="123367"/>
                </a:cubicBezTo>
                <a:cubicBezTo>
                  <a:pt x="656817" y="125029"/>
                  <a:pt x="654434" y="126424"/>
                  <a:pt x="651900" y="127552"/>
                </a:cubicBezTo>
                <a:cubicBezTo>
                  <a:pt x="649367" y="128680"/>
                  <a:pt x="646562" y="129541"/>
                  <a:pt x="643485" y="130135"/>
                </a:cubicBezTo>
                <a:cubicBezTo>
                  <a:pt x="640409" y="130729"/>
                  <a:pt x="637000" y="131026"/>
                  <a:pt x="633260" y="131026"/>
                </a:cubicBezTo>
                <a:cubicBezTo>
                  <a:pt x="627348" y="131026"/>
                  <a:pt x="622009" y="130121"/>
                  <a:pt x="617244" y="128311"/>
                </a:cubicBezTo>
                <a:cubicBezTo>
                  <a:pt x="612478" y="126501"/>
                  <a:pt x="608406" y="123727"/>
                  <a:pt x="605028" y="119986"/>
                </a:cubicBezTo>
                <a:cubicBezTo>
                  <a:pt x="601650" y="116246"/>
                  <a:pt x="599026" y="111511"/>
                  <a:pt x="597156" y="105780"/>
                </a:cubicBezTo>
                <a:cubicBezTo>
                  <a:pt x="595285" y="100049"/>
                  <a:pt x="594350" y="93262"/>
                  <a:pt x="594350" y="85420"/>
                </a:cubicBezTo>
                <a:cubicBezTo>
                  <a:pt x="594350" y="70942"/>
                  <a:pt x="597608" y="59722"/>
                  <a:pt x="604123" y="51759"/>
                </a:cubicBezTo>
                <a:cubicBezTo>
                  <a:pt x="610638" y="43796"/>
                  <a:pt x="619566" y="39814"/>
                  <a:pt x="630907" y="39814"/>
                </a:cubicBezTo>
                <a:close/>
                <a:moveTo>
                  <a:pt x="145132" y="39814"/>
                </a:moveTo>
                <a:cubicBezTo>
                  <a:pt x="150562" y="39814"/>
                  <a:pt x="155388" y="40719"/>
                  <a:pt x="159610" y="42529"/>
                </a:cubicBezTo>
                <a:cubicBezTo>
                  <a:pt x="163833" y="44339"/>
                  <a:pt x="167513" y="46812"/>
                  <a:pt x="170650" y="49949"/>
                </a:cubicBezTo>
                <a:cubicBezTo>
                  <a:pt x="175114" y="54534"/>
                  <a:pt x="178040" y="59873"/>
                  <a:pt x="179427" y="65965"/>
                </a:cubicBezTo>
                <a:cubicBezTo>
                  <a:pt x="180815" y="72058"/>
                  <a:pt x="181508" y="78543"/>
                  <a:pt x="181508" y="85420"/>
                </a:cubicBezTo>
                <a:cubicBezTo>
                  <a:pt x="181508" y="92297"/>
                  <a:pt x="180815" y="98782"/>
                  <a:pt x="179427" y="104875"/>
                </a:cubicBezTo>
                <a:cubicBezTo>
                  <a:pt x="178040" y="110968"/>
                  <a:pt x="175114" y="116307"/>
                  <a:pt x="170650" y="120891"/>
                </a:cubicBezTo>
                <a:cubicBezTo>
                  <a:pt x="167513" y="124028"/>
                  <a:pt x="163833" y="126501"/>
                  <a:pt x="159610" y="128311"/>
                </a:cubicBezTo>
                <a:cubicBezTo>
                  <a:pt x="155388" y="130121"/>
                  <a:pt x="150562" y="131026"/>
                  <a:pt x="145132" y="131026"/>
                </a:cubicBezTo>
                <a:cubicBezTo>
                  <a:pt x="139703" y="131026"/>
                  <a:pt x="134877" y="130121"/>
                  <a:pt x="130654" y="128311"/>
                </a:cubicBezTo>
                <a:cubicBezTo>
                  <a:pt x="126432" y="126501"/>
                  <a:pt x="122752" y="124028"/>
                  <a:pt x="119615" y="120891"/>
                </a:cubicBezTo>
                <a:cubicBezTo>
                  <a:pt x="117323" y="118599"/>
                  <a:pt x="115483" y="116095"/>
                  <a:pt x="114095" y="113381"/>
                </a:cubicBezTo>
                <a:cubicBezTo>
                  <a:pt x="112708" y="110666"/>
                  <a:pt x="111622" y="107831"/>
                  <a:pt x="110838" y="104875"/>
                </a:cubicBezTo>
                <a:cubicBezTo>
                  <a:pt x="110053" y="101919"/>
                  <a:pt x="109510" y="98812"/>
                  <a:pt x="109209" y="95555"/>
                </a:cubicBezTo>
                <a:cubicBezTo>
                  <a:pt x="108907" y="92297"/>
                  <a:pt x="108756" y="88919"/>
                  <a:pt x="108756" y="85420"/>
                </a:cubicBezTo>
                <a:cubicBezTo>
                  <a:pt x="108756" y="82042"/>
                  <a:pt x="108907" y="78694"/>
                  <a:pt x="109209" y="75376"/>
                </a:cubicBezTo>
                <a:cubicBezTo>
                  <a:pt x="109510" y="72058"/>
                  <a:pt x="110053" y="68921"/>
                  <a:pt x="110838" y="65965"/>
                </a:cubicBezTo>
                <a:cubicBezTo>
                  <a:pt x="111622" y="63009"/>
                  <a:pt x="112708" y="60174"/>
                  <a:pt x="114095" y="57460"/>
                </a:cubicBezTo>
                <a:cubicBezTo>
                  <a:pt x="115483" y="54745"/>
                  <a:pt x="117323" y="52241"/>
                  <a:pt x="119615" y="49949"/>
                </a:cubicBezTo>
                <a:cubicBezTo>
                  <a:pt x="122752" y="46812"/>
                  <a:pt x="126432" y="44339"/>
                  <a:pt x="130654" y="42529"/>
                </a:cubicBezTo>
                <a:cubicBezTo>
                  <a:pt x="134877" y="40719"/>
                  <a:pt x="139703" y="39814"/>
                  <a:pt x="145132" y="39814"/>
                </a:cubicBezTo>
                <a:close/>
                <a:moveTo>
                  <a:pt x="2296858" y="13573"/>
                </a:moveTo>
                <a:lnTo>
                  <a:pt x="2309889" y="13573"/>
                </a:lnTo>
                <a:lnTo>
                  <a:pt x="2309889" y="41443"/>
                </a:lnTo>
                <a:lnTo>
                  <a:pt x="2328891" y="41443"/>
                </a:lnTo>
                <a:lnTo>
                  <a:pt x="2328891" y="51397"/>
                </a:lnTo>
                <a:lnTo>
                  <a:pt x="2309889" y="51397"/>
                </a:lnTo>
                <a:lnTo>
                  <a:pt x="2309889" y="105689"/>
                </a:lnTo>
                <a:cubicBezTo>
                  <a:pt x="2309889" y="109791"/>
                  <a:pt x="2310854" y="112989"/>
                  <a:pt x="2312784" y="115281"/>
                </a:cubicBezTo>
                <a:cubicBezTo>
                  <a:pt x="2314715" y="117573"/>
                  <a:pt x="2317791" y="118720"/>
                  <a:pt x="2322014" y="118720"/>
                </a:cubicBezTo>
                <a:lnTo>
                  <a:pt x="2328891" y="118720"/>
                </a:lnTo>
                <a:lnTo>
                  <a:pt x="2328891" y="129940"/>
                </a:lnTo>
                <a:lnTo>
                  <a:pt x="2319661" y="129940"/>
                </a:lnTo>
                <a:cubicBezTo>
                  <a:pt x="2315800" y="129940"/>
                  <a:pt x="2312452" y="129307"/>
                  <a:pt x="2309617" y="128040"/>
                </a:cubicBezTo>
                <a:cubicBezTo>
                  <a:pt x="2306782" y="126773"/>
                  <a:pt x="2304429" y="125054"/>
                  <a:pt x="2302559" y="122882"/>
                </a:cubicBezTo>
                <a:cubicBezTo>
                  <a:pt x="2300689" y="120710"/>
                  <a:pt x="2299272" y="118177"/>
                  <a:pt x="2298306" y="115281"/>
                </a:cubicBezTo>
                <a:cubicBezTo>
                  <a:pt x="2297341" y="112385"/>
                  <a:pt x="2296858" y="109309"/>
                  <a:pt x="2296858" y="106051"/>
                </a:cubicBezTo>
                <a:lnTo>
                  <a:pt x="2296858" y="51397"/>
                </a:lnTo>
                <a:lnTo>
                  <a:pt x="2285638" y="51397"/>
                </a:lnTo>
                <a:lnTo>
                  <a:pt x="2285638" y="41443"/>
                </a:lnTo>
                <a:lnTo>
                  <a:pt x="2296858" y="41443"/>
                </a:lnTo>
                <a:close/>
                <a:moveTo>
                  <a:pt x="1239583" y="13573"/>
                </a:moveTo>
                <a:lnTo>
                  <a:pt x="1252614" y="13573"/>
                </a:lnTo>
                <a:lnTo>
                  <a:pt x="1252614" y="41443"/>
                </a:lnTo>
                <a:lnTo>
                  <a:pt x="1271616" y="41443"/>
                </a:lnTo>
                <a:lnTo>
                  <a:pt x="1271616" y="51397"/>
                </a:lnTo>
                <a:lnTo>
                  <a:pt x="1252614" y="51397"/>
                </a:lnTo>
                <a:lnTo>
                  <a:pt x="1252614" y="105689"/>
                </a:lnTo>
                <a:cubicBezTo>
                  <a:pt x="1252614" y="109791"/>
                  <a:pt x="1253579" y="112989"/>
                  <a:pt x="1255509" y="115281"/>
                </a:cubicBezTo>
                <a:cubicBezTo>
                  <a:pt x="1257440" y="117573"/>
                  <a:pt x="1260516" y="118720"/>
                  <a:pt x="1264739" y="118720"/>
                </a:cubicBezTo>
                <a:lnTo>
                  <a:pt x="1271616" y="118720"/>
                </a:lnTo>
                <a:lnTo>
                  <a:pt x="1271616" y="129940"/>
                </a:lnTo>
                <a:lnTo>
                  <a:pt x="1262386" y="129940"/>
                </a:lnTo>
                <a:cubicBezTo>
                  <a:pt x="1258526" y="129940"/>
                  <a:pt x="1255178" y="129307"/>
                  <a:pt x="1252342" y="128040"/>
                </a:cubicBezTo>
                <a:cubicBezTo>
                  <a:pt x="1249507" y="126773"/>
                  <a:pt x="1247154" y="125054"/>
                  <a:pt x="1245284" y="122882"/>
                </a:cubicBezTo>
                <a:cubicBezTo>
                  <a:pt x="1243414" y="120710"/>
                  <a:pt x="1241996" y="118177"/>
                  <a:pt x="1241031" y="115281"/>
                </a:cubicBezTo>
                <a:cubicBezTo>
                  <a:pt x="1240066" y="112385"/>
                  <a:pt x="1239583" y="109309"/>
                  <a:pt x="1239583" y="106051"/>
                </a:cubicBezTo>
                <a:lnTo>
                  <a:pt x="1239583" y="51397"/>
                </a:lnTo>
                <a:lnTo>
                  <a:pt x="1228363" y="51397"/>
                </a:lnTo>
                <a:lnTo>
                  <a:pt x="1228363" y="41443"/>
                </a:lnTo>
                <a:lnTo>
                  <a:pt x="1239583" y="41443"/>
                </a:lnTo>
                <a:close/>
                <a:moveTo>
                  <a:pt x="782383" y="13573"/>
                </a:moveTo>
                <a:lnTo>
                  <a:pt x="795414" y="13573"/>
                </a:lnTo>
                <a:lnTo>
                  <a:pt x="795414" y="41443"/>
                </a:lnTo>
                <a:lnTo>
                  <a:pt x="814416" y="41443"/>
                </a:lnTo>
                <a:lnTo>
                  <a:pt x="814416" y="51397"/>
                </a:lnTo>
                <a:lnTo>
                  <a:pt x="795414" y="51397"/>
                </a:lnTo>
                <a:lnTo>
                  <a:pt x="795414" y="105689"/>
                </a:lnTo>
                <a:cubicBezTo>
                  <a:pt x="795414" y="109791"/>
                  <a:pt x="796379" y="112989"/>
                  <a:pt x="798309" y="115281"/>
                </a:cubicBezTo>
                <a:cubicBezTo>
                  <a:pt x="800240" y="117573"/>
                  <a:pt x="803316" y="118720"/>
                  <a:pt x="807539" y="118720"/>
                </a:cubicBezTo>
                <a:lnTo>
                  <a:pt x="814416" y="118720"/>
                </a:lnTo>
                <a:lnTo>
                  <a:pt x="814416" y="129940"/>
                </a:lnTo>
                <a:lnTo>
                  <a:pt x="805186" y="129940"/>
                </a:lnTo>
                <a:cubicBezTo>
                  <a:pt x="801326" y="129940"/>
                  <a:pt x="797978" y="129307"/>
                  <a:pt x="795142" y="128040"/>
                </a:cubicBezTo>
                <a:cubicBezTo>
                  <a:pt x="792307" y="126773"/>
                  <a:pt x="789954" y="125054"/>
                  <a:pt x="788084" y="122882"/>
                </a:cubicBezTo>
                <a:cubicBezTo>
                  <a:pt x="786214" y="120710"/>
                  <a:pt x="784796" y="118177"/>
                  <a:pt x="783831" y="115281"/>
                </a:cubicBezTo>
                <a:cubicBezTo>
                  <a:pt x="782866" y="112385"/>
                  <a:pt x="782383" y="109309"/>
                  <a:pt x="782383" y="106051"/>
                </a:cubicBezTo>
                <a:lnTo>
                  <a:pt x="782383" y="51397"/>
                </a:lnTo>
                <a:lnTo>
                  <a:pt x="771163" y="51397"/>
                </a:lnTo>
                <a:lnTo>
                  <a:pt x="771163" y="41443"/>
                </a:lnTo>
                <a:lnTo>
                  <a:pt x="782383" y="41443"/>
                </a:lnTo>
                <a:close/>
                <a:moveTo>
                  <a:pt x="315658" y="13573"/>
                </a:moveTo>
                <a:lnTo>
                  <a:pt x="328689" y="13573"/>
                </a:lnTo>
                <a:lnTo>
                  <a:pt x="328689" y="41443"/>
                </a:lnTo>
                <a:lnTo>
                  <a:pt x="347691" y="41443"/>
                </a:lnTo>
                <a:lnTo>
                  <a:pt x="347691" y="51397"/>
                </a:lnTo>
                <a:lnTo>
                  <a:pt x="328689" y="51397"/>
                </a:lnTo>
                <a:lnTo>
                  <a:pt x="328689" y="105689"/>
                </a:lnTo>
                <a:cubicBezTo>
                  <a:pt x="328689" y="109791"/>
                  <a:pt x="329654" y="112989"/>
                  <a:pt x="331584" y="115281"/>
                </a:cubicBezTo>
                <a:cubicBezTo>
                  <a:pt x="333515" y="117573"/>
                  <a:pt x="336591" y="118720"/>
                  <a:pt x="340814" y="118720"/>
                </a:cubicBezTo>
                <a:lnTo>
                  <a:pt x="347691" y="118720"/>
                </a:lnTo>
                <a:lnTo>
                  <a:pt x="347691" y="129940"/>
                </a:lnTo>
                <a:lnTo>
                  <a:pt x="338461" y="129940"/>
                </a:lnTo>
                <a:cubicBezTo>
                  <a:pt x="334600" y="129940"/>
                  <a:pt x="331252" y="129307"/>
                  <a:pt x="328417" y="128040"/>
                </a:cubicBezTo>
                <a:cubicBezTo>
                  <a:pt x="325582" y="126773"/>
                  <a:pt x="323229" y="125054"/>
                  <a:pt x="321359" y="122882"/>
                </a:cubicBezTo>
                <a:cubicBezTo>
                  <a:pt x="319489" y="120710"/>
                  <a:pt x="318071" y="118177"/>
                  <a:pt x="317106" y="115281"/>
                </a:cubicBezTo>
                <a:cubicBezTo>
                  <a:pt x="316141" y="112385"/>
                  <a:pt x="315658" y="109309"/>
                  <a:pt x="315658" y="106051"/>
                </a:cubicBezTo>
                <a:lnTo>
                  <a:pt x="315658" y="51397"/>
                </a:lnTo>
                <a:lnTo>
                  <a:pt x="304438" y="51397"/>
                </a:lnTo>
                <a:lnTo>
                  <a:pt x="304438" y="41443"/>
                </a:lnTo>
                <a:lnTo>
                  <a:pt x="315658" y="41443"/>
                </a:lnTo>
                <a:close/>
                <a:moveTo>
                  <a:pt x="1647530" y="1086"/>
                </a:moveTo>
                <a:lnTo>
                  <a:pt x="1661284" y="1086"/>
                </a:lnTo>
                <a:lnTo>
                  <a:pt x="1661284" y="86325"/>
                </a:lnTo>
                <a:cubicBezTo>
                  <a:pt x="1661284" y="91272"/>
                  <a:pt x="1662008" y="95736"/>
                  <a:pt x="1663456" y="99717"/>
                </a:cubicBezTo>
                <a:cubicBezTo>
                  <a:pt x="1664903" y="103699"/>
                  <a:pt x="1666984" y="107077"/>
                  <a:pt x="1669699" y="109852"/>
                </a:cubicBezTo>
                <a:cubicBezTo>
                  <a:pt x="1672414" y="112627"/>
                  <a:pt x="1675701" y="114798"/>
                  <a:pt x="1679562" y="116367"/>
                </a:cubicBezTo>
                <a:cubicBezTo>
                  <a:pt x="1683423" y="117935"/>
                  <a:pt x="1687706" y="118720"/>
                  <a:pt x="1692411" y="118720"/>
                </a:cubicBezTo>
                <a:cubicBezTo>
                  <a:pt x="1697117" y="118720"/>
                  <a:pt x="1701400" y="117935"/>
                  <a:pt x="1705261" y="116367"/>
                </a:cubicBezTo>
                <a:cubicBezTo>
                  <a:pt x="1709122" y="114798"/>
                  <a:pt x="1712409" y="112627"/>
                  <a:pt x="1715124" y="109852"/>
                </a:cubicBezTo>
                <a:cubicBezTo>
                  <a:pt x="1717838" y="107077"/>
                  <a:pt x="1719950" y="103699"/>
                  <a:pt x="1721458" y="99717"/>
                </a:cubicBezTo>
                <a:cubicBezTo>
                  <a:pt x="1722966" y="95736"/>
                  <a:pt x="1723720" y="91272"/>
                  <a:pt x="1723720" y="86325"/>
                </a:cubicBezTo>
                <a:lnTo>
                  <a:pt x="1723720" y="1086"/>
                </a:lnTo>
                <a:lnTo>
                  <a:pt x="1737474" y="1086"/>
                </a:lnTo>
                <a:lnTo>
                  <a:pt x="1737474" y="87411"/>
                </a:lnTo>
                <a:cubicBezTo>
                  <a:pt x="1737474" y="93805"/>
                  <a:pt x="1736358" y="99687"/>
                  <a:pt x="1734126" y="105056"/>
                </a:cubicBezTo>
                <a:cubicBezTo>
                  <a:pt x="1731894" y="110425"/>
                  <a:pt x="1728757" y="115040"/>
                  <a:pt x="1724716" y="118901"/>
                </a:cubicBezTo>
                <a:cubicBezTo>
                  <a:pt x="1720674" y="122761"/>
                  <a:pt x="1715908" y="125747"/>
                  <a:pt x="1710418" y="127859"/>
                </a:cubicBezTo>
                <a:cubicBezTo>
                  <a:pt x="1704929" y="129970"/>
                  <a:pt x="1698927" y="131026"/>
                  <a:pt x="1692411" y="131026"/>
                </a:cubicBezTo>
                <a:cubicBezTo>
                  <a:pt x="1685896" y="131026"/>
                  <a:pt x="1679894" y="129970"/>
                  <a:pt x="1674404" y="127859"/>
                </a:cubicBezTo>
                <a:cubicBezTo>
                  <a:pt x="1668915" y="125747"/>
                  <a:pt x="1664179" y="122761"/>
                  <a:pt x="1660198" y="118901"/>
                </a:cubicBezTo>
                <a:cubicBezTo>
                  <a:pt x="1656216" y="115040"/>
                  <a:pt x="1653110" y="110425"/>
                  <a:pt x="1650878" y="105056"/>
                </a:cubicBezTo>
                <a:cubicBezTo>
                  <a:pt x="1648646" y="99687"/>
                  <a:pt x="1647530" y="93805"/>
                  <a:pt x="1647530" y="87411"/>
                </a:cubicBezTo>
                <a:close/>
                <a:moveTo>
                  <a:pt x="947833" y="1086"/>
                </a:moveTo>
                <a:lnTo>
                  <a:pt x="961587" y="1086"/>
                </a:lnTo>
                <a:lnTo>
                  <a:pt x="961587" y="90849"/>
                </a:lnTo>
                <a:cubicBezTo>
                  <a:pt x="961587" y="97003"/>
                  <a:pt x="960592" y="102583"/>
                  <a:pt x="958601" y="107590"/>
                </a:cubicBezTo>
                <a:cubicBezTo>
                  <a:pt x="956610" y="112597"/>
                  <a:pt x="953835" y="116819"/>
                  <a:pt x="950276" y="120258"/>
                </a:cubicBezTo>
                <a:cubicBezTo>
                  <a:pt x="946717" y="123696"/>
                  <a:pt x="942494" y="126351"/>
                  <a:pt x="937608" y="128221"/>
                </a:cubicBezTo>
                <a:cubicBezTo>
                  <a:pt x="932721" y="130091"/>
                  <a:pt x="927322" y="131026"/>
                  <a:pt x="921410" y="131026"/>
                </a:cubicBezTo>
                <a:cubicBezTo>
                  <a:pt x="915257" y="131026"/>
                  <a:pt x="909798" y="130091"/>
                  <a:pt x="905032" y="128221"/>
                </a:cubicBezTo>
                <a:cubicBezTo>
                  <a:pt x="900266" y="126351"/>
                  <a:pt x="895893" y="123425"/>
                  <a:pt x="891911" y="119443"/>
                </a:cubicBezTo>
                <a:lnTo>
                  <a:pt x="901141" y="110214"/>
                </a:lnTo>
                <a:cubicBezTo>
                  <a:pt x="903434" y="112627"/>
                  <a:pt x="906058" y="114648"/>
                  <a:pt x="909014" y="116276"/>
                </a:cubicBezTo>
                <a:cubicBezTo>
                  <a:pt x="911970" y="117905"/>
                  <a:pt x="916102" y="118720"/>
                  <a:pt x="921410" y="118720"/>
                </a:cubicBezTo>
                <a:cubicBezTo>
                  <a:pt x="929856" y="118720"/>
                  <a:pt x="936371" y="116156"/>
                  <a:pt x="940956" y="111028"/>
                </a:cubicBezTo>
                <a:cubicBezTo>
                  <a:pt x="945540" y="105901"/>
                  <a:pt x="947833" y="98571"/>
                  <a:pt x="947833" y="89040"/>
                </a:cubicBezTo>
                <a:close/>
                <a:moveTo>
                  <a:pt x="370637" y="1086"/>
                </a:moveTo>
                <a:lnTo>
                  <a:pt x="383667" y="1086"/>
                </a:lnTo>
                <a:lnTo>
                  <a:pt x="383667" y="50673"/>
                </a:lnTo>
                <a:cubicBezTo>
                  <a:pt x="390061" y="43434"/>
                  <a:pt x="398386" y="39814"/>
                  <a:pt x="408642" y="39814"/>
                </a:cubicBezTo>
                <a:cubicBezTo>
                  <a:pt x="418776" y="39814"/>
                  <a:pt x="426648" y="42770"/>
                  <a:pt x="432259" y="48682"/>
                </a:cubicBezTo>
                <a:cubicBezTo>
                  <a:pt x="437869" y="54594"/>
                  <a:pt x="440674" y="62617"/>
                  <a:pt x="440674" y="72752"/>
                </a:cubicBezTo>
                <a:lnTo>
                  <a:pt x="440674" y="129940"/>
                </a:lnTo>
                <a:lnTo>
                  <a:pt x="427644" y="129940"/>
                </a:lnTo>
                <a:lnTo>
                  <a:pt x="427644" y="74924"/>
                </a:lnTo>
                <a:cubicBezTo>
                  <a:pt x="427644" y="67081"/>
                  <a:pt x="425713" y="61200"/>
                  <a:pt x="421853" y="57279"/>
                </a:cubicBezTo>
                <a:cubicBezTo>
                  <a:pt x="417992" y="53357"/>
                  <a:pt x="412683" y="51397"/>
                  <a:pt x="405927" y="51397"/>
                </a:cubicBezTo>
                <a:cubicBezTo>
                  <a:pt x="399170" y="51397"/>
                  <a:pt x="393771" y="53388"/>
                  <a:pt x="389730" y="57369"/>
                </a:cubicBezTo>
                <a:cubicBezTo>
                  <a:pt x="385688" y="61350"/>
                  <a:pt x="383667" y="67202"/>
                  <a:pt x="383667" y="74924"/>
                </a:cubicBezTo>
                <a:lnTo>
                  <a:pt x="383667" y="129940"/>
                </a:lnTo>
                <a:lnTo>
                  <a:pt x="370637" y="129940"/>
                </a:lnTo>
                <a:close/>
                <a:moveTo>
                  <a:pt x="2246338" y="905"/>
                </a:moveTo>
                <a:lnTo>
                  <a:pt x="2260997" y="905"/>
                </a:lnTo>
                <a:lnTo>
                  <a:pt x="2260997" y="15564"/>
                </a:lnTo>
                <a:lnTo>
                  <a:pt x="2246338" y="15564"/>
                </a:lnTo>
                <a:close/>
                <a:moveTo>
                  <a:pt x="1874863" y="905"/>
                </a:moveTo>
                <a:lnTo>
                  <a:pt x="1889522" y="905"/>
                </a:lnTo>
                <a:lnTo>
                  <a:pt x="1889522" y="15564"/>
                </a:lnTo>
                <a:lnTo>
                  <a:pt x="1874863" y="15564"/>
                </a:lnTo>
                <a:close/>
                <a:moveTo>
                  <a:pt x="998563" y="905"/>
                </a:moveTo>
                <a:lnTo>
                  <a:pt x="1013222" y="905"/>
                </a:lnTo>
                <a:lnTo>
                  <a:pt x="1013222" y="15564"/>
                </a:lnTo>
                <a:lnTo>
                  <a:pt x="998563" y="15564"/>
                </a:lnTo>
                <a:close/>
                <a:moveTo>
                  <a:pt x="44701" y="0"/>
                </a:moveTo>
                <a:cubicBezTo>
                  <a:pt x="52905" y="0"/>
                  <a:pt x="59963" y="1116"/>
                  <a:pt x="65875" y="3348"/>
                </a:cubicBezTo>
                <a:cubicBezTo>
                  <a:pt x="71787" y="5580"/>
                  <a:pt x="77518" y="9169"/>
                  <a:pt x="83067" y="14116"/>
                </a:cubicBezTo>
                <a:lnTo>
                  <a:pt x="74200" y="22984"/>
                </a:lnTo>
                <a:cubicBezTo>
                  <a:pt x="70218" y="19364"/>
                  <a:pt x="65935" y="16620"/>
                  <a:pt x="61350" y="14749"/>
                </a:cubicBezTo>
                <a:cubicBezTo>
                  <a:pt x="56766" y="12879"/>
                  <a:pt x="51035" y="11944"/>
                  <a:pt x="44158" y="11944"/>
                </a:cubicBezTo>
                <a:cubicBezTo>
                  <a:pt x="35471" y="11944"/>
                  <a:pt x="28775" y="14116"/>
                  <a:pt x="24070" y="18459"/>
                </a:cubicBezTo>
                <a:cubicBezTo>
                  <a:pt x="19364" y="22803"/>
                  <a:pt x="17012" y="28594"/>
                  <a:pt x="17012" y="35833"/>
                </a:cubicBezTo>
                <a:cubicBezTo>
                  <a:pt x="17012" y="42348"/>
                  <a:pt x="18942" y="47295"/>
                  <a:pt x="22803" y="50673"/>
                </a:cubicBezTo>
                <a:cubicBezTo>
                  <a:pt x="24854" y="52362"/>
                  <a:pt x="27418" y="53810"/>
                  <a:pt x="30494" y="55016"/>
                </a:cubicBezTo>
                <a:cubicBezTo>
                  <a:pt x="33571" y="56223"/>
                  <a:pt x="36798" y="57128"/>
                  <a:pt x="40176" y="57731"/>
                </a:cubicBezTo>
                <a:lnTo>
                  <a:pt x="54292" y="59903"/>
                </a:lnTo>
                <a:cubicBezTo>
                  <a:pt x="57309" y="60385"/>
                  <a:pt x="59993" y="60898"/>
                  <a:pt x="62346" y="61441"/>
                </a:cubicBezTo>
                <a:cubicBezTo>
                  <a:pt x="64699" y="61984"/>
                  <a:pt x="66780" y="62617"/>
                  <a:pt x="68589" y="63341"/>
                </a:cubicBezTo>
                <a:cubicBezTo>
                  <a:pt x="70399" y="64065"/>
                  <a:pt x="72058" y="64880"/>
                  <a:pt x="73566" y="65784"/>
                </a:cubicBezTo>
                <a:cubicBezTo>
                  <a:pt x="75074" y="66689"/>
                  <a:pt x="76492" y="67745"/>
                  <a:pt x="77819" y="68951"/>
                </a:cubicBezTo>
                <a:cubicBezTo>
                  <a:pt x="85058" y="75105"/>
                  <a:pt x="88678" y="83610"/>
                  <a:pt x="88678" y="94469"/>
                </a:cubicBezTo>
                <a:cubicBezTo>
                  <a:pt x="88678" y="100139"/>
                  <a:pt x="87622" y="105237"/>
                  <a:pt x="85511" y="109761"/>
                </a:cubicBezTo>
                <a:cubicBezTo>
                  <a:pt x="83399" y="114286"/>
                  <a:pt x="80383" y="118116"/>
                  <a:pt x="76462" y="121253"/>
                </a:cubicBezTo>
                <a:cubicBezTo>
                  <a:pt x="72541" y="124390"/>
                  <a:pt x="67835" y="126803"/>
                  <a:pt x="62346" y="128492"/>
                </a:cubicBezTo>
                <a:cubicBezTo>
                  <a:pt x="56856" y="130181"/>
                  <a:pt x="50794" y="131026"/>
                  <a:pt x="44158" y="131026"/>
                </a:cubicBezTo>
                <a:cubicBezTo>
                  <a:pt x="34506" y="131026"/>
                  <a:pt x="26241" y="129699"/>
                  <a:pt x="19364" y="127044"/>
                </a:cubicBezTo>
                <a:cubicBezTo>
                  <a:pt x="12487" y="124390"/>
                  <a:pt x="6032" y="120047"/>
                  <a:pt x="0" y="114014"/>
                </a:cubicBezTo>
                <a:lnTo>
                  <a:pt x="9411" y="104604"/>
                </a:lnTo>
                <a:cubicBezTo>
                  <a:pt x="14719" y="109912"/>
                  <a:pt x="20088" y="113592"/>
                  <a:pt x="25517" y="115643"/>
                </a:cubicBezTo>
                <a:cubicBezTo>
                  <a:pt x="30947" y="117694"/>
                  <a:pt x="37281" y="118720"/>
                  <a:pt x="44520" y="118720"/>
                </a:cubicBezTo>
                <a:cubicBezTo>
                  <a:pt x="53931" y="118720"/>
                  <a:pt x="61350" y="116638"/>
                  <a:pt x="66780" y="112476"/>
                </a:cubicBezTo>
                <a:cubicBezTo>
                  <a:pt x="72209" y="108314"/>
                  <a:pt x="74924" y="102432"/>
                  <a:pt x="74924" y="94831"/>
                </a:cubicBezTo>
                <a:cubicBezTo>
                  <a:pt x="74924" y="91453"/>
                  <a:pt x="74411" y="88376"/>
                  <a:pt x="73385" y="85601"/>
                </a:cubicBezTo>
                <a:cubicBezTo>
                  <a:pt x="72360" y="82826"/>
                  <a:pt x="70822" y="80534"/>
                  <a:pt x="68770" y="78724"/>
                </a:cubicBezTo>
                <a:cubicBezTo>
                  <a:pt x="66719" y="76914"/>
                  <a:pt x="64578" y="75617"/>
                  <a:pt x="62346" y="74833"/>
                </a:cubicBezTo>
                <a:cubicBezTo>
                  <a:pt x="60114" y="74049"/>
                  <a:pt x="56645" y="73295"/>
                  <a:pt x="51940" y="72571"/>
                </a:cubicBezTo>
                <a:lnTo>
                  <a:pt x="36919" y="70218"/>
                </a:lnTo>
                <a:cubicBezTo>
                  <a:pt x="26664" y="68529"/>
                  <a:pt x="18761" y="65272"/>
                  <a:pt x="13211" y="60446"/>
                </a:cubicBezTo>
                <a:cubicBezTo>
                  <a:pt x="6696" y="54654"/>
                  <a:pt x="3438" y="46631"/>
                  <a:pt x="3438" y="36376"/>
                </a:cubicBezTo>
                <a:cubicBezTo>
                  <a:pt x="3438" y="30947"/>
                  <a:pt x="4404" y="25970"/>
                  <a:pt x="6334" y="21446"/>
                </a:cubicBezTo>
                <a:cubicBezTo>
                  <a:pt x="8264" y="16921"/>
                  <a:pt x="11009" y="13090"/>
                  <a:pt x="14568" y="9954"/>
                </a:cubicBezTo>
                <a:cubicBezTo>
                  <a:pt x="18128" y="6817"/>
                  <a:pt x="22441" y="4374"/>
                  <a:pt x="27508" y="2624"/>
                </a:cubicBezTo>
                <a:cubicBezTo>
                  <a:pt x="32575" y="875"/>
                  <a:pt x="38306" y="0"/>
                  <a:pt x="44701" y="0"/>
                </a:cubicBezTo>
                <a:close/>
              </a:path>
            </a:pathLst>
          </a:custGeom>
          <a:solidFill>
            <a:srgbClr val="02548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思源黑体 CN Normal" panose="020B04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024777" y="247880"/>
            <a:ext cx="5081736" cy="101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思源宋体 CN Medium" charset="0"/>
                <a:sym typeface="+mn-ea"/>
              </a:rPr>
              <a:t>方法一：使用</a:t>
            </a:r>
            <a:r>
              <a:rPr lang="en-US" altLang="zh-CN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思源宋体 CN Medium" charset="0"/>
                <a:sym typeface="+mn-ea"/>
              </a:rPr>
              <a:t>C</a:t>
            </a:r>
            <a:r>
              <a:rPr lang="zh-CN" altLang="en-US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思源宋体 CN Medium" charset="0"/>
                <a:sym typeface="+mn-ea"/>
              </a:rPr>
              <a:t>++流操作符</a:t>
            </a:r>
            <a:endParaRPr lang="zh-CN" altLang="en-US" sz="3000" dirty="0">
              <a:solidFill>
                <a:schemeClr val="accent1"/>
              </a:solidFill>
              <a:latin typeface="思源宋体 CN Medium" charset="0"/>
              <a:ea typeface="思源宋体 CN Medium" charset="0"/>
              <a:cs typeface="思源宋体 CN Medium" charset="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0010" y="1544011"/>
            <a:ext cx="10230108" cy="501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#include &lt;iostream&gt;</a:t>
            </a:r>
            <a:endParaRPr lang="zh-CN" altLang="en-US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#include &lt;iomanip&gt;</a:t>
            </a:r>
            <a:endParaRPr lang="zh-CN" altLang="en-US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#include &lt;string&gt;</a:t>
            </a:r>
            <a:endParaRPr lang="zh-CN" altLang="en-US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b="1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void displayHexSimple(uint16_t bx) {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    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std::cout &lt;&lt; std::uppercase &lt;&lt; std::setw(4) &lt;&lt; std::setfill('0')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        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&lt;&lt; std::hex &lt;&lt; bx &lt;&lt; "H" &lt;&lt; std::endl;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}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b="1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int main() {    uint16_t bx_value;     std::cin &gt;&gt; bx_value;   //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对应汇编中的 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MOV BX,20    std::cout &lt;&lt; "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=== 方法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1: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使用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C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++流操作符 ===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" &lt;&lt; std::endl;    displayHexSimple(bx_value);    return 0;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}</a:t>
            </a:r>
            <a:endParaRPr lang="zh-CN" altLang="en-US" sz="1400" b="1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5" name="图片 4" descr="post_object_image_215843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774" y="1790392"/>
            <a:ext cx="6048106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6311599" cy="1014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方法二：模拟汇编逻辑，逐位处理</a:t>
            </a:r>
            <a:endParaRPr lang="zh-CN" altLang="en-US"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8965" y="936625"/>
            <a:ext cx="5458460" cy="6059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#include &lt;iostream&gt;</a:t>
            </a:r>
            <a:endParaRPr lang="zh-CN" altLang="en-US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#include &lt;iomanip&gt;</a:t>
            </a:r>
            <a:endParaRPr lang="zh-CN" altLang="en-US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#include &lt;string&gt;</a:t>
            </a:r>
            <a:endParaRPr lang="zh-CN" altLang="en-US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void displayHexLikeASM(uint16_t bx) {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const char hexChars[]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"0123456789ABCDEF";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char result[5]; // 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位十六进制 + 结束符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模拟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ROL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和逐位处理：从高位到低位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for (int i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0; i &lt; 4; i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++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) {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    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模拟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ROL BX,4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：每次将高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位移到低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    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uint8_t digit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(bx &gt;&gt; (12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-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i * 4))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&amp;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0x0F; 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提取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    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result[i]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hexChars[digit];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}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result[4]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'\0';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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std::cout &lt;&lt; result &lt;&lt; "H" &lt;&lt; std::endl;</a:t>
            </a:r>
            <a:endParaRPr lang="en-US" altLang="zh-CN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}</a:t>
            </a:r>
            <a:endParaRPr lang="en-US" altLang="zh-CN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int main() {    uint16_t bx_value;     std::cin &gt;&gt; bx_value;   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对应汇编中的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MOV BX,20    std::cout &lt;&lt; "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=== 方法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2: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模拟汇编逻辑 ===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" &lt;&lt; std::endl;    displayHexLikeASM(bx_value);    return 0;</a:t>
            </a:r>
            <a:endParaRPr lang="en-US" altLang="zh-CN" sz="1400" b="1" dirty="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}</a:t>
            </a:r>
            <a:endParaRPr lang="zh-CN" altLang="en-US" sz="1400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7" name="图片 6" descr="post_object_image_107580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298" y="1549617"/>
            <a:ext cx="5800725" cy="3943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12712" y="247880"/>
            <a:ext cx="5185468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+mj-ea"/>
              </a:rPr>
              <a:t>方法</a:t>
            </a:r>
            <a:r>
              <a:rPr lang="zh-CN" altLang="en-US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+mj-ea"/>
              </a:rPr>
              <a:t>二：</a:t>
            </a:r>
            <a:r>
              <a:rPr lang="zh-CN" altLang="en-US" sz="3000" dirty="0">
                <a:solidFill>
                  <a:schemeClr val="accent1"/>
                </a:solidFill>
                <a:latin typeface="思源宋体 CN Medium" charset="0"/>
                <a:ea typeface="思源宋体 CN Medium" charset="0"/>
                <a:cs typeface="Arial" panose="020B0604020202020204" pitchFamily="34" charset="0"/>
              </a:rPr>
              <a:t>逐步模拟汇编代码</a:t>
            </a:r>
            <a:endParaRPr lang="zh-CN" altLang="en-US" sz="3000" dirty="0">
              <a:solidFill>
                <a:schemeClr val="bg1"/>
              </a:solidFill>
              <a:latin typeface="思源宋体 CN Medium" charset="0"/>
              <a:ea typeface="思源宋体 CN Medium" charset="0"/>
              <a:cs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25483"/>
              </a:solidFill>
              <a:effectLst/>
              <a:uLnTx/>
              <a:uFillTx/>
              <a:latin typeface="思源宋体 CN Medium" charset="0"/>
              <a:ea typeface="思源宋体 CN Medium" charset="0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120" y="1156277"/>
            <a:ext cx="5507220" cy="4429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#</a:t>
            </a:r>
            <a:r>
              <a:rPr lang="en-US" altLang="zh-CN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include &lt;iostream&gt;</a:t>
            </a:r>
            <a:endParaRPr lang="en-US" altLang="zh-CN" sz="1400" b="1" dirty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#</a:t>
            </a:r>
            <a:r>
              <a:rPr lang="en-US" altLang="zh-CN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include &lt;iomanip&gt;</a:t>
            </a:r>
            <a:endParaRPr lang="en-US" altLang="zh-CN" sz="1400" b="1" dirty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#</a:t>
            </a:r>
            <a:r>
              <a:rPr lang="en-US" altLang="zh-CN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include &lt;string&gt;</a:t>
            </a:r>
            <a:endParaRPr lang="zh-CN" altLang="en-US" sz="1400" b="1" dirty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void displayHexStepByStep(uint16_t bx) {    uint16_t temp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=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bx;    std::cout &lt;&lt; "BX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的初始值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(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十进制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): " &lt;&lt; std::dec &lt;&lt; bx &lt;&lt; std::endl;    std::cout &lt;&lt; "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十六进制显示结果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: ";  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模拟汇编的循环：处理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个十六进制数字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for (int i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=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0; i &lt; 4; 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++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) {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    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模拟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ROL BX,4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：每次将高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位移到低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       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uint8_t digit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=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(bx &gt;&gt; (12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-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i * 4))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&amp; 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0x0F; // 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提取</a:t>
            </a:r>
            <a:r>
              <a:rPr lang="en-US" altLang="zh-CN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en-US" sz="1400" b="1" dirty="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位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      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    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模拟数字到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ASCII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的转换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char displayChar;        if (digit &lt;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=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9) {            displayChar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=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'0'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+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digit; 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模拟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OR DL,30H        }else {            displayChar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=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'A'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+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(digit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-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10); 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模拟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ADD DL,7        }        std::cout &lt;&lt; displayChar;    }    std::cout &lt;&lt; "H" &lt;&lt; std::endl;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}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71598" y="1029875"/>
            <a:ext cx="5185468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int main() {    uint16_t bx_value;     std::cin &gt;&gt; bx_value;   // 对应汇编中的 MOV BX,20    std::cout &lt;&lt; "=== 方法</a:t>
            </a:r>
            <a:r>
              <a:rPr lang="en-US" altLang="zh-CN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2</a:t>
            </a: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: 逐步模拟汇编代码 ===" &lt;&lt; std::endl;    displayHexStepByStep(bx_value);    return 0;</a:t>
            </a:r>
            <a:endParaRPr lang="zh-CN" altLang="en-US" sz="1400" b="1" dirty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}</a:t>
            </a:r>
            <a:endParaRPr lang="zh-CN" altLang="en-US" sz="1400" b="1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pic>
        <p:nvPicPr>
          <p:cNvPr id="7" name="图片 6" descr="post_object_image_6893436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2316" y="2879095"/>
            <a:ext cx="5200650" cy="31718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024777" y="247880"/>
            <a:ext cx="5059065" cy="101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0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对其他</a:t>
            </a:r>
            <a:r>
              <a:rPr lang="en-US" altLang="zh-CN" sz="30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BX</a:t>
            </a:r>
            <a:r>
              <a:rPr lang="zh-CN" altLang="en-US" sz="30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值的计算</a:t>
            </a:r>
            <a:endParaRPr lang="zh-CN" altLang="en-US" b="1"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3" name="图片 2" descr="post_object_image_2588622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28" y="1071286"/>
            <a:ext cx="5817773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湖边的风景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1" b="1228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0" y="1378214"/>
            <a:ext cx="12192000" cy="4101573"/>
          </a:xfrm>
          <a:prstGeom prst="rect">
            <a:avLst/>
          </a:prstGeom>
          <a:solidFill>
            <a:srgbClr val="025483">
              <a:alpha val="93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8" name="斜纹 7"/>
          <p:cNvSpPr/>
          <p:nvPr/>
        </p:nvSpPr>
        <p:spPr>
          <a:xfrm>
            <a:off x="0" y="1378214"/>
            <a:ext cx="1152884" cy="995208"/>
          </a:xfrm>
          <a:prstGeom prst="diagStripe">
            <a:avLst>
              <a:gd name="adj" fmla="val 82329"/>
            </a:avLst>
          </a:prstGeom>
          <a:solidFill>
            <a:srgbClr val="007B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5" name="斜纹 84"/>
          <p:cNvSpPr/>
          <p:nvPr/>
        </p:nvSpPr>
        <p:spPr>
          <a:xfrm flipH="1" flipV="1">
            <a:off x="11039116" y="4484579"/>
            <a:ext cx="1152884" cy="995208"/>
          </a:xfrm>
          <a:prstGeom prst="diagStripe">
            <a:avLst>
              <a:gd name="adj" fmla="val 82329"/>
            </a:avLst>
          </a:prstGeom>
          <a:solidFill>
            <a:srgbClr val="007B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94827" y="4748795"/>
            <a:ext cx="26023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rPr>
              <a:t>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65232" y="2567107"/>
            <a:ext cx="5861538" cy="1569660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600" b="1" dirty="0">
                <a:solidFill>
                  <a:schemeClr val="bg1"/>
                </a:solidFill>
                <a:effectLst>
                  <a:reflection blurRad="6350" stA="48000" endPos="36000" dir="5400000" sy="-100000" algn="bl" rotWithShape="0"/>
                </a:effectLst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rPr>
              <a:t>THANKS</a:t>
            </a:r>
            <a:endParaRPr lang="zh-CN" altLang="en-US" sz="9600" b="1" dirty="0">
              <a:solidFill>
                <a:schemeClr val="bg1"/>
              </a:solidFill>
              <a:effectLst>
                <a:reflection blurRad="6350" stA="48000" endPos="36000" dir="5400000" sy="-100000" algn="bl" rotWithShape="0"/>
              </a:effectLst>
              <a:latin typeface="Arial" panose="020B0604020202020204" pitchFamily="34" charset="0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261979" y="1825813"/>
            <a:ext cx="1668042" cy="478080"/>
            <a:chOff x="7322993" y="-1256052"/>
            <a:chExt cx="3676852" cy="1053829"/>
          </a:xfrm>
          <a:effectLst/>
        </p:grpSpPr>
        <p:sp>
          <p:nvSpPr>
            <p:cNvPr id="38" name="í$1íḑé"/>
            <p:cNvSpPr/>
            <p:nvPr/>
          </p:nvSpPr>
          <p:spPr bwMode="auto">
            <a:xfrm>
              <a:off x="7322993" y="-1256052"/>
              <a:ext cx="930362" cy="1053829"/>
            </a:xfrm>
            <a:custGeom>
              <a:avLst/>
              <a:gdLst>
                <a:gd name="T0" fmla="*/ 136 w 159"/>
                <a:gd name="T1" fmla="*/ 0 h 178"/>
                <a:gd name="T2" fmla="*/ 159 w 159"/>
                <a:gd name="T3" fmla="*/ 22 h 178"/>
                <a:gd name="T4" fmla="*/ 159 w 159"/>
                <a:gd name="T5" fmla="*/ 94 h 178"/>
                <a:gd name="T6" fmla="*/ 158 w 159"/>
                <a:gd name="T7" fmla="*/ 110 h 178"/>
                <a:gd name="T8" fmla="*/ 80 w 159"/>
                <a:gd name="T9" fmla="*/ 178 h 178"/>
                <a:gd name="T10" fmla="*/ 1 w 159"/>
                <a:gd name="T11" fmla="*/ 106 h 178"/>
                <a:gd name="T12" fmla="*/ 0 w 159"/>
                <a:gd name="T13" fmla="*/ 94 h 178"/>
                <a:gd name="T14" fmla="*/ 0 w 159"/>
                <a:gd name="T15" fmla="*/ 22 h 178"/>
                <a:gd name="T16" fmla="*/ 23 w 159"/>
                <a:gd name="T17" fmla="*/ 0 h 178"/>
                <a:gd name="T18" fmla="*/ 136 w 159"/>
                <a:gd name="T19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" h="178">
                  <a:moveTo>
                    <a:pt x="136" y="0"/>
                  </a:moveTo>
                  <a:cubicBezTo>
                    <a:pt x="141" y="10"/>
                    <a:pt x="149" y="18"/>
                    <a:pt x="159" y="22"/>
                  </a:cubicBezTo>
                  <a:cubicBezTo>
                    <a:pt x="159" y="94"/>
                    <a:pt x="159" y="94"/>
                    <a:pt x="159" y="94"/>
                  </a:cubicBezTo>
                  <a:cubicBezTo>
                    <a:pt x="159" y="99"/>
                    <a:pt x="159" y="105"/>
                    <a:pt x="158" y="110"/>
                  </a:cubicBezTo>
                  <a:cubicBezTo>
                    <a:pt x="150" y="152"/>
                    <a:pt x="109" y="173"/>
                    <a:pt x="80" y="178"/>
                  </a:cubicBezTo>
                  <a:cubicBezTo>
                    <a:pt x="41" y="171"/>
                    <a:pt x="8" y="144"/>
                    <a:pt x="1" y="106"/>
                  </a:cubicBezTo>
                  <a:cubicBezTo>
                    <a:pt x="0" y="102"/>
                    <a:pt x="0" y="98"/>
                    <a:pt x="0" y="9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1" y="17"/>
                    <a:pt x="18" y="10"/>
                    <a:pt x="23" y="0"/>
                  </a:cubicBezTo>
                  <a:lnTo>
                    <a:pt x="136" y="0"/>
                  </a:lnTo>
                  <a:close/>
                </a:path>
              </a:pathLst>
            </a:custGeom>
            <a:noFill/>
            <a:ln w="63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思源黑体 CN Normal" panose="020B0400000000000000" pitchFamily="34" charset="-122"/>
              </a:endParaRPr>
            </a:p>
          </p:txBody>
        </p:sp>
        <p:sp>
          <p:nvSpPr>
            <p:cNvPr id="62" name="îṥḷíḍê"/>
            <p:cNvSpPr/>
            <p:nvPr/>
          </p:nvSpPr>
          <p:spPr bwMode="auto">
            <a:xfrm>
              <a:off x="7345599" y="-1236924"/>
              <a:ext cx="885148" cy="1010355"/>
            </a:xfrm>
            <a:custGeom>
              <a:avLst/>
              <a:gdLst>
                <a:gd name="T0" fmla="*/ 72 w 151"/>
                <a:gd name="T1" fmla="*/ 92 h 171"/>
                <a:gd name="T2" fmla="*/ 83 w 151"/>
                <a:gd name="T3" fmla="*/ 96 h 171"/>
                <a:gd name="T4" fmla="*/ 77 w 151"/>
                <a:gd name="T5" fmla="*/ 92 h 171"/>
                <a:gd name="T6" fmla="*/ 80 w 151"/>
                <a:gd name="T7" fmla="*/ 115 h 171"/>
                <a:gd name="T8" fmla="*/ 72 w 151"/>
                <a:gd name="T9" fmla="*/ 115 h 171"/>
                <a:gd name="T10" fmla="*/ 74 w 151"/>
                <a:gd name="T11" fmla="*/ 97 h 171"/>
                <a:gd name="T12" fmla="*/ 69 w 151"/>
                <a:gd name="T13" fmla="*/ 137 h 171"/>
                <a:gd name="T14" fmla="*/ 77 w 151"/>
                <a:gd name="T15" fmla="*/ 121 h 171"/>
                <a:gd name="T16" fmla="*/ 77 w 151"/>
                <a:gd name="T17" fmla="*/ 127 h 171"/>
                <a:gd name="T18" fmla="*/ 80 w 151"/>
                <a:gd name="T19" fmla="*/ 145 h 171"/>
                <a:gd name="T20" fmla="*/ 71 w 151"/>
                <a:gd name="T21" fmla="*/ 144 h 171"/>
                <a:gd name="T22" fmla="*/ 107 w 151"/>
                <a:gd name="T23" fmla="*/ 13 h 171"/>
                <a:gd name="T24" fmla="*/ 106 w 151"/>
                <a:gd name="T25" fmla="*/ 11 h 171"/>
                <a:gd name="T26" fmla="*/ 113 w 151"/>
                <a:gd name="T27" fmla="*/ 10 h 171"/>
                <a:gd name="T28" fmla="*/ 111 w 151"/>
                <a:gd name="T29" fmla="*/ 15 h 171"/>
                <a:gd name="T30" fmla="*/ 115 w 151"/>
                <a:gd name="T31" fmla="*/ 26 h 171"/>
                <a:gd name="T32" fmla="*/ 114 w 151"/>
                <a:gd name="T33" fmla="*/ 30 h 171"/>
                <a:gd name="T34" fmla="*/ 112 w 151"/>
                <a:gd name="T35" fmla="*/ 22 h 171"/>
                <a:gd name="T36" fmla="*/ 108 w 151"/>
                <a:gd name="T37" fmla="*/ 27 h 171"/>
                <a:gd name="T38" fmla="*/ 107 w 151"/>
                <a:gd name="T39" fmla="*/ 27 h 171"/>
                <a:gd name="T40" fmla="*/ 108 w 151"/>
                <a:gd name="T41" fmla="*/ 22 h 171"/>
                <a:gd name="T42" fmla="*/ 106 w 151"/>
                <a:gd name="T43" fmla="*/ 28 h 171"/>
                <a:gd name="T44" fmla="*/ 105 w 151"/>
                <a:gd name="T45" fmla="*/ 30 h 171"/>
                <a:gd name="T46" fmla="*/ 107 w 151"/>
                <a:gd name="T47" fmla="*/ 16 h 171"/>
                <a:gd name="T48" fmla="*/ 107 w 151"/>
                <a:gd name="T49" fmla="*/ 18 h 171"/>
                <a:gd name="T50" fmla="*/ 108 w 151"/>
                <a:gd name="T51" fmla="*/ 25 h 171"/>
                <a:gd name="T52" fmla="*/ 36 w 151"/>
                <a:gd name="T53" fmla="*/ 65 h 171"/>
                <a:gd name="T54" fmla="*/ 28 w 151"/>
                <a:gd name="T55" fmla="*/ 69 h 171"/>
                <a:gd name="T56" fmla="*/ 30 w 151"/>
                <a:gd name="T57" fmla="*/ 63 h 171"/>
                <a:gd name="T58" fmla="*/ 39 w 151"/>
                <a:gd name="T59" fmla="*/ 65 h 171"/>
                <a:gd name="T60" fmla="*/ 47 w 151"/>
                <a:gd name="T61" fmla="*/ 69 h 171"/>
                <a:gd name="T62" fmla="*/ 49 w 151"/>
                <a:gd name="T63" fmla="*/ 65 h 171"/>
                <a:gd name="T64" fmla="*/ 57 w 151"/>
                <a:gd name="T65" fmla="*/ 66 h 171"/>
                <a:gd name="T66" fmla="*/ 87 w 151"/>
                <a:gd name="T67" fmla="*/ 71 h 171"/>
                <a:gd name="T68" fmla="*/ 91 w 151"/>
                <a:gd name="T69" fmla="*/ 72 h 171"/>
                <a:gd name="T70" fmla="*/ 90 w 151"/>
                <a:gd name="T71" fmla="*/ 57 h 171"/>
                <a:gd name="T72" fmla="*/ 69 w 151"/>
                <a:gd name="T73" fmla="*/ 67 h 171"/>
                <a:gd name="T74" fmla="*/ 104 w 151"/>
                <a:gd name="T75" fmla="*/ 59 h 171"/>
                <a:gd name="T76" fmla="*/ 102 w 151"/>
                <a:gd name="T77" fmla="*/ 94 h 171"/>
                <a:gd name="T78" fmla="*/ 112 w 151"/>
                <a:gd name="T79" fmla="*/ 20 h 171"/>
                <a:gd name="T80" fmla="*/ 113 w 151"/>
                <a:gd name="T81" fmla="*/ 18 h 171"/>
                <a:gd name="T82" fmla="*/ 113 w 151"/>
                <a:gd name="T83" fmla="*/ 18 h 171"/>
                <a:gd name="T84" fmla="*/ 88 w 151"/>
                <a:gd name="T85" fmla="*/ 29 h 171"/>
                <a:gd name="T86" fmla="*/ 88 w 151"/>
                <a:gd name="T87" fmla="*/ 29 h 171"/>
                <a:gd name="T88" fmla="*/ 86 w 151"/>
                <a:gd name="T89" fmla="*/ 17 h 171"/>
                <a:gd name="T90" fmla="*/ 91 w 151"/>
                <a:gd name="T91" fmla="*/ 25 h 171"/>
                <a:gd name="T92" fmla="*/ 93 w 151"/>
                <a:gd name="T93" fmla="*/ 22 h 171"/>
                <a:gd name="T94" fmla="*/ 97 w 151"/>
                <a:gd name="T95" fmla="*/ 14 h 171"/>
                <a:gd name="T96" fmla="*/ 92 w 151"/>
                <a:gd name="T97" fmla="*/ 25 h 171"/>
                <a:gd name="T98" fmla="*/ 20 w 151"/>
                <a:gd name="T99" fmla="*/ 110 h 171"/>
                <a:gd name="T100" fmla="*/ 54 w 151"/>
                <a:gd name="T101" fmla="*/ 88 h 171"/>
                <a:gd name="T102" fmla="*/ 58 w 151"/>
                <a:gd name="T103" fmla="*/ 120 h 171"/>
                <a:gd name="T104" fmla="*/ 125 w 151"/>
                <a:gd name="T105" fmla="*/ 4 h 171"/>
                <a:gd name="T106" fmla="*/ 20 w 151"/>
                <a:gd name="T107" fmla="*/ 119 h 171"/>
                <a:gd name="T108" fmla="*/ 43 w 151"/>
                <a:gd name="T109" fmla="*/ 129 h 171"/>
                <a:gd name="T110" fmla="*/ 125 w 151"/>
                <a:gd name="T111" fmla="*/ 134 h 171"/>
                <a:gd name="T112" fmla="*/ 119 w 151"/>
                <a:gd name="T113" fmla="*/ 67 h 171"/>
                <a:gd name="T114" fmla="*/ 121 w 151"/>
                <a:gd name="T115" fmla="*/ 68 h 171"/>
                <a:gd name="T116" fmla="*/ 116 w 151"/>
                <a:gd name="T117" fmla="*/ 66 h 171"/>
                <a:gd name="T118" fmla="*/ 122 w 151"/>
                <a:gd name="T119" fmla="*/ 62 h 171"/>
                <a:gd name="T120" fmla="*/ 106 w 151"/>
                <a:gd name="T121" fmla="*/ 39 h 171"/>
                <a:gd name="T122" fmla="*/ 119 w 151"/>
                <a:gd name="T123" fmla="*/ 46 h 171"/>
                <a:gd name="T124" fmla="*/ 126 w 151"/>
                <a:gd name="T125" fmla="*/ 4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1" h="171">
                  <a:moveTo>
                    <a:pt x="151" y="92"/>
                  </a:moveTo>
                  <a:cubicBezTo>
                    <a:pt x="151" y="22"/>
                    <a:pt x="151" y="22"/>
                    <a:pt x="151" y="22"/>
                  </a:cubicBezTo>
                  <a:cubicBezTo>
                    <a:pt x="144" y="19"/>
                    <a:pt x="130" y="8"/>
                    <a:pt x="129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8"/>
                    <a:pt x="6" y="19"/>
                    <a:pt x="0" y="2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6"/>
                    <a:pt x="0" y="100"/>
                    <a:pt x="1" y="105"/>
                  </a:cubicBezTo>
                  <a:cubicBezTo>
                    <a:pt x="9" y="137"/>
                    <a:pt x="39" y="165"/>
                    <a:pt x="76" y="171"/>
                  </a:cubicBezTo>
                  <a:cubicBezTo>
                    <a:pt x="76" y="171"/>
                    <a:pt x="76" y="171"/>
                    <a:pt x="76" y="171"/>
                  </a:cubicBezTo>
                  <a:cubicBezTo>
                    <a:pt x="114" y="164"/>
                    <a:pt x="142" y="139"/>
                    <a:pt x="150" y="109"/>
                  </a:cubicBezTo>
                  <a:cubicBezTo>
                    <a:pt x="151" y="103"/>
                    <a:pt x="151" y="98"/>
                    <a:pt x="151" y="92"/>
                  </a:cubicBezTo>
                  <a:close/>
                  <a:moveTo>
                    <a:pt x="75" y="94"/>
                  </a:moveTo>
                  <a:cubicBezTo>
                    <a:pt x="75" y="92"/>
                    <a:pt x="75" y="92"/>
                    <a:pt x="75" y="92"/>
                  </a:cubicBezTo>
                  <a:cubicBezTo>
                    <a:pt x="75" y="92"/>
                    <a:pt x="74" y="92"/>
                    <a:pt x="74" y="92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3" y="93"/>
                    <a:pt x="72" y="94"/>
                    <a:pt x="72" y="94"/>
                  </a:cubicBezTo>
                  <a:cubicBezTo>
                    <a:pt x="72" y="94"/>
                    <a:pt x="72" y="95"/>
                    <a:pt x="71" y="95"/>
                  </a:cubicBezTo>
                  <a:cubicBezTo>
                    <a:pt x="71" y="95"/>
                    <a:pt x="71" y="95"/>
                    <a:pt x="71" y="95"/>
                  </a:cubicBezTo>
                  <a:cubicBezTo>
                    <a:pt x="71" y="95"/>
                    <a:pt x="71" y="96"/>
                    <a:pt x="71" y="96"/>
                  </a:cubicBezTo>
                  <a:cubicBezTo>
                    <a:pt x="70" y="96"/>
                    <a:pt x="70" y="96"/>
                    <a:pt x="70" y="97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70" y="98"/>
                    <a:pt x="69" y="98"/>
                    <a:pt x="69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98"/>
                    <a:pt x="69" y="98"/>
                    <a:pt x="68" y="97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68" y="97"/>
                    <a:pt x="68" y="97"/>
                    <a:pt x="69" y="97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0" y="94"/>
                    <a:pt x="70" y="94"/>
                    <a:pt x="70" y="94"/>
                  </a:cubicBezTo>
                  <a:cubicBezTo>
                    <a:pt x="70" y="94"/>
                    <a:pt x="70" y="94"/>
                    <a:pt x="70" y="94"/>
                  </a:cubicBezTo>
                  <a:cubicBezTo>
                    <a:pt x="70" y="94"/>
                    <a:pt x="70" y="93"/>
                    <a:pt x="71" y="93"/>
                  </a:cubicBezTo>
                  <a:cubicBezTo>
                    <a:pt x="71" y="93"/>
                    <a:pt x="71" y="93"/>
                    <a:pt x="72" y="92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2" y="92"/>
                    <a:pt x="72" y="92"/>
                    <a:pt x="73" y="91"/>
                  </a:cubicBezTo>
                  <a:cubicBezTo>
                    <a:pt x="73" y="91"/>
                    <a:pt x="73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5" y="90"/>
                    <a:pt x="75" y="89"/>
                  </a:cubicBezTo>
                  <a:cubicBezTo>
                    <a:pt x="75" y="89"/>
                    <a:pt x="75" y="89"/>
                    <a:pt x="75" y="89"/>
                  </a:cubicBezTo>
                  <a:cubicBezTo>
                    <a:pt x="75" y="89"/>
                    <a:pt x="75" y="89"/>
                    <a:pt x="75" y="89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8"/>
                    <a:pt x="75" y="87"/>
                  </a:cubicBezTo>
                  <a:cubicBezTo>
                    <a:pt x="75" y="87"/>
                    <a:pt x="75" y="87"/>
                    <a:pt x="75" y="87"/>
                  </a:cubicBezTo>
                  <a:cubicBezTo>
                    <a:pt x="75" y="87"/>
                    <a:pt x="76" y="87"/>
                    <a:pt x="76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7" y="87"/>
                    <a:pt x="77" y="88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90"/>
                    <a:pt x="77" y="90"/>
                    <a:pt x="77" y="90"/>
                  </a:cubicBezTo>
                  <a:cubicBezTo>
                    <a:pt x="77" y="90"/>
                    <a:pt x="77" y="90"/>
                    <a:pt x="77" y="91"/>
                  </a:cubicBezTo>
                  <a:cubicBezTo>
                    <a:pt x="77" y="91"/>
                    <a:pt x="77" y="91"/>
                    <a:pt x="77" y="91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78" y="91"/>
                    <a:pt x="79" y="91"/>
                    <a:pt x="79" y="91"/>
                  </a:cubicBezTo>
                  <a:cubicBezTo>
                    <a:pt x="79" y="91"/>
                    <a:pt x="80" y="91"/>
                    <a:pt x="80" y="92"/>
                  </a:cubicBezTo>
                  <a:cubicBezTo>
                    <a:pt x="80" y="92"/>
                    <a:pt x="81" y="92"/>
                    <a:pt x="81" y="92"/>
                  </a:cubicBezTo>
                  <a:cubicBezTo>
                    <a:pt x="81" y="92"/>
                    <a:pt x="81" y="93"/>
                    <a:pt x="81" y="93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2" y="94"/>
                    <a:pt x="82" y="94"/>
                    <a:pt x="82" y="94"/>
                  </a:cubicBezTo>
                  <a:cubicBezTo>
                    <a:pt x="82" y="94"/>
                    <a:pt x="82" y="94"/>
                    <a:pt x="82" y="94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83" y="95"/>
                    <a:pt x="83" y="95"/>
                    <a:pt x="83" y="96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4" y="96"/>
                    <a:pt x="84" y="96"/>
                    <a:pt x="84" y="97"/>
                  </a:cubicBezTo>
                  <a:cubicBezTo>
                    <a:pt x="84" y="97"/>
                    <a:pt x="84" y="97"/>
                    <a:pt x="84" y="97"/>
                  </a:cubicBezTo>
                  <a:cubicBezTo>
                    <a:pt x="84" y="97"/>
                    <a:pt x="84" y="97"/>
                    <a:pt x="84" y="97"/>
                  </a:cubicBezTo>
                  <a:cubicBezTo>
                    <a:pt x="84" y="97"/>
                    <a:pt x="84" y="97"/>
                    <a:pt x="84" y="97"/>
                  </a:cubicBezTo>
                  <a:cubicBezTo>
                    <a:pt x="84" y="97"/>
                    <a:pt x="84" y="97"/>
                    <a:pt x="84" y="97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4" y="98"/>
                    <a:pt x="84" y="98"/>
                    <a:pt x="84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82" y="96"/>
                    <a:pt x="82" y="96"/>
                    <a:pt x="81" y="96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1" y="95"/>
                    <a:pt x="81" y="94"/>
                    <a:pt x="81" y="94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80" y="94"/>
                    <a:pt x="80" y="93"/>
                    <a:pt x="79" y="93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2"/>
                    <a:pt x="78" y="92"/>
                    <a:pt x="78" y="92"/>
                  </a:cubicBezTo>
                  <a:cubicBezTo>
                    <a:pt x="78" y="92"/>
                    <a:pt x="78" y="92"/>
                    <a:pt x="78" y="92"/>
                  </a:cubicBezTo>
                  <a:cubicBezTo>
                    <a:pt x="78" y="92"/>
                    <a:pt x="77" y="92"/>
                    <a:pt x="77" y="92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8" y="94"/>
                    <a:pt x="78" y="94"/>
                    <a:pt x="78" y="95"/>
                  </a:cubicBezTo>
                  <a:cubicBezTo>
                    <a:pt x="78" y="95"/>
                    <a:pt x="78" y="95"/>
                    <a:pt x="78" y="95"/>
                  </a:cubicBezTo>
                  <a:cubicBezTo>
                    <a:pt x="79" y="95"/>
                    <a:pt x="79" y="95"/>
                    <a:pt x="79" y="96"/>
                  </a:cubicBezTo>
                  <a:cubicBezTo>
                    <a:pt x="79" y="96"/>
                    <a:pt x="79" y="96"/>
                    <a:pt x="79" y="97"/>
                  </a:cubicBezTo>
                  <a:cubicBezTo>
                    <a:pt x="80" y="97"/>
                    <a:pt x="80" y="97"/>
                    <a:pt x="80" y="98"/>
                  </a:cubicBezTo>
                  <a:cubicBezTo>
                    <a:pt x="80" y="98"/>
                    <a:pt x="80" y="99"/>
                    <a:pt x="80" y="99"/>
                  </a:cubicBezTo>
                  <a:cubicBezTo>
                    <a:pt x="79" y="99"/>
                    <a:pt x="79" y="100"/>
                    <a:pt x="79" y="100"/>
                  </a:cubicBezTo>
                  <a:cubicBezTo>
                    <a:pt x="79" y="100"/>
                    <a:pt x="79" y="101"/>
                    <a:pt x="79" y="101"/>
                  </a:cubicBezTo>
                  <a:cubicBezTo>
                    <a:pt x="78" y="101"/>
                    <a:pt x="78" y="101"/>
                    <a:pt x="78" y="102"/>
                  </a:cubicBezTo>
                  <a:cubicBezTo>
                    <a:pt x="78" y="102"/>
                    <a:pt x="78" y="103"/>
                    <a:pt x="78" y="103"/>
                  </a:cubicBezTo>
                  <a:cubicBezTo>
                    <a:pt x="79" y="103"/>
                    <a:pt x="79" y="104"/>
                    <a:pt x="79" y="104"/>
                  </a:cubicBezTo>
                  <a:cubicBezTo>
                    <a:pt x="79" y="104"/>
                    <a:pt x="79" y="104"/>
                    <a:pt x="79" y="104"/>
                  </a:cubicBezTo>
                  <a:cubicBezTo>
                    <a:pt x="79" y="104"/>
                    <a:pt x="79" y="104"/>
                    <a:pt x="79" y="105"/>
                  </a:cubicBezTo>
                  <a:cubicBezTo>
                    <a:pt x="79" y="105"/>
                    <a:pt x="80" y="106"/>
                    <a:pt x="80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0" y="106"/>
                    <a:pt x="80" y="107"/>
                    <a:pt x="80" y="107"/>
                  </a:cubicBezTo>
                  <a:cubicBezTo>
                    <a:pt x="80" y="108"/>
                    <a:pt x="80" y="108"/>
                    <a:pt x="80" y="109"/>
                  </a:cubicBezTo>
                  <a:cubicBezTo>
                    <a:pt x="80" y="109"/>
                    <a:pt x="80" y="109"/>
                    <a:pt x="80" y="109"/>
                  </a:cubicBezTo>
                  <a:cubicBezTo>
                    <a:pt x="81" y="109"/>
                    <a:pt x="81" y="110"/>
                    <a:pt x="81" y="110"/>
                  </a:cubicBezTo>
                  <a:cubicBezTo>
                    <a:pt x="81" y="111"/>
                    <a:pt x="81" y="111"/>
                    <a:pt x="81" y="112"/>
                  </a:cubicBezTo>
                  <a:cubicBezTo>
                    <a:pt x="81" y="112"/>
                    <a:pt x="81" y="112"/>
                    <a:pt x="81" y="112"/>
                  </a:cubicBezTo>
                  <a:cubicBezTo>
                    <a:pt x="81" y="112"/>
                    <a:pt x="81" y="113"/>
                    <a:pt x="81" y="113"/>
                  </a:cubicBezTo>
                  <a:cubicBezTo>
                    <a:pt x="81" y="113"/>
                    <a:pt x="81" y="113"/>
                    <a:pt x="81" y="113"/>
                  </a:cubicBezTo>
                  <a:cubicBezTo>
                    <a:pt x="81" y="113"/>
                    <a:pt x="81" y="114"/>
                    <a:pt x="81" y="114"/>
                  </a:cubicBezTo>
                  <a:cubicBezTo>
                    <a:pt x="81" y="114"/>
                    <a:pt x="81" y="114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4"/>
                    <a:pt x="80" y="114"/>
                    <a:pt x="79" y="114"/>
                  </a:cubicBezTo>
                  <a:cubicBezTo>
                    <a:pt x="79" y="114"/>
                    <a:pt x="79" y="114"/>
                    <a:pt x="79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79" y="113"/>
                    <a:pt x="79" y="113"/>
                    <a:pt x="79" y="112"/>
                  </a:cubicBezTo>
                  <a:cubicBezTo>
                    <a:pt x="79" y="112"/>
                    <a:pt x="79" y="112"/>
                    <a:pt x="79" y="112"/>
                  </a:cubicBezTo>
                  <a:cubicBezTo>
                    <a:pt x="79" y="112"/>
                    <a:pt x="79" y="111"/>
                    <a:pt x="79" y="110"/>
                  </a:cubicBezTo>
                  <a:cubicBezTo>
                    <a:pt x="79" y="110"/>
                    <a:pt x="79" y="109"/>
                    <a:pt x="79" y="109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78" y="107"/>
                    <a:pt x="78" y="107"/>
                    <a:pt x="78" y="107"/>
                  </a:cubicBezTo>
                  <a:cubicBezTo>
                    <a:pt x="78" y="107"/>
                    <a:pt x="78" y="106"/>
                    <a:pt x="78" y="106"/>
                  </a:cubicBezTo>
                  <a:cubicBezTo>
                    <a:pt x="78" y="106"/>
                    <a:pt x="78" y="106"/>
                    <a:pt x="78" y="106"/>
                  </a:cubicBezTo>
                  <a:cubicBezTo>
                    <a:pt x="78" y="106"/>
                    <a:pt x="78" y="105"/>
                    <a:pt x="78" y="105"/>
                  </a:cubicBezTo>
                  <a:cubicBezTo>
                    <a:pt x="78" y="105"/>
                    <a:pt x="78" y="105"/>
                    <a:pt x="77" y="104"/>
                  </a:cubicBezTo>
                  <a:cubicBezTo>
                    <a:pt x="77" y="104"/>
                    <a:pt x="77" y="104"/>
                    <a:pt x="77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6" y="103"/>
                    <a:pt x="75" y="103"/>
                    <a:pt x="75" y="103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4" y="104"/>
                    <a:pt x="74" y="104"/>
                    <a:pt x="74" y="105"/>
                  </a:cubicBezTo>
                  <a:cubicBezTo>
                    <a:pt x="74" y="105"/>
                    <a:pt x="74" y="105"/>
                    <a:pt x="74" y="106"/>
                  </a:cubicBezTo>
                  <a:cubicBezTo>
                    <a:pt x="74" y="106"/>
                    <a:pt x="74" y="106"/>
                    <a:pt x="73" y="107"/>
                  </a:cubicBezTo>
                  <a:cubicBezTo>
                    <a:pt x="73" y="107"/>
                    <a:pt x="73" y="107"/>
                    <a:pt x="73" y="108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108"/>
                    <a:pt x="73" y="108"/>
                    <a:pt x="73" y="109"/>
                  </a:cubicBezTo>
                  <a:cubicBezTo>
                    <a:pt x="73" y="109"/>
                    <a:pt x="73" y="110"/>
                    <a:pt x="73" y="110"/>
                  </a:cubicBezTo>
                  <a:cubicBezTo>
                    <a:pt x="73" y="110"/>
                    <a:pt x="73" y="110"/>
                    <a:pt x="73" y="110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73" y="112"/>
                    <a:pt x="73" y="112"/>
                    <a:pt x="73" y="112"/>
                  </a:cubicBezTo>
                  <a:cubicBezTo>
                    <a:pt x="73" y="112"/>
                    <a:pt x="73" y="112"/>
                    <a:pt x="73" y="112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73" y="114"/>
                    <a:pt x="73" y="115"/>
                    <a:pt x="73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1" y="115"/>
                    <a:pt x="71" y="115"/>
                    <a:pt x="71" y="115"/>
                  </a:cubicBezTo>
                  <a:cubicBezTo>
                    <a:pt x="71" y="115"/>
                    <a:pt x="71" y="115"/>
                    <a:pt x="71" y="115"/>
                  </a:cubicBezTo>
                  <a:cubicBezTo>
                    <a:pt x="71" y="115"/>
                    <a:pt x="71" y="115"/>
                    <a:pt x="71" y="114"/>
                  </a:cubicBezTo>
                  <a:cubicBezTo>
                    <a:pt x="71" y="114"/>
                    <a:pt x="71" y="114"/>
                    <a:pt x="71" y="114"/>
                  </a:cubicBezTo>
                  <a:cubicBezTo>
                    <a:pt x="71" y="114"/>
                    <a:pt x="71" y="113"/>
                    <a:pt x="71" y="113"/>
                  </a:cubicBezTo>
                  <a:cubicBezTo>
                    <a:pt x="71" y="112"/>
                    <a:pt x="71" y="111"/>
                    <a:pt x="71" y="110"/>
                  </a:cubicBezTo>
                  <a:cubicBezTo>
                    <a:pt x="71" y="110"/>
                    <a:pt x="71" y="109"/>
                    <a:pt x="71" y="109"/>
                  </a:cubicBezTo>
                  <a:cubicBezTo>
                    <a:pt x="71" y="108"/>
                    <a:pt x="72" y="107"/>
                    <a:pt x="72" y="107"/>
                  </a:cubicBezTo>
                  <a:cubicBezTo>
                    <a:pt x="72" y="106"/>
                    <a:pt x="72" y="106"/>
                    <a:pt x="72" y="105"/>
                  </a:cubicBezTo>
                  <a:cubicBezTo>
                    <a:pt x="72" y="105"/>
                    <a:pt x="73" y="104"/>
                    <a:pt x="73" y="104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4"/>
                    <a:pt x="73" y="103"/>
                    <a:pt x="73" y="103"/>
                  </a:cubicBezTo>
                  <a:cubicBezTo>
                    <a:pt x="74" y="102"/>
                    <a:pt x="74" y="102"/>
                    <a:pt x="74" y="102"/>
                  </a:cubicBezTo>
                  <a:cubicBezTo>
                    <a:pt x="74" y="102"/>
                    <a:pt x="74" y="102"/>
                    <a:pt x="74" y="101"/>
                  </a:cubicBezTo>
                  <a:cubicBezTo>
                    <a:pt x="74" y="101"/>
                    <a:pt x="74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3" y="101"/>
                    <a:pt x="73" y="100"/>
                    <a:pt x="73" y="100"/>
                  </a:cubicBezTo>
                  <a:cubicBezTo>
                    <a:pt x="72" y="100"/>
                    <a:pt x="72" y="100"/>
                    <a:pt x="72" y="99"/>
                  </a:cubicBezTo>
                  <a:cubicBezTo>
                    <a:pt x="72" y="99"/>
                    <a:pt x="72" y="99"/>
                    <a:pt x="72" y="98"/>
                  </a:cubicBezTo>
                  <a:cubicBezTo>
                    <a:pt x="72" y="98"/>
                    <a:pt x="72" y="98"/>
                    <a:pt x="72" y="98"/>
                  </a:cubicBezTo>
                  <a:cubicBezTo>
                    <a:pt x="72" y="98"/>
                    <a:pt x="72" y="97"/>
                    <a:pt x="72" y="97"/>
                  </a:cubicBezTo>
                  <a:cubicBezTo>
                    <a:pt x="72" y="97"/>
                    <a:pt x="73" y="96"/>
                    <a:pt x="73" y="96"/>
                  </a:cubicBezTo>
                  <a:cubicBezTo>
                    <a:pt x="73" y="96"/>
                    <a:pt x="73" y="95"/>
                    <a:pt x="74" y="95"/>
                  </a:cubicBezTo>
                  <a:cubicBezTo>
                    <a:pt x="74" y="95"/>
                    <a:pt x="75" y="94"/>
                    <a:pt x="75" y="94"/>
                  </a:cubicBezTo>
                  <a:close/>
                  <a:moveTo>
                    <a:pt x="76" y="101"/>
                  </a:moveTo>
                  <a:cubicBezTo>
                    <a:pt x="75" y="100"/>
                    <a:pt x="75" y="100"/>
                    <a:pt x="75" y="100"/>
                  </a:cubicBezTo>
                  <a:cubicBezTo>
                    <a:pt x="75" y="100"/>
                    <a:pt x="75" y="100"/>
                    <a:pt x="75" y="100"/>
                  </a:cubicBezTo>
                  <a:cubicBezTo>
                    <a:pt x="75" y="100"/>
                    <a:pt x="75" y="100"/>
                    <a:pt x="74" y="100"/>
                  </a:cubicBezTo>
                  <a:cubicBezTo>
                    <a:pt x="74" y="100"/>
                    <a:pt x="74" y="100"/>
                    <a:pt x="74" y="100"/>
                  </a:cubicBezTo>
                  <a:cubicBezTo>
                    <a:pt x="74" y="100"/>
                    <a:pt x="74" y="100"/>
                    <a:pt x="74" y="99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4" y="98"/>
                    <a:pt x="74" y="98"/>
                    <a:pt x="74" y="98"/>
                  </a:cubicBezTo>
                  <a:cubicBezTo>
                    <a:pt x="74" y="98"/>
                    <a:pt x="74" y="98"/>
                    <a:pt x="74" y="97"/>
                  </a:cubicBezTo>
                  <a:cubicBezTo>
                    <a:pt x="74" y="97"/>
                    <a:pt x="74" y="97"/>
                    <a:pt x="74" y="97"/>
                  </a:cubicBezTo>
                  <a:cubicBezTo>
                    <a:pt x="74" y="97"/>
                    <a:pt x="74" y="97"/>
                    <a:pt x="74" y="97"/>
                  </a:cubicBezTo>
                  <a:cubicBezTo>
                    <a:pt x="74" y="97"/>
                    <a:pt x="74" y="97"/>
                    <a:pt x="74" y="96"/>
                  </a:cubicBezTo>
                  <a:cubicBezTo>
                    <a:pt x="75" y="96"/>
                    <a:pt x="75" y="96"/>
                    <a:pt x="75" y="96"/>
                  </a:cubicBezTo>
                  <a:cubicBezTo>
                    <a:pt x="75" y="96"/>
                    <a:pt x="75" y="96"/>
                    <a:pt x="75" y="96"/>
                  </a:cubicBezTo>
                  <a:cubicBezTo>
                    <a:pt x="75" y="96"/>
                    <a:pt x="75" y="96"/>
                    <a:pt x="76" y="96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6" y="95"/>
                    <a:pt x="76" y="95"/>
                    <a:pt x="76" y="96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8" y="96"/>
                    <a:pt x="78" y="97"/>
                    <a:pt x="78" y="97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7"/>
                    <a:pt x="78" y="98"/>
                    <a:pt x="78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8" y="98"/>
                    <a:pt x="78" y="99"/>
                    <a:pt x="78" y="99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100"/>
                    <a:pt x="77" y="100"/>
                    <a:pt x="77" y="100"/>
                  </a:cubicBezTo>
                  <a:cubicBezTo>
                    <a:pt x="77" y="100"/>
                    <a:pt x="77" y="100"/>
                    <a:pt x="77" y="100"/>
                  </a:cubicBezTo>
                  <a:cubicBezTo>
                    <a:pt x="77" y="100"/>
                    <a:pt x="77" y="100"/>
                    <a:pt x="77" y="101"/>
                  </a:cubicBezTo>
                  <a:cubicBezTo>
                    <a:pt x="77" y="101"/>
                    <a:pt x="77" y="101"/>
                    <a:pt x="77" y="101"/>
                  </a:cubicBezTo>
                  <a:cubicBezTo>
                    <a:pt x="76" y="101"/>
                    <a:pt x="76" y="101"/>
                    <a:pt x="76" y="101"/>
                  </a:cubicBezTo>
                  <a:close/>
                  <a:moveTo>
                    <a:pt x="75" y="127"/>
                  </a:moveTo>
                  <a:cubicBezTo>
                    <a:pt x="75" y="127"/>
                    <a:pt x="74" y="128"/>
                    <a:pt x="74" y="128"/>
                  </a:cubicBezTo>
                  <a:cubicBezTo>
                    <a:pt x="74" y="128"/>
                    <a:pt x="74" y="128"/>
                    <a:pt x="74" y="128"/>
                  </a:cubicBezTo>
                  <a:cubicBezTo>
                    <a:pt x="74" y="128"/>
                    <a:pt x="73" y="128"/>
                    <a:pt x="73" y="128"/>
                  </a:cubicBezTo>
                  <a:cubicBezTo>
                    <a:pt x="73" y="129"/>
                    <a:pt x="72" y="129"/>
                    <a:pt x="72" y="129"/>
                  </a:cubicBezTo>
                  <a:cubicBezTo>
                    <a:pt x="72" y="130"/>
                    <a:pt x="72" y="130"/>
                    <a:pt x="71" y="130"/>
                  </a:cubicBezTo>
                  <a:cubicBezTo>
                    <a:pt x="71" y="131"/>
                    <a:pt x="71" y="131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3"/>
                    <a:pt x="71" y="133"/>
                    <a:pt x="70" y="133"/>
                  </a:cubicBezTo>
                  <a:cubicBezTo>
                    <a:pt x="70" y="134"/>
                    <a:pt x="70" y="134"/>
                    <a:pt x="70" y="135"/>
                  </a:cubicBezTo>
                  <a:cubicBezTo>
                    <a:pt x="70" y="135"/>
                    <a:pt x="70" y="135"/>
                    <a:pt x="70" y="135"/>
                  </a:cubicBezTo>
                  <a:cubicBezTo>
                    <a:pt x="70" y="135"/>
                    <a:pt x="70" y="135"/>
                    <a:pt x="70" y="136"/>
                  </a:cubicBezTo>
                  <a:cubicBezTo>
                    <a:pt x="70" y="136"/>
                    <a:pt x="70" y="136"/>
                    <a:pt x="70" y="136"/>
                  </a:cubicBezTo>
                  <a:cubicBezTo>
                    <a:pt x="70" y="136"/>
                    <a:pt x="70" y="136"/>
                    <a:pt x="70" y="136"/>
                  </a:cubicBezTo>
                  <a:cubicBezTo>
                    <a:pt x="70" y="137"/>
                    <a:pt x="70" y="137"/>
                    <a:pt x="70" y="137"/>
                  </a:cubicBezTo>
                  <a:cubicBezTo>
                    <a:pt x="70" y="137"/>
                    <a:pt x="70" y="137"/>
                    <a:pt x="69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69" y="137"/>
                    <a:pt x="69" y="136"/>
                    <a:pt x="69" y="136"/>
                  </a:cubicBezTo>
                  <a:cubicBezTo>
                    <a:pt x="69" y="136"/>
                    <a:pt x="69" y="136"/>
                    <a:pt x="69" y="136"/>
                  </a:cubicBezTo>
                  <a:cubicBezTo>
                    <a:pt x="69" y="136"/>
                    <a:pt x="69" y="136"/>
                    <a:pt x="69" y="135"/>
                  </a:cubicBezTo>
                  <a:cubicBezTo>
                    <a:pt x="69" y="135"/>
                    <a:pt x="69" y="135"/>
                    <a:pt x="69" y="135"/>
                  </a:cubicBezTo>
                  <a:cubicBezTo>
                    <a:pt x="69" y="135"/>
                    <a:pt x="69" y="135"/>
                    <a:pt x="69" y="135"/>
                  </a:cubicBezTo>
                  <a:cubicBezTo>
                    <a:pt x="69" y="135"/>
                    <a:pt x="69" y="135"/>
                    <a:pt x="69" y="135"/>
                  </a:cubicBezTo>
                  <a:cubicBezTo>
                    <a:pt x="69" y="134"/>
                    <a:pt x="69" y="134"/>
                    <a:pt x="69" y="134"/>
                  </a:cubicBezTo>
                  <a:cubicBezTo>
                    <a:pt x="69" y="134"/>
                    <a:pt x="69" y="134"/>
                    <a:pt x="69" y="134"/>
                  </a:cubicBezTo>
                  <a:cubicBezTo>
                    <a:pt x="69" y="134"/>
                    <a:pt x="69" y="133"/>
                    <a:pt x="69" y="133"/>
                  </a:cubicBezTo>
                  <a:cubicBezTo>
                    <a:pt x="69" y="132"/>
                    <a:pt x="69" y="132"/>
                    <a:pt x="69" y="131"/>
                  </a:cubicBezTo>
                  <a:cubicBezTo>
                    <a:pt x="70" y="131"/>
                    <a:pt x="70" y="130"/>
                    <a:pt x="70" y="130"/>
                  </a:cubicBezTo>
                  <a:cubicBezTo>
                    <a:pt x="70" y="129"/>
                    <a:pt x="70" y="129"/>
                    <a:pt x="71" y="128"/>
                  </a:cubicBezTo>
                  <a:cubicBezTo>
                    <a:pt x="71" y="128"/>
                    <a:pt x="71" y="128"/>
                    <a:pt x="72" y="127"/>
                  </a:cubicBezTo>
                  <a:cubicBezTo>
                    <a:pt x="72" y="127"/>
                    <a:pt x="72" y="127"/>
                    <a:pt x="72" y="127"/>
                  </a:cubicBezTo>
                  <a:cubicBezTo>
                    <a:pt x="72" y="127"/>
                    <a:pt x="72" y="127"/>
                    <a:pt x="73" y="127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3" y="126"/>
                    <a:pt x="73" y="126"/>
                    <a:pt x="74" y="126"/>
                  </a:cubicBezTo>
                  <a:cubicBezTo>
                    <a:pt x="74" y="126"/>
                    <a:pt x="75" y="126"/>
                    <a:pt x="75" y="126"/>
                  </a:cubicBezTo>
                  <a:cubicBezTo>
                    <a:pt x="75" y="125"/>
                    <a:pt x="75" y="125"/>
                    <a:pt x="75" y="125"/>
                  </a:cubicBezTo>
                  <a:cubicBezTo>
                    <a:pt x="75" y="125"/>
                    <a:pt x="75" y="125"/>
                    <a:pt x="75" y="125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5" y="122"/>
                    <a:pt x="75" y="122"/>
                    <a:pt x="75" y="121"/>
                  </a:cubicBezTo>
                  <a:cubicBezTo>
                    <a:pt x="75" y="121"/>
                    <a:pt x="75" y="121"/>
                    <a:pt x="75" y="120"/>
                  </a:cubicBezTo>
                  <a:cubicBezTo>
                    <a:pt x="75" y="120"/>
                    <a:pt x="75" y="120"/>
                    <a:pt x="75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20"/>
                    <a:pt x="77" y="120"/>
                    <a:pt x="77" y="120"/>
                  </a:cubicBezTo>
                  <a:cubicBezTo>
                    <a:pt x="77" y="120"/>
                    <a:pt x="77" y="120"/>
                    <a:pt x="77" y="120"/>
                  </a:cubicBezTo>
                  <a:cubicBezTo>
                    <a:pt x="77" y="120"/>
                    <a:pt x="77" y="120"/>
                    <a:pt x="77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8" y="126"/>
                    <a:pt x="78" y="126"/>
                    <a:pt x="79" y="126"/>
                  </a:cubicBezTo>
                  <a:cubicBezTo>
                    <a:pt x="80" y="127"/>
                    <a:pt x="80" y="127"/>
                    <a:pt x="81" y="127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1" y="128"/>
                    <a:pt x="82" y="128"/>
                    <a:pt x="82" y="129"/>
                  </a:cubicBezTo>
                  <a:cubicBezTo>
                    <a:pt x="82" y="130"/>
                    <a:pt x="83" y="130"/>
                    <a:pt x="83" y="131"/>
                  </a:cubicBezTo>
                  <a:cubicBezTo>
                    <a:pt x="83" y="132"/>
                    <a:pt x="83" y="133"/>
                    <a:pt x="83" y="133"/>
                  </a:cubicBezTo>
                  <a:cubicBezTo>
                    <a:pt x="84" y="134"/>
                    <a:pt x="84" y="134"/>
                    <a:pt x="84" y="135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36"/>
                    <a:pt x="84" y="136"/>
                    <a:pt x="84" y="137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3" y="137"/>
                    <a:pt x="83" y="138"/>
                    <a:pt x="83" y="138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83" y="138"/>
                    <a:pt x="83" y="137"/>
                    <a:pt x="83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2" y="137"/>
                    <a:pt x="82" y="137"/>
                    <a:pt x="82" y="137"/>
                  </a:cubicBezTo>
                  <a:cubicBezTo>
                    <a:pt x="82" y="137"/>
                    <a:pt x="82" y="136"/>
                    <a:pt x="82" y="136"/>
                  </a:cubicBezTo>
                  <a:cubicBezTo>
                    <a:pt x="82" y="136"/>
                    <a:pt x="82" y="136"/>
                    <a:pt x="82" y="136"/>
                  </a:cubicBezTo>
                  <a:cubicBezTo>
                    <a:pt x="82" y="135"/>
                    <a:pt x="82" y="135"/>
                    <a:pt x="82" y="135"/>
                  </a:cubicBezTo>
                  <a:cubicBezTo>
                    <a:pt x="82" y="134"/>
                    <a:pt x="82" y="134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2"/>
                    <a:pt x="82" y="132"/>
                    <a:pt x="81" y="131"/>
                  </a:cubicBezTo>
                  <a:cubicBezTo>
                    <a:pt x="81" y="131"/>
                    <a:pt x="81" y="130"/>
                    <a:pt x="81" y="130"/>
                  </a:cubicBezTo>
                  <a:cubicBezTo>
                    <a:pt x="81" y="129"/>
                    <a:pt x="80" y="129"/>
                    <a:pt x="80" y="129"/>
                  </a:cubicBezTo>
                  <a:cubicBezTo>
                    <a:pt x="80" y="128"/>
                    <a:pt x="80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8" y="128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7" y="127"/>
                    <a:pt x="77" y="128"/>
                    <a:pt x="77" y="128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7" y="130"/>
                    <a:pt x="77" y="130"/>
                    <a:pt x="77" y="131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7" y="132"/>
                    <a:pt x="77" y="132"/>
                    <a:pt x="77" y="133"/>
                  </a:cubicBezTo>
                  <a:cubicBezTo>
                    <a:pt x="77" y="133"/>
                    <a:pt x="77" y="133"/>
                    <a:pt x="77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7" y="134"/>
                    <a:pt x="77" y="134"/>
                    <a:pt x="77" y="135"/>
                  </a:cubicBezTo>
                  <a:cubicBezTo>
                    <a:pt x="77" y="135"/>
                    <a:pt x="78" y="136"/>
                    <a:pt x="78" y="136"/>
                  </a:cubicBezTo>
                  <a:cubicBezTo>
                    <a:pt x="78" y="136"/>
                    <a:pt x="78" y="136"/>
                    <a:pt x="78" y="136"/>
                  </a:cubicBezTo>
                  <a:cubicBezTo>
                    <a:pt x="78" y="137"/>
                    <a:pt x="78" y="137"/>
                    <a:pt x="78" y="138"/>
                  </a:cubicBezTo>
                  <a:cubicBezTo>
                    <a:pt x="78" y="138"/>
                    <a:pt x="79" y="139"/>
                    <a:pt x="79" y="139"/>
                  </a:cubicBezTo>
                  <a:cubicBezTo>
                    <a:pt x="79" y="140"/>
                    <a:pt x="79" y="140"/>
                    <a:pt x="79" y="141"/>
                  </a:cubicBezTo>
                  <a:cubicBezTo>
                    <a:pt x="80" y="141"/>
                    <a:pt x="80" y="142"/>
                    <a:pt x="80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0" y="143"/>
                    <a:pt x="81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2" y="144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6"/>
                    <a:pt x="82" y="146"/>
                    <a:pt x="83" y="146"/>
                  </a:cubicBezTo>
                  <a:cubicBezTo>
                    <a:pt x="83" y="146"/>
                    <a:pt x="83" y="146"/>
                    <a:pt x="83" y="146"/>
                  </a:cubicBezTo>
                  <a:cubicBezTo>
                    <a:pt x="83" y="146"/>
                    <a:pt x="83" y="146"/>
                    <a:pt x="83" y="146"/>
                  </a:cubicBezTo>
                  <a:cubicBezTo>
                    <a:pt x="83" y="146"/>
                    <a:pt x="83" y="146"/>
                    <a:pt x="83" y="146"/>
                  </a:cubicBezTo>
                  <a:cubicBezTo>
                    <a:pt x="83" y="146"/>
                    <a:pt x="83" y="146"/>
                    <a:pt x="83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3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1" y="147"/>
                    <a:pt x="81" y="146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1" y="146"/>
                    <a:pt x="80" y="145"/>
                    <a:pt x="80" y="145"/>
                  </a:cubicBezTo>
                  <a:cubicBezTo>
                    <a:pt x="80" y="145"/>
                    <a:pt x="80" y="145"/>
                    <a:pt x="80" y="145"/>
                  </a:cubicBezTo>
                  <a:cubicBezTo>
                    <a:pt x="79" y="144"/>
                    <a:pt x="79" y="143"/>
                    <a:pt x="79" y="143"/>
                  </a:cubicBezTo>
                  <a:cubicBezTo>
                    <a:pt x="78" y="142"/>
                    <a:pt x="78" y="141"/>
                    <a:pt x="78" y="140"/>
                  </a:cubicBezTo>
                  <a:cubicBezTo>
                    <a:pt x="77" y="140"/>
                    <a:pt x="77" y="139"/>
                    <a:pt x="77" y="139"/>
                  </a:cubicBezTo>
                  <a:cubicBezTo>
                    <a:pt x="77" y="138"/>
                    <a:pt x="76" y="138"/>
                    <a:pt x="76" y="137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7"/>
                    <a:pt x="76" y="137"/>
                    <a:pt x="76" y="138"/>
                  </a:cubicBezTo>
                  <a:cubicBezTo>
                    <a:pt x="76" y="138"/>
                    <a:pt x="75" y="139"/>
                    <a:pt x="75" y="139"/>
                  </a:cubicBezTo>
                  <a:cubicBezTo>
                    <a:pt x="75" y="139"/>
                    <a:pt x="75" y="139"/>
                    <a:pt x="75" y="139"/>
                  </a:cubicBezTo>
                  <a:cubicBezTo>
                    <a:pt x="75" y="139"/>
                    <a:pt x="75" y="139"/>
                    <a:pt x="75" y="140"/>
                  </a:cubicBezTo>
                  <a:cubicBezTo>
                    <a:pt x="75" y="140"/>
                    <a:pt x="75" y="141"/>
                    <a:pt x="74" y="141"/>
                  </a:cubicBezTo>
                  <a:cubicBezTo>
                    <a:pt x="74" y="141"/>
                    <a:pt x="74" y="142"/>
                    <a:pt x="74" y="142"/>
                  </a:cubicBezTo>
                  <a:cubicBezTo>
                    <a:pt x="74" y="142"/>
                    <a:pt x="73" y="143"/>
                    <a:pt x="73" y="143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3" y="143"/>
                    <a:pt x="73" y="144"/>
                    <a:pt x="73" y="144"/>
                  </a:cubicBezTo>
                  <a:cubicBezTo>
                    <a:pt x="73" y="144"/>
                    <a:pt x="72" y="144"/>
                    <a:pt x="72" y="145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71" y="146"/>
                    <a:pt x="71" y="146"/>
                    <a:pt x="71" y="147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0" y="147"/>
                    <a:pt x="70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9" y="146"/>
                    <a:pt x="69" y="146"/>
                    <a:pt x="69" y="146"/>
                  </a:cubicBezTo>
                  <a:cubicBezTo>
                    <a:pt x="69" y="146"/>
                    <a:pt x="69" y="146"/>
                    <a:pt x="70" y="145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0" y="145"/>
                    <a:pt x="70" y="144"/>
                    <a:pt x="71" y="144"/>
                  </a:cubicBezTo>
                  <a:cubicBezTo>
                    <a:pt x="71" y="144"/>
                    <a:pt x="71" y="144"/>
                    <a:pt x="71" y="143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2" y="143"/>
                    <a:pt x="72" y="142"/>
                    <a:pt x="72" y="142"/>
                  </a:cubicBezTo>
                  <a:cubicBezTo>
                    <a:pt x="72" y="142"/>
                    <a:pt x="72" y="141"/>
                    <a:pt x="73" y="141"/>
                  </a:cubicBezTo>
                  <a:cubicBezTo>
                    <a:pt x="73" y="141"/>
                    <a:pt x="73" y="140"/>
                    <a:pt x="73" y="140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73" y="139"/>
                    <a:pt x="74" y="139"/>
                    <a:pt x="74" y="139"/>
                  </a:cubicBezTo>
                  <a:cubicBezTo>
                    <a:pt x="74" y="139"/>
                    <a:pt x="74" y="139"/>
                    <a:pt x="74" y="139"/>
                  </a:cubicBezTo>
                  <a:cubicBezTo>
                    <a:pt x="74" y="138"/>
                    <a:pt x="74" y="138"/>
                    <a:pt x="74" y="137"/>
                  </a:cubicBezTo>
                  <a:cubicBezTo>
                    <a:pt x="74" y="137"/>
                    <a:pt x="75" y="137"/>
                    <a:pt x="75" y="136"/>
                  </a:cubicBezTo>
                  <a:cubicBezTo>
                    <a:pt x="75" y="136"/>
                    <a:pt x="75" y="135"/>
                    <a:pt x="75" y="135"/>
                  </a:cubicBezTo>
                  <a:cubicBezTo>
                    <a:pt x="75" y="135"/>
                    <a:pt x="75" y="134"/>
                    <a:pt x="75" y="134"/>
                  </a:cubicBezTo>
                  <a:cubicBezTo>
                    <a:pt x="75" y="134"/>
                    <a:pt x="75" y="134"/>
                    <a:pt x="75" y="134"/>
                  </a:cubicBezTo>
                  <a:cubicBezTo>
                    <a:pt x="75" y="133"/>
                    <a:pt x="75" y="133"/>
                    <a:pt x="75" y="132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5" y="131"/>
                    <a:pt x="75" y="131"/>
                  </a:cubicBezTo>
                  <a:cubicBezTo>
                    <a:pt x="75" y="130"/>
                    <a:pt x="75" y="130"/>
                    <a:pt x="75" y="129"/>
                  </a:cubicBezTo>
                  <a:cubicBezTo>
                    <a:pt x="75" y="129"/>
                    <a:pt x="75" y="128"/>
                    <a:pt x="75" y="128"/>
                  </a:cubicBezTo>
                  <a:cubicBezTo>
                    <a:pt x="75" y="127"/>
                    <a:pt x="75" y="127"/>
                    <a:pt x="75" y="127"/>
                  </a:cubicBez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2"/>
                    <a:pt x="106" y="12"/>
                    <a:pt x="106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1"/>
                    <a:pt x="106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2"/>
                    <a:pt x="108" y="12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8" y="12"/>
                    <a:pt x="109" y="12"/>
                    <a:pt x="109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0" y="12"/>
                    <a:pt x="111" y="12"/>
                    <a:pt x="111" y="12"/>
                  </a:cubicBezTo>
                  <a:cubicBezTo>
                    <a:pt x="111" y="12"/>
                    <a:pt x="112" y="12"/>
                    <a:pt x="112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2" y="12"/>
                    <a:pt x="112" y="11"/>
                    <a:pt x="112" y="11"/>
                  </a:cubicBezTo>
                  <a:cubicBezTo>
                    <a:pt x="112" y="11"/>
                    <a:pt x="112" y="11"/>
                    <a:pt x="112" y="11"/>
                  </a:cubicBezTo>
                  <a:cubicBezTo>
                    <a:pt x="112" y="11"/>
                    <a:pt x="112" y="11"/>
                    <a:pt x="112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1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10"/>
                    <a:pt x="113" y="10"/>
                    <a:pt x="114" y="10"/>
                  </a:cubicBezTo>
                  <a:cubicBezTo>
                    <a:pt x="114" y="10"/>
                    <a:pt x="114" y="10"/>
                    <a:pt x="114" y="11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114" y="11"/>
                    <a:pt x="114" y="11"/>
                    <a:pt x="114" y="12"/>
                  </a:cubicBezTo>
                  <a:cubicBezTo>
                    <a:pt x="114" y="12"/>
                    <a:pt x="113" y="12"/>
                    <a:pt x="113" y="12"/>
                  </a:cubicBezTo>
                  <a:cubicBezTo>
                    <a:pt x="113" y="12"/>
                    <a:pt x="113" y="12"/>
                    <a:pt x="113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13" y="13"/>
                    <a:pt x="113" y="1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4"/>
                    <a:pt x="112" y="14"/>
                    <a:pt x="112" y="14"/>
                  </a:cubicBezTo>
                  <a:cubicBezTo>
                    <a:pt x="113" y="14"/>
                    <a:pt x="114" y="14"/>
                    <a:pt x="114" y="14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6" y="14"/>
                  </a:cubicBezTo>
                  <a:cubicBezTo>
                    <a:pt x="116" y="14"/>
                    <a:pt x="116" y="14"/>
                    <a:pt x="116" y="14"/>
                  </a:cubicBezTo>
                  <a:cubicBezTo>
                    <a:pt x="116" y="14"/>
                    <a:pt x="116" y="14"/>
                    <a:pt x="116" y="14"/>
                  </a:cubicBezTo>
                  <a:cubicBezTo>
                    <a:pt x="116" y="14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5"/>
                    <a:pt x="114" y="15"/>
                    <a:pt x="113" y="15"/>
                  </a:cubicBezTo>
                  <a:cubicBezTo>
                    <a:pt x="113" y="15"/>
                    <a:pt x="112" y="15"/>
                    <a:pt x="112" y="15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07" y="13"/>
                    <a:pt x="107" y="13"/>
                    <a:pt x="107" y="13"/>
                  </a:cubicBezTo>
                  <a:close/>
                  <a:moveTo>
                    <a:pt x="111" y="16"/>
                  </a:move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3" y="16"/>
                    <a:pt x="113" y="16"/>
                    <a:pt x="113" y="17"/>
                  </a:cubicBezTo>
                  <a:cubicBezTo>
                    <a:pt x="113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19"/>
                    <a:pt x="115" y="20"/>
                    <a:pt x="114" y="20"/>
                  </a:cubicBezTo>
                  <a:cubicBezTo>
                    <a:pt x="114" y="20"/>
                    <a:pt x="114" y="20"/>
                    <a:pt x="114" y="20"/>
                  </a:cubicBezTo>
                  <a:cubicBezTo>
                    <a:pt x="114" y="20"/>
                    <a:pt x="114" y="20"/>
                    <a:pt x="114" y="20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5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4"/>
                    <a:pt x="115" y="24"/>
                  </a:cubicBezTo>
                  <a:cubicBezTo>
                    <a:pt x="115" y="24"/>
                    <a:pt x="115" y="24"/>
                    <a:pt x="115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5"/>
                    <a:pt x="115" y="25"/>
                    <a:pt x="115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5" y="28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0"/>
                    <a:pt x="115" y="30"/>
                    <a:pt x="115" y="31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1"/>
                    <a:pt x="115" y="31"/>
                    <a:pt x="114" y="31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30"/>
                    <a:pt x="114" y="30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29"/>
                    <a:pt x="114" y="28"/>
                    <a:pt x="114" y="28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5"/>
                    <a:pt x="114" y="25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4" y="23"/>
                    <a:pt x="113" y="22"/>
                    <a:pt x="113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2"/>
                    <a:pt x="113" y="22"/>
                    <a:pt x="113" y="21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3" y="22"/>
                    <a:pt x="113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1" y="22"/>
                    <a:pt x="111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2"/>
                    <a:pt x="113" y="23"/>
                    <a:pt x="113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3" y="27"/>
                    <a:pt x="113" y="27"/>
                    <a:pt x="112" y="27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8" y="28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7"/>
                    <a:pt x="107" y="27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5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107" y="25"/>
                    <a:pt x="107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4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8" y="22"/>
                    <a:pt x="108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8" y="22"/>
                    <a:pt x="108" y="22"/>
                  </a:cubicBezTo>
                  <a:cubicBezTo>
                    <a:pt x="108" y="22"/>
                    <a:pt x="107" y="22"/>
                    <a:pt x="107" y="22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2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4"/>
                  </a:cubicBezTo>
                  <a:cubicBezTo>
                    <a:pt x="106" y="24"/>
                    <a:pt x="106" y="24"/>
                    <a:pt x="106" y="25"/>
                  </a:cubicBezTo>
                  <a:cubicBezTo>
                    <a:pt x="106" y="25"/>
                    <a:pt x="106" y="25"/>
                    <a:pt x="106" y="25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8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6" y="30"/>
                    <a:pt x="105" y="30"/>
                  </a:cubicBezTo>
                  <a:cubicBezTo>
                    <a:pt x="105" y="30"/>
                    <a:pt x="105" y="31"/>
                    <a:pt x="105" y="31"/>
                  </a:cubicBezTo>
                  <a:cubicBezTo>
                    <a:pt x="105" y="31"/>
                    <a:pt x="105" y="31"/>
                    <a:pt x="105" y="31"/>
                  </a:cubicBezTo>
                  <a:cubicBezTo>
                    <a:pt x="105" y="31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105" y="29"/>
                    <a:pt x="105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5" y="27"/>
                    <a:pt x="105" y="26"/>
                    <a:pt x="105" y="26"/>
                  </a:cubicBezTo>
                  <a:cubicBezTo>
                    <a:pt x="105" y="26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4"/>
                  </a:cubicBezTo>
                  <a:cubicBezTo>
                    <a:pt x="105" y="24"/>
                    <a:pt x="105" y="24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5" y="21"/>
                    <a:pt x="105" y="21"/>
                  </a:cubicBezTo>
                  <a:cubicBezTo>
                    <a:pt x="105" y="21"/>
                    <a:pt x="106" y="21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18"/>
                    <a:pt x="106" y="18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8" y="17"/>
                    <a:pt x="108" y="16"/>
                    <a:pt x="108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8" y="15"/>
                    <a:pt x="108" y="16"/>
                    <a:pt x="107" y="16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5"/>
                    <a:pt x="104" y="15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5" y="14"/>
                    <a:pt x="105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09" y="13"/>
                    <a:pt x="108" y="13"/>
                    <a:pt x="108" y="13"/>
                  </a:cubicBezTo>
                  <a:cubicBezTo>
                    <a:pt x="108" y="13"/>
                    <a:pt x="107" y="13"/>
                    <a:pt x="107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11" y="16"/>
                    <a:pt x="111" y="16"/>
                    <a:pt x="111" y="16"/>
                  </a:cubicBez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18"/>
                    <a:pt x="107" y="18"/>
                    <a:pt x="108" y="18"/>
                  </a:cubicBezTo>
                  <a:cubicBezTo>
                    <a:pt x="108" y="18"/>
                    <a:pt x="109" y="17"/>
                    <a:pt x="109" y="17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08" y="18"/>
                    <a:pt x="108" y="18"/>
                    <a:pt x="108" y="19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8" y="19"/>
                    <a:pt x="108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7" y="19"/>
                    <a:pt x="107" y="19"/>
                    <a:pt x="107" y="19"/>
                  </a:cubicBezTo>
                  <a:close/>
                  <a:moveTo>
                    <a:pt x="109" y="19"/>
                  </a:moveTo>
                  <a:cubicBezTo>
                    <a:pt x="109" y="21"/>
                    <a:pt x="109" y="21"/>
                    <a:pt x="109" y="21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9" y="19"/>
                    <a:pt x="109" y="19"/>
                    <a:pt x="109" y="19"/>
                  </a:cubicBezTo>
                  <a:close/>
                  <a:moveTo>
                    <a:pt x="112" y="25"/>
                  </a:move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6"/>
                    <a:pt x="112" y="26"/>
                  </a:cubicBezTo>
                  <a:cubicBezTo>
                    <a:pt x="112" y="26"/>
                    <a:pt x="112" y="26"/>
                    <a:pt x="111" y="26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1" y="27"/>
                    <a:pt x="110" y="27"/>
                    <a:pt x="110" y="27"/>
                  </a:cubicBezTo>
                  <a:cubicBezTo>
                    <a:pt x="109" y="27"/>
                    <a:pt x="109" y="27"/>
                    <a:pt x="109" y="26"/>
                  </a:cubicBezTo>
                  <a:cubicBezTo>
                    <a:pt x="109" y="26"/>
                    <a:pt x="109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9" y="25"/>
                    <a:pt x="109" y="25"/>
                    <a:pt x="110" y="25"/>
                  </a:cubicBezTo>
                  <a:cubicBezTo>
                    <a:pt x="110" y="25"/>
                    <a:pt x="110" y="24"/>
                    <a:pt x="111" y="24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1" y="24"/>
                    <a:pt x="111" y="24"/>
                    <a:pt x="111" y="25"/>
                  </a:cubicBezTo>
                  <a:cubicBezTo>
                    <a:pt x="111" y="25"/>
                    <a:pt x="112" y="25"/>
                    <a:pt x="112" y="25"/>
                  </a:cubicBezTo>
                  <a:close/>
                  <a:moveTo>
                    <a:pt x="32" y="72"/>
                  </a:moveTo>
                  <a:cubicBezTo>
                    <a:pt x="31" y="73"/>
                    <a:pt x="31" y="73"/>
                    <a:pt x="31" y="73"/>
                  </a:cubicBezTo>
                  <a:cubicBezTo>
                    <a:pt x="31" y="73"/>
                    <a:pt x="30" y="73"/>
                    <a:pt x="30" y="73"/>
                  </a:cubicBezTo>
                  <a:cubicBezTo>
                    <a:pt x="30" y="73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30" y="71"/>
                    <a:pt x="31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1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3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4" y="71"/>
                    <a:pt x="34" y="71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4" y="70"/>
                    <a:pt x="34" y="69"/>
                    <a:pt x="34" y="69"/>
                  </a:cubicBezTo>
                  <a:cubicBezTo>
                    <a:pt x="34" y="69"/>
                    <a:pt x="34" y="68"/>
                    <a:pt x="35" y="68"/>
                  </a:cubicBezTo>
                  <a:cubicBezTo>
                    <a:pt x="35" y="68"/>
                    <a:pt x="35" y="68"/>
                    <a:pt x="35" y="67"/>
                  </a:cubicBezTo>
                  <a:cubicBezTo>
                    <a:pt x="35" y="67"/>
                    <a:pt x="35" y="67"/>
                    <a:pt x="35" y="66"/>
                  </a:cubicBezTo>
                  <a:cubicBezTo>
                    <a:pt x="35" y="66"/>
                    <a:pt x="36" y="66"/>
                    <a:pt x="36" y="66"/>
                  </a:cubicBezTo>
                  <a:cubicBezTo>
                    <a:pt x="36" y="66"/>
                    <a:pt x="36" y="65"/>
                    <a:pt x="36" y="65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6" y="65"/>
                    <a:pt x="36" y="64"/>
                  </a:cubicBezTo>
                  <a:cubicBezTo>
                    <a:pt x="36" y="64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6" y="65"/>
                    <a:pt x="35" y="65"/>
                    <a:pt x="35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4" y="65"/>
                    <a:pt x="34" y="66"/>
                    <a:pt x="34" y="66"/>
                  </a:cubicBezTo>
                  <a:cubicBezTo>
                    <a:pt x="34" y="66"/>
                    <a:pt x="33" y="66"/>
                    <a:pt x="33" y="66"/>
                  </a:cubicBezTo>
                  <a:cubicBezTo>
                    <a:pt x="33" y="66"/>
                    <a:pt x="33" y="67"/>
                    <a:pt x="33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3" y="68"/>
                    <a:pt x="32" y="68"/>
                    <a:pt x="32" y="68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8"/>
                    <a:pt x="32" y="68"/>
                    <a:pt x="32" y="67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1" y="67"/>
                    <a:pt x="31" y="67"/>
                    <a:pt x="31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9"/>
                    <a:pt x="30" y="6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9" y="69"/>
                    <a:pt x="29" y="70"/>
                    <a:pt x="29" y="70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0"/>
                    <a:pt x="29" y="70"/>
                    <a:pt x="29" y="71"/>
                  </a:cubicBezTo>
                  <a:cubicBezTo>
                    <a:pt x="28" y="71"/>
                    <a:pt x="28" y="70"/>
                    <a:pt x="28" y="70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8" y="70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7" y="69"/>
                    <a:pt x="27" y="70"/>
                    <a:pt x="27" y="70"/>
                  </a:cubicBezTo>
                  <a:cubicBezTo>
                    <a:pt x="27" y="70"/>
                    <a:pt x="26" y="71"/>
                    <a:pt x="26" y="71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26" y="72"/>
                    <a:pt x="25" y="73"/>
                    <a:pt x="25" y="73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5" y="73"/>
                    <a:pt x="24" y="73"/>
                    <a:pt x="24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73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3" y="72"/>
                    <a:pt x="23" y="72"/>
                  </a:cubicBezTo>
                  <a:cubicBezTo>
                    <a:pt x="23" y="72"/>
                    <a:pt x="23" y="72"/>
                    <a:pt x="23" y="71"/>
                  </a:cubicBezTo>
                  <a:cubicBezTo>
                    <a:pt x="23" y="72"/>
                    <a:pt x="24" y="71"/>
                    <a:pt x="24" y="71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5" y="70"/>
                    <a:pt x="25" y="70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0"/>
                    <a:pt x="26" y="70"/>
                    <a:pt x="26" y="70"/>
                  </a:cubicBezTo>
                  <a:cubicBezTo>
                    <a:pt x="26" y="70"/>
                    <a:pt x="26" y="69"/>
                    <a:pt x="26" y="69"/>
                  </a:cubicBezTo>
                  <a:cubicBezTo>
                    <a:pt x="27" y="69"/>
                    <a:pt x="27" y="68"/>
                    <a:pt x="27" y="68"/>
                  </a:cubicBezTo>
                  <a:cubicBezTo>
                    <a:pt x="27" y="68"/>
                    <a:pt x="27" y="68"/>
                    <a:pt x="28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8"/>
                    <a:pt x="28" y="67"/>
                    <a:pt x="29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2"/>
                    <a:pt x="29" y="62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30" y="61"/>
                    <a:pt x="30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2" y="61"/>
                    <a:pt x="32" y="61"/>
                  </a:cubicBezTo>
                  <a:cubicBezTo>
                    <a:pt x="32" y="61"/>
                    <a:pt x="33" y="60"/>
                    <a:pt x="33" y="60"/>
                  </a:cubicBezTo>
                  <a:cubicBezTo>
                    <a:pt x="33" y="60"/>
                    <a:pt x="34" y="60"/>
                    <a:pt x="3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4" y="60"/>
                    <a:pt x="34" y="59"/>
                    <a:pt x="35" y="59"/>
                  </a:cubicBezTo>
                  <a:cubicBezTo>
                    <a:pt x="35" y="59"/>
                    <a:pt x="35" y="59"/>
                    <a:pt x="36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8" y="59"/>
                    <a:pt x="37" y="60"/>
                    <a:pt x="37" y="60"/>
                  </a:cubicBezTo>
                  <a:cubicBezTo>
                    <a:pt x="37" y="60"/>
                    <a:pt x="37" y="60"/>
                    <a:pt x="36" y="60"/>
                  </a:cubicBezTo>
                  <a:cubicBezTo>
                    <a:pt x="36" y="60"/>
                    <a:pt x="36" y="60"/>
                    <a:pt x="36" y="61"/>
                  </a:cubicBezTo>
                  <a:cubicBezTo>
                    <a:pt x="35" y="61"/>
                    <a:pt x="34" y="61"/>
                    <a:pt x="34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4" y="62"/>
                    <a:pt x="34" y="62"/>
                    <a:pt x="34" y="63"/>
                  </a:cubicBezTo>
                  <a:cubicBezTo>
                    <a:pt x="34" y="63"/>
                    <a:pt x="34" y="63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4"/>
                    <a:pt x="36" y="64"/>
                    <a:pt x="36" y="63"/>
                  </a:cubicBezTo>
                  <a:cubicBezTo>
                    <a:pt x="36" y="63"/>
                    <a:pt x="37" y="63"/>
                    <a:pt x="37" y="63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9" y="64"/>
                    <a:pt x="39" y="64"/>
                    <a:pt x="39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38" y="65"/>
                    <a:pt x="38" y="66"/>
                    <a:pt x="38" y="66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37" y="67"/>
                    <a:pt x="37" y="68"/>
                    <a:pt x="37" y="68"/>
                  </a:cubicBezTo>
                  <a:cubicBezTo>
                    <a:pt x="37" y="68"/>
                    <a:pt x="36" y="69"/>
                    <a:pt x="36" y="69"/>
                  </a:cubicBezTo>
                  <a:cubicBezTo>
                    <a:pt x="36" y="70"/>
                    <a:pt x="36" y="70"/>
                    <a:pt x="36" y="70"/>
                  </a:cubicBezTo>
                  <a:cubicBezTo>
                    <a:pt x="36" y="70"/>
                    <a:pt x="36" y="71"/>
                    <a:pt x="36" y="71"/>
                  </a:cubicBezTo>
                  <a:cubicBezTo>
                    <a:pt x="35" y="71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3"/>
                    <a:pt x="34" y="73"/>
                    <a:pt x="34" y="73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33" y="71"/>
                    <a:pt x="32" y="71"/>
                    <a:pt x="32" y="71"/>
                  </a:cubicBezTo>
                  <a:cubicBezTo>
                    <a:pt x="32" y="71"/>
                    <a:pt x="32" y="72"/>
                    <a:pt x="32" y="72"/>
                  </a:cubicBezTo>
                  <a:cubicBezTo>
                    <a:pt x="32" y="72"/>
                    <a:pt x="32" y="72"/>
                    <a:pt x="32" y="72"/>
                  </a:cubicBezTo>
                  <a:close/>
                  <a:moveTo>
                    <a:pt x="30" y="64"/>
                  </a:moveTo>
                  <a:cubicBezTo>
                    <a:pt x="30" y="64"/>
                    <a:pt x="30" y="64"/>
                    <a:pt x="30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2" y="63"/>
                    <a:pt x="32" y="63"/>
                    <a:pt x="33" y="63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3" y="64"/>
                    <a:pt x="33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2" y="65"/>
                    <a:pt x="32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6"/>
                    <a:pt x="30" y="65"/>
                    <a:pt x="30" y="65"/>
                  </a:cubicBezTo>
                  <a:cubicBezTo>
                    <a:pt x="30" y="65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lose/>
                  <a:moveTo>
                    <a:pt x="47" y="72"/>
                  </a:moveTo>
                  <a:cubicBezTo>
                    <a:pt x="47" y="72"/>
                    <a:pt x="47" y="71"/>
                    <a:pt x="47" y="70"/>
                  </a:cubicBezTo>
                  <a:cubicBezTo>
                    <a:pt x="47" y="70"/>
                    <a:pt x="47" y="69"/>
                    <a:pt x="47" y="69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7" y="69"/>
                    <a:pt x="47" y="69"/>
                    <a:pt x="48" y="69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9"/>
                    <a:pt x="48" y="69"/>
                    <a:pt x="48" y="70"/>
                  </a:cubicBezTo>
                  <a:cubicBezTo>
                    <a:pt x="49" y="70"/>
                    <a:pt x="49" y="70"/>
                    <a:pt x="49" y="70"/>
                  </a:cubicBezTo>
                  <a:cubicBezTo>
                    <a:pt x="49" y="70"/>
                    <a:pt x="49" y="71"/>
                    <a:pt x="49" y="71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3"/>
                    <a:pt x="48" y="73"/>
                    <a:pt x="48" y="73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8" y="73"/>
                    <a:pt x="47" y="72"/>
                    <a:pt x="47" y="72"/>
                  </a:cubicBezTo>
                  <a:close/>
                  <a:moveTo>
                    <a:pt x="55" y="69"/>
                  </a:moveTo>
                  <a:cubicBezTo>
                    <a:pt x="55" y="69"/>
                    <a:pt x="55" y="69"/>
                    <a:pt x="55" y="68"/>
                  </a:cubicBezTo>
                  <a:cubicBezTo>
                    <a:pt x="55" y="68"/>
                    <a:pt x="55" y="67"/>
                    <a:pt x="55" y="67"/>
                  </a:cubicBezTo>
                  <a:cubicBezTo>
                    <a:pt x="55" y="67"/>
                    <a:pt x="55" y="66"/>
                    <a:pt x="55" y="66"/>
                  </a:cubicBezTo>
                  <a:cubicBezTo>
                    <a:pt x="55" y="66"/>
                    <a:pt x="56" y="65"/>
                    <a:pt x="56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4" y="65"/>
                    <a:pt x="54" y="65"/>
                    <a:pt x="54" y="65"/>
                  </a:cubicBezTo>
                  <a:cubicBezTo>
                    <a:pt x="54" y="65"/>
                    <a:pt x="54" y="66"/>
                    <a:pt x="53" y="66"/>
                  </a:cubicBezTo>
                  <a:cubicBezTo>
                    <a:pt x="53" y="66"/>
                    <a:pt x="53" y="67"/>
                    <a:pt x="53" y="67"/>
                  </a:cubicBezTo>
                  <a:cubicBezTo>
                    <a:pt x="53" y="67"/>
                    <a:pt x="53" y="67"/>
                    <a:pt x="53" y="67"/>
                  </a:cubicBezTo>
                  <a:cubicBezTo>
                    <a:pt x="53" y="67"/>
                    <a:pt x="52" y="67"/>
                    <a:pt x="52" y="68"/>
                  </a:cubicBezTo>
                  <a:cubicBezTo>
                    <a:pt x="51" y="68"/>
                    <a:pt x="51" y="68"/>
                    <a:pt x="51" y="69"/>
                  </a:cubicBezTo>
                  <a:cubicBezTo>
                    <a:pt x="50" y="69"/>
                    <a:pt x="49" y="69"/>
                    <a:pt x="49" y="69"/>
                  </a:cubicBezTo>
                  <a:cubicBezTo>
                    <a:pt x="49" y="69"/>
                    <a:pt x="49" y="68"/>
                    <a:pt x="48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68"/>
                    <a:pt x="48" y="67"/>
                    <a:pt x="48" y="67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49" y="67"/>
                    <a:pt x="49" y="67"/>
                    <a:pt x="50" y="67"/>
                  </a:cubicBezTo>
                  <a:cubicBezTo>
                    <a:pt x="50" y="67"/>
                    <a:pt x="50" y="67"/>
                    <a:pt x="51" y="67"/>
                  </a:cubicBezTo>
                  <a:cubicBezTo>
                    <a:pt x="51" y="67"/>
                    <a:pt x="51" y="66"/>
                    <a:pt x="51" y="66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1" y="66"/>
                    <a:pt x="51" y="66"/>
                    <a:pt x="51" y="65"/>
                  </a:cubicBezTo>
                  <a:cubicBezTo>
                    <a:pt x="50" y="65"/>
                    <a:pt x="50" y="66"/>
                    <a:pt x="50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49" y="66"/>
                    <a:pt x="49" y="66"/>
                    <a:pt x="49" y="65"/>
                  </a:cubicBezTo>
                  <a:cubicBezTo>
                    <a:pt x="49" y="65"/>
                    <a:pt x="48" y="65"/>
                    <a:pt x="48" y="6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8" y="65"/>
                    <a:pt x="48" y="65"/>
                    <a:pt x="48" y="64"/>
                  </a:cubicBezTo>
                  <a:cubicBezTo>
                    <a:pt x="49" y="64"/>
                    <a:pt x="48" y="64"/>
                    <a:pt x="49" y="64"/>
                  </a:cubicBezTo>
                  <a:cubicBezTo>
                    <a:pt x="49" y="64"/>
                    <a:pt x="50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4"/>
                    <a:pt x="50" y="64"/>
                    <a:pt x="51" y="64"/>
                  </a:cubicBezTo>
                  <a:cubicBezTo>
                    <a:pt x="51" y="64"/>
                    <a:pt x="52" y="64"/>
                    <a:pt x="52" y="63"/>
                  </a:cubicBezTo>
                  <a:cubicBezTo>
                    <a:pt x="52" y="63"/>
                    <a:pt x="52" y="63"/>
                    <a:pt x="52" y="62"/>
                  </a:cubicBezTo>
                  <a:cubicBezTo>
                    <a:pt x="53" y="62"/>
                    <a:pt x="53" y="62"/>
                    <a:pt x="53" y="61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61"/>
                    <a:pt x="53" y="60"/>
                    <a:pt x="5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59"/>
                    <a:pt x="53" y="59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1"/>
                    <a:pt x="55" y="62"/>
                  </a:cubicBezTo>
                  <a:cubicBezTo>
                    <a:pt x="54" y="62"/>
                    <a:pt x="55" y="62"/>
                    <a:pt x="55" y="62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2"/>
                    <a:pt x="56" y="61"/>
                    <a:pt x="56" y="61"/>
                  </a:cubicBezTo>
                  <a:cubicBezTo>
                    <a:pt x="56" y="61"/>
                    <a:pt x="56" y="61"/>
                    <a:pt x="56" y="61"/>
                  </a:cubicBezTo>
                  <a:cubicBezTo>
                    <a:pt x="56" y="61"/>
                    <a:pt x="57" y="60"/>
                    <a:pt x="57" y="61"/>
                  </a:cubicBezTo>
                  <a:cubicBezTo>
                    <a:pt x="57" y="61"/>
                    <a:pt x="57" y="61"/>
                    <a:pt x="57" y="61"/>
                  </a:cubicBezTo>
                  <a:cubicBezTo>
                    <a:pt x="57" y="62"/>
                    <a:pt x="57" y="62"/>
                    <a:pt x="56" y="62"/>
                  </a:cubicBezTo>
                  <a:cubicBezTo>
                    <a:pt x="55" y="63"/>
                    <a:pt x="54" y="63"/>
                    <a:pt x="54" y="63"/>
                  </a:cubicBezTo>
                  <a:cubicBezTo>
                    <a:pt x="53" y="63"/>
                    <a:pt x="53" y="64"/>
                    <a:pt x="53" y="64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2" y="65"/>
                    <a:pt x="52" y="66"/>
                    <a:pt x="52" y="66"/>
                  </a:cubicBezTo>
                  <a:cubicBezTo>
                    <a:pt x="53" y="66"/>
                    <a:pt x="53" y="65"/>
                    <a:pt x="54" y="65"/>
                  </a:cubicBezTo>
                  <a:cubicBezTo>
                    <a:pt x="54" y="65"/>
                    <a:pt x="54" y="64"/>
                    <a:pt x="55" y="64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56" y="64"/>
                    <a:pt x="56" y="64"/>
                    <a:pt x="56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6" y="63"/>
                    <a:pt x="57" y="63"/>
                    <a:pt x="57" y="64"/>
                  </a:cubicBezTo>
                  <a:cubicBezTo>
                    <a:pt x="57" y="64"/>
                    <a:pt x="57" y="64"/>
                    <a:pt x="57" y="64"/>
                  </a:cubicBezTo>
                  <a:cubicBezTo>
                    <a:pt x="57" y="65"/>
                    <a:pt x="57" y="65"/>
                    <a:pt x="57" y="66"/>
                  </a:cubicBezTo>
                  <a:cubicBezTo>
                    <a:pt x="57" y="66"/>
                    <a:pt x="57" y="67"/>
                    <a:pt x="56" y="67"/>
                  </a:cubicBezTo>
                  <a:cubicBezTo>
                    <a:pt x="56" y="69"/>
                    <a:pt x="56" y="71"/>
                    <a:pt x="5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54" y="72"/>
                    <a:pt x="54" y="72"/>
                  </a:cubicBezTo>
                  <a:cubicBezTo>
                    <a:pt x="54" y="72"/>
                    <a:pt x="54" y="71"/>
                    <a:pt x="54" y="71"/>
                  </a:cubicBezTo>
                  <a:cubicBezTo>
                    <a:pt x="53" y="71"/>
                    <a:pt x="53" y="71"/>
                    <a:pt x="53" y="71"/>
                  </a:cubicBezTo>
                  <a:cubicBezTo>
                    <a:pt x="53" y="71"/>
                    <a:pt x="53" y="71"/>
                    <a:pt x="53" y="71"/>
                  </a:cubicBezTo>
                  <a:cubicBezTo>
                    <a:pt x="53" y="71"/>
                    <a:pt x="53" y="71"/>
                    <a:pt x="52" y="71"/>
                  </a:cubicBezTo>
                  <a:cubicBezTo>
                    <a:pt x="52" y="71"/>
                    <a:pt x="52" y="71"/>
                    <a:pt x="52" y="72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1" y="73"/>
                    <a:pt x="51" y="73"/>
                    <a:pt x="51" y="73"/>
                  </a:cubicBezTo>
                  <a:cubicBezTo>
                    <a:pt x="51" y="73"/>
                    <a:pt x="51" y="73"/>
                    <a:pt x="51" y="73"/>
                  </a:cubicBezTo>
                  <a:cubicBezTo>
                    <a:pt x="51" y="72"/>
                    <a:pt x="51" y="72"/>
                    <a:pt x="51" y="71"/>
                  </a:cubicBezTo>
                  <a:cubicBezTo>
                    <a:pt x="51" y="71"/>
                    <a:pt x="50" y="71"/>
                    <a:pt x="50" y="71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50" y="70"/>
                    <a:pt x="50" y="71"/>
                    <a:pt x="51" y="71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0" y="70"/>
                  </a:cubicBezTo>
                  <a:cubicBezTo>
                    <a:pt x="50" y="70"/>
                    <a:pt x="50" y="69"/>
                    <a:pt x="50" y="69"/>
                  </a:cubicBezTo>
                  <a:cubicBezTo>
                    <a:pt x="51" y="69"/>
                    <a:pt x="51" y="69"/>
                    <a:pt x="51" y="69"/>
                  </a:cubicBezTo>
                  <a:cubicBezTo>
                    <a:pt x="52" y="69"/>
                    <a:pt x="53" y="69"/>
                    <a:pt x="53" y="69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53" y="69"/>
                    <a:pt x="53" y="69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4" y="71"/>
                    <a:pt x="54" y="70"/>
                    <a:pt x="55" y="70"/>
                  </a:cubicBezTo>
                  <a:cubicBezTo>
                    <a:pt x="55" y="70"/>
                    <a:pt x="55" y="70"/>
                    <a:pt x="55" y="69"/>
                  </a:cubicBezTo>
                  <a:close/>
                  <a:moveTo>
                    <a:pt x="84" y="65"/>
                  </a:moveTo>
                  <a:cubicBezTo>
                    <a:pt x="84" y="65"/>
                    <a:pt x="84" y="66"/>
                    <a:pt x="84" y="66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5" y="66"/>
                    <a:pt x="85" y="65"/>
                    <a:pt x="85" y="65"/>
                  </a:cubicBezTo>
                  <a:cubicBezTo>
                    <a:pt x="86" y="64"/>
                    <a:pt x="87" y="63"/>
                    <a:pt x="87" y="63"/>
                  </a:cubicBezTo>
                  <a:cubicBezTo>
                    <a:pt x="88" y="63"/>
                    <a:pt x="89" y="62"/>
                    <a:pt x="89" y="63"/>
                  </a:cubicBezTo>
                  <a:cubicBezTo>
                    <a:pt x="90" y="63"/>
                    <a:pt x="89" y="64"/>
                    <a:pt x="88" y="66"/>
                  </a:cubicBezTo>
                  <a:cubicBezTo>
                    <a:pt x="88" y="66"/>
                    <a:pt x="88" y="67"/>
                    <a:pt x="88" y="67"/>
                  </a:cubicBezTo>
                  <a:cubicBezTo>
                    <a:pt x="88" y="68"/>
                    <a:pt x="88" y="68"/>
                    <a:pt x="88" y="69"/>
                  </a:cubicBezTo>
                  <a:cubicBezTo>
                    <a:pt x="88" y="70"/>
                    <a:pt x="88" y="71"/>
                    <a:pt x="87" y="71"/>
                  </a:cubicBezTo>
                  <a:cubicBezTo>
                    <a:pt x="87" y="71"/>
                    <a:pt x="87" y="71"/>
                    <a:pt x="87" y="71"/>
                  </a:cubicBezTo>
                  <a:cubicBezTo>
                    <a:pt x="87" y="70"/>
                    <a:pt x="87" y="70"/>
                    <a:pt x="86" y="70"/>
                  </a:cubicBezTo>
                  <a:cubicBezTo>
                    <a:pt x="86" y="70"/>
                    <a:pt x="86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6" y="70"/>
                    <a:pt x="86" y="69"/>
                    <a:pt x="86" y="68"/>
                  </a:cubicBezTo>
                  <a:cubicBezTo>
                    <a:pt x="86" y="68"/>
                    <a:pt x="85" y="68"/>
                    <a:pt x="85" y="68"/>
                  </a:cubicBezTo>
                  <a:cubicBezTo>
                    <a:pt x="85" y="68"/>
                    <a:pt x="85" y="68"/>
                    <a:pt x="85" y="68"/>
                  </a:cubicBezTo>
                  <a:cubicBezTo>
                    <a:pt x="85" y="68"/>
                    <a:pt x="85" y="68"/>
                    <a:pt x="85" y="68"/>
                  </a:cubicBezTo>
                  <a:cubicBezTo>
                    <a:pt x="85" y="68"/>
                    <a:pt x="86" y="66"/>
                    <a:pt x="86" y="66"/>
                  </a:cubicBezTo>
                  <a:cubicBezTo>
                    <a:pt x="85" y="66"/>
                    <a:pt x="85" y="66"/>
                    <a:pt x="86" y="66"/>
                  </a:cubicBezTo>
                  <a:cubicBezTo>
                    <a:pt x="86" y="66"/>
                    <a:pt x="86" y="65"/>
                    <a:pt x="86" y="65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5" y="66"/>
                    <a:pt x="85" y="67"/>
                    <a:pt x="84" y="68"/>
                  </a:cubicBezTo>
                  <a:cubicBezTo>
                    <a:pt x="84" y="68"/>
                    <a:pt x="85" y="69"/>
                    <a:pt x="84" y="6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69"/>
                    <a:pt x="83" y="69"/>
                    <a:pt x="83" y="69"/>
                  </a:cubicBezTo>
                  <a:cubicBezTo>
                    <a:pt x="83" y="68"/>
                    <a:pt x="83" y="67"/>
                    <a:pt x="84" y="66"/>
                  </a:cubicBezTo>
                  <a:cubicBezTo>
                    <a:pt x="84" y="66"/>
                    <a:pt x="84" y="65"/>
                    <a:pt x="84" y="65"/>
                  </a:cubicBezTo>
                  <a:close/>
                  <a:moveTo>
                    <a:pt x="88" y="63"/>
                  </a:moveTo>
                  <a:cubicBezTo>
                    <a:pt x="88" y="63"/>
                    <a:pt x="88" y="63"/>
                    <a:pt x="88" y="63"/>
                  </a:cubicBezTo>
                  <a:cubicBezTo>
                    <a:pt x="88" y="63"/>
                    <a:pt x="88" y="64"/>
                    <a:pt x="88" y="64"/>
                  </a:cubicBezTo>
                  <a:cubicBezTo>
                    <a:pt x="88" y="65"/>
                    <a:pt x="88" y="66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7" y="66"/>
                    <a:pt x="87" y="65"/>
                    <a:pt x="86" y="65"/>
                  </a:cubicBezTo>
                  <a:cubicBezTo>
                    <a:pt x="86" y="64"/>
                    <a:pt x="86" y="64"/>
                    <a:pt x="86" y="64"/>
                  </a:cubicBezTo>
                  <a:cubicBezTo>
                    <a:pt x="87" y="64"/>
                    <a:pt x="87" y="64"/>
                    <a:pt x="87" y="63"/>
                  </a:cubicBezTo>
                  <a:cubicBezTo>
                    <a:pt x="88" y="63"/>
                    <a:pt x="88" y="63"/>
                    <a:pt x="88" y="63"/>
                  </a:cubicBezTo>
                  <a:close/>
                  <a:moveTo>
                    <a:pt x="87" y="67"/>
                  </a:moveTo>
                  <a:cubicBezTo>
                    <a:pt x="87" y="67"/>
                    <a:pt x="87" y="69"/>
                    <a:pt x="87" y="69"/>
                  </a:cubicBezTo>
                  <a:cubicBezTo>
                    <a:pt x="87" y="69"/>
                    <a:pt x="87" y="70"/>
                    <a:pt x="87" y="70"/>
                  </a:cubicBezTo>
                  <a:cubicBezTo>
                    <a:pt x="87" y="70"/>
                    <a:pt x="87" y="70"/>
                    <a:pt x="86" y="70"/>
                  </a:cubicBezTo>
                  <a:cubicBezTo>
                    <a:pt x="86" y="69"/>
                    <a:pt x="87" y="68"/>
                    <a:pt x="87" y="68"/>
                  </a:cubicBezTo>
                  <a:cubicBezTo>
                    <a:pt x="87" y="68"/>
                    <a:pt x="87" y="67"/>
                    <a:pt x="87" y="67"/>
                  </a:cubicBezTo>
                  <a:close/>
                  <a:moveTo>
                    <a:pt x="80" y="70"/>
                  </a:moveTo>
                  <a:cubicBezTo>
                    <a:pt x="80" y="70"/>
                    <a:pt x="81" y="70"/>
                    <a:pt x="82" y="71"/>
                  </a:cubicBezTo>
                  <a:cubicBezTo>
                    <a:pt x="82" y="71"/>
                    <a:pt x="83" y="71"/>
                    <a:pt x="83" y="71"/>
                  </a:cubicBezTo>
                  <a:cubicBezTo>
                    <a:pt x="85" y="72"/>
                    <a:pt x="86" y="72"/>
                    <a:pt x="88" y="72"/>
                  </a:cubicBezTo>
                  <a:cubicBezTo>
                    <a:pt x="88" y="73"/>
                    <a:pt x="90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3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89" y="73"/>
                    <a:pt x="89" y="73"/>
                    <a:pt x="89" y="73"/>
                  </a:cubicBezTo>
                  <a:cubicBezTo>
                    <a:pt x="89" y="73"/>
                    <a:pt x="88" y="74"/>
                    <a:pt x="88" y="74"/>
                  </a:cubicBezTo>
                  <a:cubicBezTo>
                    <a:pt x="86" y="74"/>
                    <a:pt x="86" y="74"/>
                    <a:pt x="85" y="73"/>
                  </a:cubicBezTo>
                  <a:cubicBezTo>
                    <a:pt x="84" y="72"/>
                    <a:pt x="83" y="72"/>
                    <a:pt x="82" y="71"/>
                  </a:cubicBezTo>
                  <a:cubicBezTo>
                    <a:pt x="81" y="71"/>
                    <a:pt x="80" y="71"/>
                    <a:pt x="80" y="70"/>
                  </a:cubicBezTo>
                  <a:close/>
                  <a:moveTo>
                    <a:pt x="82" y="69"/>
                  </a:moveTo>
                  <a:cubicBezTo>
                    <a:pt x="82" y="69"/>
                    <a:pt x="82" y="69"/>
                    <a:pt x="82" y="69"/>
                  </a:cubicBezTo>
                  <a:cubicBezTo>
                    <a:pt x="82" y="69"/>
                    <a:pt x="83" y="70"/>
                    <a:pt x="83" y="70"/>
                  </a:cubicBezTo>
                  <a:cubicBezTo>
                    <a:pt x="83" y="70"/>
                    <a:pt x="83" y="70"/>
                    <a:pt x="83" y="71"/>
                  </a:cubicBezTo>
                  <a:cubicBezTo>
                    <a:pt x="82" y="71"/>
                    <a:pt x="82" y="71"/>
                    <a:pt x="82" y="71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2" y="70"/>
                    <a:pt x="82" y="69"/>
                    <a:pt x="82" y="69"/>
                  </a:cubicBezTo>
                  <a:close/>
                  <a:moveTo>
                    <a:pt x="81" y="66"/>
                  </a:moveTo>
                  <a:cubicBezTo>
                    <a:pt x="82" y="66"/>
                    <a:pt x="83" y="67"/>
                    <a:pt x="83" y="68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82" y="68"/>
                    <a:pt x="82" y="68"/>
                    <a:pt x="81" y="68"/>
                  </a:cubicBezTo>
                  <a:cubicBezTo>
                    <a:pt x="81" y="68"/>
                    <a:pt x="81" y="67"/>
                    <a:pt x="81" y="67"/>
                  </a:cubicBezTo>
                  <a:cubicBezTo>
                    <a:pt x="81" y="67"/>
                    <a:pt x="81" y="66"/>
                    <a:pt x="81" y="66"/>
                  </a:cubicBezTo>
                  <a:close/>
                  <a:moveTo>
                    <a:pt x="86" y="63"/>
                  </a:moveTo>
                  <a:cubicBezTo>
                    <a:pt x="86" y="63"/>
                    <a:pt x="86" y="63"/>
                    <a:pt x="86" y="63"/>
                  </a:cubicBezTo>
                  <a:cubicBezTo>
                    <a:pt x="87" y="62"/>
                    <a:pt x="87" y="62"/>
                    <a:pt x="87" y="61"/>
                  </a:cubicBezTo>
                  <a:cubicBezTo>
                    <a:pt x="87" y="61"/>
                    <a:pt x="87" y="61"/>
                    <a:pt x="87" y="61"/>
                  </a:cubicBezTo>
                  <a:cubicBezTo>
                    <a:pt x="87" y="61"/>
                    <a:pt x="87" y="61"/>
                    <a:pt x="87" y="60"/>
                  </a:cubicBezTo>
                  <a:cubicBezTo>
                    <a:pt x="88" y="60"/>
                    <a:pt x="88" y="60"/>
                    <a:pt x="88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8" y="59"/>
                    <a:pt x="88" y="59"/>
                    <a:pt x="87" y="60"/>
                  </a:cubicBezTo>
                  <a:cubicBezTo>
                    <a:pt x="87" y="60"/>
                    <a:pt x="86" y="61"/>
                    <a:pt x="86" y="61"/>
                  </a:cubicBezTo>
                  <a:cubicBezTo>
                    <a:pt x="85" y="61"/>
                    <a:pt x="85" y="62"/>
                    <a:pt x="85" y="62"/>
                  </a:cubicBezTo>
                  <a:cubicBezTo>
                    <a:pt x="84" y="62"/>
                    <a:pt x="82" y="62"/>
                    <a:pt x="82" y="62"/>
                  </a:cubicBezTo>
                  <a:cubicBezTo>
                    <a:pt x="83" y="62"/>
                    <a:pt x="84" y="61"/>
                    <a:pt x="85" y="60"/>
                  </a:cubicBezTo>
                  <a:cubicBezTo>
                    <a:pt x="85" y="60"/>
                    <a:pt x="86" y="59"/>
                    <a:pt x="87" y="58"/>
                  </a:cubicBezTo>
                  <a:cubicBezTo>
                    <a:pt x="87" y="58"/>
                    <a:pt x="88" y="58"/>
                    <a:pt x="88" y="58"/>
                  </a:cubicBezTo>
                  <a:cubicBezTo>
                    <a:pt x="88" y="58"/>
                    <a:pt x="88" y="58"/>
                    <a:pt x="89" y="58"/>
                  </a:cubicBezTo>
                  <a:cubicBezTo>
                    <a:pt x="89" y="58"/>
                    <a:pt x="89" y="57"/>
                    <a:pt x="89" y="57"/>
                  </a:cubicBezTo>
                  <a:cubicBezTo>
                    <a:pt x="89" y="57"/>
                    <a:pt x="89" y="57"/>
                    <a:pt x="90" y="57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0" y="58"/>
                    <a:pt x="90" y="59"/>
                    <a:pt x="90" y="59"/>
                  </a:cubicBezTo>
                  <a:cubicBezTo>
                    <a:pt x="89" y="59"/>
                    <a:pt x="89" y="59"/>
                    <a:pt x="89" y="59"/>
                  </a:cubicBezTo>
                  <a:cubicBezTo>
                    <a:pt x="89" y="60"/>
                    <a:pt x="89" y="60"/>
                    <a:pt x="88" y="61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8" y="61"/>
                    <a:pt x="89" y="61"/>
                    <a:pt x="89" y="61"/>
                  </a:cubicBezTo>
                  <a:cubicBezTo>
                    <a:pt x="89" y="61"/>
                    <a:pt x="89" y="61"/>
                    <a:pt x="89" y="62"/>
                  </a:cubicBezTo>
                  <a:cubicBezTo>
                    <a:pt x="88" y="62"/>
                    <a:pt x="87" y="63"/>
                    <a:pt x="86" y="63"/>
                  </a:cubicBezTo>
                  <a:close/>
                  <a:moveTo>
                    <a:pt x="70" y="65"/>
                  </a:moveTo>
                  <a:cubicBezTo>
                    <a:pt x="70" y="65"/>
                    <a:pt x="70" y="65"/>
                    <a:pt x="70" y="65"/>
                  </a:cubicBezTo>
                  <a:cubicBezTo>
                    <a:pt x="70" y="66"/>
                    <a:pt x="70" y="66"/>
                    <a:pt x="71" y="66"/>
                  </a:cubicBezTo>
                  <a:cubicBezTo>
                    <a:pt x="71" y="66"/>
                    <a:pt x="71" y="66"/>
                    <a:pt x="71" y="67"/>
                  </a:cubicBezTo>
                  <a:cubicBezTo>
                    <a:pt x="71" y="67"/>
                    <a:pt x="71" y="67"/>
                    <a:pt x="71" y="68"/>
                  </a:cubicBezTo>
                  <a:cubicBezTo>
                    <a:pt x="71" y="68"/>
                    <a:pt x="70" y="68"/>
                    <a:pt x="70" y="68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71" y="70"/>
                    <a:pt x="72" y="71"/>
                    <a:pt x="73" y="71"/>
                  </a:cubicBezTo>
                  <a:cubicBezTo>
                    <a:pt x="73" y="71"/>
                    <a:pt x="73" y="72"/>
                    <a:pt x="73" y="72"/>
                  </a:cubicBezTo>
                  <a:cubicBezTo>
                    <a:pt x="74" y="72"/>
                    <a:pt x="75" y="72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4" y="73"/>
                    <a:pt x="74" y="73"/>
                  </a:cubicBezTo>
                  <a:cubicBezTo>
                    <a:pt x="74" y="73"/>
                    <a:pt x="73" y="73"/>
                    <a:pt x="73" y="73"/>
                  </a:cubicBezTo>
                  <a:cubicBezTo>
                    <a:pt x="73" y="74"/>
                    <a:pt x="72" y="73"/>
                    <a:pt x="72" y="73"/>
                  </a:cubicBezTo>
                  <a:cubicBezTo>
                    <a:pt x="71" y="72"/>
                    <a:pt x="71" y="72"/>
                    <a:pt x="70" y="71"/>
                  </a:cubicBezTo>
                  <a:cubicBezTo>
                    <a:pt x="70" y="71"/>
                    <a:pt x="70" y="70"/>
                    <a:pt x="69" y="69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8" y="71"/>
                    <a:pt x="67" y="71"/>
                    <a:pt x="66" y="72"/>
                  </a:cubicBezTo>
                  <a:cubicBezTo>
                    <a:pt x="65" y="73"/>
                    <a:pt x="64" y="73"/>
                    <a:pt x="63" y="73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3" y="73"/>
                    <a:pt x="64" y="73"/>
                    <a:pt x="64" y="73"/>
                  </a:cubicBezTo>
                  <a:cubicBezTo>
                    <a:pt x="64" y="73"/>
                    <a:pt x="65" y="72"/>
                    <a:pt x="65" y="72"/>
                  </a:cubicBezTo>
                  <a:cubicBezTo>
                    <a:pt x="66" y="72"/>
                    <a:pt x="66" y="71"/>
                    <a:pt x="66" y="71"/>
                  </a:cubicBezTo>
                  <a:cubicBezTo>
                    <a:pt x="67" y="70"/>
                    <a:pt x="67" y="70"/>
                    <a:pt x="67" y="70"/>
                  </a:cubicBezTo>
                  <a:cubicBezTo>
                    <a:pt x="68" y="69"/>
                    <a:pt x="68" y="68"/>
                    <a:pt x="68" y="68"/>
                  </a:cubicBezTo>
                  <a:cubicBezTo>
                    <a:pt x="68" y="67"/>
                    <a:pt x="67" y="66"/>
                    <a:pt x="67" y="66"/>
                  </a:cubicBezTo>
                  <a:cubicBezTo>
                    <a:pt x="68" y="66"/>
                    <a:pt x="69" y="67"/>
                    <a:pt x="69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9" y="67"/>
                    <a:pt x="70" y="66"/>
                    <a:pt x="70" y="65"/>
                  </a:cubicBezTo>
                  <a:close/>
                  <a:moveTo>
                    <a:pt x="71" y="64"/>
                  </a:moveTo>
                  <a:cubicBezTo>
                    <a:pt x="71" y="64"/>
                    <a:pt x="71" y="63"/>
                    <a:pt x="71" y="6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0" y="63"/>
                    <a:pt x="70" y="64"/>
                    <a:pt x="69" y="64"/>
                  </a:cubicBezTo>
                  <a:cubicBezTo>
                    <a:pt x="69" y="65"/>
                    <a:pt x="68" y="65"/>
                    <a:pt x="67" y="65"/>
                  </a:cubicBezTo>
                  <a:cubicBezTo>
                    <a:pt x="67" y="65"/>
                    <a:pt x="66" y="66"/>
                    <a:pt x="66" y="65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4"/>
                    <a:pt x="67" y="64"/>
                  </a:cubicBezTo>
                  <a:cubicBezTo>
                    <a:pt x="67" y="64"/>
                    <a:pt x="68" y="63"/>
                    <a:pt x="68" y="63"/>
                  </a:cubicBezTo>
                  <a:cubicBezTo>
                    <a:pt x="68" y="63"/>
                    <a:pt x="68" y="63"/>
                    <a:pt x="68" y="63"/>
                  </a:cubicBezTo>
                  <a:cubicBezTo>
                    <a:pt x="68" y="63"/>
                    <a:pt x="68" y="63"/>
                    <a:pt x="68" y="63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70" y="63"/>
                    <a:pt x="71" y="62"/>
                    <a:pt x="72" y="62"/>
                  </a:cubicBezTo>
                  <a:cubicBezTo>
                    <a:pt x="72" y="62"/>
                    <a:pt x="72" y="63"/>
                    <a:pt x="72" y="63"/>
                  </a:cubicBezTo>
                  <a:cubicBezTo>
                    <a:pt x="72" y="63"/>
                    <a:pt x="72" y="63"/>
                    <a:pt x="73" y="63"/>
                  </a:cubicBezTo>
                  <a:cubicBezTo>
                    <a:pt x="73" y="63"/>
                    <a:pt x="72" y="64"/>
                    <a:pt x="72" y="64"/>
                  </a:cubicBezTo>
                  <a:cubicBezTo>
                    <a:pt x="72" y="64"/>
                    <a:pt x="71" y="64"/>
                    <a:pt x="71" y="64"/>
                  </a:cubicBezTo>
                  <a:close/>
                  <a:moveTo>
                    <a:pt x="69" y="58"/>
                  </a:moveTo>
                  <a:cubicBezTo>
                    <a:pt x="69" y="58"/>
                    <a:pt x="71" y="58"/>
                    <a:pt x="71" y="59"/>
                  </a:cubicBezTo>
                  <a:cubicBezTo>
                    <a:pt x="71" y="59"/>
                    <a:pt x="71" y="59"/>
                    <a:pt x="71" y="60"/>
                  </a:cubicBezTo>
                  <a:cubicBezTo>
                    <a:pt x="71" y="60"/>
                    <a:pt x="72" y="60"/>
                    <a:pt x="73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59"/>
                    <a:pt x="74" y="59"/>
                    <a:pt x="74" y="59"/>
                  </a:cubicBezTo>
                  <a:cubicBezTo>
                    <a:pt x="74" y="59"/>
                    <a:pt x="74" y="59"/>
                    <a:pt x="74" y="60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73" y="60"/>
                    <a:pt x="72" y="61"/>
                    <a:pt x="70" y="61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71" y="61"/>
                    <a:pt x="71" y="61"/>
                    <a:pt x="71" y="61"/>
                  </a:cubicBezTo>
                  <a:cubicBezTo>
                    <a:pt x="71" y="61"/>
                    <a:pt x="71" y="61"/>
                    <a:pt x="71" y="61"/>
                  </a:cubicBezTo>
                  <a:cubicBezTo>
                    <a:pt x="71" y="61"/>
                    <a:pt x="71" y="61"/>
                    <a:pt x="71" y="61"/>
                  </a:cubicBezTo>
                  <a:cubicBezTo>
                    <a:pt x="71" y="61"/>
                    <a:pt x="70" y="61"/>
                    <a:pt x="70" y="61"/>
                  </a:cubicBezTo>
                  <a:cubicBezTo>
                    <a:pt x="69" y="61"/>
                    <a:pt x="68" y="62"/>
                    <a:pt x="67" y="62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8" y="61"/>
                    <a:pt x="69" y="60"/>
                    <a:pt x="69" y="59"/>
                  </a:cubicBezTo>
                  <a:cubicBezTo>
                    <a:pt x="69" y="59"/>
                    <a:pt x="69" y="58"/>
                    <a:pt x="69" y="58"/>
                  </a:cubicBezTo>
                  <a:close/>
                  <a:moveTo>
                    <a:pt x="104" y="59"/>
                  </a:moveTo>
                  <a:cubicBezTo>
                    <a:pt x="105" y="59"/>
                    <a:pt x="105" y="59"/>
                    <a:pt x="105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61"/>
                    <a:pt x="104" y="62"/>
                    <a:pt x="104" y="62"/>
                  </a:cubicBezTo>
                  <a:cubicBezTo>
                    <a:pt x="104" y="63"/>
                    <a:pt x="104" y="63"/>
                    <a:pt x="104" y="63"/>
                  </a:cubicBezTo>
                  <a:cubicBezTo>
                    <a:pt x="104" y="63"/>
                    <a:pt x="104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6" y="63"/>
                    <a:pt x="106" y="63"/>
                  </a:cubicBezTo>
                  <a:cubicBezTo>
                    <a:pt x="106" y="63"/>
                    <a:pt x="106" y="63"/>
                    <a:pt x="106" y="63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64"/>
                    <a:pt x="105" y="64"/>
                    <a:pt x="105" y="65"/>
                  </a:cubicBezTo>
                  <a:cubicBezTo>
                    <a:pt x="104" y="65"/>
                    <a:pt x="104" y="65"/>
                    <a:pt x="103" y="65"/>
                  </a:cubicBezTo>
                  <a:cubicBezTo>
                    <a:pt x="103" y="65"/>
                    <a:pt x="102" y="67"/>
                    <a:pt x="102" y="68"/>
                  </a:cubicBezTo>
                  <a:cubicBezTo>
                    <a:pt x="103" y="68"/>
                    <a:pt x="103" y="69"/>
                    <a:pt x="105" y="70"/>
                  </a:cubicBezTo>
                  <a:cubicBezTo>
                    <a:pt x="105" y="70"/>
                    <a:pt x="106" y="70"/>
                    <a:pt x="107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71"/>
                    <a:pt x="106" y="71"/>
                    <a:pt x="106" y="71"/>
                  </a:cubicBezTo>
                  <a:cubicBezTo>
                    <a:pt x="106" y="71"/>
                    <a:pt x="106" y="71"/>
                    <a:pt x="106" y="72"/>
                  </a:cubicBezTo>
                  <a:cubicBezTo>
                    <a:pt x="105" y="72"/>
                    <a:pt x="105" y="72"/>
                    <a:pt x="104" y="72"/>
                  </a:cubicBezTo>
                  <a:cubicBezTo>
                    <a:pt x="104" y="71"/>
                    <a:pt x="103" y="71"/>
                    <a:pt x="103" y="71"/>
                  </a:cubicBezTo>
                  <a:cubicBezTo>
                    <a:pt x="103" y="71"/>
                    <a:pt x="103" y="70"/>
                    <a:pt x="102" y="69"/>
                  </a:cubicBezTo>
                  <a:cubicBezTo>
                    <a:pt x="102" y="69"/>
                    <a:pt x="102" y="69"/>
                    <a:pt x="102" y="69"/>
                  </a:cubicBezTo>
                  <a:cubicBezTo>
                    <a:pt x="102" y="68"/>
                    <a:pt x="101" y="68"/>
                    <a:pt x="101" y="68"/>
                  </a:cubicBezTo>
                  <a:cubicBezTo>
                    <a:pt x="101" y="69"/>
                    <a:pt x="100" y="69"/>
                    <a:pt x="100" y="70"/>
                  </a:cubicBezTo>
                  <a:cubicBezTo>
                    <a:pt x="99" y="71"/>
                    <a:pt x="98" y="71"/>
                    <a:pt x="96" y="72"/>
                  </a:cubicBezTo>
                  <a:cubicBezTo>
                    <a:pt x="96" y="73"/>
                    <a:pt x="95" y="73"/>
                    <a:pt x="93" y="73"/>
                  </a:cubicBezTo>
                  <a:cubicBezTo>
                    <a:pt x="93" y="73"/>
                    <a:pt x="93" y="73"/>
                    <a:pt x="93" y="73"/>
                  </a:cubicBezTo>
                  <a:cubicBezTo>
                    <a:pt x="94" y="73"/>
                    <a:pt x="95" y="72"/>
                    <a:pt x="95" y="72"/>
                  </a:cubicBezTo>
                  <a:cubicBezTo>
                    <a:pt x="97" y="71"/>
                    <a:pt x="98" y="69"/>
                    <a:pt x="99" y="68"/>
                  </a:cubicBezTo>
                  <a:cubicBezTo>
                    <a:pt x="100" y="67"/>
                    <a:pt x="100" y="66"/>
                    <a:pt x="100" y="65"/>
                  </a:cubicBezTo>
                  <a:cubicBezTo>
                    <a:pt x="100" y="65"/>
                    <a:pt x="99" y="64"/>
                    <a:pt x="99" y="64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100" y="64"/>
                    <a:pt x="101" y="64"/>
                    <a:pt x="102" y="64"/>
                  </a:cubicBezTo>
                  <a:cubicBezTo>
                    <a:pt x="102" y="63"/>
                    <a:pt x="102" y="63"/>
                    <a:pt x="103" y="62"/>
                  </a:cubicBezTo>
                  <a:cubicBezTo>
                    <a:pt x="103" y="62"/>
                    <a:pt x="103" y="61"/>
                    <a:pt x="103" y="61"/>
                  </a:cubicBezTo>
                  <a:cubicBezTo>
                    <a:pt x="103" y="60"/>
                    <a:pt x="104" y="60"/>
                    <a:pt x="104" y="59"/>
                  </a:cubicBezTo>
                  <a:close/>
                  <a:moveTo>
                    <a:pt x="102" y="94"/>
                  </a:moveTo>
                  <a:cubicBezTo>
                    <a:pt x="102" y="89"/>
                    <a:pt x="102" y="89"/>
                    <a:pt x="102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94"/>
                    <a:pt x="127" y="94"/>
                    <a:pt x="127" y="94"/>
                  </a:cubicBezTo>
                  <a:cubicBezTo>
                    <a:pt x="102" y="94"/>
                    <a:pt x="102" y="94"/>
                    <a:pt x="102" y="94"/>
                  </a:cubicBezTo>
                  <a:close/>
                  <a:moveTo>
                    <a:pt x="112" y="102"/>
                  </a:moveTo>
                  <a:cubicBezTo>
                    <a:pt x="112" y="98"/>
                    <a:pt x="112" y="98"/>
                    <a:pt x="112" y="98"/>
                  </a:cubicBezTo>
                  <a:cubicBezTo>
                    <a:pt x="118" y="98"/>
                    <a:pt x="118" y="98"/>
                    <a:pt x="118" y="98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2" y="102"/>
                    <a:pt x="112" y="102"/>
                    <a:pt x="112" y="102"/>
                  </a:cubicBezTo>
                  <a:close/>
                  <a:moveTo>
                    <a:pt x="113" y="20"/>
                  </a:moveTo>
                  <a:cubicBezTo>
                    <a:pt x="113" y="20"/>
                    <a:pt x="113" y="20"/>
                    <a:pt x="113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1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19"/>
                    <a:pt x="111" y="19"/>
                    <a:pt x="111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lose/>
                  <a:moveTo>
                    <a:pt x="113" y="18"/>
                  </a:move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9"/>
                    <a:pt x="112" y="19"/>
                    <a:pt x="112" y="19"/>
                  </a:cubicBezTo>
                  <a:cubicBezTo>
                    <a:pt x="112" y="18"/>
                    <a:pt x="112" y="18"/>
                    <a:pt x="111" y="18"/>
                  </a:cubicBezTo>
                  <a:cubicBezTo>
                    <a:pt x="111" y="18"/>
                    <a:pt x="111" y="18"/>
                    <a:pt x="111" y="18"/>
                  </a:cubicBezTo>
                  <a:cubicBezTo>
                    <a:pt x="111" y="18"/>
                    <a:pt x="111" y="18"/>
                    <a:pt x="111" y="18"/>
                  </a:cubicBezTo>
                  <a:cubicBezTo>
                    <a:pt x="111" y="18"/>
                    <a:pt x="111" y="18"/>
                    <a:pt x="111" y="18"/>
                  </a:cubicBezTo>
                  <a:cubicBezTo>
                    <a:pt x="111" y="18"/>
                    <a:pt x="111" y="18"/>
                    <a:pt x="111" y="18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7"/>
                    <a:pt x="112" y="17"/>
                    <a:pt x="112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3" y="18"/>
                    <a:pt x="113" y="18"/>
                    <a:pt x="113" y="18"/>
                  </a:cubicBezTo>
                  <a:close/>
                  <a:moveTo>
                    <a:pt x="92" y="11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lose/>
                  <a:moveTo>
                    <a:pt x="88" y="29"/>
                  </a:move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8"/>
                    <a:pt x="87" y="28"/>
                    <a:pt x="87" y="28"/>
                  </a:cubicBezTo>
                  <a:cubicBezTo>
                    <a:pt x="87" y="28"/>
                    <a:pt x="87" y="28"/>
                    <a:pt x="87" y="28"/>
                  </a:cubicBezTo>
                  <a:cubicBezTo>
                    <a:pt x="87" y="28"/>
                    <a:pt x="87" y="27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7" y="26"/>
                    <a:pt x="87" y="25"/>
                    <a:pt x="86" y="25"/>
                  </a:cubicBezTo>
                  <a:cubicBezTo>
                    <a:pt x="86" y="25"/>
                    <a:pt x="86" y="24"/>
                    <a:pt x="86" y="24"/>
                  </a:cubicBezTo>
                  <a:cubicBezTo>
                    <a:pt x="86" y="23"/>
                    <a:pt x="86" y="23"/>
                    <a:pt x="86" y="22"/>
                  </a:cubicBezTo>
                  <a:cubicBezTo>
                    <a:pt x="86" y="22"/>
                    <a:pt x="86" y="21"/>
                    <a:pt x="86" y="21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4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8" y="14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4"/>
                    <a:pt x="88" y="15"/>
                    <a:pt x="88" y="16"/>
                  </a:cubicBezTo>
                  <a:cubicBezTo>
                    <a:pt x="88" y="16"/>
                    <a:pt x="88" y="17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1"/>
                    <a:pt x="88" y="21"/>
                    <a:pt x="88" y="22"/>
                  </a:cubicBezTo>
                  <a:cubicBezTo>
                    <a:pt x="88" y="23"/>
                    <a:pt x="88" y="23"/>
                    <a:pt x="88" y="24"/>
                  </a:cubicBezTo>
                  <a:cubicBezTo>
                    <a:pt x="88" y="24"/>
                    <a:pt x="88" y="24"/>
                    <a:pt x="88" y="25"/>
                  </a:cubicBezTo>
                  <a:cubicBezTo>
                    <a:pt x="88" y="25"/>
                    <a:pt x="88" y="26"/>
                    <a:pt x="88" y="26"/>
                  </a:cubicBezTo>
                  <a:cubicBezTo>
                    <a:pt x="88" y="26"/>
                    <a:pt x="88" y="26"/>
                    <a:pt x="88" y="26"/>
                  </a:cubicBezTo>
                  <a:cubicBezTo>
                    <a:pt x="88" y="26"/>
                    <a:pt x="88" y="27"/>
                    <a:pt x="88" y="27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9" y="28"/>
                    <a:pt x="89" y="28"/>
                    <a:pt x="89" y="28"/>
                  </a:cubicBezTo>
                  <a:cubicBezTo>
                    <a:pt x="89" y="27"/>
                    <a:pt x="90" y="27"/>
                    <a:pt x="90" y="26"/>
                  </a:cubicBezTo>
                  <a:cubicBezTo>
                    <a:pt x="90" y="26"/>
                    <a:pt x="90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22"/>
                    <a:pt x="91" y="22"/>
                    <a:pt x="91" y="22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1" y="14"/>
                    <a:pt x="91" y="14"/>
                    <a:pt x="91" y="13"/>
                  </a:cubicBezTo>
                  <a:cubicBezTo>
                    <a:pt x="91" y="13"/>
                    <a:pt x="91" y="13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4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93" y="23"/>
                    <a:pt x="93" y="24"/>
                    <a:pt x="93" y="24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93" y="25"/>
                    <a:pt x="94" y="25"/>
                    <a:pt x="94" y="25"/>
                  </a:cubicBezTo>
                  <a:cubicBezTo>
                    <a:pt x="94" y="25"/>
                    <a:pt x="94" y="26"/>
                    <a:pt x="94" y="26"/>
                  </a:cubicBezTo>
                  <a:cubicBezTo>
                    <a:pt x="94" y="26"/>
                    <a:pt x="94" y="26"/>
                    <a:pt x="95" y="27"/>
                  </a:cubicBezTo>
                  <a:cubicBezTo>
                    <a:pt x="95" y="27"/>
                    <a:pt x="95" y="27"/>
                    <a:pt x="95" y="28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96" y="28"/>
                    <a:pt x="96" y="28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5"/>
                  </a:cubicBezTo>
                  <a:cubicBezTo>
                    <a:pt x="96" y="25"/>
                    <a:pt x="96" y="24"/>
                    <a:pt x="96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6" y="17"/>
                    <a:pt x="96" y="16"/>
                    <a:pt x="96" y="16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7" y="12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7" y="14"/>
                    <a:pt x="97" y="14"/>
                    <a:pt x="97" y="14"/>
                  </a:cubicBezTo>
                  <a:cubicBezTo>
                    <a:pt x="97" y="14"/>
                    <a:pt x="97" y="14"/>
                    <a:pt x="97" y="14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7" y="17"/>
                    <a:pt x="97" y="17"/>
                    <a:pt x="97" y="18"/>
                  </a:cubicBezTo>
                  <a:cubicBezTo>
                    <a:pt x="97" y="19"/>
                    <a:pt x="97" y="19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2"/>
                    <a:pt x="97" y="23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5"/>
                  </a:cubicBezTo>
                  <a:cubicBezTo>
                    <a:pt x="97" y="25"/>
                    <a:pt x="97" y="26"/>
                    <a:pt x="97" y="26"/>
                  </a:cubicBezTo>
                  <a:cubicBezTo>
                    <a:pt x="97" y="27"/>
                    <a:pt x="97" y="27"/>
                    <a:pt x="97" y="28"/>
                  </a:cubicBezTo>
                  <a:cubicBezTo>
                    <a:pt x="97" y="28"/>
                    <a:pt x="96" y="29"/>
                    <a:pt x="96" y="29"/>
                  </a:cubicBezTo>
                  <a:cubicBezTo>
                    <a:pt x="96" y="29"/>
                    <a:pt x="95" y="30"/>
                    <a:pt x="94" y="30"/>
                  </a:cubicBezTo>
                  <a:cubicBezTo>
                    <a:pt x="94" y="30"/>
                    <a:pt x="93" y="30"/>
                    <a:pt x="92" y="30"/>
                  </a:cubicBezTo>
                  <a:cubicBezTo>
                    <a:pt x="91" y="30"/>
                    <a:pt x="91" y="30"/>
                    <a:pt x="90" y="30"/>
                  </a:cubicBezTo>
                  <a:cubicBezTo>
                    <a:pt x="90" y="30"/>
                    <a:pt x="90" y="30"/>
                    <a:pt x="90" y="30"/>
                  </a:cubicBezTo>
                  <a:cubicBezTo>
                    <a:pt x="90" y="30"/>
                    <a:pt x="89" y="30"/>
                    <a:pt x="89" y="30"/>
                  </a:cubicBezTo>
                  <a:cubicBezTo>
                    <a:pt x="89" y="30"/>
                    <a:pt x="89" y="30"/>
                    <a:pt x="89" y="30"/>
                  </a:cubicBezTo>
                  <a:cubicBezTo>
                    <a:pt x="89" y="30"/>
                    <a:pt x="89" y="30"/>
                    <a:pt x="88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9"/>
                    <a:pt x="88" y="29"/>
                  </a:cubicBezTo>
                  <a:close/>
                  <a:moveTo>
                    <a:pt x="94" y="28"/>
                  </a:moveTo>
                  <a:cubicBezTo>
                    <a:pt x="94" y="29"/>
                    <a:pt x="94" y="29"/>
                    <a:pt x="93" y="29"/>
                  </a:cubicBezTo>
                  <a:cubicBezTo>
                    <a:pt x="93" y="29"/>
                    <a:pt x="92" y="29"/>
                    <a:pt x="92" y="29"/>
                  </a:cubicBezTo>
                  <a:cubicBezTo>
                    <a:pt x="91" y="29"/>
                    <a:pt x="91" y="29"/>
                    <a:pt x="91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8"/>
                    <a:pt x="90" y="27"/>
                    <a:pt x="91" y="27"/>
                  </a:cubicBezTo>
                  <a:cubicBezTo>
                    <a:pt x="91" y="27"/>
                    <a:pt x="91" y="26"/>
                    <a:pt x="91" y="26"/>
                  </a:cubicBezTo>
                  <a:cubicBezTo>
                    <a:pt x="92" y="26"/>
                    <a:pt x="92" y="26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3" y="27"/>
                    <a:pt x="93" y="27"/>
                    <a:pt x="94" y="27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ubicBezTo>
                    <a:pt x="94" y="28"/>
                    <a:pt x="94" y="28"/>
                    <a:pt x="94" y="28"/>
                  </a:cubicBezTo>
                  <a:close/>
                  <a:moveTo>
                    <a:pt x="17" y="113"/>
                  </a:moveTo>
                  <a:cubicBezTo>
                    <a:pt x="15" y="112"/>
                    <a:pt x="17" y="108"/>
                    <a:pt x="20" y="108"/>
                  </a:cubicBezTo>
                  <a:cubicBezTo>
                    <a:pt x="21" y="108"/>
                    <a:pt x="21" y="108"/>
                    <a:pt x="22" y="108"/>
                  </a:cubicBezTo>
                  <a:cubicBezTo>
                    <a:pt x="22" y="107"/>
                    <a:pt x="22" y="106"/>
                    <a:pt x="21" y="106"/>
                  </a:cubicBezTo>
                  <a:cubicBezTo>
                    <a:pt x="15" y="105"/>
                    <a:pt x="16" y="90"/>
                    <a:pt x="23" y="89"/>
                  </a:cubicBezTo>
                  <a:cubicBezTo>
                    <a:pt x="25" y="89"/>
                    <a:pt x="26" y="89"/>
                    <a:pt x="27" y="90"/>
                  </a:cubicBezTo>
                  <a:cubicBezTo>
                    <a:pt x="28" y="91"/>
                    <a:pt x="27" y="92"/>
                    <a:pt x="26" y="91"/>
                  </a:cubicBezTo>
                  <a:cubicBezTo>
                    <a:pt x="25" y="90"/>
                    <a:pt x="25" y="90"/>
                    <a:pt x="24" y="90"/>
                  </a:cubicBezTo>
                  <a:cubicBezTo>
                    <a:pt x="23" y="91"/>
                    <a:pt x="22" y="91"/>
                    <a:pt x="21" y="92"/>
                  </a:cubicBezTo>
                  <a:cubicBezTo>
                    <a:pt x="21" y="92"/>
                    <a:pt x="20" y="94"/>
                    <a:pt x="20" y="94"/>
                  </a:cubicBezTo>
                  <a:cubicBezTo>
                    <a:pt x="20" y="95"/>
                    <a:pt x="20" y="95"/>
                    <a:pt x="21" y="96"/>
                  </a:cubicBezTo>
                  <a:cubicBezTo>
                    <a:pt x="23" y="97"/>
                    <a:pt x="27" y="96"/>
                    <a:pt x="26" y="98"/>
                  </a:cubicBezTo>
                  <a:cubicBezTo>
                    <a:pt x="26" y="99"/>
                    <a:pt x="24" y="99"/>
                    <a:pt x="23" y="98"/>
                  </a:cubicBezTo>
                  <a:cubicBezTo>
                    <a:pt x="21" y="97"/>
                    <a:pt x="20" y="98"/>
                    <a:pt x="19" y="100"/>
                  </a:cubicBezTo>
                  <a:cubicBezTo>
                    <a:pt x="19" y="102"/>
                    <a:pt x="20" y="102"/>
                    <a:pt x="20" y="102"/>
                  </a:cubicBezTo>
                  <a:cubicBezTo>
                    <a:pt x="21" y="102"/>
                    <a:pt x="21" y="102"/>
                    <a:pt x="22" y="102"/>
                  </a:cubicBezTo>
                  <a:cubicBezTo>
                    <a:pt x="22" y="101"/>
                    <a:pt x="23" y="101"/>
                    <a:pt x="24" y="101"/>
                  </a:cubicBezTo>
                  <a:cubicBezTo>
                    <a:pt x="24" y="101"/>
                    <a:pt x="25" y="101"/>
                    <a:pt x="24" y="102"/>
                  </a:cubicBezTo>
                  <a:cubicBezTo>
                    <a:pt x="24" y="103"/>
                    <a:pt x="24" y="104"/>
                    <a:pt x="27" y="105"/>
                  </a:cubicBezTo>
                  <a:cubicBezTo>
                    <a:pt x="27" y="105"/>
                    <a:pt x="27" y="105"/>
                    <a:pt x="27" y="106"/>
                  </a:cubicBezTo>
                  <a:cubicBezTo>
                    <a:pt x="27" y="107"/>
                    <a:pt x="26" y="107"/>
                    <a:pt x="25" y="107"/>
                  </a:cubicBezTo>
                  <a:cubicBezTo>
                    <a:pt x="26" y="110"/>
                    <a:pt x="22" y="111"/>
                    <a:pt x="20" y="110"/>
                  </a:cubicBezTo>
                  <a:cubicBezTo>
                    <a:pt x="18" y="110"/>
                    <a:pt x="18" y="112"/>
                    <a:pt x="17" y="113"/>
                  </a:cubicBezTo>
                  <a:close/>
                  <a:moveTo>
                    <a:pt x="45" y="108"/>
                  </a:moveTo>
                  <a:cubicBezTo>
                    <a:pt x="46" y="107"/>
                    <a:pt x="50" y="109"/>
                    <a:pt x="51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0" y="112"/>
                    <a:pt x="47" y="109"/>
                    <a:pt x="46" y="109"/>
                  </a:cubicBezTo>
                  <a:cubicBezTo>
                    <a:pt x="45" y="110"/>
                    <a:pt x="44" y="109"/>
                    <a:pt x="45" y="108"/>
                  </a:cubicBezTo>
                  <a:close/>
                  <a:moveTo>
                    <a:pt x="25" y="127"/>
                  </a:moveTo>
                  <a:cubicBezTo>
                    <a:pt x="24" y="128"/>
                    <a:pt x="24" y="128"/>
                    <a:pt x="24" y="128"/>
                  </a:cubicBezTo>
                  <a:cubicBezTo>
                    <a:pt x="20" y="129"/>
                    <a:pt x="18" y="126"/>
                    <a:pt x="17" y="125"/>
                  </a:cubicBezTo>
                  <a:cubicBezTo>
                    <a:pt x="16" y="123"/>
                    <a:pt x="18" y="123"/>
                    <a:pt x="17" y="122"/>
                  </a:cubicBezTo>
                  <a:cubicBezTo>
                    <a:pt x="15" y="120"/>
                    <a:pt x="12" y="116"/>
                    <a:pt x="16" y="114"/>
                  </a:cubicBezTo>
                  <a:cubicBezTo>
                    <a:pt x="16" y="114"/>
                    <a:pt x="17" y="115"/>
                    <a:pt x="17" y="116"/>
                  </a:cubicBezTo>
                  <a:cubicBezTo>
                    <a:pt x="17" y="116"/>
                    <a:pt x="16" y="118"/>
                    <a:pt x="17" y="119"/>
                  </a:cubicBezTo>
                  <a:cubicBezTo>
                    <a:pt x="18" y="119"/>
                    <a:pt x="19" y="120"/>
                    <a:pt x="20" y="121"/>
                  </a:cubicBezTo>
                  <a:cubicBezTo>
                    <a:pt x="22" y="122"/>
                    <a:pt x="21" y="123"/>
                    <a:pt x="21" y="124"/>
                  </a:cubicBezTo>
                  <a:cubicBezTo>
                    <a:pt x="22" y="126"/>
                    <a:pt x="23" y="126"/>
                    <a:pt x="25" y="126"/>
                  </a:cubicBezTo>
                  <a:cubicBezTo>
                    <a:pt x="26" y="126"/>
                    <a:pt x="26" y="127"/>
                    <a:pt x="25" y="127"/>
                  </a:cubicBezTo>
                  <a:close/>
                  <a:moveTo>
                    <a:pt x="41" y="96"/>
                  </a:moveTo>
                  <a:cubicBezTo>
                    <a:pt x="41" y="95"/>
                    <a:pt x="42" y="95"/>
                    <a:pt x="41" y="94"/>
                  </a:cubicBezTo>
                  <a:cubicBezTo>
                    <a:pt x="38" y="88"/>
                    <a:pt x="42" y="89"/>
                    <a:pt x="42" y="86"/>
                  </a:cubicBezTo>
                  <a:cubicBezTo>
                    <a:pt x="42" y="85"/>
                    <a:pt x="42" y="85"/>
                    <a:pt x="41" y="85"/>
                  </a:cubicBezTo>
                  <a:cubicBezTo>
                    <a:pt x="40" y="84"/>
                    <a:pt x="39" y="85"/>
                    <a:pt x="38" y="85"/>
                  </a:cubicBezTo>
                  <a:cubicBezTo>
                    <a:pt x="37" y="85"/>
                    <a:pt x="37" y="83"/>
                    <a:pt x="36" y="83"/>
                  </a:cubicBezTo>
                  <a:cubicBezTo>
                    <a:pt x="35" y="83"/>
                    <a:pt x="34" y="84"/>
                    <a:pt x="33" y="83"/>
                  </a:cubicBezTo>
                  <a:cubicBezTo>
                    <a:pt x="31" y="82"/>
                    <a:pt x="32" y="83"/>
                    <a:pt x="29" y="83"/>
                  </a:cubicBezTo>
                  <a:cubicBezTo>
                    <a:pt x="27" y="83"/>
                    <a:pt x="26" y="84"/>
                    <a:pt x="25" y="87"/>
                  </a:cubicBezTo>
                  <a:cubicBezTo>
                    <a:pt x="25" y="88"/>
                    <a:pt x="24" y="88"/>
                    <a:pt x="24" y="88"/>
                  </a:cubicBezTo>
                  <a:cubicBezTo>
                    <a:pt x="24" y="87"/>
                    <a:pt x="23" y="85"/>
                    <a:pt x="25" y="83"/>
                  </a:cubicBezTo>
                  <a:cubicBezTo>
                    <a:pt x="26" y="82"/>
                    <a:pt x="28" y="82"/>
                    <a:pt x="29" y="81"/>
                  </a:cubicBezTo>
                  <a:cubicBezTo>
                    <a:pt x="31" y="80"/>
                    <a:pt x="33" y="80"/>
                    <a:pt x="35" y="81"/>
                  </a:cubicBezTo>
                  <a:cubicBezTo>
                    <a:pt x="37" y="81"/>
                    <a:pt x="38" y="82"/>
                    <a:pt x="39" y="84"/>
                  </a:cubicBezTo>
                  <a:cubicBezTo>
                    <a:pt x="39" y="85"/>
                    <a:pt x="41" y="83"/>
                    <a:pt x="42" y="84"/>
                  </a:cubicBezTo>
                  <a:cubicBezTo>
                    <a:pt x="43" y="84"/>
                    <a:pt x="44" y="84"/>
                    <a:pt x="44" y="86"/>
                  </a:cubicBezTo>
                  <a:cubicBezTo>
                    <a:pt x="45" y="87"/>
                    <a:pt x="44" y="89"/>
                    <a:pt x="43" y="90"/>
                  </a:cubicBezTo>
                  <a:cubicBezTo>
                    <a:pt x="43" y="91"/>
                    <a:pt x="43" y="91"/>
                    <a:pt x="43" y="91"/>
                  </a:cubicBezTo>
                  <a:cubicBezTo>
                    <a:pt x="44" y="93"/>
                    <a:pt x="46" y="90"/>
                    <a:pt x="48" y="88"/>
                  </a:cubicBezTo>
                  <a:cubicBezTo>
                    <a:pt x="49" y="86"/>
                    <a:pt x="50" y="86"/>
                    <a:pt x="51" y="86"/>
                  </a:cubicBezTo>
                  <a:cubicBezTo>
                    <a:pt x="52" y="86"/>
                    <a:pt x="53" y="87"/>
                    <a:pt x="54" y="88"/>
                  </a:cubicBezTo>
                  <a:cubicBezTo>
                    <a:pt x="55" y="89"/>
                    <a:pt x="55" y="90"/>
                    <a:pt x="54" y="90"/>
                  </a:cubicBezTo>
                  <a:cubicBezTo>
                    <a:pt x="52" y="90"/>
                    <a:pt x="51" y="90"/>
                    <a:pt x="49" y="88"/>
                  </a:cubicBezTo>
                  <a:cubicBezTo>
                    <a:pt x="48" y="88"/>
                    <a:pt x="48" y="90"/>
                    <a:pt x="47" y="91"/>
                  </a:cubicBezTo>
                  <a:cubicBezTo>
                    <a:pt x="47" y="94"/>
                    <a:pt x="43" y="94"/>
                    <a:pt x="42" y="98"/>
                  </a:cubicBezTo>
                  <a:cubicBezTo>
                    <a:pt x="42" y="98"/>
                    <a:pt x="42" y="98"/>
                    <a:pt x="41" y="99"/>
                  </a:cubicBezTo>
                  <a:cubicBezTo>
                    <a:pt x="41" y="100"/>
                    <a:pt x="40" y="100"/>
                    <a:pt x="41" y="99"/>
                  </a:cubicBezTo>
                  <a:cubicBezTo>
                    <a:pt x="41" y="97"/>
                    <a:pt x="41" y="98"/>
                    <a:pt x="41" y="97"/>
                  </a:cubicBezTo>
                  <a:cubicBezTo>
                    <a:pt x="41" y="97"/>
                    <a:pt x="41" y="96"/>
                    <a:pt x="41" y="96"/>
                  </a:cubicBezTo>
                  <a:close/>
                  <a:moveTo>
                    <a:pt x="39" y="111"/>
                  </a:moveTo>
                  <a:cubicBezTo>
                    <a:pt x="38" y="111"/>
                    <a:pt x="36" y="110"/>
                    <a:pt x="35" y="109"/>
                  </a:cubicBezTo>
                  <a:cubicBezTo>
                    <a:pt x="35" y="108"/>
                    <a:pt x="34" y="107"/>
                    <a:pt x="34" y="106"/>
                  </a:cubicBezTo>
                  <a:cubicBezTo>
                    <a:pt x="29" y="105"/>
                    <a:pt x="27" y="102"/>
                    <a:pt x="27" y="101"/>
                  </a:cubicBezTo>
                  <a:cubicBezTo>
                    <a:pt x="27" y="101"/>
                    <a:pt x="28" y="101"/>
                    <a:pt x="29" y="102"/>
                  </a:cubicBezTo>
                  <a:cubicBezTo>
                    <a:pt x="30" y="104"/>
                    <a:pt x="34" y="104"/>
                    <a:pt x="34" y="104"/>
                  </a:cubicBezTo>
                  <a:cubicBezTo>
                    <a:pt x="33" y="103"/>
                    <a:pt x="33" y="101"/>
                    <a:pt x="34" y="100"/>
                  </a:cubicBezTo>
                  <a:cubicBezTo>
                    <a:pt x="34" y="99"/>
                    <a:pt x="34" y="99"/>
                    <a:pt x="33" y="99"/>
                  </a:cubicBezTo>
                  <a:cubicBezTo>
                    <a:pt x="31" y="97"/>
                    <a:pt x="29" y="98"/>
                    <a:pt x="28" y="97"/>
                  </a:cubicBezTo>
                  <a:cubicBezTo>
                    <a:pt x="27" y="96"/>
                    <a:pt x="28" y="94"/>
                    <a:pt x="30" y="95"/>
                  </a:cubicBezTo>
                  <a:cubicBezTo>
                    <a:pt x="30" y="95"/>
                    <a:pt x="31" y="96"/>
                    <a:pt x="32" y="96"/>
                  </a:cubicBezTo>
                  <a:cubicBezTo>
                    <a:pt x="33" y="97"/>
                    <a:pt x="33" y="96"/>
                    <a:pt x="33" y="95"/>
                  </a:cubicBezTo>
                  <a:cubicBezTo>
                    <a:pt x="33" y="93"/>
                    <a:pt x="34" y="89"/>
                    <a:pt x="34" y="88"/>
                  </a:cubicBezTo>
                  <a:cubicBezTo>
                    <a:pt x="34" y="87"/>
                    <a:pt x="34" y="87"/>
                    <a:pt x="35" y="87"/>
                  </a:cubicBezTo>
                  <a:cubicBezTo>
                    <a:pt x="36" y="87"/>
                    <a:pt x="37" y="88"/>
                    <a:pt x="38" y="89"/>
                  </a:cubicBezTo>
                  <a:cubicBezTo>
                    <a:pt x="38" y="89"/>
                    <a:pt x="38" y="90"/>
                    <a:pt x="38" y="90"/>
                  </a:cubicBezTo>
                  <a:cubicBezTo>
                    <a:pt x="36" y="93"/>
                    <a:pt x="35" y="94"/>
                    <a:pt x="36" y="96"/>
                  </a:cubicBezTo>
                  <a:cubicBezTo>
                    <a:pt x="36" y="96"/>
                    <a:pt x="36" y="98"/>
                    <a:pt x="36" y="99"/>
                  </a:cubicBezTo>
                  <a:cubicBezTo>
                    <a:pt x="37" y="99"/>
                    <a:pt x="38" y="99"/>
                    <a:pt x="39" y="98"/>
                  </a:cubicBezTo>
                  <a:cubicBezTo>
                    <a:pt x="39" y="97"/>
                    <a:pt x="40" y="98"/>
                    <a:pt x="39" y="99"/>
                  </a:cubicBezTo>
                  <a:cubicBezTo>
                    <a:pt x="39" y="100"/>
                    <a:pt x="37" y="101"/>
                    <a:pt x="37" y="101"/>
                  </a:cubicBezTo>
                  <a:cubicBezTo>
                    <a:pt x="36" y="103"/>
                    <a:pt x="37" y="109"/>
                    <a:pt x="38" y="107"/>
                  </a:cubicBezTo>
                  <a:cubicBezTo>
                    <a:pt x="40" y="105"/>
                    <a:pt x="41" y="103"/>
                    <a:pt x="45" y="104"/>
                  </a:cubicBezTo>
                  <a:cubicBezTo>
                    <a:pt x="45" y="104"/>
                    <a:pt x="45" y="104"/>
                    <a:pt x="45" y="104"/>
                  </a:cubicBezTo>
                  <a:cubicBezTo>
                    <a:pt x="43" y="104"/>
                    <a:pt x="39" y="106"/>
                    <a:pt x="40" y="108"/>
                  </a:cubicBezTo>
                  <a:cubicBezTo>
                    <a:pt x="40" y="109"/>
                    <a:pt x="41" y="109"/>
                    <a:pt x="41" y="110"/>
                  </a:cubicBezTo>
                  <a:cubicBezTo>
                    <a:pt x="40" y="111"/>
                    <a:pt x="40" y="112"/>
                    <a:pt x="39" y="111"/>
                  </a:cubicBezTo>
                  <a:close/>
                  <a:moveTo>
                    <a:pt x="55" y="122"/>
                  </a:moveTo>
                  <a:cubicBezTo>
                    <a:pt x="54" y="121"/>
                    <a:pt x="54" y="121"/>
                    <a:pt x="55" y="120"/>
                  </a:cubicBezTo>
                  <a:cubicBezTo>
                    <a:pt x="55" y="119"/>
                    <a:pt x="57" y="120"/>
                    <a:pt x="58" y="120"/>
                  </a:cubicBezTo>
                  <a:cubicBezTo>
                    <a:pt x="61" y="120"/>
                    <a:pt x="60" y="117"/>
                    <a:pt x="61" y="117"/>
                  </a:cubicBezTo>
                  <a:cubicBezTo>
                    <a:pt x="63" y="114"/>
                    <a:pt x="61" y="125"/>
                    <a:pt x="55" y="122"/>
                  </a:cubicBezTo>
                  <a:close/>
                  <a:moveTo>
                    <a:pt x="58" y="115"/>
                  </a:moveTo>
                  <a:cubicBezTo>
                    <a:pt x="59" y="113"/>
                    <a:pt x="61" y="110"/>
                    <a:pt x="59" y="108"/>
                  </a:cubicBezTo>
                  <a:cubicBezTo>
                    <a:pt x="58" y="108"/>
                    <a:pt x="58" y="106"/>
                    <a:pt x="59" y="106"/>
                  </a:cubicBezTo>
                  <a:cubicBezTo>
                    <a:pt x="61" y="106"/>
                    <a:pt x="64" y="107"/>
                    <a:pt x="64" y="109"/>
                  </a:cubicBezTo>
                  <a:cubicBezTo>
                    <a:pt x="64" y="113"/>
                    <a:pt x="60" y="114"/>
                    <a:pt x="60" y="115"/>
                  </a:cubicBezTo>
                  <a:cubicBezTo>
                    <a:pt x="60" y="116"/>
                    <a:pt x="59" y="116"/>
                    <a:pt x="58" y="116"/>
                  </a:cubicBezTo>
                  <a:cubicBezTo>
                    <a:pt x="57" y="115"/>
                    <a:pt x="57" y="115"/>
                    <a:pt x="58" y="115"/>
                  </a:cubicBezTo>
                  <a:close/>
                  <a:moveTo>
                    <a:pt x="52" y="111"/>
                  </a:moveTo>
                  <a:cubicBezTo>
                    <a:pt x="54" y="106"/>
                    <a:pt x="48" y="101"/>
                    <a:pt x="47" y="101"/>
                  </a:cubicBezTo>
                  <a:cubicBezTo>
                    <a:pt x="46" y="101"/>
                    <a:pt x="47" y="100"/>
                    <a:pt x="47" y="100"/>
                  </a:cubicBezTo>
                  <a:cubicBezTo>
                    <a:pt x="53" y="103"/>
                    <a:pt x="51" y="101"/>
                    <a:pt x="51" y="97"/>
                  </a:cubicBezTo>
                  <a:cubicBezTo>
                    <a:pt x="51" y="95"/>
                    <a:pt x="51" y="92"/>
                    <a:pt x="52" y="92"/>
                  </a:cubicBezTo>
                  <a:cubicBezTo>
                    <a:pt x="52" y="92"/>
                    <a:pt x="51" y="97"/>
                    <a:pt x="53" y="98"/>
                  </a:cubicBezTo>
                  <a:cubicBezTo>
                    <a:pt x="53" y="99"/>
                    <a:pt x="54" y="96"/>
                    <a:pt x="54" y="96"/>
                  </a:cubicBezTo>
                  <a:cubicBezTo>
                    <a:pt x="55" y="95"/>
                    <a:pt x="55" y="96"/>
                    <a:pt x="55" y="97"/>
                  </a:cubicBezTo>
                  <a:cubicBezTo>
                    <a:pt x="54" y="101"/>
                    <a:pt x="56" y="109"/>
                    <a:pt x="54" y="113"/>
                  </a:cubicBezTo>
                  <a:cubicBezTo>
                    <a:pt x="53" y="114"/>
                    <a:pt x="51" y="114"/>
                    <a:pt x="52" y="111"/>
                  </a:cubicBezTo>
                  <a:close/>
                  <a:moveTo>
                    <a:pt x="56" y="107"/>
                  </a:moveTo>
                  <a:cubicBezTo>
                    <a:pt x="55" y="107"/>
                    <a:pt x="55" y="106"/>
                    <a:pt x="55" y="106"/>
                  </a:cubicBezTo>
                  <a:cubicBezTo>
                    <a:pt x="56" y="105"/>
                    <a:pt x="58" y="104"/>
                    <a:pt x="58" y="104"/>
                  </a:cubicBezTo>
                  <a:cubicBezTo>
                    <a:pt x="59" y="103"/>
                    <a:pt x="58" y="103"/>
                    <a:pt x="58" y="102"/>
                  </a:cubicBezTo>
                  <a:cubicBezTo>
                    <a:pt x="58" y="102"/>
                    <a:pt x="57" y="102"/>
                    <a:pt x="57" y="101"/>
                  </a:cubicBezTo>
                  <a:cubicBezTo>
                    <a:pt x="57" y="100"/>
                    <a:pt x="59" y="100"/>
                    <a:pt x="59" y="99"/>
                  </a:cubicBezTo>
                  <a:cubicBezTo>
                    <a:pt x="59" y="96"/>
                    <a:pt x="58" y="97"/>
                    <a:pt x="58" y="95"/>
                  </a:cubicBezTo>
                  <a:cubicBezTo>
                    <a:pt x="58" y="93"/>
                    <a:pt x="56" y="92"/>
                    <a:pt x="56" y="92"/>
                  </a:cubicBezTo>
                  <a:cubicBezTo>
                    <a:pt x="55" y="91"/>
                    <a:pt x="56" y="90"/>
                    <a:pt x="57" y="91"/>
                  </a:cubicBezTo>
                  <a:cubicBezTo>
                    <a:pt x="62" y="92"/>
                    <a:pt x="63" y="96"/>
                    <a:pt x="60" y="99"/>
                  </a:cubicBezTo>
                  <a:cubicBezTo>
                    <a:pt x="62" y="102"/>
                    <a:pt x="59" y="106"/>
                    <a:pt x="56" y="107"/>
                  </a:cubicBezTo>
                  <a:close/>
                  <a:moveTo>
                    <a:pt x="76" y="8"/>
                  </a:moveTo>
                  <a:cubicBezTo>
                    <a:pt x="76" y="54"/>
                    <a:pt x="76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11" y="20"/>
                    <a:pt x="22" y="12"/>
                    <a:pt x="26" y="4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30" y="12"/>
                    <a:pt x="140" y="21"/>
                    <a:pt x="147" y="24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143" y="33"/>
                    <a:pt x="143" y="33"/>
                    <a:pt x="143" y="33"/>
                  </a:cubicBezTo>
                  <a:cubicBezTo>
                    <a:pt x="136" y="30"/>
                    <a:pt x="122" y="20"/>
                    <a:pt x="118" y="8"/>
                  </a:cubicBezTo>
                  <a:cubicBezTo>
                    <a:pt x="76" y="8"/>
                    <a:pt x="76" y="8"/>
                    <a:pt x="76" y="8"/>
                  </a:cubicBezTo>
                  <a:close/>
                  <a:moveTo>
                    <a:pt x="49" y="141"/>
                  </a:moveTo>
                  <a:cubicBezTo>
                    <a:pt x="48" y="142"/>
                    <a:pt x="50" y="143"/>
                    <a:pt x="51" y="143"/>
                  </a:cubicBezTo>
                  <a:cubicBezTo>
                    <a:pt x="54" y="142"/>
                    <a:pt x="60" y="144"/>
                    <a:pt x="59" y="142"/>
                  </a:cubicBezTo>
                  <a:cubicBezTo>
                    <a:pt x="54" y="141"/>
                    <a:pt x="52" y="133"/>
                    <a:pt x="54" y="130"/>
                  </a:cubicBezTo>
                  <a:cubicBezTo>
                    <a:pt x="55" y="127"/>
                    <a:pt x="61" y="127"/>
                    <a:pt x="62" y="123"/>
                  </a:cubicBezTo>
                  <a:cubicBezTo>
                    <a:pt x="62" y="123"/>
                    <a:pt x="62" y="122"/>
                    <a:pt x="61" y="123"/>
                  </a:cubicBezTo>
                  <a:cubicBezTo>
                    <a:pt x="59" y="123"/>
                    <a:pt x="57" y="125"/>
                    <a:pt x="56" y="125"/>
                  </a:cubicBezTo>
                  <a:cubicBezTo>
                    <a:pt x="53" y="125"/>
                    <a:pt x="54" y="122"/>
                    <a:pt x="55" y="118"/>
                  </a:cubicBezTo>
                  <a:cubicBezTo>
                    <a:pt x="55" y="117"/>
                    <a:pt x="56" y="114"/>
                    <a:pt x="56" y="114"/>
                  </a:cubicBezTo>
                  <a:cubicBezTo>
                    <a:pt x="55" y="112"/>
                    <a:pt x="54" y="112"/>
                    <a:pt x="54" y="114"/>
                  </a:cubicBezTo>
                  <a:cubicBezTo>
                    <a:pt x="54" y="115"/>
                    <a:pt x="52" y="120"/>
                    <a:pt x="50" y="119"/>
                  </a:cubicBezTo>
                  <a:cubicBezTo>
                    <a:pt x="47" y="118"/>
                    <a:pt x="47" y="118"/>
                    <a:pt x="47" y="117"/>
                  </a:cubicBezTo>
                  <a:cubicBezTo>
                    <a:pt x="45" y="114"/>
                    <a:pt x="44" y="114"/>
                    <a:pt x="44" y="114"/>
                  </a:cubicBezTo>
                  <a:cubicBezTo>
                    <a:pt x="42" y="114"/>
                    <a:pt x="44" y="116"/>
                    <a:pt x="44" y="117"/>
                  </a:cubicBezTo>
                  <a:cubicBezTo>
                    <a:pt x="44" y="118"/>
                    <a:pt x="42" y="119"/>
                    <a:pt x="41" y="118"/>
                  </a:cubicBezTo>
                  <a:cubicBezTo>
                    <a:pt x="40" y="117"/>
                    <a:pt x="39" y="116"/>
                    <a:pt x="39" y="113"/>
                  </a:cubicBezTo>
                  <a:cubicBezTo>
                    <a:pt x="37" y="111"/>
                    <a:pt x="37" y="111"/>
                    <a:pt x="35" y="112"/>
                  </a:cubicBezTo>
                  <a:cubicBezTo>
                    <a:pt x="33" y="109"/>
                    <a:pt x="29" y="114"/>
                    <a:pt x="30" y="114"/>
                  </a:cubicBezTo>
                  <a:cubicBezTo>
                    <a:pt x="29" y="114"/>
                    <a:pt x="27" y="112"/>
                    <a:pt x="27" y="113"/>
                  </a:cubicBezTo>
                  <a:cubicBezTo>
                    <a:pt x="26" y="113"/>
                    <a:pt x="25" y="113"/>
                    <a:pt x="24" y="111"/>
                  </a:cubicBezTo>
                  <a:cubicBezTo>
                    <a:pt x="24" y="111"/>
                    <a:pt x="24" y="111"/>
                    <a:pt x="24" y="111"/>
                  </a:cubicBezTo>
                  <a:cubicBezTo>
                    <a:pt x="23" y="112"/>
                    <a:pt x="24" y="113"/>
                    <a:pt x="24" y="113"/>
                  </a:cubicBezTo>
                  <a:cubicBezTo>
                    <a:pt x="21" y="114"/>
                    <a:pt x="18" y="115"/>
                    <a:pt x="20" y="119"/>
                  </a:cubicBezTo>
                  <a:cubicBezTo>
                    <a:pt x="24" y="121"/>
                    <a:pt x="24" y="117"/>
                    <a:pt x="24" y="116"/>
                  </a:cubicBezTo>
                  <a:cubicBezTo>
                    <a:pt x="27" y="111"/>
                    <a:pt x="28" y="118"/>
                    <a:pt x="31" y="116"/>
                  </a:cubicBezTo>
                  <a:cubicBezTo>
                    <a:pt x="31" y="116"/>
                    <a:pt x="31" y="116"/>
                    <a:pt x="31" y="115"/>
                  </a:cubicBezTo>
                  <a:cubicBezTo>
                    <a:pt x="30" y="114"/>
                    <a:pt x="33" y="112"/>
                    <a:pt x="34" y="113"/>
                  </a:cubicBezTo>
                  <a:cubicBezTo>
                    <a:pt x="36" y="114"/>
                    <a:pt x="36" y="118"/>
                    <a:pt x="36" y="120"/>
                  </a:cubicBezTo>
                  <a:cubicBezTo>
                    <a:pt x="36" y="121"/>
                    <a:pt x="32" y="120"/>
                    <a:pt x="31" y="118"/>
                  </a:cubicBezTo>
                  <a:cubicBezTo>
                    <a:pt x="30" y="117"/>
                    <a:pt x="31" y="118"/>
                    <a:pt x="31" y="120"/>
                  </a:cubicBezTo>
                  <a:cubicBezTo>
                    <a:pt x="32" y="120"/>
                    <a:pt x="31" y="120"/>
                    <a:pt x="27" y="119"/>
                  </a:cubicBezTo>
                  <a:cubicBezTo>
                    <a:pt x="26" y="119"/>
                    <a:pt x="26" y="120"/>
                    <a:pt x="26" y="120"/>
                  </a:cubicBezTo>
                  <a:cubicBezTo>
                    <a:pt x="28" y="122"/>
                    <a:pt x="33" y="121"/>
                    <a:pt x="33" y="121"/>
                  </a:cubicBezTo>
                  <a:cubicBezTo>
                    <a:pt x="34" y="121"/>
                    <a:pt x="34" y="122"/>
                    <a:pt x="36" y="123"/>
                  </a:cubicBezTo>
                  <a:cubicBezTo>
                    <a:pt x="36" y="124"/>
                    <a:pt x="36" y="124"/>
                    <a:pt x="36" y="125"/>
                  </a:cubicBezTo>
                  <a:cubicBezTo>
                    <a:pt x="35" y="126"/>
                    <a:pt x="34" y="126"/>
                    <a:pt x="34" y="125"/>
                  </a:cubicBezTo>
                  <a:cubicBezTo>
                    <a:pt x="33" y="124"/>
                    <a:pt x="33" y="124"/>
                    <a:pt x="31" y="124"/>
                  </a:cubicBezTo>
                  <a:cubicBezTo>
                    <a:pt x="30" y="124"/>
                    <a:pt x="28" y="124"/>
                    <a:pt x="27" y="125"/>
                  </a:cubicBezTo>
                  <a:cubicBezTo>
                    <a:pt x="25" y="126"/>
                    <a:pt x="26" y="129"/>
                    <a:pt x="27" y="128"/>
                  </a:cubicBezTo>
                  <a:cubicBezTo>
                    <a:pt x="29" y="126"/>
                    <a:pt x="30" y="128"/>
                    <a:pt x="34" y="128"/>
                  </a:cubicBezTo>
                  <a:cubicBezTo>
                    <a:pt x="35" y="128"/>
                    <a:pt x="36" y="132"/>
                    <a:pt x="35" y="137"/>
                  </a:cubicBezTo>
                  <a:cubicBezTo>
                    <a:pt x="35" y="138"/>
                    <a:pt x="35" y="138"/>
                    <a:pt x="35" y="138"/>
                  </a:cubicBezTo>
                  <a:cubicBezTo>
                    <a:pt x="34" y="138"/>
                    <a:pt x="33" y="139"/>
                    <a:pt x="32" y="139"/>
                  </a:cubicBezTo>
                  <a:cubicBezTo>
                    <a:pt x="30" y="140"/>
                    <a:pt x="29" y="142"/>
                    <a:pt x="27" y="141"/>
                  </a:cubicBezTo>
                  <a:cubicBezTo>
                    <a:pt x="17" y="131"/>
                    <a:pt x="8" y="117"/>
                    <a:pt x="5" y="103"/>
                  </a:cubicBezTo>
                  <a:cubicBezTo>
                    <a:pt x="4" y="100"/>
                    <a:pt x="4" y="97"/>
                    <a:pt x="4" y="93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55" y="162"/>
                    <a:pt x="42" y="155"/>
                    <a:pt x="31" y="144"/>
                  </a:cubicBezTo>
                  <a:cubicBezTo>
                    <a:pt x="30" y="144"/>
                    <a:pt x="29" y="143"/>
                    <a:pt x="29" y="143"/>
                  </a:cubicBezTo>
                  <a:cubicBezTo>
                    <a:pt x="32" y="140"/>
                    <a:pt x="31" y="143"/>
                    <a:pt x="34" y="142"/>
                  </a:cubicBezTo>
                  <a:cubicBezTo>
                    <a:pt x="35" y="142"/>
                    <a:pt x="35" y="142"/>
                    <a:pt x="36" y="143"/>
                  </a:cubicBezTo>
                  <a:cubicBezTo>
                    <a:pt x="36" y="143"/>
                    <a:pt x="38" y="144"/>
                    <a:pt x="38" y="143"/>
                  </a:cubicBezTo>
                  <a:cubicBezTo>
                    <a:pt x="38" y="142"/>
                    <a:pt x="39" y="142"/>
                    <a:pt x="39" y="142"/>
                  </a:cubicBezTo>
                  <a:cubicBezTo>
                    <a:pt x="43" y="144"/>
                    <a:pt x="43" y="140"/>
                    <a:pt x="46" y="141"/>
                  </a:cubicBezTo>
                  <a:cubicBezTo>
                    <a:pt x="48" y="141"/>
                    <a:pt x="50" y="141"/>
                    <a:pt x="48" y="140"/>
                  </a:cubicBezTo>
                  <a:cubicBezTo>
                    <a:pt x="46" y="139"/>
                    <a:pt x="45" y="138"/>
                    <a:pt x="44" y="138"/>
                  </a:cubicBezTo>
                  <a:cubicBezTo>
                    <a:pt x="42" y="138"/>
                    <a:pt x="41" y="139"/>
                    <a:pt x="40" y="136"/>
                  </a:cubicBezTo>
                  <a:cubicBezTo>
                    <a:pt x="40" y="135"/>
                    <a:pt x="40" y="132"/>
                    <a:pt x="40" y="131"/>
                  </a:cubicBezTo>
                  <a:cubicBezTo>
                    <a:pt x="40" y="128"/>
                    <a:pt x="41" y="129"/>
                    <a:pt x="43" y="129"/>
                  </a:cubicBezTo>
                  <a:cubicBezTo>
                    <a:pt x="46" y="129"/>
                    <a:pt x="46" y="129"/>
                    <a:pt x="49" y="128"/>
                  </a:cubicBezTo>
                  <a:cubicBezTo>
                    <a:pt x="49" y="128"/>
                    <a:pt x="49" y="128"/>
                    <a:pt x="50" y="128"/>
                  </a:cubicBezTo>
                  <a:cubicBezTo>
                    <a:pt x="50" y="130"/>
                    <a:pt x="50" y="139"/>
                    <a:pt x="49" y="141"/>
                  </a:cubicBezTo>
                  <a:close/>
                  <a:moveTo>
                    <a:pt x="46" y="127"/>
                  </a:moveTo>
                  <a:cubicBezTo>
                    <a:pt x="43" y="127"/>
                    <a:pt x="44" y="124"/>
                    <a:pt x="44" y="124"/>
                  </a:cubicBezTo>
                  <a:cubicBezTo>
                    <a:pt x="43" y="123"/>
                    <a:pt x="42" y="125"/>
                    <a:pt x="41" y="124"/>
                  </a:cubicBezTo>
                  <a:cubicBezTo>
                    <a:pt x="39" y="124"/>
                    <a:pt x="40" y="123"/>
                    <a:pt x="40" y="122"/>
                  </a:cubicBezTo>
                  <a:cubicBezTo>
                    <a:pt x="39" y="120"/>
                    <a:pt x="39" y="120"/>
                    <a:pt x="41" y="121"/>
                  </a:cubicBezTo>
                  <a:cubicBezTo>
                    <a:pt x="42" y="121"/>
                    <a:pt x="43" y="120"/>
                    <a:pt x="44" y="119"/>
                  </a:cubicBezTo>
                  <a:cubicBezTo>
                    <a:pt x="45" y="118"/>
                    <a:pt x="47" y="119"/>
                    <a:pt x="48" y="121"/>
                  </a:cubicBezTo>
                  <a:cubicBezTo>
                    <a:pt x="49" y="123"/>
                    <a:pt x="48" y="123"/>
                    <a:pt x="47" y="123"/>
                  </a:cubicBezTo>
                  <a:cubicBezTo>
                    <a:pt x="47" y="123"/>
                    <a:pt x="47" y="124"/>
                    <a:pt x="48" y="124"/>
                  </a:cubicBezTo>
                  <a:cubicBezTo>
                    <a:pt x="48" y="124"/>
                    <a:pt x="49" y="124"/>
                    <a:pt x="50" y="125"/>
                  </a:cubicBezTo>
                  <a:cubicBezTo>
                    <a:pt x="50" y="126"/>
                    <a:pt x="49" y="126"/>
                    <a:pt x="49" y="126"/>
                  </a:cubicBezTo>
                  <a:cubicBezTo>
                    <a:pt x="48" y="127"/>
                    <a:pt x="47" y="127"/>
                    <a:pt x="46" y="127"/>
                  </a:cubicBezTo>
                  <a:close/>
                  <a:moveTo>
                    <a:pt x="118" y="143"/>
                  </a:moveTo>
                  <a:cubicBezTo>
                    <a:pt x="117" y="143"/>
                    <a:pt x="117" y="143"/>
                    <a:pt x="117" y="143"/>
                  </a:cubicBezTo>
                  <a:cubicBezTo>
                    <a:pt x="113" y="109"/>
                    <a:pt x="113" y="109"/>
                    <a:pt x="113" y="109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0" y="98"/>
                    <a:pt x="100" y="98"/>
                    <a:pt x="100" y="98"/>
                  </a:cubicBezTo>
                  <a:cubicBezTo>
                    <a:pt x="98" y="96"/>
                    <a:pt x="98" y="96"/>
                    <a:pt x="98" y="96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2" y="89"/>
                    <a:pt x="92" y="89"/>
                    <a:pt x="92" y="89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138" y="85"/>
                    <a:pt x="138" y="85"/>
                    <a:pt x="138" y="85"/>
                  </a:cubicBezTo>
                  <a:cubicBezTo>
                    <a:pt x="138" y="89"/>
                    <a:pt x="138" y="89"/>
                    <a:pt x="138" y="89"/>
                  </a:cubicBezTo>
                  <a:cubicBezTo>
                    <a:pt x="132" y="89"/>
                    <a:pt x="132" y="89"/>
                    <a:pt x="132" y="89"/>
                  </a:cubicBezTo>
                  <a:cubicBezTo>
                    <a:pt x="132" y="96"/>
                    <a:pt x="132" y="96"/>
                    <a:pt x="132" y="96"/>
                  </a:cubicBezTo>
                  <a:cubicBezTo>
                    <a:pt x="130" y="98"/>
                    <a:pt x="130" y="98"/>
                    <a:pt x="130" y="98"/>
                  </a:cubicBezTo>
                  <a:cubicBezTo>
                    <a:pt x="122" y="98"/>
                    <a:pt x="122" y="98"/>
                    <a:pt x="122" y="98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19" y="105"/>
                    <a:pt x="119" y="105"/>
                    <a:pt x="119" y="105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17" y="109"/>
                    <a:pt x="117" y="109"/>
                    <a:pt x="117" y="109"/>
                  </a:cubicBezTo>
                  <a:cubicBezTo>
                    <a:pt x="118" y="143"/>
                    <a:pt x="118" y="143"/>
                    <a:pt x="118" y="143"/>
                  </a:cubicBezTo>
                  <a:close/>
                  <a:moveTo>
                    <a:pt x="86" y="164"/>
                  </a:moveTo>
                  <a:cubicBezTo>
                    <a:pt x="86" y="76"/>
                    <a:pt x="86" y="76"/>
                    <a:pt x="86" y="76"/>
                  </a:cubicBezTo>
                  <a:cubicBezTo>
                    <a:pt x="147" y="76"/>
                    <a:pt x="147" y="76"/>
                    <a:pt x="147" y="76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102"/>
                    <a:pt x="147" y="104"/>
                    <a:pt x="146" y="109"/>
                  </a:cubicBezTo>
                  <a:cubicBezTo>
                    <a:pt x="139" y="135"/>
                    <a:pt x="112" y="158"/>
                    <a:pt x="86" y="164"/>
                  </a:cubicBezTo>
                  <a:close/>
                  <a:moveTo>
                    <a:pt x="11" y="53"/>
                  </a:moveTo>
                  <a:cubicBezTo>
                    <a:pt x="10" y="52"/>
                    <a:pt x="9" y="50"/>
                    <a:pt x="9" y="49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17" y="43"/>
                    <a:pt x="31" y="34"/>
                    <a:pt x="39" y="30"/>
                  </a:cubicBezTo>
                  <a:cubicBezTo>
                    <a:pt x="39" y="30"/>
                    <a:pt x="40" y="29"/>
                    <a:pt x="40" y="28"/>
                  </a:cubicBezTo>
                  <a:cubicBezTo>
                    <a:pt x="42" y="27"/>
                    <a:pt x="52" y="21"/>
                    <a:pt x="52" y="20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5" y="21"/>
                    <a:pt x="64" y="22"/>
                    <a:pt x="64" y="23"/>
                  </a:cubicBezTo>
                  <a:cubicBezTo>
                    <a:pt x="66" y="27"/>
                    <a:pt x="69" y="33"/>
                    <a:pt x="70" y="38"/>
                  </a:cubicBezTo>
                  <a:cubicBezTo>
                    <a:pt x="70" y="40"/>
                    <a:pt x="69" y="48"/>
                    <a:pt x="66" y="50"/>
                  </a:cubicBezTo>
                  <a:cubicBezTo>
                    <a:pt x="66" y="50"/>
                    <a:pt x="65" y="50"/>
                    <a:pt x="65" y="49"/>
                  </a:cubicBezTo>
                  <a:cubicBezTo>
                    <a:pt x="65" y="42"/>
                    <a:pt x="63" y="35"/>
                    <a:pt x="57" y="27"/>
                  </a:cubicBezTo>
                  <a:cubicBezTo>
                    <a:pt x="56" y="27"/>
                    <a:pt x="35" y="39"/>
                    <a:pt x="34" y="40"/>
                  </a:cubicBezTo>
                  <a:cubicBezTo>
                    <a:pt x="27" y="44"/>
                    <a:pt x="20" y="47"/>
                    <a:pt x="15" y="51"/>
                  </a:cubicBezTo>
                  <a:cubicBezTo>
                    <a:pt x="13" y="52"/>
                    <a:pt x="12" y="52"/>
                    <a:pt x="11" y="53"/>
                  </a:cubicBezTo>
                  <a:close/>
                  <a:moveTo>
                    <a:pt x="114" y="61"/>
                  </a:moveTo>
                  <a:cubicBezTo>
                    <a:pt x="114" y="61"/>
                    <a:pt x="115" y="61"/>
                    <a:pt x="115" y="61"/>
                  </a:cubicBezTo>
                  <a:cubicBezTo>
                    <a:pt x="115" y="62"/>
                    <a:pt x="116" y="62"/>
                    <a:pt x="116" y="62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5" y="63"/>
                    <a:pt x="114" y="62"/>
                    <a:pt x="114" y="61"/>
                  </a:cubicBezTo>
                  <a:close/>
                  <a:moveTo>
                    <a:pt x="117" y="67"/>
                  </a:moveTo>
                  <a:cubicBezTo>
                    <a:pt x="118" y="67"/>
                    <a:pt x="118" y="67"/>
                    <a:pt x="119" y="67"/>
                  </a:cubicBezTo>
                  <a:cubicBezTo>
                    <a:pt x="119" y="67"/>
                    <a:pt x="119" y="67"/>
                    <a:pt x="120" y="66"/>
                  </a:cubicBezTo>
                  <a:cubicBezTo>
                    <a:pt x="120" y="66"/>
                    <a:pt x="120" y="67"/>
                    <a:pt x="120" y="67"/>
                  </a:cubicBezTo>
                  <a:cubicBezTo>
                    <a:pt x="120" y="67"/>
                    <a:pt x="121" y="67"/>
                    <a:pt x="120" y="67"/>
                  </a:cubicBezTo>
                  <a:cubicBezTo>
                    <a:pt x="120" y="67"/>
                    <a:pt x="120" y="67"/>
                    <a:pt x="120" y="67"/>
                  </a:cubicBezTo>
                  <a:cubicBezTo>
                    <a:pt x="120" y="68"/>
                    <a:pt x="120" y="68"/>
                    <a:pt x="119" y="68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18" y="68"/>
                    <a:pt x="117" y="68"/>
                    <a:pt x="117" y="67"/>
                  </a:cubicBezTo>
                  <a:close/>
                  <a:moveTo>
                    <a:pt x="120" y="69"/>
                  </a:moveTo>
                  <a:cubicBezTo>
                    <a:pt x="120" y="69"/>
                    <a:pt x="120" y="69"/>
                    <a:pt x="120" y="69"/>
                  </a:cubicBezTo>
                  <a:cubicBezTo>
                    <a:pt x="120" y="69"/>
                    <a:pt x="120" y="69"/>
                    <a:pt x="121" y="69"/>
                  </a:cubicBezTo>
                  <a:cubicBezTo>
                    <a:pt x="121" y="69"/>
                    <a:pt x="121" y="69"/>
                    <a:pt x="121" y="69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0" y="69"/>
                    <a:pt x="120" y="70"/>
                    <a:pt x="120" y="70"/>
                  </a:cubicBezTo>
                  <a:cubicBezTo>
                    <a:pt x="120" y="71"/>
                    <a:pt x="120" y="72"/>
                    <a:pt x="120" y="73"/>
                  </a:cubicBezTo>
                  <a:cubicBezTo>
                    <a:pt x="120" y="73"/>
                    <a:pt x="120" y="74"/>
                    <a:pt x="120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75"/>
                    <a:pt x="119" y="75"/>
                    <a:pt x="119" y="75"/>
                  </a:cubicBezTo>
                  <a:cubicBezTo>
                    <a:pt x="119" y="75"/>
                    <a:pt x="119" y="75"/>
                    <a:pt x="118" y="74"/>
                  </a:cubicBezTo>
                  <a:cubicBezTo>
                    <a:pt x="117" y="74"/>
                    <a:pt x="116" y="73"/>
                    <a:pt x="116" y="73"/>
                  </a:cubicBezTo>
                  <a:cubicBezTo>
                    <a:pt x="115" y="73"/>
                    <a:pt x="115" y="73"/>
                    <a:pt x="115" y="72"/>
                  </a:cubicBezTo>
                  <a:cubicBezTo>
                    <a:pt x="115" y="72"/>
                    <a:pt x="116" y="73"/>
                    <a:pt x="116" y="73"/>
                  </a:cubicBezTo>
                  <a:cubicBezTo>
                    <a:pt x="117" y="73"/>
                    <a:pt x="117" y="73"/>
                    <a:pt x="118" y="73"/>
                  </a:cubicBezTo>
                  <a:cubicBezTo>
                    <a:pt x="118" y="73"/>
                    <a:pt x="119" y="73"/>
                    <a:pt x="119" y="73"/>
                  </a:cubicBezTo>
                  <a:cubicBezTo>
                    <a:pt x="119" y="73"/>
                    <a:pt x="119" y="72"/>
                    <a:pt x="119" y="72"/>
                  </a:cubicBezTo>
                  <a:cubicBezTo>
                    <a:pt x="119" y="71"/>
                    <a:pt x="119" y="70"/>
                    <a:pt x="119" y="69"/>
                  </a:cubicBezTo>
                  <a:cubicBezTo>
                    <a:pt x="119" y="69"/>
                    <a:pt x="119" y="69"/>
                    <a:pt x="119" y="69"/>
                  </a:cubicBezTo>
                  <a:cubicBezTo>
                    <a:pt x="119" y="69"/>
                    <a:pt x="119" y="70"/>
                    <a:pt x="118" y="70"/>
                  </a:cubicBezTo>
                  <a:cubicBezTo>
                    <a:pt x="118" y="70"/>
                    <a:pt x="117" y="71"/>
                    <a:pt x="116" y="71"/>
                  </a:cubicBezTo>
                  <a:cubicBezTo>
                    <a:pt x="115" y="70"/>
                    <a:pt x="115" y="70"/>
                    <a:pt x="115" y="70"/>
                  </a:cubicBezTo>
                  <a:cubicBezTo>
                    <a:pt x="116" y="70"/>
                    <a:pt x="116" y="70"/>
                    <a:pt x="116" y="70"/>
                  </a:cubicBezTo>
                  <a:cubicBezTo>
                    <a:pt x="116" y="70"/>
                    <a:pt x="117" y="69"/>
                    <a:pt x="117" y="69"/>
                  </a:cubicBezTo>
                  <a:cubicBezTo>
                    <a:pt x="118" y="69"/>
                    <a:pt x="118" y="69"/>
                    <a:pt x="119" y="69"/>
                  </a:cubicBezTo>
                  <a:cubicBezTo>
                    <a:pt x="119" y="68"/>
                    <a:pt x="120" y="68"/>
                    <a:pt x="121" y="68"/>
                  </a:cubicBezTo>
                  <a:cubicBezTo>
                    <a:pt x="121" y="68"/>
                    <a:pt x="121" y="68"/>
                    <a:pt x="122" y="68"/>
                  </a:cubicBezTo>
                  <a:cubicBezTo>
                    <a:pt x="122" y="68"/>
                    <a:pt x="122" y="68"/>
                    <a:pt x="123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8"/>
                    <a:pt x="123" y="69"/>
                    <a:pt x="123" y="69"/>
                  </a:cubicBezTo>
                  <a:cubicBezTo>
                    <a:pt x="122" y="69"/>
                    <a:pt x="121" y="69"/>
                    <a:pt x="120" y="69"/>
                  </a:cubicBezTo>
                  <a:close/>
                  <a:moveTo>
                    <a:pt x="120" y="56"/>
                  </a:moveTo>
                  <a:cubicBezTo>
                    <a:pt x="121" y="56"/>
                    <a:pt x="122" y="56"/>
                    <a:pt x="122" y="57"/>
                  </a:cubicBezTo>
                  <a:cubicBezTo>
                    <a:pt x="122" y="57"/>
                    <a:pt x="122" y="58"/>
                    <a:pt x="121" y="58"/>
                  </a:cubicBezTo>
                  <a:cubicBezTo>
                    <a:pt x="121" y="58"/>
                    <a:pt x="120" y="58"/>
                    <a:pt x="120" y="59"/>
                  </a:cubicBezTo>
                  <a:cubicBezTo>
                    <a:pt x="120" y="59"/>
                    <a:pt x="119" y="59"/>
                    <a:pt x="119" y="59"/>
                  </a:cubicBezTo>
                  <a:cubicBezTo>
                    <a:pt x="119" y="59"/>
                    <a:pt x="119" y="59"/>
                    <a:pt x="119" y="59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2" y="58"/>
                    <a:pt x="122" y="58"/>
                    <a:pt x="124" y="58"/>
                  </a:cubicBezTo>
                  <a:cubicBezTo>
                    <a:pt x="124" y="58"/>
                    <a:pt x="125" y="57"/>
                    <a:pt x="125" y="58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59"/>
                    <a:pt x="125" y="59"/>
                    <a:pt x="124" y="60"/>
                  </a:cubicBezTo>
                  <a:cubicBezTo>
                    <a:pt x="124" y="60"/>
                    <a:pt x="123" y="61"/>
                    <a:pt x="122" y="62"/>
                  </a:cubicBezTo>
                  <a:cubicBezTo>
                    <a:pt x="122" y="62"/>
                    <a:pt x="122" y="62"/>
                    <a:pt x="122" y="63"/>
                  </a:cubicBezTo>
                  <a:cubicBezTo>
                    <a:pt x="122" y="63"/>
                    <a:pt x="122" y="63"/>
                    <a:pt x="122" y="64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22" y="63"/>
                    <a:pt x="124" y="63"/>
                    <a:pt x="124" y="63"/>
                  </a:cubicBezTo>
                  <a:cubicBezTo>
                    <a:pt x="125" y="63"/>
                    <a:pt x="125" y="63"/>
                    <a:pt x="125" y="63"/>
                  </a:cubicBezTo>
                  <a:cubicBezTo>
                    <a:pt x="126" y="64"/>
                    <a:pt x="125" y="64"/>
                    <a:pt x="124" y="65"/>
                  </a:cubicBezTo>
                  <a:cubicBezTo>
                    <a:pt x="124" y="65"/>
                    <a:pt x="123" y="65"/>
                    <a:pt x="122" y="65"/>
                  </a:cubicBezTo>
                  <a:cubicBezTo>
                    <a:pt x="122" y="65"/>
                    <a:pt x="122" y="66"/>
                    <a:pt x="121" y="66"/>
                  </a:cubicBezTo>
                  <a:cubicBezTo>
                    <a:pt x="120" y="66"/>
                    <a:pt x="120" y="66"/>
                    <a:pt x="119" y="66"/>
                  </a:cubicBezTo>
                  <a:cubicBezTo>
                    <a:pt x="119" y="66"/>
                    <a:pt x="119" y="66"/>
                    <a:pt x="119" y="66"/>
                  </a:cubicBezTo>
                  <a:cubicBezTo>
                    <a:pt x="119" y="66"/>
                    <a:pt x="119" y="66"/>
                    <a:pt x="120" y="66"/>
                  </a:cubicBezTo>
                  <a:cubicBezTo>
                    <a:pt x="121" y="65"/>
                    <a:pt x="122" y="65"/>
                    <a:pt x="123" y="64"/>
                  </a:cubicBezTo>
                  <a:cubicBezTo>
                    <a:pt x="123" y="64"/>
                    <a:pt x="124" y="64"/>
                    <a:pt x="124" y="64"/>
                  </a:cubicBezTo>
                  <a:cubicBezTo>
                    <a:pt x="124" y="64"/>
                    <a:pt x="124" y="64"/>
                    <a:pt x="124" y="64"/>
                  </a:cubicBezTo>
                  <a:cubicBezTo>
                    <a:pt x="124" y="64"/>
                    <a:pt x="124" y="64"/>
                    <a:pt x="123" y="64"/>
                  </a:cubicBezTo>
                  <a:cubicBezTo>
                    <a:pt x="123" y="64"/>
                    <a:pt x="122" y="64"/>
                    <a:pt x="122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1" y="65"/>
                    <a:pt x="121" y="65"/>
                    <a:pt x="120" y="65"/>
                  </a:cubicBezTo>
                  <a:cubicBezTo>
                    <a:pt x="120" y="65"/>
                    <a:pt x="120" y="65"/>
                    <a:pt x="119" y="65"/>
                  </a:cubicBezTo>
                  <a:cubicBezTo>
                    <a:pt x="119" y="65"/>
                    <a:pt x="119" y="65"/>
                    <a:pt x="119" y="65"/>
                  </a:cubicBezTo>
                  <a:cubicBezTo>
                    <a:pt x="118" y="65"/>
                    <a:pt x="117" y="66"/>
                    <a:pt x="116" y="66"/>
                  </a:cubicBezTo>
                  <a:cubicBezTo>
                    <a:pt x="115" y="67"/>
                    <a:pt x="115" y="69"/>
                    <a:pt x="113" y="69"/>
                  </a:cubicBezTo>
                  <a:cubicBezTo>
                    <a:pt x="113" y="69"/>
                    <a:pt x="113" y="69"/>
                    <a:pt x="113" y="69"/>
                  </a:cubicBezTo>
                  <a:cubicBezTo>
                    <a:pt x="113" y="69"/>
                    <a:pt x="113" y="68"/>
                    <a:pt x="113" y="68"/>
                  </a:cubicBezTo>
                  <a:cubicBezTo>
                    <a:pt x="114" y="67"/>
                    <a:pt x="114" y="67"/>
                    <a:pt x="115" y="66"/>
                  </a:cubicBezTo>
                  <a:cubicBezTo>
                    <a:pt x="115" y="66"/>
                    <a:pt x="115" y="65"/>
                    <a:pt x="115" y="65"/>
                  </a:cubicBezTo>
                  <a:cubicBezTo>
                    <a:pt x="115" y="66"/>
                    <a:pt x="115" y="66"/>
                    <a:pt x="115" y="66"/>
                  </a:cubicBezTo>
                  <a:cubicBezTo>
                    <a:pt x="114" y="67"/>
                    <a:pt x="114" y="67"/>
                    <a:pt x="114" y="68"/>
                  </a:cubicBezTo>
                  <a:cubicBezTo>
                    <a:pt x="114" y="68"/>
                    <a:pt x="114" y="68"/>
                    <a:pt x="114" y="68"/>
                  </a:cubicBezTo>
                  <a:cubicBezTo>
                    <a:pt x="114" y="68"/>
                    <a:pt x="114" y="68"/>
                    <a:pt x="115" y="67"/>
                  </a:cubicBezTo>
                  <a:cubicBezTo>
                    <a:pt x="115" y="67"/>
                    <a:pt x="115" y="67"/>
                    <a:pt x="116" y="66"/>
                  </a:cubicBezTo>
                  <a:cubicBezTo>
                    <a:pt x="116" y="66"/>
                    <a:pt x="117" y="65"/>
                    <a:pt x="117" y="65"/>
                  </a:cubicBezTo>
                  <a:cubicBezTo>
                    <a:pt x="118" y="65"/>
                    <a:pt x="118" y="65"/>
                    <a:pt x="119" y="65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9" y="63"/>
                    <a:pt x="118" y="63"/>
                    <a:pt x="118" y="63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63"/>
                    <a:pt x="117" y="64"/>
                    <a:pt x="116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7" y="64"/>
                    <a:pt x="117" y="63"/>
                    <a:pt x="117" y="62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7" y="62"/>
                    <a:pt x="116" y="63"/>
                    <a:pt x="116" y="62"/>
                  </a:cubicBezTo>
                  <a:cubicBezTo>
                    <a:pt x="117" y="62"/>
                    <a:pt x="116" y="61"/>
                    <a:pt x="116" y="61"/>
                  </a:cubicBezTo>
                  <a:cubicBezTo>
                    <a:pt x="116" y="61"/>
                    <a:pt x="116" y="60"/>
                    <a:pt x="116" y="60"/>
                  </a:cubicBezTo>
                  <a:cubicBezTo>
                    <a:pt x="116" y="59"/>
                    <a:pt x="116" y="59"/>
                    <a:pt x="116" y="59"/>
                  </a:cubicBezTo>
                  <a:cubicBezTo>
                    <a:pt x="116" y="59"/>
                    <a:pt x="116" y="59"/>
                    <a:pt x="116" y="59"/>
                  </a:cubicBezTo>
                  <a:cubicBezTo>
                    <a:pt x="116" y="59"/>
                    <a:pt x="116" y="59"/>
                    <a:pt x="116" y="59"/>
                  </a:cubicBezTo>
                  <a:cubicBezTo>
                    <a:pt x="116" y="59"/>
                    <a:pt x="117" y="60"/>
                    <a:pt x="117" y="60"/>
                  </a:cubicBezTo>
                  <a:cubicBezTo>
                    <a:pt x="117" y="61"/>
                    <a:pt x="117" y="61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1"/>
                    <a:pt x="118" y="61"/>
                    <a:pt x="119" y="60"/>
                  </a:cubicBezTo>
                  <a:cubicBezTo>
                    <a:pt x="118" y="60"/>
                    <a:pt x="118" y="60"/>
                    <a:pt x="118" y="59"/>
                  </a:cubicBezTo>
                  <a:cubicBezTo>
                    <a:pt x="118" y="59"/>
                    <a:pt x="118" y="59"/>
                    <a:pt x="119" y="59"/>
                  </a:cubicBezTo>
                  <a:cubicBezTo>
                    <a:pt x="119" y="58"/>
                    <a:pt x="120" y="57"/>
                    <a:pt x="121" y="56"/>
                  </a:cubicBezTo>
                  <a:cubicBezTo>
                    <a:pt x="120" y="56"/>
                    <a:pt x="120" y="56"/>
                    <a:pt x="120" y="56"/>
                  </a:cubicBezTo>
                  <a:close/>
                  <a:moveTo>
                    <a:pt x="124" y="58"/>
                  </a:moveTo>
                  <a:cubicBezTo>
                    <a:pt x="124" y="59"/>
                    <a:pt x="124" y="59"/>
                    <a:pt x="124" y="59"/>
                  </a:cubicBezTo>
                  <a:cubicBezTo>
                    <a:pt x="123" y="60"/>
                    <a:pt x="123" y="60"/>
                    <a:pt x="122" y="61"/>
                  </a:cubicBezTo>
                  <a:cubicBezTo>
                    <a:pt x="122" y="61"/>
                    <a:pt x="122" y="61"/>
                    <a:pt x="122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2" y="60"/>
                    <a:pt x="121" y="60"/>
                    <a:pt x="121" y="59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1" y="59"/>
                    <a:pt x="122" y="59"/>
                    <a:pt x="122" y="59"/>
                  </a:cubicBezTo>
                  <a:cubicBezTo>
                    <a:pt x="123" y="59"/>
                    <a:pt x="123" y="58"/>
                    <a:pt x="124" y="58"/>
                  </a:cubicBezTo>
                  <a:close/>
                  <a:moveTo>
                    <a:pt x="122" y="62"/>
                  </a:moveTo>
                  <a:cubicBezTo>
                    <a:pt x="122" y="62"/>
                    <a:pt x="122" y="62"/>
                    <a:pt x="122" y="62"/>
                  </a:cubicBezTo>
                  <a:cubicBezTo>
                    <a:pt x="121" y="63"/>
                    <a:pt x="120" y="63"/>
                    <a:pt x="120" y="64"/>
                  </a:cubicBezTo>
                  <a:cubicBezTo>
                    <a:pt x="120" y="64"/>
                    <a:pt x="120" y="63"/>
                    <a:pt x="120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62"/>
                    <a:pt x="122" y="62"/>
                    <a:pt x="122" y="62"/>
                  </a:cubicBezTo>
                  <a:close/>
                  <a:moveTo>
                    <a:pt x="119" y="62"/>
                  </a:move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20" y="61"/>
                    <a:pt x="120" y="61"/>
                  </a:cubicBezTo>
                  <a:cubicBezTo>
                    <a:pt x="120" y="61"/>
                    <a:pt x="120" y="61"/>
                    <a:pt x="120" y="61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60"/>
                    <a:pt x="121" y="60"/>
                    <a:pt x="121" y="60"/>
                  </a:cubicBezTo>
                  <a:cubicBezTo>
                    <a:pt x="121" y="60"/>
                    <a:pt x="121" y="61"/>
                    <a:pt x="121" y="61"/>
                  </a:cubicBezTo>
                  <a:cubicBezTo>
                    <a:pt x="121" y="62"/>
                    <a:pt x="120" y="62"/>
                    <a:pt x="120" y="62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9" y="62"/>
                    <a:pt x="119" y="62"/>
                    <a:pt x="119" y="62"/>
                  </a:cubicBezTo>
                  <a:close/>
                  <a:moveTo>
                    <a:pt x="108" y="46"/>
                  </a:moveTo>
                  <a:cubicBezTo>
                    <a:pt x="105" y="46"/>
                    <a:pt x="105" y="46"/>
                    <a:pt x="105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5" y="46"/>
                    <a:pt x="105" y="46"/>
                    <a:pt x="105" y="45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5" y="39"/>
                    <a:pt x="105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7" y="45"/>
                    <a:pt x="107" y="45"/>
                    <a:pt x="107" y="45"/>
                  </a:cubicBezTo>
                  <a:cubicBezTo>
                    <a:pt x="107" y="45"/>
                    <a:pt x="107" y="46"/>
                    <a:pt x="108" y="46"/>
                  </a:cubicBezTo>
                  <a:cubicBezTo>
                    <a:pt x="108" y="46"/>
                    <a:pt x="108" y="46"/>
                    <a:pt x="108" y="46"/>
                  </a:cubicBezTo>
                  <a:cubicBezTo>
                    <a:pt x="108" y="46"/>
                    <a:pt x="108" y="46"/>
                    <a:pt x="108" y="46"/>
                  </a:cubicBezTo>
                  <a:close/>
                  <a:moveTo>
                    <a:pt x="115" y="44"/>
                  </a:moveTo>
                  <a:cubicBezTo>
                    <a:pt x="115" y="45"/>
                    <a:pt x="115" y="45"/>
                    <a:pt x="114" y="46"/>
                  </a:cubicBezTo>
                  <a:cubicBezTo>
                    <a:pt x="114" y="46"/>
                    <a:pt x="113" y="46"/>
                    <a:pt x="112" y="46"/>
                  </a:cubicBezTo>
                  <a:cubicBezTo>
                    <a:pt x="112" y="46"/>
                    <a:pt x="111" y="46"/>
                    <a:pt x="111" y="46"/>
                  </a:cubicBezTo>
                  <a:cubicBezTo>
                    <a:pt x="110" y="46"/>
                    <a:pt x="110" y="45"/>
                    <a:pt x="110" y="45"/>
                  </a:cubicBezTo>
                  <a:cubicBezTo>
                    <a:pt x="110" y="44"/>
                    <a:pt x="110" y="43"/>
                    <a:pt x="111" y="43"/>
                  </a:cubicBezTo>
                  <a:cubicBezTo>
                    <a:pt x="110" y="42"/>
                    <a:pt x="110" y="41"/>
                    <a:pt x="110" y="41"/>
                  </a:cubicBezTo>
                  <a:cubicBezTo>
                    <a:pt x="110" y="40"/>
                    <a:pt x="110" y="40"/>
                    <a:pt x="111" y="39"/>
                  </a:cubicBezTo>
                  <a:cubicBezTo>
                    <a:pt x="111" y="39"/>
                    <a:pt x="112" y="39"/>
                    <a:pt x="112" y="39"/>
                  </a:cubicBezTo>
                  <a:cubicBezTo>
                    <a:pt x="113" y="39"/>
                    <a:pt x="114" y="39"/>
                    <a:pt x="114" y="39"/>
                  </a:cubicBezTo>
                  <a:cubicBezTo>
                    <a:pt x="115" y="39"/>
                    <a:pt x="115" y="40"/>
                    <a:pt x="115" y="40"/>
                  </a:cubicBezTo>
                  <a:cubicBezTo>
                    <a:pt x="115" y="41"/>
                    <a:pt x="114" y="42"/>
                    <a:pt x="114" y="42"/>
                  </a:cubicBezTo>
                  <a:cubicBezTo>
                    <a:pt x="115" y="43"/>
                    <a:pt x="115" y="44"/>
                    <a:pt x="115" y="44"/>
                  </a:cubicBezTo>
                  <a:close/>
                  <a:moveTo>
                    <a:pt x="113" y="40"/>
                  </a:moveTo>
                  <a:cubicBezTo>
                    <a:pt x="113" y="41"/>
                    <a:pt x="113" y="41"/>
                    <a:pt x="113" y="42"/>
                  </a:cubicBezTo>
                  <a:cubicBezTo>
                    <a:pt x="113" y="41"/>
                    <a:pt x="112" y="41"/>
                    <a:pt x="112" y="41"/>
                  </a:cubicBezTo>
                  <a:cubicBezTo>
                    <a:pt x="112" y="40"/>
                    <a:pt x="112" y="40"/>
                    <a:pt x="112" y="40"/>
                  </a:cubicBezTo>
                  <a:cubicBezTo>
                    <a:pt x="112" y="40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3" y="39"/>
                    <a:pt x="113" y="39"/>
                    <a:pt x="113" y="40"/>
                  </a:cubicBezTo>
                  <a:close/>
                  <a:moveTo>
                    <a:pt x="113" y="45"/>
                  </a:moveTo>
                  <a:cubicBezTo>
                    <a:pt x="113" y="45"/>
                    <a:pt x="113" y="46"/>
                    <a:pt x="113" y="46"/>
                  </a:cubicBezTo>
                  <a:cubicBezTo>
                    <a:pt x="113" y="46"/>
                    <a:pt x="113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2" y="43"/>
                    <a:pt x="112" y="43"/>
                  </a:cubicBezTo>
                  <a:cubicBezTo>
                    <a:pt x="112" y="43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5"/>
                    <a:pt x="113" y="45"/>
                    <a:pt x="113" y="45"/>
                  </a:cubicBezTo>
                  <a:close/>
                  <a:moveTo>
                    <a:pt x="122" y="42"/>
                  </a:moveTo>
                  <a:cubicBezTo>
                    <a:pt x="122" y="44"/>
                    <a:pt x="122" y="45"/>
                    <a:pt x="121" y="45"/>
                  </a:cubicBezTo>
                  <a:cubicBezTo>
                    <a:pt x="121" y="46"/>
                    <a:pt x="120" y="46"/>
                    <a:pt x="119" y="46"/>
                  </a:cubicBezTo>
                  <a:cubicBezTo>
                    <a:pt x="118" y="46"/>
                    <a:pt x="118" y="46"/>
                    <a:pt x="117" y="46"/>
                  </a:cubicBezTo>
                  <a:cubicBezTo>
                    <a:pt x="117" y="46"/>
                    <a:pt x="117" y="45"/>
                    <a:pt x="117" y="45"/>
                  </a:cubicBezTo>
                  <a:cubicBezTo>
                    <a:pt x="117" y="45"/>
                    <a:pt x="117" y="44"/>
                    <a:pt x="117" y="44"/>
                  </a:cubicBezTo>
                  <a:cubicBezTo>
                    <a:pt x="117" y="44"/>
                    <a:pt x="118" y="44"/>
                    <a:pt x="118" y="44"/>
                  </a:cubicBezTo>
                  <a:cubicBezTo>
                    <a:pt x="118" y="44"/>
                    <a:pt x="118" y="44"/>
                    <a:pt x="119" y="44"/>
                  </a:cubicBezTo>
                  <a:cubicBezTo>
                    <a:pt x="119" y="44"/>
                    <a:pt x="119" y="45"/>
                    <a:pt x="119" y="45"/>
                  </a:cubicBezTo>
                  <a:cubicBezTo>
                    <a:pt x="119" y="45"/>
                    <a:pt x="119" y="45"/>
                    <a:pt x="119" y="45"/>
                  </a:cubicBezTo>
                  <a:cubicBezTo>
                    <a:pt x="119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20" y="46"/>
                    <a:pt x="120" y="44"/>
                    <a:pt x="120" y="43"/>
                  </a:cubicBezTo>
                  <a:cubicBezTo>
                    <a:pt x="120" y="43"/>
                    <a:pt x="119" y="43"/>
                    <a:pt x="119" y="43"/>
                  </a:cubicBezTo>
                  <a:cubicBezTo>
                    <a:pt x="118" y="43"/>
                    <a:pt x="118" y="43"/>
                    <a:pt x="117" y="43"/>
                  </a:cubicBezTo>
                  <a:cubicBezTo>
                    <a:pt x="117" y="42"/>
                    <a:pt x="117" y="42"/>
                    <a:pt x="117" y="41"/>
                  </a:cubicBezTo>
                  <a:cubicBezTo>
                    <a:pt x="117" y="40"/>
                    <a:pt x="117" y="40"/>
                    <a:pt x="117" y="39"/>
                  </a:cubicBezTo>
                  <a:cubicBezTo>
                    <a:pt x="118" y="39"/>
                    <a:pt x="119" y="39"/>
                    <a:pt x="119" y="39"/>
                  </a:cubicBezTo>
                  <a:cubicBezTo>
                    <a:pt x="120" y="39"/>
                    <a:pt x="121" y="39"/>
                    <a:pt x="121" y="40"/>
                  </a:cubicBezTo>
                  <a:cubicBezTo>
                    <a:pt x="122" y="40"/>
                    <a:pt x="122" y="41"/>
                    <a:pt x="122" y="42"/>
                  </a:cubicBezTo>
                  <a:close/>
                  <a:moveTo>
                    <a:pt x="120" y="43"/>
                  </a:moveTo>
                  <a:cubicBezTo>
                    <a:pt x="120" y="43"/>
                    <a:pt x="120" y="43"/>
                    <a:pt x="119" y="43"/>
                  </a:cubicBezTo>
                  <a:cubicBezTo>
                    <a:pt x="119" y="43"/>
                    <a:pt x="119" y="43"/>
                    <a:pt x="119" y="41"/>
                  </a:cubicBezTo>
                  <a:cubicBezTo>
                    <a:pt x="119" y="41"/>
                    <a:pt x="119" y="40"/>
                    <a:pt x="119" y="40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20" y="39"/>
                    <a:pt x="120" y="40"/>
                    <a:pt x="120" y="41"/>
                  </a:cubicBezTo>
                  <a:cubicBezTo>
                    <a:pt x="120" y="42"/>
                    <a:pt x="120" y="42"/>
                    <a:pt x="120" y="43"/>
                  </a:cubicBezTo>
                  <a:close/>
                  <a:moveTo>
                    <a:pt x="129" y="44"/>
                  </a:moveTo>
                  <a:cubicBezTo>
                    <a:pt x="129" y="45"/>
                    <a:pt x="128" y="45"/>
                    <a:pt x="128" y="46"/>
                  </a:cubicBezTo>
                  <a:cubicBezTo>
                    <a:pt x="128" y="46"/>
                    <a:pt x="127" y="46"/>
                    <a:pt x="126" y="46"/>
                  </a:cubicBezTo>
                  <a:cubicBezTo>
                    <a:pt x="125" y="46"/>
                    <a:pt x="125" y="46"/>
                    <a:pt x="124" y="45"/>
                  </a:cubicBezTo>
                  <a:cubicBezTo>
                    <a:pt x="124" y="45"/>
                    <a:pt x="124" y="44"/>
                    <a:pt x="124" y="43"/>
                  </a:cubicBezTo>
                  <a:cubicBezTo>
                    <a:pt x="124" y="41"/>
                    <a:pt x="124" y="41"/>
                    <a:pt x="124" y="40"/>
                  </a:cubicBezTo>
                  <a:cubicBezTo>
                    <a:pt x="125" y="39"/>
                    <a:pt x="126" y="39"/>
                    <a:pt x="127" y="39"/>
                  </a:cubicBezTo>
                  <a:cubicBezTo>
                    <a:pt x="127" y="39"/>
                    <a:pt x="128" y="39"/>
                    <a:pt x="128" y="39"/>
                  </a:cubicBezTo>
                  <a:cubicBezTo>
                    <a:pt x="128" y="39"/>
                    <a:pt x="129" y="40"/>
                    <a:pt x="129" y="40"/>
                  </a:cubicBezTo>
                  <a:cubicBezTo>
                    <a:pt x="129" y="40"/>
                    <a:pt x="128" y="41"/>
                    <a:pt x="128" y="41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1"/>
                    <a:pt x="126" y="40"/>
                    <a:pt x="126" y="40"/>
                  </a:cubicBezTo>
                  <a:cubicBezTo>
                    <a:pt x="126" y="40"/>
                    <a:pt x="127" y="40"/>
                    <a:pt x="127" y="40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6" y="39"/>
                    <a:pt x="125" y="40"/>
                    <a:pt x="125" y="42"/>
                  </a:cubicBezTo>
                  <a:cubicBezTo>
                    <a:pt x="126" y="42"/>
                    <a:pt x="126" y="42"/>
                    <a:pt x="127" y="42"/>
                  </a:cubicBezTo>
                  <a:cubicBezTo>
                    <a:pt x="127" y="42"/>
                    <a:pt x="128" y="42"/>
                    <a:pt x="128" y="42"/>
                  </a:cubicBezTo>
                  <a:cubicBezTo>
                    <a:pt x="128" y="43"/>
                    <a:pt x="129" y="43"/>
                    <a:pt x="129" y="44"/>
                  </a:cubicBezTo>
                  <a:close/>
                  <a:moveTo>
                    <a:pt x="127" y="44"/>
                  </a:moveTo>
                  <a:cubicBezTo>
                    <a:pt x="127" y="44"/>
                    <a:pt x="127" y="45"/>
                    <a:pt x="127" y="45"/>
                  </a:cubicBezTo>
                  <a:cubicBezTo>
                    <a:pt x="127" y="46"/>
                    <a:pt x="127" y="46"/>
                    <a:pt x="126" y="46"/>
                  </a:cubicBezTo>
                  <a:cubicBezTo>
                    <a:pt x="126" y="46"/>
                    <a:pt x="125" y="45"/>
                    <a:pt x="125" y="44"/>
                  </a:cubicBezTo>
                  <a:cubicBezTo>
                    <a:pt x="125" y="44"/>
                    <a:pt x="125" y="43"/>
                    <a:pt x="125" y="43"/>
                  </a:cubicBezTo>
                  <a:cubicBezTo>
                    <a:pt x="125" y="43"/>
                    <a:pt x="125" y="42"/>
                    <a:pt x="125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7" y="42"/>
                    <a:pt x="127" y="43"/>
                    <a:pt x="127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思源黑体 CN Normal" panose="020B0400000000000000" pitchFamily="34" charset="-122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8462655" y="-1135676"/>
              <a:ext cx="2537190" cy="744813"/>
              <a:chOff x="5540256" y="1341678"/>
              <a:chExt cx="2537190" cy="744813"/>
            </a:xfrm>
          </p:grpSpPr>
          <p:grpSp>
            <p:nvGrpSpPr>
              <p:cNvPr id="64" name="î$ļidê"/>
              <p:cNvGrpSpPr/>
              <p:nvPr/>
            </p:nvGrpSpPr>
            <p:grpSpPr>
              <a:xfrm>
                <a:off x="5540256" y="1341678"/>
                <a:ext cx="2537190" cy="532131"/>
                <a:chOff x="5472113" y="3055938"/>
                <a:chExt cx="2316163" cy="485775"/>
              </a:xfrm>
              <a:solidFill>
                <a:schemeClr val="bg1"/>
              </a:solidFill>
            </p:grpSpPr>
            <p:sp>
              <p:nvSpPr>
                <p:cNvPr id="67" name="i$liďê"/>
                <p:cNvSpPr/>
                <p:nvPr/>
              </p:nvSpPr>
              <p:spPr bwMode="auto">
                <a:xfrm>
                  <a:off x="7018338" y="3143250"/>
                  <a:ext cx="342900" cy="361950"/>
                </a:xfrm>
                <a:custGeom>
                  <a:avLst/>
                  <a:gdLst>
                    <a:gd name="T0" fmla="*/ 48 w 64"/>
                    <a:gd name="T1" fmla="*/ 0 h 67"/>
                    <a:gd name="T2" fmla="*/ 54 w 64"/>
                    <a:gd name="T3" fmla="*/ 4 h 67"/>
                    <a:gd name="T4" fmla="*/ 54 w 64"/>
                    <a:gd name="T5" fmla="*/ 7 h 67"/>
                    <a:gd name="T6" fmla="*/ 52 w 64"/>
                    <a:gd name="T7" fmla="*/ 10 h 67"/>
                    <a:gd name="T8" fmla="*/ 50 w 64"/>
                    <a:gd name="T9" fmla="*/ 15 h 67"/>
                    <a:gd name="T10" fmla="*/ 47 w 64"/>
                    <a:gd name="T11" fmla="*/ 21 h 67"/>
                    <a:gd name="T12" fmla="*/ 51 w 64"/>
                    <a:gd name="T13" fmla="*/ 21 h 67"/>
                    <a:gd name="T14" fmla="*/ 51 w 64"/>
                    <a:gd name="T15" fmla="*/ 20 h 67"/>
                    <a:gd name="T16" fmla="*/ 60 w 64"/>
                    <a:gd name="T17" fmla="*/ 20 h 67"/>
                    <a:gd name="T18" fmla="*/ 60 w 64"/>
                    <a:gd name="T19" fmla="*/ 22 h 67"/>
                    <a:gd name="T20" fmla="*/ 58 w 64"/>
                    <a:gd name="T21" fmla="*/ 24 h 67"/>
                    <a:gd name="T22" fmla="*/ 51 w 64"/>
                    <a:gd name="T23" fmla="*/ 27 h 67"/>
                    <a:gd name="T24" fmla="*/ 45 w 64"/>
                    <a:gd name="T25" fmla="*/ 29 h 67"/>
                    <a:gd name="T26" fmla="*/ 37 w 64"/>
                    <a:gd name="T27" fmla="*/ 40 h 67"/>
                    <a:gd name="T28" fmla="*/ 52 w 64"/>
                    <a:gd name="T29" fmla="*/ 51 h 67"/>
                    <a:gd name="T30" fmla="*/ 64 w 64"/>
                    <a:gd name="T31" fmla="*/ 52 h 67"/>
                    <a:gd name="T32" fmla="*/ 64 w 64"/>
                    <a:gd name="T33" fmla="*/ 53 h 67"/>
                    <a:gd name="T34" fmla="*/ 64 w 64"/>
                    <a:gd name="T35" fmla="*/ 54 h 67"/>
                    <a:gd name="T36" fmla="*/ 58 w 64"/>
                    <a:gd name="T37" fmla="*/ 56 h 67"/>
                    <a:gd name="T38" fmla="*/ 56 w 64"/>
                    <a:gd name="T39" fmla="*/ 59 h 67"/>
                    <a:gd name="T40" fmla="*/ 50 w 64"/>
                    <a:gd name="T41" fmla="*/ 60 h 67"/>
                    <a:gd name="T42" fmla="*/ 45 w 64"/>
                    <a:gd name="T43" fmla="*/ 56 h 67"/>
                    <a:gd name="T44" fmla="*/ 41 w 64"/>
                    <a:gd name="T45" fmla="*/ 49 h 67"/>
                    <a:gd name="T46" fmla="*/ 38 w 64"/>
                    <a:gd name="T47" fmla="*/ 45 h 67"/>
                    <a:gd name="T48" fmla="*/ 35 w 64"/>
                    <a:gd name="T49" fmla="*/ 42 h 67"/>
                    <a:gd name="T50" fmla="*/ 29 w 64"/>
                    <a:gd name="T51" fmla="*/ 49 h 67"/>
                    <a:gd name="T52" fmla="*/ 14 w 64"/>
                    <a:gd name="T53" fmla="*/ 61 h 67"/>
                    <a:gd name="T54" fmla="*/ 0 w 64"/>
                    <a:gd name="T55" fmla="*/ 67 h 67"/>
                    <a:gd name="T56" fmla="*/ 0 w 64"/>
                    <a:gd name="T57" fmla="*/ 66 h 67"/>
                    <a:gd name="T58" fmla="*/ 9 w 64"/>
                    <a:gd name="T59" fmla="*/ 60 h 67"/>
                    <a:gd name="T60" fmla="*/ 27 w 64"/>
                    <a:gd name="T61" fmla="*/ 40 h 67"/>
                    <a:gd name="T62" fmla="*/ 33 w 64"/>
                    <a:gd name="T63" fmla="*/ 31 h 67"/>
                    <a:gd name="T64" fmla="*/ 25 w 64"/>
                    <a:gd name="T65" fmla="*/ 23 h 67"/>
                    <a:gd name="T66" fmla="*/ 26 w 64"/>
                    <a:gd name="T67" fmla="*/ 23 h 67"/>
                    <a:gd name="T68" fmla="*/ 38 w 64"/>
                    <a:gd name="T69" fmla="*/ 23 h 67"/>
                    <a:gd name="T70" fmla="*/ 42 w 64"/>
                    <a:gd name="T71" fmla="*/ 16 h 67"/>
                    <a:gd name="T72" fmla="*/ 45 w 64"/>
                    <a:gd name="T73" fmla="*/ 10 h 67"/>
                    <a:gd name="T74" fmla="*/ 48 w 64"/>
                    <a:gd name="T75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64" h="67">
                      <a:moveTo>
                        <a:pt x="48" y="0"/>
                      </a:moveTo>
                      <a:cubicBezTo>
                        <a:pt x="52" y="0"/>
                        <a:pt x="52" y="2"/>
                        <a:pt x="54" y="4"/>
                      </a:cubicBezTo>
                      <a:cubicBezTo>
                        <a:pt x="54" y="5"/>
                        <a:pt x="54" y="6"/>
                        <a:pt x="54" y="7"/>
                      </a:cubicBezTo>
                      <a:cubicBezTo>
                        <a:pt x="54" y="8"/>
                        <a:pt x="53" y="9"/>
                        <a:pt x="52" y="10"/>
                      </a:cubicBezTo>
                      <a:cubicBezTo>
                        <a:pt x="51" y="12"/>
                        <a:pt x="51" y="13"/>
                        <a:pt x="50" y="15"/>
                      </a:cubicBezTo>
                      <a:cubicBezTo>
                        <a:pt x="49" y="17"/>
                        <a:pt x="48" y="19"/>
                        <a:pt x="47" y="21"/>
                      </a:cubicBezTo>
                      <a:cubicBezTo>
                        <a:pt x="49" y="21"/>
                        <a:pt x="50" y="21"/>
                        <a:pt x="51" y="21"/>
                      </a:cubicBezTo>
                      <a:cubicBezTo>
                        <a:pt x="51" y="20"/>
                        <a:pt x="51" y="20"/>
                        <a:pt x="51" y="20"/>
                      </a:cubicBezTo>
                      <a:cubicBezTo>
                        <a:pt x="54" y="20"/>
                        <a:pt x="57" y="20"/>
                        <a:pt x="60" y="20"/>
                      </a:cubicBezTo>
                      <a:cubicBezTo>
                        <a:pt x="60" y="21"/>
                        <a:pt x="60" y="21"/>
                        <a:pt x="60" y="22"/>
                      </a:cubicBezTo>
                      <a:cubicBezTo>
                        <a:pt x="59" y="22"/>
                        <a:pt x="59" y="23"/>
                        <a:pt x="58" y="24"/>
                      </a:cubicBezTo>
                      <a:cubicBezTo>
                        <a:pt x="56" y="25"/>
                        <a:pt x="53" y="26"/>
                        <a:pt x="51" y="27"/>
                      </a:cubicBezTo>
                      <a:cubicBezTo>
                        <a:pt x="49" y="28"/>
                        <a:pt x="47" y="28"/>
                        <a:pt x="45" y="29"/>
                      </a:cubicBezTo>
                      <a:cubicBezTo>
                        <a:pt x="43" y="30"/>
                        <a:pt x="38" y="38"/>
                        <a:pt x="37" y="40"/>
                      </a:cubicBezTo>
                      <a:cubicBezTo>
                        <a:pt x="42" y="43"/>
                        <a:pt x="46" y="48"/>
                        <a:pt x="52" y="51"/>
                      </a:cubicBezTo>
                      <a:cubicBezTo>
                        <a:pt x="55" y="52"/>
                        <a:pt x="60" y="52"/>
                        <a:pt x="64" y="52"/>
                      </a:cubicBezTo>
                      <a:cubicBezTo>
                        <a:pt x="64" y="52"/>
                        <a:pt x="64" y="52"/>
                        <a:pt x="64" y="53"/>
                      </a:cubicBezTo>
                      <a:cubicBezTo>
                        <a:pt x="64" y="53"/>
                        <a:pt x="64" y="53"/>
                        <a:pt x="64" y="54"/>
                      </a:cubicBezTo>
                      <a:cubicBezTo>
                        <a:pt x="62" y="54"/>
                        <a:pt x="59" y="55"/>
                        <a:pt x="58" y="56"/>
                      </a:cubicBezTo>
                      <a:cubicBezTo>
                        <a:pt x="57" y="57"/>
                        <a:pt x="57" y="58"/>
                        <a:pt x="56" y="59"/>
                      </a:cubicBezTo>
                      <a:cubicBezTo>
                        <a:pt x="55" y="60"/>
                        <a:pt x="52" y="60"/>
                        <a:pt x="50" y="60"/>
                      </a:cubicBezTo>
                      <a:cubicBezTo>
                        <a:pt x="49" y="58"/>
                        <a:pt x="46" y="58"/>
                        <a:pt x="45" y="56"/>
                      </a:cubicBezTo>
                      <a:cubicBezTo>
                        <a:pt x="44" y="54"/>
                        <a:pt x="43" y="51"/>
                        <a:pt x="41" y="49"/>
                      </a:cubicBezTo>
                      <a:cubicBezTo>
                        <a:pt x="41" y="47"/>
                        <a:pt x="39" y="46"/>
                        <a:pt x="38" y="45"/>
                      </a:cubicBezTo>
                      <a:cubicBezTo>
                        <a:pt x="38" y="44"/>
                        <a:pt x="37" y="42"/>
                        <a:pt x="35" y="42"/>
                      </a:cubicBezTo>
                      <a:cubicBezTo>
                        <a:pt x="34" y="45"/>
                        <a:pt x="31" y="47"/>
                        <a:pt x="29" y="49"/>
                      </a:cubicBezTo>
                      <a:cubicBezTo>
                        <a:pt x="25" y="55"/>
                        <a:pt x="20" y="58"/>
                        <a:pt x="14" y="61"/>
                      </a:cubicBezTo>
                      <a:cubicBezTo>
                        <a:pt x="10" y="64"/>
                        <a:pt x="6" y="67"/>
                        <a:pt x="0" y="67"/>
                      </a:cubicBezTo>
                      <a:cubicBezTo>
                        <a:pt x="0" y="67"/>
                        <a:pt x="0" y="67"/>
                        <a:pt x="0" y="66"/>
                      </a:cubicBezTo>
                      <a:cubicBezTo>
                        <a:pt x="4" y="65"/>
                        <a:pt x="6" y="62"/>
                        <a:pt x="9" y="60"/>
                      </a:cubicBezTo>
                      <a:cubicBezTo>
                        <a:pt x="16" y="55"/>
                        <a:pt x="22" y="48"/>
                        <a:pt x="27" y="40"/>
                      </a:cubicBezTo>
                      <a:cubicBezTo>
                        <a:pt x="29" y="37"/>
                        <a:pt x="32" y="34"/>
                        <a:pt x="33" y="31"/>
                      </a:cubicBezTo>
                      <a:cubicBezTo>
                        <a:pt x="30" y="30"/>
                        <a:pt x="25" y="26"/>
                        <a:pt x="25" y="23"/>
                      </a:cubicBezTo>
                      <a:cubicBezTo>
                        <a:pt x="25" y="23"/>
                        <a:pt x="26" y="23"/>
                        <a:pt x="26" y="23"/>
                      </a:cubicBezTo>
                      <a:cubicBezTo>
                        <a:pt x="29" y="25"/>
                        <a:pt x="34" y="24"/>
                        <a:pt x="38" y="23"/>
                      </a:cubicBezTo>
                      <a:cubicBezTo>
                        <a:pt x="39" y="21"/>
                        <a:pt x="41" y="19"/>
                        <a:pt x="42" y="16"/>
                      </a:cubicBezTo>
                      <a:cubicBezTo>
                        <a:pt x="43" y="14"/>
                        <a:pt x="44" y="12"/>
                        <a:pt x="45" y="10"/>
                      </a:cubicBezTo>
                      <a:cubicBezTo>
                        <a:pt x="46" y="7"/>
                        <a:pt x="48" y="4"/>
                        <a:pt x="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68" name="í$ḷîḍê"/>
                <p:cNvSpPr/>
                <p:nvPr/>
              </p:nvSpPr>
              <p:spPr bwMode="auto">
                <a:xfrm>
                  <a:off x="6408738" y="3132138"/>
                  <a:ext cx="171450" cy="85725"/>
                </a:xfrm>
                <a:custGeom>
                  <a:avLst/>
                  <a:gdLst>
                    <a:gd name="T0" fmla="*/ 6 w 32"/>
                    <a:gd name="T1" fmla="*/ 0 h 16"/>
                    <a:gd name="T2" fmla="*/ 17 w 32"/>
                    <a:gd name="T3" fmla="*/ 4 h 16"/>
                    <a:gd name="T4" fmla="*/ 18 w 32"/>
                    <a:gd name="T5" fmla="*/ 8 h 16"/>
                    <a:gd name="T6" fmla="*/ 24 w 32"/>
                    <a:gd name="T7" fmla="*/ 7 h 16"/>
                    <a:gd name="T8" fmla="*/ 25 w 32"/>
                    <a:gd name="T9" fmla="*/ 5 h 16"/>
                    <a:gd name="T10" fmla="*/ 31 w 32"/>
                    <a:gd name="T11" fmla="*/ 6 h 16"/>
                    <a:gd name="T12" fmla="*/ 32 w 32"/>
                    <a:gd name="T13" fmla="*/ 8 h 16"/>
                    <a:gd name="T14" fmla="*/ 31 w 32"/>
                    <a:gd name="T15" fmla="*/ 9 h 16"/>
                    <a:gd name="T16" fmla="*/ 14 w 32"/>
                    <a:gd name="T17" fmla="*/ 15 h 16"/>
                    <a:gd name="T18" fmla="*/ 14 w 32"/>
                    <a:gd name="T19" fmla="*/ 14 h 16"/>
                    <a:gd name="T20" fmla="*/ 16 w 32"/>
                    <a:gd name="T21" fmla="*/ 13 h 16"/>
                    <a:gd name="T22" fmla="*/ 16 w 32"/>
                    <a:gd name="T23" fmla="*/ 13 h 16"/>
                    <a:gd name="T24" fmla="*/ 15 w 32"/>
                    <a:gd name="T25" fmla="*/ 13 h 16"/>
                    <a:gd name="T26" fmla="*/ 13 w 32"/>
                    <a:gd name="T27" fmla="*/ 14 h 16"/>
                    <a:gd name="T28" fmla="*/ 0 w 32"/>
                    <a:gd name="T29" fmla="*/ 16 h 16"/>
                    <a:gd name="T30" fmla="*/ 0 w 32"/>
                    <a:gd name="T31" fmla="*/ 15 h 16"/>
                    <a:gd name="T32" fmla="*/ 9 w 32"/>
                    <a:gd name="T33" fmla="*/ 6 h 16"/>
                    <a:gd name="T34" fmla="*/ 6 w 32"/>
                    <a:gd name="T35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2" h="16">
                      <a:moveTo>
                        <a:pt x="6" y="0"/>
                      </a:moveTo>
                      <a:cubicBezTo>
                        <a:pt x="9" y="0"/>
                        <a:pt x="16" y="2"/>
                        <a:pt x="17" y="4"/>
                      </a:cubicBezTo>
                      <a:cubicBezTo>
                        <a:pt x="18" y="5"/>
                        <a:pt x="18" y="7"/>
                        <a:pt x="18" y="8"/>
                      </a:cubicBezTo>
                      <a:cubicBezTo>
                        <a:pt x="19" y="8"/>
                        <a:pt x="23" y="7"/>
                        <a:pt x="24" y="7"/>
                      </a:cubicBezTo>
                      <a:cubicBezTo>
                        <a:pt x="24" y="6"/>
                        <a:pt x="24" y="6"/>
                        <a:pt x="25" y="5"/>
                      </a:cubicBezTo>
                      <a:cubicBezTo>
                        <a:pt x="25" y="5"/>
                        <a:pt x="30" y="6"/>
                        <a:pt x="31" y="6"/>
                      </a:cubicBezTo>
                      <a:cubicBezTo>
                        <a:pt x="32" y="6"/>
                        <a:pt x="32" y="7"/>
                        <a:pt x="32" y="8"/>
                      </a:cubicBezTo>
                      <a:cubicBezTo>
                        <a:pt x="32" y="8"/>
                        <a:pt x="32" y="9"/>
                        <a:pt x="31" y="9"/>
                      </a:cubicBezTo>
                      <a:cubicBezTo>
                        <a:pt x="25" y="10"/>
                        <a:pt x="21" y="15"/>
                        <a:pt x="14" y="15"/>
                      </a:cubicBezTo>
                      <a:cubicBezTo>
                        <a:pt x="14" y="15"/>
                        <a:pt x="14" y="15"/>
                        <a:pt x="14" y="14"/>
                      </a:cubicBezTo>
                      <a:cubicBezTo>
                        <a:pt x="15" y="14"/>
                        <a:pt x="15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5" y="13"/>
                        <a:pt x="15" y="13"/>
                      </a:cubicBezTo>
                      <a:cubicBezTo>
                        <a:pt x="14" y="13"/>
                        <a:pt x="14" y="13"/>
                        <a:pt x="13" y="14"/>
                      </a:cubicBezTo>
                      <a:cubicBezTo>
                        <a:pt x="9" y="15"/>
                        <a:pt x="5" y="16"/>
                        <a:pt x="0" y="16"/>
                      </a:cubicBezTo>
                      <a:cubicBezTo>
                        <a:pt x="0" y="16"/>
                        <a:pt x="0" y="15"/>
                        <a:pt x="0" y="15"/>
                      </a:cubicBezTo>
                      <a:cubicBezTo>
                        <a:pt x="4" y="15"/>
                        <a:pt x="9" y="11"/>
                        <a:pt x="9" y="6"/>
                      </a:cubicBezTo>
                      <a:cubicBezTo>
                        <a:pt x="8" y="6"/>
                        <a:pt x="6" y="0"/>
                        <a:pt x="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69" name="iṣ1îḓê"/>
                <p:cNvSpPr/>
                <p:nvPr/>
              </p:nvSpPr>
              <p:spPr bwMode="auto">
                <a:xfrm>
                  <a:off x="6376988" y="3235325"/>
                  <a:ext cx="160338" cy="90488"/>
                </a:xfrm>
                <a:custGeom>
                  <a:avLst/>
                  <a:gdLst>
                    <a:gd name="T0" fmla="*/ 21 w 30"/>
                    <a:gd name="T1" fmla="*/ 8 h 17"/>
                    <a:gd name="T2" fmla="*/ 22 w 30"/>
                    <a:gd name="T3" fmla="*/ 3 h 17"/>
                    <a:gd name="T4" fmla="*/ 22 w 30"/>
                    <a:gd name="T5" fmla="*/ 3 h 17"/>
                    <a:gd name="T6" fmla="*/ 21 w 30"/>
                    <a:gd name="T7" fmla="*/ 3 h 17"/>
                    <a:gd name="T8" fmla="*/ 16 w 30"/>
                    <a:gd name="T9" fmla="*/ 9 h 17"/>
                    <a:gd name="T10" fmla="*/ 6 w 30"/>
                    <a:gd name="T11" fmla="*/ 13 h 17"/>
                    <a:gd name="T12" fmla="*/ 0 w 30"/>
                    <a:gd name="T13" fmla="*/ 13 h 17"/>
                    <a:gd name="T14" fmla="*/ 1 w 30"/>
                    <a:gd name="T15" fmla="*/ 11 h 17"/>
                    <a:gd name="T16" fmla="*/ 4 w 30"/>
                    <a:gd name="T17" fmla="*/ 9 h 17"/>
                    <a:gd name="T18" fmla="*/ 11 w 30"/>
                    <a:gd name="T19" fmla="*/ 3 h 17"/>
                    <a:gd name="T20" fmla="*/ 11 w 30"/>
                    <a:gd name="T21" fmla="*/ 6 h 17"/>
                    <a:gd name="T22" fmla="*/ 11 w 30"/>
                    <a:gd name="T23" fmla="*/ 6 h 17"/>
                    <a:gd name="T24" fmla="*/ 15 w 30"/>
                    <a:gd name="T25" fmla="*/ 5 h 17"/>
                    <a:gd name="T26" fmla="*/ 25 w 30"/>
                    <a:gd name="T27" fmla="*/ 1 h 17"/>
                    <a:gd name="T28" fmla="*/ 29 w 30"/>
                    <a:gd name="T29" fmla="*/ 2 h 17"/>
                    <a:gd name="T30" fmla="*/ 30 w 30"/>
                    <a:gd name="T31" fmla="*/ 3 h 17"/>
                    <a:gd name="T32" fmla="*/ 28 w 30"/>
                    <a:gd name="T33" fmla="*/ 7 h 17"/>
                    <a:gd name="T34" fmla="*/ 21 w 30"/>
                    <a:gd name="T35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0" h="17">
                      <a:moveTo>
                        <a:pt x="21" y="8"/>
                      </a:moveTo>
                      <a:cubicBezTo>
                        <a:pt x="21" y="6"/>
                        <a:pt x="23" y="4"/>
                        <a:pt x="22" y="3"/>
                      </a:cubicBezTo>
                      <a:cubicBezTo>
                        <a:pt x="22" y="3"/>
                        <a:pt x="22" y="3"/>
                        <a:pt x="22" y="3"/>
                      </a:cubicBezTo>
                      <a:cubicBezTo>
                        <a:pt x="21" y="3"/>
                        <a:pt x="21" y="3"/>
                        <a:pt x="21" y="3"/>
                      </a:cubicBezTo>
                      <a:cubicBezTo>
                        <a:pt x="19" y="4"/>
                        <a:pt x="18" y="7"/>
                        <a:pt x="16" y="9"/>
                      </a:cubicBezTo>
                      <a:cubicBezTo>
                        <a:pt x="13" y="11"/>
                        <a:pt x="9" y="12"/>
                        <a:pt x="6" y="13"/>
                      </a:cubicBezTo>
                      <a:cubicBezTo>
                        <a:pt x="4" y="14"/>
                        <a:pt x="0" y="17"/>
                        <a:pt x="0" y="13"/>
                      </a:cubicBezTo>
                      <a:cubicBezTo>
                        <a:pt x="1" y="13"/>
                        <a:pt x="1" y="12"/>
                        <a:pt x="1" y="11"/>
                      </a:cubicBezTo>
                      <a:cubicBezTo>
                        <a:pt x="2" y="10"/>
                        <a:pt x="3" y="9"/>
                        <a:pt x="4" y="9"/>
                      </a:cubicBezTo>
                      <a:cubicBezTo>
                        <a:pt x="6" y="7"/>
                        <a:pt x="9" y="4"/>
                        <a:pt x="11" y="3"/>
                      </a:cubicBezTo>
                      <a:cubicBezTo>
                        <a:pt x="11" y="4"/>
                        <a:pt x="11" y="5"/>
                        <a:pt x="11" y="6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3" y="5"/>
                        <a:pt x="14" y="5"/>
                        <a:pt x="15" y="5"/>
                      </a:cubicBezTo>
                      <a:cubicBezTo>
                        <a:pt x="18" y="3"/>
                        <a:pt x="21" y="0"/>
                        <a:pt x="25" y="1"/>
                      </a:cubicBezTo>
                      <a:cubicBezTo>
                        <a:pt x="26" y="1"/>
                        <a:pt x="28" y="2"/>
                        <a:pt x="29" y="2"/>
                      </a:cubicBezTo>
                      <a:cubicBezTo>
                        <a:pt x="29" y="3"/>
                        <a:pt x="29" y="3"/>
                        <a:pt x="30" y="3"/>
                      </a:cubicBezTo>
                      <a:cubicBezTo>
                        <a:pt x="30" y="5"/>
                        <a:pt x="30" y="7"/>
                        <a:pt x="28" y="7"/>
                      </a:cubicBezTo>
                      <a:cubicBezTo>
                        <a:pt x="28" y="8"/>
                        <a:pt x="23" y="8"/>
                        <a:pt x="21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1" name="îšḷídè"/>
                <p:cNvSpPr/>
                <p:nvPr/>
              </p:nvSpPr>
              <p:spPr bwMode="auto">
                <a:xfrm>
                  <a:off x="6307138" y="3316288"/>
                  <a:ext cx="300038" cy="198438"/>
                </a:xfrm>
                <a:custGeom>
                  <a:avLst/>
                  <a:gdLst>
                    <a:gd name="T0" fmla="*/ 29 w 56"/>
                    <a:gd name="T1" fmla="*/ 0 h 37"/>
                    <a:gd name="T2" fmla="*/ 31 w 56"/>
                    <a:gd name="T3" fmla="*/ 0 h 37"/>
                    <a:gd name="T4" fmla="*/ 34 w 56"/>
                    <a:gd name="T5" fmla="*/ 2 h 37"/>
                    <a:gd name="T6" fmla="*/ 36 w 56"/>
                    <a:gd name="T7" fmla="*/ 6 h 37"/>
                    <a:gd name="T8" fmla="*/ 35 w 56"/>
                    <a:gd name="T9" fmla="*/ 10 h 37"/>
                    <a:gd name="T10" fmla="*/ 33 w 56"/>
                    <a:gd name="T11" fmla="*/ 13 h 37"/>
                    <a:gd name="T12" fmla="*/ 36 w 56"/>
                    <a:gd name="T13" fmla="*/ 17 h 37"/>
                    <a:gd name="T14" fmla="*/ 44 w 56"/>
                    <a:gd name="T15" fmla="*/ 27 h 37"/>
                    <a:gd name="T16" fmla="*/ 47 w 56"/>
                    <a:gd name="T17" fmla="*/ 30 h 37"/>
                    <a:gd name="T18" fmla="*/ 56 w 56"/>
                    <a:gd name="T19" fmla="*/ 34 h 37"/>
                    <a:gd name="T20" fmla="*/ 53 w 56"/>
                    <a:gd name="T21" fmla="*/ 35 h 37"/>
                    <a:gd name="T22" fmla="*/ 50 w 56"/>
                    <a:gd name="T23" fmla="*/ 35 h 37"/>
                    <a:gd name="T24" fmla="*/ 46 w 56"/>
                    <a:gd name="T25" fmla="*/ 36 h 37"/>
                    <a:gd name="T26" fmla="*/ 39 w 56"/>
                    <a:gd name="T27" fmla="*/ 35 h 37"/>
                    <a:gd name="T28" fmla="*/ 33 w 56"/>
                    <a:gd name="T29" fmla="*/ 26 h 37"/>
                    <a:gd name="T30" fmla="*/ 28 w 56"/>
                    <a:gd name="T31" fmla="*/ 17 h 37"/>
                    <a:gd name="T32" fmla="*/ 28 w 56"/>
                    <a:gd name="T33" fmla="*/ 17 h 37"/>
                    <a:gd name="T34" fmla="*/ 12 w 56"/>
                    <a:gd name="T35" fmla="*/ 32 h 37"/>
                    <a:gd name="T36" fmla="*/ 0 w 56"/>
                    <a:gd name="T37" fmla="*/ 35 h 37"/>
                    <a:gd name="T38" fmla="*/ 0 w 56"/>
                    <a:gd name="T39" fmla="*/ 34 h 37"/>
                    <a:gd name="T40" fmla="*/ 0 w 56"/>
                    <a:gd name="T41" fmla="*/ 34 h 37"/>
                    <a:gd name="T42" fmla="*/ 3 w 56"/>
                    <a:gd name="T43" fmla="*/ 34 h 37"/>
                    <a:gd name="T44" fmla="*/ 9 w 56"/>
                    <a:gd name="T45" fmla="*/ 30 h 37"/>
                    <a:gd name="T46" fmla="*/ 15 w 56"/>
                    <a:gd name="T47" fmla="*/ 24 h 37"/>
                    <a:gd name="T48" fmla="*/ 19 w 56"/>
                    <a:gd name="T49" fmla="*/ 19 h 37"/>
                    <a:gd name="T50" fmla="*/ 24 w 56"/>
                    <a:gd name="T51" fmla="*/ 11 h 37"/>
                    <a:gd name="T52" fmla="*/ 18 w 56"/>
                    <a:gd name="T53" fmla="*/ 1 h 37"/>
                    <a:gd name="T54" fmla="*/ 26 w 56"/>
                    <a:gd name="T55" fmla="*/ 7 h 37"/>
                    <a:gd name="T56" fmla="*/ 26 w 56"/>
                    <a:gd name="T57" fmla="*/ 7 h 37"/>
                    <a:gd name="T58" fmla="*/ 26 w 56"/>
                    <a:gd name="T59" fmla="*/ 7 h 37"/>
                    <a:gd name="T60" fmla="*/ 29 w 56"/>
                    <a:gd name="T61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6" h="37">
                      <a:moveTo>
                        <a:pt x="29" y="0"/>
                      </a:moveTo>
                      <a:cubicBezTo>
                        <a:pt x="30" y="0"/>
                        <a:pt x="30" y="0"/>
                        <a:pt x="31" y="0"/>
                      </a:cubicBezTo>
                      <a:cubicBezTo>
                        <a:pt x="31" y="1"/>
                        <a:pt x="33" y="1"/>
                        <a:pt x="34" y="2"/>
                      </a:cubicBezTo>
                      <a:cubicBezTo>
                        <a:pt x="35" y="4"/>
                        <a:pt x="35" y="5"/>
                        <a:pt x="36" y="6"/>
                      </a:cubicBezTo>
                      <a:cubicBezTo>
                        <a:pt x="36" y="7"/>
                        <a:pt x="36" y="9"/>
                        <a:pt x="35" y="10"/>
                      </a:cubicBezTo>
                      <a:cubicBezTo>
                        <a:pt x="34" y="11"/>
                        <a:pt x="33" y="11"/>
                        <a:pt x="33" y="13"/>
                      </a:cubicBezTo>
                      <a:cubicBezTo>
                        <a:pt x="34" y="15"/>
                        <a:pt x="35" y="16"/>
                        <a:pt x="36" y="17"/>
                      </a:cubicBezTo>
                      <a:cubicBezTo>
                        <a:pt x="38" y="21"/>
                        <a:pt x="41" y="24"/>
                        <a:pt x="44" y="27"/>
                      </a:cubicBezTo>
                      <a:cubicBezTo>
                        <a:pt x="45" y="28"/>
                        <a:pt x="46" y="29"/>
                        <a:pt x="47" y="30"/>
                      </a:cubicBezTo>
                      <a:cubicBezTo>
                        <a:pt x="49" y="31"/>
                        <a:pt x="56" y="32"/>
                        <a:pt x="56" y="34"/>
                      </a:cubicBezTo>
                      <a:cubicBezTo>
                        <a:pt x="55" y="34"/>
                        <a:pt x="54" y="35"/>
                        <a:pt x="53" y="35"/>
                      </a:cubicBezTo>
                      <a:cubicBezTo>
                        <a:pt x="52" y="35"/>
                        <a:pt x="51" y="35"/>
                        <a:pt x="50" y="35"/>
                      </a:cubicBezTo>
                      <a:cubicBezTo>
                        <a:pt x="48" y="35"/>
                        <a:pt x="47" y="36"/>
                        <a:pt x="46" y="36"/>
                      </a:cubicBezTo>
                      <a:cubicBezTo>
                        <a:pt x="43" y="37"/>
                        <a:pt x="41" y="36"/>
                        <a:pt x="39" y="35"/>
                      </a:cubicBezTo>
                      <a:cubicBezTo>
                        <a:pt x="35" y="32"/>
                        <a:pt x="35" y="31"/>
                        <a:pt x="33" y="26"/>
                      </a:cubicBezTo>
                      <a:cubicBezTo>
                        <a:pt x="31" y="23"/>
                        <a:pt x="30" y="20"/>
                        <a:pt x="28" y="17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23" y="24"/>
                        <a:pt x="19" y="27"/>
                        <a:pt x="12" y="32"/>
                      </a:cubicBezTo>
                      <a:cubicBezTo>
                        <a:pt x="9" y="34"/>
                        <a:pt x="6" y="36"/>
                        <a:pt x="0" y="35"/>
                      </a:cubicBezTo>
                      <a:cubicBezTo>
                        <a:pt x="0" y="35"/>
                        <a:pt x="0" y="34"/>
                        <a:pt x="0" y="34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1" y="34"/>
                        <a:pt x="2" y="34"/>
                        <a:pt x="3" y="34"/>
                      </a:cubicBezTo>
                      <a:cubicBezTo>
                        <a:pt x="5" y="33"/>
                        <a:pt x="7" y="32"/>
                        <a:pt x="9" y="30"/>
                      </a:cubicBezTo>
                      <a:cubicBezTo>
                        <a:pt x="11" y="29"/>
                        <a:pt x="13" y="26"/>
                        <a:pt x="15" y="24"/>
                      </a:cubicBezTo>
                      <a:cubicBezTo>
                        <a:pt x="16" y="22"/>
                        <a:pt x="18" y="21"/>
                        <a:pt x="19" y="19"/>
                      </a:cubicBezTo>
                      <a:cubicBezTo>
                        <a:pt x="21" y="16"/>
                        <a:pt x="22" y="13"/>
                        <a:pt x="24" y="11"/>
                      </a:cubicBezTo>
                      <a:cubicBezTo>
                        <a:pt x="23" y="7"/>
                        <a:pt x="18" y="4"/>
                        <a:pt x="18" y="1"/>
                      </a:cubicBezTo>
                      <a:cubicBezTo>
                        <a:pt x="21" y="1"/>
                        <a:pt x="25" y="5"/>
                        <a:pt x="26" y="7"/>
                      </a:cubicBezTo>
                      <a:cubicBezTo>
                        <a:pt x="26" y="7"/>
                        <a:pt x="26" y="7"/>
                        <a:pt x="26" y="7"/>
                      </a:cubicBezTo>
                      <a:cubicBezTo>
                        <a:pt x="26" y="7"/>
                        <a:pt x="26" y="7"/>
                        <a:pt x="26" y="7"/>
                      </a:cubicBezTo>
                      <a:cubicBezTo>
                        <a:pt x="28" y="5"/>
                        <a:pt x="29" y="2"/>
                        <a:pt x="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2" name="íṧḷide"/>
                <p:cNvSpPr/>
                <p:nvPr/>
              </p:nvSpPr>
              <p:spPr bwMode="auto">
                <a:xfrm>
                  <a:off x="6751638" y="3121025"/>
                  <a:ext cx="185738" cy="134938"/>
                </a:xfrm>
                <a:custGeom>
                  <a:avLst/>
                  <a:gdLst>
                    <a:gd name="T0" fmla="*/ 17 w 35"/>
                    <a:gd name="T1" fmla="*/ 25 h 25"/>
                    <a:gd name="T2" fmla="*/ 17 w 35"/>
                    <a:gd name="T3" fmla="*/ 24 h 25"/>
                    <a:gd name="T4" fmla="*/ 22 w 35"/>
                    <a:gd name="T5" fmla="*/ 19 h 25"/>
                    <a:gd name="T6" fmla="*/ 22 w 35"/>
                    <a:gd name="T7" fmla="*/ 19 h 25"/>
                    <a:gd name="T8" fmla="*/ 21 w 35"/>
                    <a:gd name="T9" fmla="*/ 15 h 25"/>
                    <a:gd name="T10" fmla="*/ 27 w 35"/>
                    <a:gd name="T11" fmla="*/ 8 h 25"/>
                    <a:gd name="T12" fmla="*/ 26 w 35"/>
                    <a:gd name="T13" fmla="*/ 8 h 25"/>
                    <a:gd name="T14" fmla="*/ 22 w 35"/>
                    <a:gd name="T15" fmla="*/ 10 h 25"/>
                    <a:gd name="T16" fmla="*/ 15 w 35"/>
                    <a:gd name="T17" fmla="*/ 17 h 25"/>
                    <a:gd name="T18" fmla="*/ 11 w 35"/>
                    <a:gd name="T19" fmla="*/ 21 h 25"/>
                    <a:gd name="T20" fmla="*/ 0 w 35"/>
                    <a:gd name="T21" fmla="*/ 20 h 25"/>
                    <a:gd name="T22" fmla="*/ 10 w 35"/>
                    <a:gd name="T23" fmla="*/ 13 h 25"/>
                    <a:gd name="T24" fmla="*/ 22 w 35"/>
                    <a:gd name="T25" fmla="*/ 5 h 25"/>
                    <a:gd name="T26" fmla="*/ 24 w 35"/>
                    <a:gd name="T27" fmla="*/ 3 h 25"/>
                    <a:gd name="T28" fmla="*/ 28 w 35"/>
                    <a:gd name="T29" fmla="*/ 2 h 25"/>
                    <a:gd name="T30" fmla="*/ 29 w 35"/>
                    <a:gd name="T31" fmla="*/ 0 h 25"/>
                    <a:gd name="T32" fmla="*/ 34 w 35"/>
                    <a:gd name="T33" fmla="*/ 0 h 25"/>
                    <a:gd name="T34" fmla="*/ 34 w 35"/>
                    <a:gd name="T35" fmla="*/ 0 h 25"/>
                    <a:gd name="T36" fmla="*/ 35 w 35"/>
                    <a:gd name="T37" fmla="*/ 4 h 25"/>
                    <a:gd name="T38" fmla="*/ 33 w 35"/>
                    <a:gd name="T39" fmla="*/ 7 h 25"/>
                    <a:gd name="T40" fmla="*/ 31 w 35"/>
                    <a:gd name="T41" fmla="*/ 9 h 25"/>
                    <a:gd name="T42" fmla="*/ 26 w 35"/>
                    <a:gd name="T43" fmla="*/ 15 h 25"/>
                    <a:gd name="T44" fmla="*/ 26 w 35"/>
                    <a:gd name="T45" fmla="*/ 15 h 25"/>
                    <a:gd name="T46" fmla="*/ 29 w 35"/>
                    <a:gd name="T47" fmla="*/ 18 h 25"/>
                    <a:gd name="T48" fmla="*/ 29 w 35"/>
                    <a:gd name="T49" fmla="*/ 19 h 25"/>
                    <a:gd name="T50" fmla="*/ 17 w 35"/>
                    <a:gd name="T51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25">
                      <a:moveTo>
                        <a:pt x="17" y="25"/>
                      </a:moveTo>
                      <a:cubicBezTo>
                        <a:pt x="17" y="24"/>
                        <a:pt x="17" y="24"/>
                        <a:pt x="17" y="24"/>
                      </a:cubicBezTo>
                      <a:cubicBezTo>
                        <a:pt x="19" y="23"/>
                        <a:pt x="21" y="21"/>
                        <a:pt x="22" y="19"/>
                      </a:cubicBezTo>
                      <a:cubicBezTo>
                        <a:pt x="22" y="19"/>
                        <a:pt x="22" y="19"/>
                        <a:pt x="22" y="19"/>
                      </a:cubicBezTo>
                      <a:cubicBezTo>
                        <a:pt x="21" y="18"/>
                        <a:pt x="21" y="16"/>
                        <a:pt x="21" y="15"/>
                      </a:cubicBezTo>
                      <a:cubicBezTo>
                        <a:pt x="23" y="12"/>
                        <a:pt x="25" y="10"/>
                        <a:pt x="27" y="8"/>
                      </a:cubicBezTo>
                      <a:cubicBezTo>
                        <a:pt x="27" y="8"/>
                        <a:pt x="26" y="8"/>
                        <a:pt x="26" y="8"/>
                      </a:cubicBezTo>
                      <a:cubicBezTo>
                        <a:pt x="25" y="9"/>
                        <a:pt x="24" y="10"/>
                        <a:pt x="22" y="10"/>
                      </a:cubicBezTo>
                      <a:cubicBezTo>
                        <a:pt x="20" y="12"/>
                        <a:pt x="18" y="15"/>
                        <a:pt x="15" y="17"/>
                      </a:cubicBezTo>
                      <a:cubicBezTo>
                        <a:pt x="14" y="18"/>
                        <a:pt x="13" y="20"/>
                        <a:pt x="11" y="21"/>
                      </a:cubicBezTo>
                      <a:cubicBezTo>
                        <a:pt x="9" y="22"/>
                        <a:pt x="0" y="23"/>
                        <a:pt x="0" y="20"/>
                      </a:cubicBezTo>
                      <a:cubicBezTo>
                        <a:pt x="4" y="19"/>
                        <a:pt x="6" y="16"/>
                        <a:pt x="10" y="13"/>
                      </a:cubicBezTo>
                      <a:cubicBezTo>
                        <a:pt x="14" y="10"/>
                        <a:pt x="18" y="8"/>
                        <a:pt x="22" y="5"/>
                      </a:cubicBezTo>
                      <a:cubicBezTo>
                        <a:pt x="23" y="5"/>
                        <a:pt x="24" y="4"/>
                        <a:pt x="24" y="3"/>
                      </a:cubicBezTo>
                      <a:cubicBezTo>
                        <a:pt x="26" y="3"/>
                        <a:pt x="27" y="3"/>
                        <a:pt x="28" y="2"/>
                      </a:cubicBezTo>
                      <a:cubicBezTo>
                        <a:pt x="28" y="1"/>
                        <a:pt x="29" y="1"/>
                        <a:pt x="29" y="0"/>
                      </a:cubicBezTo>
                      <a:cubicBezTo>
                        <a:pt x="31" y="0"/>
                        <a:pt x="32" y="0"/>
                        <a:pt x="34" y="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35" y="1"/>
                        <a:pt x="35" y="2"/>
                        <a:pt x="35" y="4"/>
                      </a:cubicBezTo>
                      <a:cubicBezTo>
                        <a:pt x="34" y="5"/>
                        <a:pt x="34" y="6"/>
                        <a:pt x="33" y="7"/>
                      </a:cubicBezTo>
                      <a:cubicBezTo>
                        <a:pt x="32" y="8"/>
                        <a:pt x="31" y="9"/>
                        <a:pt x="31" y="9"/>
                      </a:cubicBezTo>
                      <a:cubicBezTo>
                        <a:pt x="29" y="11"/>
                        <a:pt x="28" y="13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7" y="16"/>
                        <a:pt x="28" y="17"/>
                        <a:pt x="29" y="18"/>
                      </a:cubicBezTo>
                      <a:cubicBezTo>
                        <a:pt x="29" y="18"/>
                        <a:pt x="29" y="19"/>
                        <a:pt x="29" y="19"/>
                      </a:cubicBezTo>
                      <a:cubicBezTo>
                        <a:pt x="27" y="22"/>
                        <a:pt x="22" y="25"/>
                        <a:pt x="1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3" name="ïśḷïdé"/>
                <p:cNvSpPr/>
                <p:nvPr/>
              </p:nvSpPr>
              <p:spPr bwMode="auto">
                <a:xfrm>
                  <a:off x="6713538" y="3325813"/>
                  <a:ext cx="42863" cy="60325"/>
                </a:xfrm>
                <a:custGeom>
                  <a:avLst/>
                  <a:gdLst>
                    <a:gd name="T0" fmla="*/ 0 w 8"/>
                    <a:gd name="T1" fmla="*/ 0 h 11"/>
                    <a:gd name="T2" fmla="*/ 8 w 8"/>
                    <a:gd name="T3" fmla="*/ 10 h 11"/>
                    <a:gd name="T4" fmla="*/ 4 w 8"/>
                    <a:gd name="T5" fmla="*/ 11 h 11"/>
                    <a:gd name="T6" fmla="*/ 2 w 8"/>
                    <a:gd name="T7" fmla="*/ 10 h 11"/>
                    <a:gd name="T8" fmla="*/ 2 w 8"/>
                    <a:gd name="T9" fmla="*/ 8 h 11"/>
                    <a:gd name="T10" fmla="*/ 0 w 8"/>
                    <a:gd name="T1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11">
                      <a:moveTo>
                        <a:pt x="0" y="0"/>
                      </a:moveTo>
                      <a:cubicBezTo>
                        <a:pt x="4" y="0"/>
                        <a:pt x="8" y="5"/>
                        <a:pt x="8" y="10"/>
                      </a:cubicBezTo>
                      <a:cubicBezTo>
                        <a:pt x="7" y="10"/>
                        <a:pt x="6" y="11"/>
                        <a:pt x="4" y="11"/>
                      </a:cubicBezTo>
                      <a:cubicBezTo>
                        <a:pt x="4" y="10"/>
                        <a:pt x="3" y="10"/>
                        <a:pt x="2" y="10"/>
                      </a:cubicBezTo>
                      <a:cubicBezTo>
                        <a:pt x="2" y="9"/>
                        <a:pt x="2" y="9"/>
                        <a:pt x="2" y="8"/>
                      </a:cubicBezTo>
                      <a:cubicBezTo>
                        <a:pt x="1" y="6"/>
                        <a:pt x="0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5" name="iṩḷïḓé"/>
                <p:cNvSpPr/>
                <p:nvPr/>
              </p:nvSpPr>
              <p:spPr bwMode="auto">
                <a:xfrm>
                  <a:off x="6734175" y="3413125"/>
                  <a:ext cx="26988" cy="38100"/>
                </a:xfrm>
                <a:custGeom>
                  <a:avLst/>
                  <a:gdLst>
                    <a:gd name="T0" fmla="*/ 0 w 5"/>
                    <a:gd name="T1" fmla="*/ 0 h 7"/>
                    <a:gd name="T2" fmla="*/ 1 w 5"/>
                    <a:gd name="T3" fmla="*/ 0 h 7"/>
                    <a:gd name="T4" fmla="*/ 5 w 5"/>
                    <a:gd name="T5" fmla="*/ 6 h 7"/>
                    <a:gd name="T6" fmla="*/ 3 w 5"/>
                    <a:gd name="T7" fmla="*/ 7 h 7"/>
                    <a:gd name="T8" fmla="*/ 1 w 5"/>
                    <a:gd name="T9" fmla="*/ 6 h 7"/>
                    <a:gd name="T10" fmla="*/ 1 w 5"/>
                    <a:gd name="T11" fmla="*/ 5 h 7"/>
                    <a:gd name="T12" fmla="*/ 0 w 5"/>
                    <a:gd name="T1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7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3" y="2"/>
                        <a:pt x="5" y="2"/>
                        <a:pt x="5" y="6"/>
                      </a:cubicBezTo>
                      <a:cubicBezTo>
                        <a:pt x="4" y="6"/>
                        <a:pt x="4" y="6"/>
                        <a:pt x="3" y="7"/>
                      </a:cubicBezTo>
                      <a:cubicBezTo>
                        <a:pt x="2" y="7"/>
                        <a:pt x="2" y="7"/>
                        <a:pt x="1" y="6"/>
                      </a:cubicBezTo>
                      <a:cubicBezTo>
                        <a:pt x="1" y="6"/>
                        <a:pt x="1" y="6"/>
                        <a:pt x="1" y="5"/>
                      </a:cubicBezTo>
                      <a:cubicBezTo>
                        <a:pt x="2" y="3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6" name="ïšľîde"/>
                <p:cNvSpPr/>
                <p:nvPr/>
              </p:nvSpPr>
              <p:spPr bwMode="auto">
                <a:xfrm>
                  <a:off x="6681788" y="3440113"/>
                  <a:ext cx="266700" cy="101600"/>
                </a:xfrm>
                <a:custGeom>
                  <a:avLst/>
                  <a:gdLst>
                    <a:gd name="T0" fmla="*/ 0 w 50"/>
                    <a:gd name="T1" fmla="*/ 0 h 19"/>
                    <a:gd name="T2" fmla="*/ 9 w 50"/>
                    <a:gd name="T3" fmla="*/ 2 h 19"/>
                    <a:gd name="T4" fmla="*/ 18 w 50"/>
                    <a:gd name="T5" fmla="*/ 4 h 19"/>
                    <a:gd name="T6" fmla="*/ 37 w 50"/>
                    <a:gd name="T7" fmla="*/ 10 h 19"/>
                    <a:gd name="T8" fmla="*/ 50 w 50"/>
                    <a:gd name="T9" fmla="*/ 9 h 19"/>
                    <a:gd name="T10" fmla="*/ 50 w 50"/>
                    <a:gd name="T11" fmla="*/ 10 h 19"/>
                    <a:gd name="T12" fmla="*/ 50 w 50"/>
                    <a:gd name="T13" fmla="*/ 11 h 19"/>
                    <a:gd name="T14" fmla="*/ 46 w 50"/>
                    <a:gd name="T15" fmla="*/ 13 h 19"/>
                    <a:gd name="T16" fmla="*/ 42 w 50"/>
                    <a:gd name="T17" fmla="*/ 14 h 19"/>
                    <a:gd name="T18" fmla="*/ 38 w 50"/>
                    <a:gd name="T19" fmla="*/ 18 h 19"/>
                    <a:gd name="T20" fmla="*/ 25 w 50"/>
                    <a:gd name="T21" fmla="*/ 13 h 19"/>
                    <a:gd name="T22" fmla="*/ 11 w 50"/>
                    <a:gd name="T23" fmla="*/ 6 h 19"/>
                    <a:gd name="T24" fmla="*/ 0 w 50"/>
                    <a:gd name="T2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0" h="19">
                      <a:moveTo>
                        <a:pt x="0" y="0"/>
                      </a:moveTo>
                      <a:cubicBezTo>
                        <a:pt x="3" y="0"/>
                        <a:pt x="7" y="1"/>
                        <a:pt x="9" y="2"/>
                      </a:cubicBezTo>
                      <a:cubicBezTo>
                        <a:pt x="12" y="3"/>
                        <a:pt x="15" y="3"/>
                        <a:pt x="18" y="4"/>
                      </a:cubicBezTo>
                      <a:cubicBezTo>
                        <a:pt x="24" y="6"/>
                        <a:pt x="30" y="8"/>
                        <a:pt x="37" y="10"/>
                      </a:cubicBezTo>
                      <a:cubicBezTo>
                        <a:pt x="40" y="11"/>
                        <a:pt x="46" y="9"/>
                        <a:pt x="50" y="9"/>
                      </a:cubicBezTo>
                      <a:cubicBezTo>
                        <a:pt x="50" y="10"/>
                        <a:pt x="50" y="10"/>
                        <a:pt x="50" y="10"/>
                      </a:cubicBezTo>
                      <a:cubicBezTo>
                        <a:pt x="50" y="11"/>
                        <a:pt x="50" y="10"/>
                        <a:pt x="50" y="11"/>
                      </a:cubicBezTo>
                      <a:cubicBezTo>
                        <a:pt x="49" y="11"/>
                        <a:pt x="48" y="12"/>
                        <a:pt x="46" y="13"/>
                      </a:cubicBezTo>
                      <a:cubicBezTo>
                        <a:pt x="45" y="14"/>
                        <a:pt x="43" y="14"/>
                        <a:pt x="42" y="14"/>
                      </a:cubicBezTo>
                      <a:cubicBezTo>
                        <a:pt x="41" y="15"/>
                        <a:pt x="38" y="18"/>
                        <a:pt x="38" y="18"/>
                      </a:cubicBezTo>
                      <a:cubicBezTo>
                        <a:pt x="31" y="19"/>
                        <a:pt x="29" y="15"/>
                        <a:pt x="25" y="13"/>
                      </a:cubicBezTo>
                      <a:cubicBezTo>
                        <a:pt x="21" y="10"/>
                        <a:pt x="16" y="8"/>
                        <a:pt x="11" y="6"/>
                      </a:cubicBezTo>
                      <a:cubicBezTo>
                        <a:pt x="7" y="4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7" name="iṩḷîḑê"/>
                <p:cNvSpPr/>
                <p:nvPr/>
              </p:nvSpPr>
              <p:spPr bwMode="auto">
                <a:xfrm>
                  <a:off x="6761163" y="3240088"/>
                  <a:ext cx="171450" cy="215900"/>
                </a:xfrm>
                <a:custGeom>
                  <a:avLst/>
                  <a:gdLst>
                    <a:gd name="T0" fmla="*/ 7 w 32"/>
                    <a:gd name="T1" fmla="*/ 13 h 40"/>
                    <a:gd name="T2" fmla="*/ 7 w 32"/>
                    <a:gd name="T3" fmla="*/ 17 h 40"/>
                    <a:gd name="T4" fmla="*/ 7 w 32"/>
                    <a:gd name="T5" fmla="*/ 17 h 40"/>
                    <a:gd name="T6" fmla="*/ 11 w 32"/>
                    <a:gd name="T7" fmla="*/ 12 h 40"/>
                    <a:gd name="T8" fmla="*/ 20 w 32"/>
                    <a:gd name="T9" fmla="*/ 3 h 40"/>
                    <a:gd name="T10" fmla="*/ 30 w 32"/>
                    <a:gd name="T11" fmla="*/ 3 h 40"/>
                    <a:gd name="T12" fmla="*/ 25 w 32"/>
                    <a:gd name="T13" fmla="*/ 18 h 40"/>
                    <a:gd name="T14" fmla="*/ 25 w 32"/>
                    <a:gd name="T15" fmla="*/ 22 h 40"/>
                    <a:gd name="T16" fmla="*/ 23 w 32"/>
                    <a:gd name="T17" fmla="*/ 32 h 40"/>
                    <a:gd name="T18" fmla="*/ 20 w 32"/>
                    <a:gd name="T19" fmla="*/ 40 h 40"/>
                    <a:gd name="T20" fmla="*/ 18 w 32"/>
                    <a:gd name="T21" fmla="*/ 39 h 40"/>
                    <a:gd name="T22" fmla="*/ 15 w 32"/>
                    <a:gd name="T23" fmla="*/ 36 h 40"/>
                    <a:gd name="T24" fmla="*/ 12 w 32"/>
                    <a:gd name="T25" fmla="*/ 38 h 40"/>
                    <a:gd name="T26" fmla="*/ 11 w 32"/>
                    <a:gd name="T27" fmla="*/ 37 h 40"/>
                    <a:gd name="T28" fmla="*/ 12 w 32"/>
                    <a:gd name="T29" fmla="*/ 28 h 40"/>
                    <a:gd name="T30" fmla="*/ 12 w 32"/>
                    <a:gd name="T31" fmla="*/ 28 h 40"/>
                    <a:gd name="T32" fmla="*/ 9 w 32"/>
                    <a:gd name="T33" fmla="*/ 28 h 40"/>
                    <a:gd name="T34" fmla="*/ 8 w 32"/>
                    <a:gd name="T35" fmla="*/ 26 h 40"/>
                    <a:gd name="T36" fmla="*/ 12 w 32"/>
                    <a:gd name="T37" fmla="*/ 18 h 40"/>
                    <a:gd name="T38" fmla="*/ 12 w 32"/>
                    <a:gd name="T39" fmla="*/ 17 h 40"/>
                    <a:gd name="T40" fmla="*/ 14 w 32"/>
                    <a:gd name="T41" fmla="*/ 13 h 40"/>
                    <a:gd name="T42" fmla="*/ 13 w 32"/>
                    <a:gd name="T43" fmla="*/ 13 h 40"/>
                    <a:gd name="T44" fmla="*/ 7 w 32"/>
                    <a:gd name="T45" fmla="*/ 25 h 40"/>
                    <a:gd name="T46" fmla="*/ 7 w 32"/>
                    <a:gd name="T47" fmla="*/ 34 h 40"/>
                    <a:gd name="T48" fmla="*/ 4 w 32"/>
                    <a:gd name="T49" fmla="*/ 34 h 40"/>
                    <a:gd name="T50" fmla="*/ 1 w 32"/>
                    <a:gd name="T51" fmla="*/ 30 h 40"/>
                    <a:gd name="T52" fmla="*/ 3 w 32"/>
                    <a:gd name="T53" fmla="*/ 19 h 40"/>
                    <a:gd name="T54" fmla="*/ 7 w 32"/>
                    <a:gd name="T55" fmla="*/ 13 h 40"/>
                    <a:gd name="T56" fmla="*/ 23 w 32"/>
                    <a:gd name="T57" fmla="*/ 5 h 40"/>
                    <a:gd name="T58" fmla="*/ 20 w 32"/>
                    <a:gd name="T59" fmla="*/ 6 h 40"/>
                    <a:gd name="T60" fmla="*/ 15 w 32"/>
                    <a:gd name="T61" fmla="*/ 11 h 40"/>
                    <a:gd name="T62" fmla="*/ 15 w 32"/>
                    <a:gd name="T63" fmla="*/ 11 h 40"/>
                    <a:gd name="T64" fmla="*/ 17 w 32"/>
                    <a:gd name="T65" fmla="*/ 18 h 40"/>
                    <a:gd name="T66" fmla="*/ 21 w 32"/>
                    <a:gd name="T67" fmla="*/ 21 h 40"/>
                    <a:gd name="T68" fmla="*/ 23 w 32"/>
                    <a:gd name="T69" fmla="*/ 10 h 40"/>
                    <a:gd name="T70" fmla="*/ 23 w 32"/>
                    <a:gd name="T71" fmla="*/ 5 h 40"/>
                    <a:gd name="T72" fmla="*/ 23 w 32"/>
                    <a:gd name="T73" fmla="*/ 5 h 40"/>
                    <a:gd name="T74" fmla="*/ 20 w 32"/>
                    <a:gd name="T75" fmla="*/ 22 h 40"/>
                    <a:gd name="T76" fmla="*/ 17 w 32"/>
                    <a:gd name="T77" fmla="*/ 26 h 40"/>
                    <a:gd name="T78" fmla="*/ 16 w 32"/>
                    <a:gd name="T79" fmla="*/ 35 h 40"/>
                    <a:gd name="T80" fmla="*/ 19 w 32"/>
                    <a:gd name="T81" fmla="*/ 35 h 40"/>
                    <a:gd name="T82" fmla="*/ 19 w 32"/>
                    <a:gd name="T83" fmla="*/ 32 h 40"/>
                    <a:gd name="T84" fmla="*/ 20 w 32"/>
                    <a:gd name="T8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2" h="40">
                      <a:moveTo>
                        <a:pt x="7" y="13"/>
                      </a:moveTo>
                      <a:cubicBezTo>
                        <a:pt x="7" y="15"/>
                        <a:pt x="7" y="16"/>
                        <a:pt x="7" y="17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8" y="16"/>
                        <a:pt x="10" y="13"/>
                        <a:pt x="11" y="12"/>
                      </a:cubicBezTo>
                      <a:cubicBezTo>
                        <a:pt x="13" y="9"/>
                        <a:pt x="17" y="5"/>
                        <a:pt x="20" y="3"/>
                      </a:cubicBezTo>
                      <a:cubicBezTo>
                        <a:pt x="22" y="2"/>
                        <a:pt x="28" y="0"/>
                        <a:pt x="30" y="3"/>
                      </a:cubicBezTo>
                      <a:cubicBezTo>
                        <a:pt x="32" y="6"/>
                        <a:pt x="26" y="10"/>
                        <a:pt x="25" y="18"/>
                      </a:cubicBezTo>
                      <a:cubicBezTo>
                        <a:pt x="25" y="20"/>
                        <a:pt x="25" y="21"/>
                        <a:pt x="25" y="22"/>
                      </a:cubicBezTo>
                      <a:cubicBezTo>
                        <a:pt x="24" y="25"/>
                        <a:pt x="24" y="29"/>
                        <a:pt x="23" y="32"/>
                      </a:cubicBezTo>
                      <a:cubicBezTo>
                        <a:pt x="22" y="35"/>
                        <a:pt x="23" y="40"/>
                        <a:pt x="20" y="40"/>
                      </a:cubicBezTo>
                      <a:cubicBezTo>
                        <a:pt x="19" y="40"/>
                        <a:pt x="18" y="40"/>
                        <a:pt x="18" y="39"/>
                      </a:cubicBezTo>
                      <a:cubicBezTo>
                        <a:pt x="17" y="38"/>
                        <a:pt x="17" y="37"/>
                        <a:pt x="15" y="36"/>
                      </a:cubicBezTo>
                      <a:cubicBezTo>
                        <a:pt x="15" y="38"/>
                        <a:pt x="14" y="38"/>
                        <a:pt x="12" y="38"/>
                      </a:cubicBezTo>
                      <a:cubicBezTo>
                        <a:pt x="12" y="38"/>
                        <a:pt x="11" y="38"/>
                        <a:pt x="11" y="37"/>
                      </a:cubicBezTo>
                      <a:cubicBezTo>
                        <a:pt x="13" y="35"/>
                        <a:pt x="12" y="31"/>
                        <a:pt x="12" y="28"/>
                      </a:cubicBezTo>
                      <a:cubicBezTo>
                        <a:pt x="12" y="28"/>
                        <a:pt x="12" y="28"/>
                        <a:pt x="12" y="28"/>
                      </a:cubicBezTo>
                      <a:cubicBezTo>
                        <a:pt x="11" y="29"/>
                        <a:pt x="9" y="28"/>
                        <a:pt x="9" y="28"/>
                      </a:cubicBezTo>
                      <a:cubicBezTo>
                        <a:pt x="9" y="27"/>
                        <a:pt x="8" y="27"/>
                        <a:pt x="8" y="26"/>
                      </a:cubicBezTo>
                      <a:cubicBezTo>
                        <a:pt x="9" y="25"/>
                        <a:pt x="12" y="19"/>
                        <a:pt x="12" y="18"/>
                      </a:cubicBezTo>
                      <a:cubicBezTo>
                        <a:pt x="11" y="17"/>
                        <a:pt x="11" y="17"/>
                        <a:pt x="12" y="17"/>
                      </a:cubicBezTo>
                      <a:cubicBezTo>
                        <a:pt x="13" y="16"/>
                        <a:pt x="14" y="15"/>
                        <a:pt x="14" y="13"/>
                      </a:cubicBezTo>
                      <a:cubicBezTo>
                        <a:pt x="14" y="13"/>
                        <a:pt x="14" y="13"/>
                        <a:pt x="13" y="13"/>
                      </a:cubicBezTo>
                      <a:cubicBezTo>
                        <a:pt x="11" y="17"/>
                        <a:pt x="8" y="20"/>
                        <a:pt x="7" y="25"/>
                      </a:cubicBezTo>
                      <a:cubicBezTo>
                        <a:pt x="6" y="28"/>
                        <a:pt x="9" y="31"/>
                        <a:pt x="7" y="34"/>
                      </a:cubicBezTo>
                      <a:cubicBezTo>
                        <a:pt x="6" y="34"/>
                        <a:pt x="5" y="34"/>
                        <a:pt x="4" y="34"/>
                      </a:cubicBezTo>
                      <a:cubicBezTo>
                        <a:pt x="3" y="33"/>
                        <a:pt x="2" y="32"/>
                        <a:pt x="1" y="30"/>
                      </a:cubicBezTo>
                      <a:cubicBezTo>
                        <a:pt x="0" y="27"/>
                        <a:pt x="3" y="22"/>
                        <a:pt x="3" y="19"/>
                      </a:cubicBezTo>
                      <a:cubicBezTo>
                        <a:pt x="4" y="17"/>
                        <a:pt x="4" y="14"/>
                        <a:pt x="7" y="13"/>
                      </a:cubicBezTo>
                      <a:close/>
                      <a:moveTo>
                        <a:pt x="23" y="5"/>
                      </a:moveTo>
                      <a:cubicBezTo>
                        <a:pt x="22" y="5"/>
                        <a:pt x="21" y="6"/>
                        <a:pt x="20" y="6"/>
                      </a:cubicBezTo>
                      <a:cubicBezTo>
                        <a:pt x="19" y="7"/>
                        <a:pt x="17" y="9"/>
                        <a:pt x="15" y="1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7" y="12"/>
                        <a:pt x="17" y="16"/>
                        <a:pt x="17" y="18"/>
                      </a:cubicBezTo>
                      <a:cubicBezTo>
                        <a:pt x="20" y="18"/>
                        <a:pt x="20" y="19"/>
                        <a:pt x="21" y="21"/>
                      </a:cubicBezTo>
                      <a:cubicBezTo>
                        <a:pt x="21" y="17"/>
                        <a:pt x="23" y="14"/>
                        <a:pt x="23" y="10"/>
                      </a:cubicBezTo>
                      <a:cubicBezTo>
                        <a:pt x="24" y="9"/>
                        <a:pt x="24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lose/>
                      <a:moveTo>
                        <a:pt x="20" y="22"/>
                      </a:moveTo>
                      <a:cubicBezTo>
                        <a:pt x="19" y="24"/>
                        <a:pt x="18" y="25"/>
                        <a:pt x="17" y="26"/>
                      </a:cubicBezTo>
                      <a:cubicBezTo>
                        <a:pt x="16" y="29"/>
                        <a:pt x="16" y="32"/>
                        <a:pt x="16" y="35"/>
                      </a:cubicBezTo>
                      <a:cubicBezTo>
                        <a:pt x="17" y="35"/>
                        <a:pt x="18" y="36"/>
                        <a:pt x="19" y="35"/>
                      </a:cubicBezTo>
                      <a:cubicBezTo>
                        <a:pt x="19" y="35"/>
                        <a:pt x="19" y="34"/>
                        <a:pt x="19" y="32"/>
                      </a:cubicBezTo>
                      <a:cubicBezTo>
                        <a:pt x="20" y="31"/>
                        <a:pt x="21" y="23"/>
                        <a:pt x="20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8" name="íşlïḑe"/>
                <p:cNvSpPr/>
                <p:nvPr/>
              </p:nvSpPr>
              <p:spPr bwMode="auto">
                <a:xfrm>
                  <a:off x="7505700" y="3190875"/>
                  <a:ext cx="41275" cy="71438"/>
                </a:xfrm>
                <a:custGeom>
                  <a:avLst/>
                  <a:gdLst>
                    <a:gd name="T0" fmla="*/ 0 w 8"/>
                    <a:gd name="T1" fmla="*/ 0 h 13"/>
                    <a:gd name="T2" fmla="*/ 1 w 8"/>
                    <a:gd name="T3" fmla="*/ 0 h 13"/>
                    <a:gd name="T4" fmla="*/ 7 w 8"/>
                    <a:gd name="T5" fmla="*/ 6 h 13"/>
                    <a:gd name="T6" fmla="*/ 7 w 8"/>
                    <a:gd name="T7" fmla="*/ 11 h 13"/>
                    <a:gd name="T8" fmla="*/ 5 w 8"/>
                    <a:gd name="T9" fmla="*/ 12 h 13"/>
                    <a:gd name="T10" fmla="*/ 3 w 8"/>
                    <a:gd name="T11" fmla="*/ 12 h 13"/>
                    <a:gd name="T12" fmla="*/ 0 w 8"/>
                    <a:gd name="T1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13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2"/>
                        <a:pt x="6" y="4"/>
                        <a:pt x="7" y="6"/>
                      </a:cubicBezTo>
                      <a:cubicBezTo>
                        <a:pt x="7" y="8"/>
                        <a:pt x="8" y="10"/>
                        <a:pt x="7" y="11"/>
                      </a:cubicBezTo>
                      <a:cubicBezTo>
                        <a:pt x="7" y="12"/>
                        <a:pt x="6" y="12"/>
                        <a:pt x="5" y="12"/>
                      </a:cubicBezTo>
                      <a:cubicBezTo>
                        <a:pt x="5" y="13"/>
                        <a:pt x="4" y="13"/>
                        <a:pt x="3" y="12"/>
                      </a:cubicBezTo>
                      <a:cubicBezTo>
                        <a:pt x="2" y="9"/>
                        <a:pt x="0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79" name="ïślîḓe"/>
                <p:cNvSpPr/>
                <p:nvPr/>
              </p:nvSpPr>
              <p:spPr bwMode="auto">
                <a:xfrm>
                  <a:off x="7569200" y="3325813"/>
                  <a:ext cx="85725" cy="38100"/>
                </a:xfrm>
                <a:custGeom>
                  <a:avLst/>
                  <a:gdLst>
                    <a:gd name="T0" fmla="*/ 0 w 16"/>
                    <a:gd name="T1" fmla="*/ 3 h 7"/>
                    <a:gd name="T2" fmla="*/ 9 w 16"/>
                    <a:gd name="T3" fmla="*/ 2 h 7"/>
                    <a:gd name="T4" fmla="*/ 12 w 16"/>
                    <a:gd name="T5" fmla="*/ 0 h 7"/>
                    <a:gd name="T6" fmla="*/ 16 w 16"/>
                    <a:gd name="T7" fmla="*/ 0 h 7"/>
                    <a:gd name="T8" fmla="*/ 16 w 16"/>
                    <a:gd name="T9" fmla="*/ 2 h 7"/>
                    <a:gd name="T10" fmla="*/ 15 w 16"/>
                    <a:gd name="T11" fmla="*/ 4 h 7"/>
                    <a:gd name="T12" fmla="*/ 11 w 16"/>
                    <a:gd name="T13" fmla="*/ 7 h 7"/>
                    <a:gd name="T14" fmla="*/ 7 w 16"/>
                    <a:gd name="T15" fmla="*/ 7 h 7"/>
                    <a:gd name="T16" fmla="*/ 7 w 16"/>
                    <a:gd name="T17" fmla="*/ 6 h 7"/>
                    <a:gd name="T18" fmla="*/ 9 w 16"/>
                    <a:gd name="T19" fmla="*/ 5 h 7"/>
                    <a:gd name="T20" fmla="*/ 9 w 16"/>
                    <a:gd name="T21" fmla="*/ 5 h 7"/>
                    <a:gd name="T22" fmla="*/ 8 w 16"/>
                    <a:gd name="T23" fmla="*/ 5 h 7"/>
                    <a:gd name="T24" fmla="*/ 0 w 16"/>
                    <a:gd name="T25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7">
                      <a:moveTo>
                        <a:pt x="0" y="3"/>
                      </a:moveTo>
                      <a:cubicBezTo>
                        <a:pt x="3" y="3"/>
                        <a:pt x="6" y="3"/>
                        <a:pt x="9" y="2"/>
                      </a:cubicBezTo>
                      <a:cubicBezTo>
                        <a:pt x="10" y="1"/>
                        <a:pt x="11" y="0"/>
                        <a:pt x="12" y="0"/>
                      </a:cubicBezTo>
                      <a:cubicBezTo>
                        <a:pt x="13" y="0"/>
                        <a:pt x="14" y="0"/>
                        <a:pt x="16" y="0"/>
                      </a:cubicBezTo>
                      <a:cubicBezTo>
                        <a:pt x="16" y="0"/>
                        <a:pt x="16" y="1"/>
                        <a:pt x="16" y="2"/>
                      </a:cubicBezTo>
                      <a:cubicBezTo>
                        <a:pt x="15" y="2"/>
                        <a:pt x="15" y="3"/>
                        <a:pt x="15" y="4"/>
                      </a:cubicBezTo>
                      <a:cubicBezTo>
                        <a:pt x="14" y="5"/>
                        <a:pt x="12" y="6"/>
                        <a:pt x="11" y="7"/>
                      </a:cubicBezTo>
                      <a:cubicBezTo>
                        <a:pt x="10" y="7"/>
                        <a:pt x="8" y="7"/>
                        <a:pt x="7" y="7"/>
                      </a:cubicBezTo>
                      <a:cubicBezTo>
                        <a:pt x="7" y="7"/>
                        <a:pt x="7" y="6"/>
                        <a:pt x="7" y="6"/>
                      </a:cubicBezTo>
                      <a:cubicBezTo>
                        <a:pt x="8" y="6"/>
                        <a:pt x="8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8" y="5"/>
                        <a:pt x="8" y="5"/>
                      </a:cubicBezTo>
                      <a:cubicBezTo>
                        <a:pt x="6" y="7"/>
                        <a:pt x="0" y="6"/>
                        <a:pt x="0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80" name="iśľîḑè"/>
                <p:cNvSpPr/>
                <p:nvPr/>
              </p:nvSpPr>
              <p:spPr bwMode="auto">
                <a:xfrm>
                  <a:off x="7510463" y="3352800"/>
                  <a:ext cx="207963" cy="184150"/>
                </a:xfrm>
                <a:custGeom>
                  <a:avLst/>
                  <a:gdLst>
                    <a:gd name="T0" fmla="*/ 25 w 39"/>
                    <a:gd name="T1" fmla="*/ 7 h 34"/>
                    <a:gd name="T2" fmla="*/ 25 w 39"/>
                    <a:gd name="T3" fmla="*/ 7 h 34"/>
                    <a:gd name="T4" fmla="*/ 27 w 39"/>
                    <a:gd name="T5" fmla="*/ 6 h 34"/>
                    <a:gd name="T6" fmla="*/ 27 w 39"/>
                    <a:gd name="T7" fmla="*/ 5 h 34"/>
                    <a:gd name="T8" fmla="*/ 24 w 39"/>
                    <a:gd name="T9" fmla="*/ 6 h 34"/>
                    <a:gd name="T10" fmla="*/ 24 w 39"/>
                    <a:gd name="T11" fmla="*/ 7 h 34"/>
                    <a:gd name="T12" fmla="*/ 25 w 39"/>
                    <a:gd name="T13" fmla="*/ 13 h 34"/>
                    <a:gd name="T14" fmla="*/ 26 w 39"/>
                    <a:gd name="T15" fmla="*/ 25 h 34"/>
                    <a:gd name="T16" fmla="*/ 25 w 39"/>
                    <a:gd name="T17" fmla="*/ 32 h 34"/>
                    <a:gd name="T18" fmla="*/ 24 w 39"/>
                    <a:gd name="T19" fmla="*/ 33 h 34"/>
                    <a:gd name="T20" fmla="*/ 21 w 39"/>
                    <a:gd name="T21" fmla="*/ 33 h 34"/>
                    <a:gd name="T22" fmla="*/ 17 w 39"/>
                    <a:gd name="T23" fmla="*/ 31 h 34"/>
                    <a:gd name="T24" fmla="*/ 5 w 39"/>
                    <a:gd name="T25" fmla="*/ 24 h 34"/>
                    <a:gd name="T26" fmla="*/ 0 w 39"/>
                    <a:gd name="T27" fmla="*/ 21 h 34"/>
                    <a:gd name="T28" fmla="*/ 8 w 39"/>
                    <a:gd name="T29" fmla="*/ 23 h 34"/>
                    <a:gd name="T30" fmla="*/ 15 w 39"/>
                    <a:gd name="T31" fmla="*/ 24 h 34"/>
                    <a:gd name="T32" fmla="*/ 19 w 39"/>
                    <a:gd name="T33" fmla="*/ 25 h 34"/>
                    <a:gd name="T34" fmla="*/ 20 w 39"/>
                    <a:gd name="T35" fmla="*/ 18 h 34"/>
                    <a:gd name="T36" fmla="*/ 21 w 39"/>
                    <a:gd name="T37" fmla="*/ 7 h 34"/>
                    <a:gd name="T38" fmla="*/ 21 w 39"/>
                    <a:gd name="T39" fmla="*/ 7 h 34"/>
                    <a:gd name="T40" fmla="*/ 17 w 39"/>
                    <a:gd name="T41" fmla="*/ 9 h 34"/>
                    <a:gd name="T42" fmla="*/ 5 w 39"/>
                    <a:gd name="T43" fmla="*/ 13 h 34"/>
                    <a:gd name="T44" fmla="*/ 3 w 39"/>
                    <a:gd name="T45" fmla="*/ 9 h 34"/>
                    <a:gd name="T46" fmla="*/ 7 w 39"/>
                    <a:gd name="T47" fmla="*/ 10 h 34"/>
                    <a:gd name="T48" fmla="*/ 11 w 39"/>
                    <a:gd name="T49" fmla="*/ 8 h 34"/>
                    <a:gd name="T50" fmla="*/ 19 w 39"/>
                    <a:gd name="T51" fmla="*/ 4 h 34"/>
                    <a:gd name="T52" fmla="*/ 29 w 39"/>
                    <a:gd name="T53" fmla="*/ 2 h 34"/>
                    <a:gd name="T54" fmla="*/ 33 w 39"/>
                    <a:gd name="T55" fmla="*/ 0 h 34"/>
                    <a:gd name="T56" fmla="*/ 37 w 39"/>
                    <a:gd name="T57" fmla="*/ 1 h 34"/>
                    <a:gd name="T58" fmla="*/ 39 w 39"/>
                    <a:gd name="T59" fmla="*/ 3 h 34"/>
                    <a:gd name="T60" fmla="*/ 39 w 39"/>
                    <a:gd name="T61" fmla="*/ 5 h 34"/>
                    <a:gd name="T62" fmla="*/ 25 w 39"/>
                    <a:gd name="T63" fmla="*/ 7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9" h="34">
                      <a:moveTo>
                        <a:pt x="25" y="7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6" y="6"/>
                        <a:pt x="27" y="6"/>
                        <a:pt x="27" y="6"/>
                      </a:cubicBezTo>
                      <a:cubicBezTo>
                        <a:pt x="27" y="6"/>
                        <a:pt x="27" y="5"/>
                        <a:pt x="27" y="5"/>
                      </a:cubicBezTo>
                      <a:cubicBezTo>
                        <a:pt x="26" y="5"/>
                        <a:pt x="25" y="6"/>
                        <a:pt x="24" y="6"/>
                      </a:cubicBezTo>
                      <a:cubicBezTo>
                        <a:pt x="24" y="6"/>
                        <a:pt x="24" y="6"/>
                        <a:pt x="24" y="7"/>
                      </a:cubicBezTo>
                      <a:cubicBezTo>
                        <a:pt x="26" y="8"/>
                        <a:pt x="25" y="10"/>
                        <a:pt x="25" y="13"/>
                      </a:cubicBezTo>
                      <a:cubicBezTo>
                        <a:pt x="26" y="17"/>
                        <a:pt x="26" y="21"/>
                        <a:pt x="26" y="25"/>
                      </a:cubicBezTo>
                      <a:cubicBezTo>
                        <a:pt x="26" y="26"/>
                        <a:pt x="26" y="31"/>
                        <a:pt x="25" y="32"/>
                      </a:cubicBezTo>
                      <a:cubicBezTo>
                        <a:pt x="25" y="32"/>
                        <a:pt x="25" y="33"/>
                        <a:pt x="24" y="33"/>
                      </a:cubicBezTo>
                      <a:cubicBezTo>
                        <a:pt x="23" y="34"/>
                        <a:pt x="22" y="33"/>
                        <a:pt x="21" y="33"/>
                      </a:cubicBezTo>
                      <a:cubicBezTo>
                        <a:pt x="20" y="32"/>
                        <a:pt x="18" y="32"/>
                        <a:pt x="17" y="31"/>
                      </a:cubicBezTo>
                      <a:cubicBezTo>
                        <a:pt x="13" y="29"/>
                        <a:pt x="8" y="26"/>
                        <a:pt x="5" y="24"/>
                      </a:cubicBezTo>
                      <a:cubicBezTo>
                        <a:pt x="3" y="23"/>
                        <a:pt x="0" y="23"/>
                        <a:pt x="0" y="21"/>
                      </a:cubicBezTo>
                      <a:cubicBezTo>
                        <a:pt x="3" y="21"/>
                        <a:pt x="5" y="23"/>
                        <a:pt x="8" y="23"/>
                      </a:cubicBezTo>
                      <a:cubicBezTo>
                        <a:pt x="10" y="24"/>
                        <a:pt x="12" y="24"/>
                        <a:pt x="15" y="24"/>
                      </a:cubicBezTo>
                      <a:cubicBezTo>
                        <a:pt x="16" y="24"/>
                        <a:pt x="19" y="25"/>
                        <a:pt x="19" y="25"/>
                      </a:cubicBezTo>
                      <a:cubicBezTo>
                        <a:pt x="21" y="23"/>
                        <a:pt x="20" y="21"/>
                        <a:pt x="20" y="18"/>
                      </a:cubicBezTo>
                      <a:cubicBezTo>
                        <a:pt x="21" y="16"/>
                        <a:pt x="22" y="9"/>
                        <a:pt x="21" y="7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0" y="8"/>
                        <a:pt x="18" y="9"/>
                        <a:pt x="17" y="9"/>
                      </a:cubicBezTo>
                      <a:cubicBezTo>
                        <a:pt x="14" y="11"/>
                        <a:pt x="10" y="14"/>
                        <a:pt x="5" y="13"/>
                      </a:cubicBezTo>
                      <a:cubicBezTo>
                        <a:pt x="4" y="12"/>
                        <a:pt x="3" y="11"/>
                        <a:pt x="3" y="9"/>
                      </a:cubicBezTo>
                      <a:cubicBezTo>
                        <a:pt x="4" y="9"/>
                        <a:pt x="5" y="10"/>
                        <a:pt x="7" y="10"/>
                      </a:cubicBezTo>
                      <a:cubicBezTo>
                        <a:pt x="8" y="9"/>
                        <a:pt x="10" y="8"/>
                        <a:pt x="11" y="8"/>
                      </a:cubicBezTo>
                      <a:cubicBezTo>
                        <a:pt x="14" y="6"/>
                        <a:pt x="17" y="5"/>
                        <a:pt x="19" y="4"/>
                      </a:cubicBezTo>
                      <a:cubicBezTo>
                        <a:pt x="22" y="3"/>
                        <a:pt x="25" y="3"/>
                        <a:pt x="29" y="2"/>
                      </a:cubicBezTo>
                      <a:cubicBezTo>
                        <a:pt x="30" y="1"/>
                        <a:pt x="31" y="0"/>
                        <a:pt x="33" y="0"/>
                      </a:cubicBezTo>
                      <a:cubicBezTo>
                        <a:pt x="34" y="0"/>
                        <a:pt x="36" y="1"/>
                        <a:pt x="37" y="1"/>
                      </a:cubicBezTo>
                      <a:cubicBezTo>
                        <a:pt x="38" y="2"/>
                        <a:pt x="38" y="2"/>
                        <a:pt x="39" y="3"/>
                      </a:cubicBezTo>
                      <a:cubicBezTo>
                        <a:pt x="39" y="4"/>
                        <a:pt x="39" y="4"/>
                        <a:pt x="39" y="5"/>
                      </a:cubicBezTo>
                      <a:cubicBezTo>
                        <a:pt x="36" y="7"/>
                        <a:pt x="30" y="8"/>
                        <a:pt x="25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81" name="iŝ1iḍe"/>
                <p:cNvSpPr/>
                <p:nvPr/>
              </p:nvSpPr>
              <p:spPr bwMode="auto">
                <a:xfrm>
                  <a:off x="7472363" y="3055938"/>
                  <a:ext cx="315913" cy="334963"/>
                </a:xfrm>
                <a:custGeom>
                  <a:avLst/>
                  <a:gdLst>
                    <a:gd name="T0" fmla="*/ 41 w 59"/>
                    <a:gd name="T1" fmla="*/ 7 h 62"/>
                    <a:gd name="T2" fmla="*/ 31 w 59"/>
                    <a:gd name="T3" fmla="*/ 15 h 62"/>
                    <a:gd name="T4" fmla="*/ 29 w 59"/>
                    <a:gd name="T5" fmla="*/ 18 h 62"/>
                    <a:gd name="T6" fmla="*/ 48 w 59"/>
                    <a:gd name="T7" fmla="*/ 10 h 62"/>
                    <a:gd name="T8" fmla="*/ 57 w 59"/>
                    <a:gd name="T9" fmla="*/ 10 h 62"/>
                    <a:gd name="T10" fmla="*/ 43 w 59"/>
                    <a:gd name="T11" fmla="*/ 30 h 62"/>
                    <a:gd name="T12" fmla="*/ 39 w 59"/>
                    <a:gd name="T13" fmla="*/ 37 h 62"/>
                    <a:gd name="T14" fmla="*/ 51 w 59"/>
                    <a:gd name="T15" fmla="*/ 34 h 62"/>
                    <a:gd name="T16" fmla="*/ 52 w 59"/>
                    <a:gd name="T17" fmla="*/ 41 h 62"/>
                    <a:gd name="T18" fmla="*/ 38 w 59"/>
                    <a:gd name="T19" fmla="*/ 46 h 62"/>
                    <a:gd name="T20" fmla="*/ 26 w 59"/>
                    <a:gd name="T21" fmla="*/ 48 h 62"/>
                    <a:gd name="T22" fmla="*/ 45 w 59"/>
                    <a:gd name="T23" fmla="*/ 40 h 62"/>
                    <a:gd name="T24" fmla="*/ 50 w 59"/>
                    <a:gd name="T25" fmla="*/ 36 h 62"/>
                    <a:gd name="T26" fmla="*/ 39 w 59"/>
                    <a:gd name="T27" fmla="*/ 39 h 62"/>
                    <a:gd name="T28" fmla="*/ 33 w 59"/>
                    <a:gd name="T29" fmla="*/ 42 h 62"/>
                    <a:gd name="T30" fmla="*/ 26 w 59"/>
                    <a:gd name="T31" fmla="*/ 43 h 62"/>
                    <a:gd name="T32" fmla="*/ 2 w 59"/>
                    <a:gd name="T33" fmla="*/ 62 h 62"/>
                    <a:gd name="T34" fmla="*/ 1 w 59"/>
                    <a:gd name="T35" fmla="*/ 56 h 62"/>
                    <a:gd name="T36" fmla="*/ 9 w 59"/>
                    <a:gd name="T37" fmla="*/ 45 h 62"/>
                    <a:gd name="T38" fmla="*/ 3 w 59"/>
                    <a:gd name="T39" fmla="*/ 57 h 62"/>
                    <a:gd name="T40" fmla="*/ 7 w 59"/>
                    <a:gd name="T41" fmla="*/ 54 h 62"/>
                    <a:gd name="T42" fmla="*/ 20 w 59"/>
                    <a:gd name="T43" fmla="*/ 44 h 62"/>
                    <a:gd name="T44" fmla="*/ 28 w 59"/>
                    <a:gd name="T45" fmla="*/ 40 h 62"/>
                    <a:gd name="T46" fmla="*/ 23 w 59"/>
                    <a:gd name="T47" fmla="*/ 34 h 62"/>
                    <a:gd name="T48" fmla="*/ 15 w 59"/>
                    <a:gd name="T49" fmla="*/ 40 h 62"/>
                    <a:gd name="T50" fmla="*/ 20 w 59"/>
                    <a:gd name="T51" fmla="*/ 31 h 62"/>
                    <a:gd name="T52" fmla="*/ 15 w 59"/>
                    <a:gd name="T53" fmla="*/ 30 h 62"/>
                    <a:gd name="T54" fmla="*/ 13 w 59"/>
                    <a:gd name="T55" fmla="*/ 18 h 62"/>
                    <a:gd name="T56" fmla="*/ 12 w 59"/>
                    <a:gd name="T57" fmla="*/ 14 h 62"/>
                    <a:gd name="T58" fmla="*/ 18 w 59"/>
                    <a:gd name="T59" fmla="*/ 22 h 62"/>
                    <a:gd name="T60" fmla="*/ 21 w 59"/>
                    <a:gd name="T61" fmla="*/ 29 h 62"/>
                    <a:gd name="T62" fmla="*/ 23 w 59"/>
                    <a:gd name="T63" fmla="*/ 16 h 62"/>
                    <a:gd name="T64" fmla="*/ 35 w 59"/>
                    <a:gd name="T65" fmla="*/ 3 h 62"/>
                    <a:gd name="T66" fmla="*/ 52 w 59"/>
                    <a:gd name="T67" fmla="*/ 11 h 62"/>
                    <a:gd name="T68" fmla="*/ 35 w 59"/>
                    <a:gd name="T69" fmla="*/ 17 h 62"/>
                    <a:gd name="T70" fmla="*/ 40 w 59"/>
                    <a:gd name="T71" fmla="*/ 28 h 62"/>
                    <a:gd name="T72" fmla="*/ 40 w 59"/>
                    <a:gd name="T73" fmla="*/ 28 h 62"/>
                    <a:gd name="T74" fmla="*/ 49 w 59"/>
                    <a:gd name="T75" fmla="*/ 17 h 62"/>
                    <a:gd name="T76" fmla="*/ 39 w 59"/>
                    <a:gd name="T77" fmla="*/ 29 h 62"/>
                    <a:gd name="T78" fmla="*/ 30 w 59"/>
                    <a:gd name="T79" fmla="*/ 32 h 62"/>
                    <a:gd name="T80" fmla="*/ 32 w 59"/>
                    <a:gd name="T81" fmla="*/ 38 h 62"/>
                    <a:gd name="T82" fmla="*/ 39 w 59"/>
                    <a:gd name="T83" fmla="*/ 29 h 62"/>
                    <a:gd name="T84" fmla="*/ 29 w 59"/>
                    <a:gd name="T85" fmla="*/ 28 h 62"/>
                    <a:gd name="T86" fmla="*/ 30 w 59"/>
                    <a:gd name="T87" fmla="*/ 30 h 62"/>
                    <a:gd name="T88" fmla="*/ 35 w 59"/>
                    <a:gd name="T89" fmla="*/ 20 h 62"/>
                    <a:gd name="T90" fmla="*/ 31 w 59"/>
                    <a:gd name="T91" fmla="*/ 19 h 62"/>
                    <a:gd name="T92" fmla="*/ 31 w 59"/>
                    <a:gd name="T93" fmla="*/ 24 h 62"/>
                    <a:gd name="T94" fmla="*/ 28 w 59"/>
                    <a:gd name="T95" fmla="*/ 31 h 62"/>
                    <a:gd name="T96" fmla="*/ 28 w 59"/>
                    <a:gd name="T97" fmla="*/ 3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59" h="62">
                      <a:moveTo>
                        <a:pt x="33" y="0"/>
                      </a:moveTo>
                      <a:cubicBezTo>
                        <a:pt x="37" y="0"/>
                        <a:pt x="41" y="3"/>
                        <a:pt x="41" y="7"/>
                      </a:cubicBezTo>
                      <a:cubicBezTo>
                        <a:pt x="40" y="8"/>
                        <a:pt x="39" y="9"/>
                        <a:pt x="38" y="10"/>
                      </a:cubicBezTo>
                      <a:cubicBezTo>
                        <a:pt x="36" y="12"/>
                        <a:pt x="34" y="13"/>
                        <a:pt x="31" y="15"/>
                      </a:cubicBezTo>
                      <a:cubicBezTo>
                        <a:pt x="30" y="15"/>
                        <a:pt x="28" y="16"/>
                        <a:pt x="28" y="17"/>
                      </a:cubicBezTo>
                      <a:cubicBezTo>
                        <a:pt x="28" y="17"/>
                        <a:pt x="29" y="18"/>
                        <a:pt x="29" y="18"/>
                      </a:cubicBezTo>
                      <a:cubicBezTo>
                        <a:pt x="31" y="17"/>
                        <a:pt x="32" y="16"/>
                        <a:pt x="34" y="15"/>
                      </a:cubicBezTo>
                      <a:cubicBezTo>
                        <a:pt x="39" y="13"/>
                        <a:pt x="43" y="11"/>
                        <a:pt x="48" y="10"/>
                      </a:cubicBezTo>
                      <a:cubicBezTo>
                        <a:pt x="51" y="9"/>
                        <a:pt x="54" y="8"/>
                        <a:pt x="57" y="9"/>
                      </a:cubicBezTo>
                      <a:cubicBezTo>
                        <a:pt x="57" y="9"/>
                        <a:pt x="57" y="10"/>
                        <a:pt x="57" y="10"/>
                      </a:cubicBezTo>
                      <a:cubicBezTo>
                        <a:pt x="57" y="14"/>
                        <a:pt x="53" y="16"/>
                        <a:pt x="51" y="19"/>
                      </a:cubicBezTo>
                      <a:cubicBezTo>
                        <a:pt x="48" y="22"/>
                        <a:pt x="46" y="26"/>
                        <a:pt x="43" y="30"/>
                      </a:cubicBezTo>
                      <a:cubicBezTo>
                        <a:pt x="43" y="31"/>
                        <a:pt x="43" y="31"/>
                        <a:pt x="42" y="32"/>
                      </a:cubicBezTo>
                      <a:cubicBezTo>
                        <a:pt x="41" y="33"/>
                        <a:pt x="40" y="35"/>
                        <a:pt x="39" y="37"/>
                      </a:cubicBezTo>
                      <a:cubicBezTo>
                        <a:pt x="40" y="37"/>
                        <a:pt x="40" y="37"/>
                        <a:pt x="40" y="37"/>
                      </a:cubicBezTo>
                      <a:cubicBezTo>
                        <a:pt x="42" y="35"/>
                        <a:pt x="49" y="34"/>
                        <a:pt x="51" y="34"/>
                      </a:cubicBezTo>
                      <a:cubicBezTo>
                        <a:pt x="53" y="33"/>
                        <a:pt x="56" y="34"/>
                        <a:pt x="56" y="35"/>
                      </a:cubicBezTo>
                      <a:cubicBezTo>
                        <a:pt x="59" y="37"/>
                        <a:pt x="54" y="40"/>
                        <a:pt x="52" y="41"/>
                      </a:cubicBezTo>
                      <a:cubicBezTo>
                        <a:pt x="50" y="43"/>
                        <a:pt x="46" y="44"/>
                        <a:pt x="43" y="45"/>
                      </a:cubicBezTo>
                      <a:cubicBezTo>
                        <a:pt x="41" y="45"/>
                        <a:pt x="39" y="45"/>
                        <a:pt x="38" y="46"/>
                      </a:cubicBezTo>
                      <a:cubicBezTo>
                        <a:pt x="34" y="47"/>
                        <a:pt x="31" y="48"/>
                        <a:pt x="26" y="48"/>
                      </a:cubicBezTo>
                      <a:cubicBezTo>
                        <a:pt x="26" y="48"/>
                        <a:pt x="26" y="48"/>
                        <a:pt x="26" y="48"/>
                      </a:cubicBezTo>
                      <a:cubicBezTo>
                        <a:pt x="27" y="47"/>
                        <a:pt x="29" y="47"/>
                        <a:pt x="30" y="46"/>
                      </a:cubicBezTo>
                      <a:cubicBezTo>
                        <a:pt x="34" y="44"/>
                        <a:pt x="40" y="42"/>
                        <a:pt x="45" y="40"/>
                      </a:cubicBezTo>
                      <a:cubicBezTo>
                        <a:pt x="47" y="39"/>
                        <a:pt x="50" y="38"/>
                        <a:pt x="51" y="36"/>
                      </a:cubicBezTo>
                      <a:cubicBezTo>
                        <a:pt x="51" y="36"/>
                        <a:pt x="50" y="36"/>
                        <a:pt x="50" y="36"/>
                      </a:cubicBezTo>
                      <a:cubicBezTo>
                        <a:pt x="49" y="37"/>
                        <a:pt x="48" y="37"/>
                        <a:pt x="47" y="37"/>
                      </a:cubicBezTo>
                      <a:cubicBezTo>
                        <a:pt x="45" y="38"/>
                        <a:pt x="42" y="38"/>
                        <a:pt x="39" y="39"/>
                      </a:cubicBezTo>
                      <a:cubicBezTo>
                        <a:pt x="38" y="39"/>
                        <a:pt x="37" y="40"/>
                        <a:pt x="36" y="40"/>
                      </a:cubicBezTo>
                      <a:cubicBezTo>
                        <a:pt x="35" y="41"/>
                        <a:pt x="34" y="42"/>
                        <a:pt x="33" y="42"/>
                      </a:cubicBezTo>
                      <a:cubicBezTo>
                        <a:pt x="31" y="43"/>
                        <a:pt x="30" y="42"/>
                        <a:pt x="29" y="42"/>
                      </a:cubicBezTo>
                      <a:cubicBezTo>
                        <a:pt x="28" y="42"/>
                        <a:pt x="27" y="43"/>
                        <a:pt x="26" y="43"/>
                      </a:cubicBezTo>
                      <a:cubicBezTo>
                        <a:pt x="22" y="45"/>
                        <a:pt x="18" y="46"/>
                        <a:pt x="15" y="48"/>
                      </a:cubicBezTo>
                      <a:cubicBezTo>
                        <a:pt x="11" y="51"/>
                        <a:pt x="8" y="60"/>
                        <a:pt x="2" y="62"/>
                      </a:cubicBezTo>
                      <a:cubicBezTo>
                        <a:pt x="1" y="62"/>
                        <a:pt x="0" y="62"/>
                        <a:pt x="0" y="61"/>
                      </a:cubicBezTo>
                      <a:cubicBezTo>
                        <a:pt x="0" y="60"/>
                        <a:pt x="0" y="57"/>
                        <a:pt x="1" y="56"/>
                      </a:cubicBezTo>
                      <a:cubicBezTo>
                        <a:pt x="3" y="53"/>
                        <a:pt x="5" y="50"/>
                        <a:pt x="7" y="47"/>
                      </a:cubicBezTo>
                      <a:cubicBezTo>
                        <a:pt x="8" y="46"/>
                        <a:pt x="8" y="45"/>
                        <a:pt x="9" y="45"/>
                      </a:cubicBezTo>
                      <a:cubicBezTo>
                        <a:pt x="9" y="46"/>
                        <a:pt x="8" y="47"/>
                        <a:pt x="8" y="48"/>
                      </a:cubicBezTo>
                      <a:cubicBezTo>
                        <a:pt x="6" y="51"/>
                        <a:pt x="4" y="54"/>
                        <a:pt x="3" y="57"/>
                      </a:cubicBezTo>
                      <a:cubicBezTo>
                        <a:pt x="3" y="57"/>
                        <a:pt x="3" y="57"/>
                        <a:pt x="3" y="57"/>
                      </a:cubicBezTo>
                      <a:cubicBezTo>
                        <a:pt x="4" y="56"/>
                        <a:pt x="6" y="55"/>
                        <a:pt x="7" y="54"/>
                      </a:cubicBezTo>
                      <a:cubicBezTo>
                        <a:pt x="9" y="52"/>
                        <a:pt x="10" y="50"/>
                        <a:pt x="12" y="49"/>
                      </a:cubicBezTo>
                      <a:cubicBezTo>
                        <a:pt x="15" y="47"/>
                        <a:pt x="17" y="45"/>
                        <a:pt x="20" y="44"/>
                      </a:cubicBezTo>
                      <a:cubicBezTo>
                        <a:pt x="22" y="43"/>
                        <a:pt x="24" y="42"/>
                        <a:pt x="26" y="41"/>
                      </a:cubicBezTo>
                      <a:cubicBezTo>
                        <a:pt x="27" y="40"/>
                        <a:pt x="28" y="40"/>
                        <a:pt x="28" y="40"/>
                      </a:cubicBezTo>
                      <a:cubicBezTo>
                        <a:pt x="28" y="39"/>
                        <a:pt x="28" y="38"/>
                        <a:pt x="28" y="37"/>
                      </a:cubicBezTo>
                      <a:cubicBezTo>
                        <a:pt x="26" y="36"/>
                        <a:pt x="25" y="35"/>
                        <a:pt x="23" y="34"/>
                      </a:cubicBezTo>
                      <a:cubicBezTo>
                        <a:pt x="23" y="34"/>
                        <a:pt x="23" y="34"/>
                        <a:pt x="23" y="34"/>
                      </a:cubicBezTo>
                      <a:cubicBezTo>
                        <a:pt x="20" y="36"/>
                        <a:pt x="19" y="40"/>
                        <a:pt x="15" y="40"/>
                      </a:cubicBezTo>
                      <a:cubicBezTo>
                        <a:pt x="15" y="40"/>
                        <a:pt x="15" y="40"/>
                        <a:pt x="15" y="39"/>
                      </a:cubicBezTo>
                      <a:cubicBezTo>
                        <a:pt x="17" y="38"/>
                        <a:pt x="20" y="34"/>
                        <a:pt x="20" y="31"/>
                      </a:cubicBezTo>
                      <a:cubicBezTo>
                        <a:pt x="20" y="31"/>
                        <a:pt x="19" y="31"/>
                        <a:pt x="19" y="30"/>
                      </a:cubicBezTo>
                      <a:cubicBezTo>
                        <a:pt x="18" y="31"/>
                        <a:pt x="15" y="32"/>
                        <a:pt x="15" y="30"/>
                      </a:cubicBezTo>
                      <a:cubicBezTo>
                        <a:pt x="16" y="29"/>
                        <a:pt x="15" y="27"/>
                        <a:pt x="15" y="26"/>
                      </a:cubicBezTo>
                      <a:cubicBezTo>
                        <a:pt x="14" y="23"/>
                        <a:pt x="14" y="21"/>
                        <a:pt x="13" y="18"/>
                      </a:cubicBezTo>
                      <a:cubicBezTo>
                        <a:pt x="12" y="17"/>
                        <a:pt x="12" y="16"/>
                        <a:pt x="11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3" y="15"/>
                        <a:pt x="14" y="15"/>
                        <a:pt x="14" y="16"/>
                      </a:cubicBezTo>
                      <a:cubicBezTo>
                        <a:pt x="16" y="18"/>
                        <a:pt x="17" y="20"/>
                        <a:pt x="18" y="22"/>
                      </a:cubicBezTo>
                      <a:cubicBezTo>
                        <a:pt x="19" y="23"/>
                        <a:pt x="20" y="25"/>
                        <a:pt x="21" y="27"/>
                      </a:cubicBezTo>
                      <a:cubicBezTo>
                        <a:pt x="21" y="28"/>
                        <a:pt x="21" y="28"/>
                        <a:pt x="21" y="29"/>
                      </a:cubicBezTo>
                      <a:cubicBezTo>
                        <a:pt x="23" y="27"/>
                        <a:pt x="25" y="24"/>
                        <a:pt x="25" y="21"/>
                      </a:cubicBezTo>
                      <a:cubicBezTo>
                        <a:pt x="24" y="20"/>
                        <a:pt x="23" y="18"/>
                        <a:pt x="23" y="16"/>
                      </a:cubicBezTo>
                      <a:cubicBezTo>
                        <a:pt x="24" y="16"/>
                        <a:pt x="25" y="16"/>
                        <a:pt x="26" y="17"/>
                      </a:cubicBezTo>
                      <a:cubicBezTo>
                        <a:pt x="28" y="13"/>
                        <a:pt x="34" y="7"/>
                        <a:pt x="35" y="3"/>
                      </a:cubicBezTo>
                      <a:cubicBezTo>
                        <a:pt x="34" y="2"/>
                        <a:pt x="33" y="1"/>
                        <a:pt x="33" y="0"/>
                      </a:cubicBezTo>
                      <a:close/>
                      <a:moveTo>
                        <a:pt x="52" y="11"/>
                      </a:moveTo>
                      <a:cubicBezTo>
                        <a:pt x="47" y="11"/>
                        <a:pt x="44" y="13"/>
                        <a:pt x="41" y="15"/>
                      </a:cubicBezTo>
                      <a:cubicBezTo>
                        <a:pt x="39" y="16"/>
                        <a:pt x="37" y="16"/>
                        <a:pt x="35" y="17"/>
                      </a:cubicBezTo>
                      <a:cubicBezTo>
                        <a:pt x="35" y="17"/>
                        <a:pt x="35" y="17"/>
                        <a:pt x="35" y="17"/>
                      </a:cubicBezTo>
                      <a:cubicBezTo>
                        <a:pt x="38" y="20"/>
                        <a:pt x="41" y="22"/>
                        <a:pt x="40" y="28"/>
                      </a:cubicBezTo>
                      <a:cubicBezTo>
                        <a:pt x="40" y="28"/>
                        <a:pt x="40" y="28"/>
                        <a:pt x="40" y="28"/>
                      </a:cubicBezTo>
                      <a:cubicBezTo>
                        <a:pt x="40" y="28"/>
                        <a:pt x="40" y="28"/>
                        <a:pt x="40" y="28"/>
                      </a:cubicBezTo>
                      <a:cubicBezTo>
                        <a:pt x="41" y="27"/>
                        <a:pt x="42" y="25"/>
                        <a:pt x="43" y="24"/>
                      </a:cubicBezTo>
                      <a:cubicBezTo>
                        <a:pt x="45" y="22"/>
                        <a:pt x="47" y="19"/>
                        <a:pt x="49" y="17"/>
                      </a:cubicBezTo>
                      <a:cubicBezTo>
                        <a:pt x="50" y="15"/>
                        <a:pt x="51" y="13"/>
                        <a:pt x="52" y="11"/>
                      </a:cubicBezTo>
                      <a:close/>
                      <a:moveTo>
                        <a:pt x="39" y="29"/>
                      </a:moveTo>
                      <a:cubicBezTo>
                        <a:pt x="39" y="29"/>
                        <a:pt x="33" y="31"/>
                        <a:pt x="33" y="32"/>
                      </a:cubicBezTo>
                      <a:cubicBezTo>
                        <a:pt x="32" y="32"/>
                        <a:pt x="30" y="32"/>
                        <a:pt x="30" y="32"/>
                      </a:cubicBezTo>
                      <a:cubicBezTo>
                        <a:pt x="30" y="33"/>
                        <a:pt x="30" y="34"/>
                        <a:pt x="30" y="34"/>
                      </a:cubicBezTo>
                      <a:cubicBezTo>
                        <a:pt x="31" y="36"/>
                        <a:pt x="30" y="37"/>
                        <a:pt x="32" y="38"/>
                      </a:cubicBezTo>
                      <a:cubicBezTo>
                        <a:pt x="34" y="34"/>
                        <a:pt x="37" y="32"/>
                        <a:pt x="39" y="29"/>
                      </a:cubicBezTo>
                      <a:cubicBezTo>
                        <a:pt x="39" y="29"/>
                        <a:pt x="39" y="29"/>
                        <a:pt x="39" y="29"/>
                      </a:cubicBezTo>
                      <a:close/>
                      <a:moveTo>
                        <a:pt x="28" y="28"/>
                      </a:moveTo>
                      <a:cubicBezTo>
                        <a:pt x="28" y="28"/>
                        <a:pt x="29" y="28"/>
                        <a:pt x="29" y="28"/>
                      </a:cubicBezTo>
                      <a:cubicBezTo>
                        <a:pt x="29" y="28"/>
                        <a:pt x="29" y="28"/>
                        <a:pt x="29" y="28"/>
                      </a:cubicBezTo>
                      <a:cubicBezTo>
                        <a:pt x="29" y="29"/>
                        <a:pt x="29" y="30"/>
                        <a:pt x="30" y="30"/>
                      </a:cubicBezTo>
                      <a:cubicBezTo>
                        <a:pt x="32" y="28"/>
                        <a:pt x="37" y="28"/>
                        <a:pt x="37" y="24"/>
                      </a:cubicBezTo>
                      <a:cubicBezTo>
                        <a:pt x="36" y="23"/>
                        <a:pt x="36" y="21"/>
                        <a:pt x="35" y="20"/>
                      </a:cubicBezTo>
                      <a:cubicBezTo>
                        <a:pt x="35" y="19"/>
                        <a:pt x="34" y="19"/>
                        <a:pt x="33" y="18"/>
                      </a:cubicBezTo>
                      <a:cubicBezTo>
                        <a:pt x="33" y="18"/>
                        <a:pt x="32" y="18"/>
                        <a:pt x="31" y="19"/>
                      </a:cubicBezTo>
                      <a:cubicBezTo>
                        <a:pt x="32" y="19"/>
                        <a:pt x="34" y="21"/>
                        <a:pt x="33" y="22"/>
                      </a:cubicBezTo>
                      <a:cubicBezTo>
                        <a:pt x="33" y="23"/>
                        <a:pt x="32" y="23"/>
                        <a:pt x="31" y="24"/>
                      </a:cubicBezTo>
                      <a:cubicBezTo>
                        <a:pt x="30" y="25"/>
                        <a:pt x="27" y="28"/>
                        <a:pt x="27" y="30"/>
                      </a:cubicBezTo>
                      <a:cubicBezTo>
                        <a:pt x="27" y="30"/>
                        <a:pt x="27" y="31"/>
                        <a:pt x="28" y="31"/>
                      </a:cubicBezTo>
                      <a:cubicBezTo>
                        <a:pt x="28" y="31"/>
                        <a:pt x="28" y="31"/>
                        <a:pt x="28" y="30"/>
                      </a:cubicBezTo>
                      <a:cubicBezTo>
                        <a:pt x="28" y="30"/>
                        <a:pt x="28" y="30"/>
                        <a:pt x="28" y="30"/>
                      </a:cubicBezTo>
                      <a:cubicBezTo>
                        <a:pt x="28" y="30"/>
                        <a:pt x="28" y="29"/>
                        <a:pt x="28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82" name="ïŝḷîďé"/>
                <p:cNvSpPr/>
                <p:nvPr/>
              </p:nvSpPr>
              <p:spPr bwMode="auto">
                <a:xfrm>
                  <a:off x="6002338" y="3148013"/>
                  <a:ext cx="223838" cy="346075"/>
                </a:xfrm>
                <a:custGeom>
                  <a:avLst/>
                  <a:gdLst>
                    <a:gd name="T0" fmla="*/ 31 w 42"/>
                    <a:gd name="T1" fmla="*/ 43 h 64"/>
                    <a:gd name="T2" fmla="*/ 33 w 42"/>
                    <a:gd name="T3" fmla="*/ 34 h 64"/>
                    <a:gd name="T4" fmla="*/ 32 w 42"/>
                    <a:gd name="T5" fmla="*/ 28 h 64"/>
                    <a:gd name="T6" fmla="*/ 29 w 42"/>
                    <a:gd name="T7" fmla="*/ 29 h 64"/>
                    <a:gd name="T8" fmla="*/ 23 w 42"/>
                    <a:gd name="T9" fmla="*/ 34 h 64"/>
                    <a:gd name="T10" fmla="*/ 23 w 42"/>
                    <a:gd name="T11" fmla="*/ 40 h 64"/>
                    <a:gd name="T12" fmla="*/ 11 w 42"/>
                    <a:gd name="T13" fmla="*/ 45 h 64"/>
                    <a:gd name="T14" fmla="*/ 1 w 42"/>
                    <a:gd name="T15" fmla="*/ 44 h 64"/>
                    <a:gd name="T16" fmla="*/ 1 w 42"/>
                    <a:gd name="T17" fmla="*/ 40 h 64"/>
                    <a:gd name="T18" fmla="*/ 6 w 42"/>
                    <a:gd name="T19" fmla="*/ 39 h 64"/>
                    <a:gd name="T20" fmla="*/ 13 w 42"/>
                    <a:gd name="T21" fmla="*/ 34 h 64"/>
                    <a:gd name="T22" fmla="*/ 11 w 42"/>
                    <a:gd name="T23" fmla="*/ 31 h 64"/>
                    <a:gd name="T24" fmla="*/ 6 w 42"/>
                    <a:gd name="T25" fmla="*/ 33 h 64"/>
                    <a:gd name="T26" fmla="*/ 1 w 42"/>
                    <a:gd name="T27" fmla="*/ 29 h 64"/>
                    <a:gd name="T28" fmla="*/ 1 w 42"/>
                    <a:gd name="T29" fmla="*/ 28 h 64"/>
                    <a:gd name="T30" fmla="*/ 5 w 42"/>
                    <a:gd name="T31" fmla="*/ 26 h 64"/>
                    <a:gd name="T32" fmla="*/ 8 w 42"/>
                    <a:gd name="T33" fmla="*/ 25 h 64"/>
                    <a:gd name="T34" fmla="*/ 17 w 42"/>
                    <a:gd name="T35" fmla="*/ 21 h 64"/>
                    <a:gd name="T36" fmla="*/ 21 w 42"/>
                    <a:gd name="T37" fmla="*/ 12 h 64"/>
                    <a:gd name="T38" fmla="*/ 22 w 42"/>
                    <a:gd name="T39" fmla="*/ 8 h 64"/>
                    <a:gd name="T40" fmla="*/ 25 w 42"/>
                    <a:gd name="T41" fmla="*/ 0 h 64"/>
                    <a:gd name="T42" fmla="*/ 28 w 42"/>
                    <a:gd name="T43" fmla="*/ 1 h 64"/>
                    <a:gd name="T44" fmla="*/ 29 w 42"/>
                    <a:gd name="T45" fmla="*/ 13 h 64"/>
                    <a:gd name="T46" fmla="*/ 33 w 42"/>
                    <a:gd name="T47" fmla="*/ 13 h 64"/>
                    <a:gd name="T48" fmla="*/ 36 w 42"/>
                    <a:gd name="T49" fmla="*/ 9 h 64"/>
                    <a:gd name="T50" fmla="*/ 41 w 42"/>
                    <a:gd name="T51" fmla="*/ 12 h 64"/>
                    <a:gd name="T52" fmla="*/ 26 w 42"/>
                    <a:gd name="T53" fmla="*/ 21 h 64"/>
                    <a:gd name="T54" fmla="*/ 17 w 42"/>
                    <a:gd name="T55" fmla="*/ 29 h 64"/>
                    <a:gd name="T56" fmla="*/ 25 w 42"/>
                    <a:gd name="T57" fmla="*/ 28 h 64"/>
                    <a:gd name="T58" fmla="*/ 33 w 42"/>
                    <a:gd name="T59" fmla="*/ 24 h 64"/>
                    <a:gd name="T60" fmla="*/ 37 w 42"/>
                    <a:gd name="T61" fmla="*/ 21 h 64"/>
                    <a:gd name="T62" fmla="*/ 42 w 42"/>
                    <a:gd name="T63" fmla="*/ 26 h 64"/>
                    <a:gd name="T64" fmla="*/ 38 w 42"/>
                    <a:gd name="T65" fmla="*/ 38 h 64"/>
                    <a:gd name="T66" fmla="*/ 32 w 42"/>
                    <a:gd name="T67" fmla="*/ 63 h 64"/>
                    <a:gd name="T68" fmla="*/ 25 w 42"/>
                    <a:gd name="T69" fmla="*/ 57 h 64"/>
                    <a:gd name="T70" fmla="*/ 22 w 42"/>
                    <a:gd name="T71" fmla="*/ 55 h 64"/>
                    <a:gd name="T72" fmla="*/ 17 w 42"/>
                    <a:gd name="T73" fmla="*/ 62 h 64"/>
                    <a:gd name="T74" fmla="*/ 15 w 42"/>
                    <a:gd name="T75" fmla="*/ 64 h 64"/>
                    <a:gd name="T76" fmla="*/ 12 w 42"/>
                    <a:gd name="T77" fmla="*/ 64 h 64"/>
                    <a:gd name="T78" fmla="*/ 9 w 42"/>
                    <a:gd name="T79" fmla="*/ 58 h 64"/>
                    <a:gd name="T80" fmla="*/ 11 w 42"/>
                    <a:gd name="T81" fmla="*/ 54 h 64"/>
                    <a:gd name="T82" fmla="*/ 10 w 42"/>
                    <a:gd name="T83" fmla="*/ 52 h 64"/>
                    <a:gd name="T84" fmla="*/ 15 w 42"/>
                    <a:gd name="T85" fmla="*/ 47 h 64"/>
                    <a:gd name="T86" fmla="*/ 22 w 42"/>
                    <a:gd name="T87" fmla="*/ 48 h 64"/>
                    <a:gd name="T88" fmla="*/ 24 w 42"/>
                    <a:gd name="T89" fmla="*/ 53 h 64"/>
                    <a:gd name="T90" fmla="*/ 31 w 42"/>
                    <a:gd name="T91" fmla="*/ 50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42" h="64">
                      <a:moveTo>
                        <a:pt x="31" y="50"/>
                      </a:moveTo>
                      <a:cubicBezTo>
                        <a:pt x="31" y="46"/>
                        <a:pt x="31" y="46"/>
                        <a:pt x="31" y="43"/>
                      </a:cubicBezTo>
                      <a:cubicBezTo>
                        <a:pt x="31" y="42"/>
                        <a:pt x="32" y="40"/>
                        <a:pt x="32" y="38"/>
                      </a:cubicBezTo>
                      <a:cubicBezTo>
                        <a:pt x="33" y="37"/>
                        <a:pt x="33" y="35"/>
                        <a:pt x="33" y="34"/>
                      </a:cubicBezTo>
                      <a:cubicBezTo>
                        <a:pt x="33" y="33"/>
                        <a:pt x="34" y="30"/>
                        <a:pt x="33" y="30"/>
                      </a:cubicBezTo>
                      <a:cubicBezTo>
                        <a:pt x="33" y="29"/>
                        <a:pt x="32" y="28"/>
                        <a:pt x="32" y="28"/>
                      </a:cubicBezTo>
                      <a:cubicBezTo>
                        <a:pt x="31" y="28"/>
                        <a:pt x="31" y="28"/>
                        <a:pt x="30" y="28"/>
                      </a:cubicBezTo>
                      <a:cubicBezTo>
                        <a:pt x="30" y="29"/>
                        <a:pt x="29" y="29"/>
                        <a:pt x="29" y="29"/>
                      </a:cubicBezTo>
                      <a:cubicBezTo>
                        <a:pt x="28" y="29"/>
                        <a:pt x="28" y="30"/>
                        <a:pt x="27" y="30"/>
                      </a:cubicBezTo>
                      <a:cubicBezTo>
                        <a:pt x="25" y="31"/>
                        <a:pt x="24" y="32"/>
                        <a:pt x="23" y="34"/>
                      </a:cubicBezTo>
                      <a:cubicBezTo>
                        <a:pt x="23" y="35"/>
                        <a:pt x="24" y="38"/>
                        <a:pt x="23" y="39"/>
                      </a:cubicBezTo>
                      <a:cubicBezTo>
                        <a:pt x="23" y="39"/>
                        <a:pt x="23" y="40"/>
                        <a:pt x="23" y="40"/>
                      </a:cubicBezTo>
                      <a:cubicBezTo>
                        <a:pt x="21" y="40"/>
                        <a:pt x="18" y="40"/>
                        <a:pt x="17" y="41"/>
                      </a:cubicBezTo>
                      <a:cubicBezTo>
                        <a:pt x="15" y="43"/>
                        <a:pt x="12" y="45"/>
                        <a:pt x="11" y="45"/>
                      </a:cubicBezTo>
                      <a:cubicBezTo>
                        <a:pt x="10" y="46"/>
                        <a:pt x="5" y="46"/>
                        <a:pt x="3" y="45"/>
                      </a:cubicBezTo>
                      <a:cubicBezTo>
                        <a:pt x="3" y="45"/>
                        <a:pt x="2" y="44"/>
                        <a:pt x="1" y="44"/>
                      </a:cubicBezTo>
                      <a:cubicBezTo>
                        <a:pt x="1" y="43"/>
                        <a:pt x="0" y="41"/>
                        <a:pt x="0" y="41"/>
                      </a:cubicBezTo>
                      <a:cubicBezTo>
                        <a:pt x="1" y="40"/>
                        <a:pt x="0" y="40"/>
                        <a:pt x="1" y="40"/>
                      </a:cubicBezTo>
                      <a:cubicBezTo>
                        <a:pt x="2" y="40"/>
                        <a:pt x="3" y="40"/>
                        <a:pt x="3" y="40"/>
                      </a:cubicBezTo>
                      <a:cubicBezTo>
                        <a:pt x="4" y="40"/>
                        <a:pt x="5" y="39"/>
                        <a:pt x="6" y="39"/>
                      </a:cubicBezTo>
                      <a:cubicBezTo>
                        <a:pt x="8" y="38"/>
                        <a:pt x="10" y="37"/>
                        <a:pt x="11" y="37"/>
                      </a:cubicBezTo>
                      <a:cubicBezTo>
                        <a:pt x="12" y="36"/>
                        <a:pt x="13" y="35"/>
                        <a:pt x="13" y="34"/>
                      </a:cubicBezTo>
                      <a:cubicBezTo>
                        <a:pt x="13" y="34"/>
                        <a:pt x="13" y="34"/>
                        <a:pt x="13" y="33"/>
                      </a:cubicBezTo>
                      <a:cubicBezTo>
                        <a:pt x="13" y="32"/>
                        <a:pt x="12" y="32"/>
                        <a:pt x="11" y="31"/>
                      </a:cubicBezTo>
                      <a:cubicBezTo>
                        <a:pt x="10" y="31"/>
                        <a:pt x="9" y="31"/>
                        <a:pt x="8" y="32"/>
                      </a:cubicBezTo>
                      <a:cubicBezTo>
                        <a:pt x="8" y="32"/>
                        <a:pt x="7" y="33"/>
                        <a:pt x="6" y="33"/>
                      </a:cubicBezTo>
                      <a:cubicBezTo>
                        <a:pt x="5" y="32"/>
                        <a:pt x="3" y="32"/>
                        <a:pt x="2" y="30"/>
                      </a:cubicBezTo>
                      <a:cubicBezTo>
                        <a:pt x="1" y="30"/>
                        <a:pt x="1" y="29"/>
                        <a:pt x="1" y="29"/>
                      </a:cubicBezTo>
                      <a:cubicBezTo>
                        <a:pt x="1" y="29"/>
                        <a:pt x="1" y="29"/>
                        <a:pt x="1" y="29"/>
                      </a:cubicBezTo>
                      <a:cubicBezTo>
                        <a:pt x="1" y="29"/>
                        <a:pt x="1" y="28"/>
                        <a:pt x="1" y="28"/>
                      </a:cubicBezTo>
                      <a:cubicBezTo>
                        <a:pt x="1" y="27"/>
                        <a:pt x="1" y="27"/>
                        <a:pt x="1" y="26"/>
                      </a:cubicBezTo>
                      <a:cubicBezTo>
                        <a:pt x="2" y="26"/>
                        <a:pt x="0" y="26"/>
                        <a:pt x="5" y="26"/>
                      </a:cubicBezTo>
                      <a:cubicBezTo>
                        <a:pt x="6" y="26"/>
                        <a:pt x="6" y="26"/>
                        <a:pt x="7" y="26"/>
                      </a:cubicBezTo>
                      <a:cubicBezTo>
                        <a:pt x="7" y="25"/>
                        <a:pt x="7" y="25"/>
                        <a:pt x="8" y="25"/>
                      </a:cubicBezTo>
                      <a:cubicBezTo>
                        <a:pt x="9" y="25"/>
                        <a:pt x="10" y="25"/>
                        <a:pt x="12" y="24"/>
                      </a:cubicBezTo>
                      <a:cubicBezTo>
                        <a:pt x="14" y="23"/>
                        <a:pt x="16" y="22"/>
                        <a:pt x="17" y="21"/>
                      </a:cubicBezTo>
                      <a:cubicBezTo>
                        <a:pt x="18" y="20"/>
                        <a:pt x="19" y="18"/>
                        <a:pt x="19" y="16"/>
                      </a:cubicBezTo>
                      <a:cubicBezTo>
                        <a:pt x="20" y="15"/>
                        <a:pt x="20" y="13"/>
                        <a:pt x="21" y="12"/>
                      </a:cubicBezTo>
                      <a:cubicBezTo>
                        <a:pt x="21" y="11"/>
                        <a:pt x="21" y="10"/>
                        <a:pt x="21" y="9"/>
                      </a:cubicBezTo>
                      <a:cubicBezTo>
                        <a:pt x="21" y="9"/>
                        <a:pt x="22" y="8"/>
                        <a:pt x="22" y="8"/>
                      </a:cubicBezTo>
                      <a:cubicBezTo>
                        <a:pt x="22" y="7"/>
                        <a:pt x="22" y="6"/>
                        <a:pt x="23" y="5"/>
                      </a:cubicBezTo>
                      <a:cubicBezTo>
                        <a:pt x="23" y="3"/>
                        <a:pt x="24" y="1"/>
                        <a:pt x="25" y="0"/>
                      </a:cubicBezTo>
                      <a:cubicBezTo>
                        <a:pt x="26" y="0"/>
                        <a:pt x="26" y="0"/>
                        <a:pt x="27" y="0"/>
                      </a:cubicBezTo>
                      <a:cubicBezTo>
                        <a:pt x="28" y="1"/>
                        <a:pt x="28" y="1"/>
                        <a:pt x="28" y="1"/>
                      </a:cubicBezTo>
                      <a:cubicBezTo>
                        <a:pt x="30" y="5"/>
                        <a:pt x="30" y="6"/>
                        <a:pt x="30" y="7"/>
                      </a:cubicBezTo>
                      <a:cubicBezTo>
                        <a:pt x="31" y="8"/>
                        <a:pt x="30" y="10"/>
                        <a:pt x="29" y="13"/>
                      </a:cubicBezTo>
                      <a:cubicBezTo>
                        <a:pt x="29" y="14"/>
                        <a:pt x="30" y="14"/>
                        <a:pt x="31" y="13"/>
                      </a:cubicBezTo>
                      <a:cubicBezTo>
                        <a:pt x="32" y="13"/>
                        <a:pt x="33" y="12"/>
                        <a:pt x="33" y="13"/>
                      </a:cubicBezTo>
                      <a:cubicBezTo>
                        <a:pt x="32" y="13"/>
                        <a:pt x="34" y="11"/>
                        <a:pt x="34" y="11"/>
                      </a:cubicBezTo>
                      <a:cubicBezTo>
                        <a:pt x="35" y="10"/>
                        <a:pt x="36" y="9"/>
                        <a:pt x="36" y="9"/>
                      </a:cubicBezTo>
                      <a:cubicBezTo>
                        <a:pt x="37" y="9"/>
                        <a:pt x="39" y="8"/>
                        <a:pt x="40" y="9"/>
                      </a:cubicBezTo>
                      <a:cubicBezTo>
                        <a:pt x="41" y="10"/>
                        <a:pt x="42" y="11"/>
                        <a:pt x="41" y="12"/>
                      </a:cubicBezTo>
                      <a:cubicBezTo>
                        <a:pt x="39" y="15"/>
                        <a:pt x="38" y="15"/>
                        <a:pt x="37" y="15"/>
                      </a:cubicBezTo>
                      <a:cubicBezTo>
                        <a:pt x="30" y="18"/>
                        <a:pt x="28" y="19"/>
                        <a:pt x="26" y="21"/>
                      </a:cubicBezTo>
                      <a:cubicBezTo>
                        <a:pt x="23" y="22"/>
                        <a:pt x="23" y="24"/>
                        <a:pt x="20" y="27"/>
                      </a:cubicBezTo>
                      <a:cubicBezTo>
                        <a:pt x="19" y="28"/>
                        <a:pt x="18" y="29"/>
                        <a:pt x="17" y="29"/>
                      </a:cubicBezTo>
                      <a:cubicBezTo>
                        <a:pt x="17" y="30"/>
                        <a:pt x="18" y="32"/>
                        <a:pt x="19" y="32"/>
                      </a:cubicBezTo>
                      <a:cubicBezTo>
                        <a:pt x="20" y="32"/>
                        <a:pt x="23" y="29"/>
                        <a:pt x="25" y="28"/>
                      </a:cubicBezTo>
                      <a:cubicBezTo>
                        <a:pt x="26" y="27"/>
                        <a:pt x="28" y="26"/>
                        <a:pt x="30" y="25"/>
                      </a:cubicBezTo>
                      <a:cubicBezTo>
                        <a:pt x="31" y="25"/>
                        <a:pt x="32" y="25"/>
                        <a:pt x="33" y="24"/>
                      </a:cubicBezTo>
                      <a:cubicBezTo>
                        <a:pt x="34" y="23"/>
                        <a:pt x="35" y="22"/>
                        <a:pt x="36" y="22"/>
                      </a:cubicBezTo>
                      <a:cubicBezTo>
                        <a:pt x="36" y="21"/>
                        <a:pt x="36" y="21"/>
                        <a:pt x="37" y="21"/>
                      </a:cubicBezTo>
                      <a:cubicBezTo>
                        <a:pt x="38" y="21"/>
                        <a:pt x="42" y="21"/>
                        <a:pt x="42" y="22"/>
                      </a:cubicBezTo>
                      <a:cubicBezTo>
                        <a:pt x="42" y="23"/>
                        <a:pt x="42" y="24"/>
                        <a:pt x="42" y="26"/>
                      </a:cubicBezTo>
                      <a:cubicBezTo>
                        <a:pt x="42" y="27"/>
                        <a:pt x="42" y="31"/>
                        <a:pt x="40" y="33"/>
                      </a:cubicBezTo>
                      <a:cubicBezTo>
                        <a:pt x="39" y="35"/>
                        <a:pt x="39" y="36"/>
                        <a:pt x="38" y="38"/>
                      </a:cubicBezTo>
                      <a:cubicBezTo>
                        <a:pt x="35" y="47"/>
                        <a:pt x="35" y="55"/>
                        <a:pt x="33" y="62"/>
                      </a:cubicBezTo>
                      <a:cubicBezTo>
                        <a:pt x="33" y="62"/>
                        <a:pt x="32" y="63"/>
                        <a:pt x="32" y="63"/>
                      </a:cubicBezTo>
                      <a:cubicBezTo>
                        <a:pt x="30" y="63"/>
                        <a:pt x="28" y="62"/>
                        <a:pt x="27" y="60"/>
                      </a:cubicBezTo>
                      <a:cubicBezTo>
                        <a:pt x="26" y="59"/>
                        <a:pt x="26" y="58"/>
                        <a:pt x="25" y="57"/>
                      </a:cubicBezTo>
                      <a:cubicBezTo>
                        <a:pt x="24" y="57"/>
                        <a:pt x="24" y="56"/>
                        <a:pt x="23" y="56"/>
                      </a:cubicBezTo>
                      <a:cubicBezTo>
                        <a:pt x="23" y="56"/>
                        <a:pt x="22" y="55"/>
                        <a:pt x="22" y="55"/>
                      </a:cubicBezTo>
                      <a:cubicBezTo>
                        <a:pt x="21" y="54"/>
                        <a:pt x="20" y="55"/>
                        <a:pt x="19" y="55"/>
                      </a:cubicBezTo>
                      <a:cubicBezTo>
                        <a:pt x="18" y="57"/>
                        <a:pt x="19" y="55"/>
                        <a:pt x="17" y="62"/>
                      </a:cubicBezTo>
                      <a:cubicBezTo>
                        <a:pt x="17" y="62"/>
                        <a:pt x="17" y="63"/>
                        <a:pt x="16" y="63"/>
                      </a:cubicBezTo>
                      <a:cubicBezTo>
                        <a:pt x="16" y="64"/>
                        <a:pt x="16" y="64"/>
                        <a:pt x="15" y="64"/>
                      </a:cubicBezTo>
                      <a:cubicBezTo>
                        <a:pt x="15" y="64"/>
                        <a:pt x="14" y="64"/>
                        <a:pt x="13" y="64"/>
                      </a:cubicBezTo>
                      <a:cubicBezTo>
                        <a:pt x="13" y="64"/>
                        <a:pt x="12" y="64"/>
                        <a:pt x="12" y="64"/>
                      </a:cubicBezTo>
                      <a:cubicBezTo>
                        <a:pt x="12" y="63"/>
                        <a:pt x="13" y="60"/>
                        <a:pt x="12" y="59"/>
                      </a:cubicBezTo>
                      <a:cubicBezTo>
                        <a:pt x="11" y="57"/>
                        <a:pt x="9" y="58"/>
                        <a:pt x="9" y="58"/>
                      </a:cubicBezTo>
                      <a:cubicBezTo>
                        <a:pt x="8" y="57"/>
                        <a:pt x="8" y="56"/>
                        <a:pt x="9" y="55"/>
                      </a:cubicBezTo>
                      <a:cubicBezTo>
                        <a:pt x="10" y="54"/>
                        <a:pt x="10" y="55"/>
                        <a:pt x="11" y="54"/>
                      </a:cubicBezTo>
                      <a:cubicBezTo>
                        <a:pt x="12" y="54"/>
                        <a:pt x="12" y="53"/>
                        <a:pt x="11" y="53"/>
                      </a:cubicBezTo>
                      <a:cubicBezTo>
                        <a:pt x="11" y="52"/>
                        <a:pt x="11" y="52"/>
                        <a:pt x="10" y="52"/>
                      </a:cubicBezTo>
                      <a:cubicBezTo>
                        <a:pt x="9" y="51"/>
                        <a:pt x="9" y="49"/>
                        <a:pt x="10" y="49"/>
                      </a:cubicBezTo>
                      <a:cubicBezTo>
                        <a:pt x="11" y="48"/>
                        <a:pt x="13" y="48"/>
                        <a:pt x="15" y="47"/>
                      </a:cubicBezTo>
                      <a:cubicBezTo>
                        <a:pt x="18" y="46"/>
                        <a:pt x="21" y="46"/>
                        <a:pt x="21" y="46"/>
                      </a:cubicBezTo>
                      <a:cubicBezTo>
                        <a:pt x="22" y="46"/>
                        <a:pt x="23" y="47"/>
                        <a:pt x="22" y="48"/>
                      </a:cubicBezTo>
                      <a:cubicBezTo>
                        <a:pt x="21" y="48"/>
                        <a:pt x="21" y="49"/>
                        <a:pt x="21" y="50"/>
                      </a:cubicBezTo>
                      <a:cubicBezTo>
                        <a:pt x="21" y="52"/>
                        <a:pt x="23" y="53"/>
                        <a:pt x="24" y="53"/>
                      </a:cubicBezTo>
                      <a:cubicBezTo>
                        <a:pt x="26" y="55"/>
                        <a:pt x="28" y="53"/>
                        <a:pt x="29" y="52"/>
                      </a:cubicBezTo>
                      <a:cubicBezTo>
                        <a:pt x="29" y="52"/>
                        <a:pt x="30" y="50"/>
                        <a:pt x="31" y="5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83" name="íśḷïḍe"/>
                <p:cNvSpPr/>
                <p:nvPr/>
              </p:nvSpPr>
              <p:spPr bwMode="auto">
                <a:xfrm>
                  <a:off x="5970588" y="3390900"/>
                  <a:ext cx="52388" cy="119063"/>
                </a:xfrm>
                <a:custGeom>
                  <a:avLst/>
                  <a:gdLst>
                    <a:gd name="T0" fmla="*/ 1 w 10"/>
                    <a:gd name="T1" fmla="*/ 17 h 22"/>
                    <a:gd name="T2" fmla="*/ 1 w 10"/>
                    <a:gd name="T3" fmla="*/ 8 h 22"/>
                    <a:gd name="T4" fmla="*/ 2 w 10"/>
                    <a:gd name="T5" fmla="*/ 2 h 22"/>
                    <a:gd name="T6" fmla="*/ 2 w 10"/>
                    <a:gd name="T7" fmla="*/ 1 h 22"/>
                    <a:gd name="T8" fmla="*/ 3 w 10"/>
                    <a:gd name="T9" fmla="*/ 1 h 22"/>
                    <a:gd name="T10" fmla="*/ 5 w 10"/>
                    <a:gd name="T11" fmla="*/ 2 h 22"/>
                    <a:gd name="T12" fmla="*/ 7 w 10"/>
                    <a:gd name="T13" fmla="*/ 5 h 22"/>
                    <a:gd name="T14" fmla="*/ 9 w 10"/>
                    <a:gd name="T15" fmla="*/ 8 h 22"/>
                    <a:gd name="T16" fmla="*/ 10 w 10"/>
                    <a:gd name="T17" fmla="*/ 12 h 22"/>
                    <a:gd name="T18" fmla="*/ 10 w 10"/>
                    <a:gd name="T19" fmla="*/ 17 h 22"/>
                    <a:gd name="T20" fmla="*/ 9 w 10"/>
                    <a:gd name="T21" fmla="*/ 21 h 22"/>
                    <a:gd name="T22" fmla="*/ 7 w 10"/>
                    <a:gd name="T23" fmla="*/ 22 h 22"/>
                    <a:gd name="T24" fmla="*/ 4 w 10"/>
                    <a:gd name="T25" fmla="*/ 21 h 22"/>
                    <a:gd name="T26" fmla="*/ 1 w 10"/>
                    <a:gd name="T27" fmla="*/ 17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" h="22">
                      <a:moveTo>
                        <a:pt x="1" y="17"/>
                      </a:moveTo>
                      <a:cubicBezTo>
                        <a:pt x="0" y="14"/>
                        <a:pt x="1" y="11"/>
                        <a:pt x="1" y="8"/>
                      </a:cubicBezTo>
                      <a:cubicBezTo>
                        <a:pt x="1" y="6"/>
                        <a:pt x="2" y="4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0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5" y="2"/>
                      </a:cubicBezTo>
                      <a:cubicBezTo>
                        <a:pt x="5" y="5"/>
                        <a:pt x="6" y="5"/>
                        <a:pt x="7" y="5"/>
                      </a:cubicBezTo>
                      <a:cubicBezTo>
                        <a:pt x="7" y="6"/>
                        <a:pt x="8" y="7"/>
                        <a:pt x="9" y="8"/>
                      </a:cubicBezTo>
                      <a:cubicBezTo>
                        <a:pt x="9" y="9"/>
                        <a:pt x="10" y="11"/>
                        <a:pt x="10" y="12"/>
                      </a:cubicBezTo>
                      <a:cubicBezTo>
                        <a:pt x="10" y="14"/>
                        <a:pt x="10" y="16"/>
                        <a:pt x="10" y="17"/>
                      </a:cubicBezTo>
                      <a:cubicBezTo>
                        <a:pt x="10" y="19"/>
                        <a:pt x="9" y="21"/>
                        <a:pt x="9" y="21"/>
                      </a:cubicBezTo>
                      <a:cubicBezTo>
                        <a:pt x="8" y="22"/>
                        <a:pt x="7" y="22"/>
                        <a:pt x="7" y="22"/>
                      </a:cubicBezTo>
                      <a:cubicBezTo>
                        <a:pt x="6" y="22"/>
                        <a:pt x="5" y="21"/>
                        <a:pt x="4" y="21"/>
                      </a:cubicBezTo>
                      <a:cubicBezTo>
                        <a:pt x="3" y="19"/>
                        <a:pt x="1" y="18"/>
                        <a:pt x="1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  <p:sp>
              <p:nvSpPr>
                <p:cNvPr id="84" name="íSḻîďè"/>
                <p:cNvSpPr/>
                <p:nvPr/>
              </p:nvSpPr>
              <p:spPr bwMode="auto">
                <a:xfrm>
                  <a:off x="5472113" y="3132138"/>
                  <a:ext cx="401638" cy="388938"/>
                </a:xfrm>
                <a:custGeom>
                  <a:avLst/>
                  <a:gdLst>
                    <a:gd name="T0" fmla="*/ 32 w 75"/>
                    <a:gd name="T1" fmla="*/ 71 h 72"/>
                    <a:gd name="T2" fmla="*/ 25 w 75"/>
                    <a:gd name="T3" fmla="*/ 68 h 72"/>
                    <a:gd name="T4" fmla="*/ 28 w 75"/>
                    <a:gd name="T5" fmla="*/ 65 h 72"/>
                    <a:gd name="T6" fmla="*/ 40 w 75"/>
                    <a:gd name="T7" fmla="*/ 61 h 72"/>
                    <a:gd name="T8" fmla="*/ 43 w 75"/>
                    <a:gd name="T9" fmla="*/ 61 h 72"/>
                    <a:gd name="T10" fmla="*/ 47 w 75"/>
                    <a:gd name="T11" fmla="*/ 63 h 72"/>
                    <a:gd name="T12" fmla="*/ 51 w 75"/>
                    <a:gd name="T13" fmla="*/ 53 h 72"/>
                    <a:gd name="T14" fmla="*/ 58 w 75"/>
                    <a:gd name="T15" fmla="*/ 40 h 72"/>
                    <a:gd name="T16" fmla="*/ 62 w 75"/>
                    <a:gd name="T17" fmla="*/ 33 h 72"/>
                    <a:gd name="T18" fmla="*/ 59 w 75"/>
                    <a:gd name="T19" fmla="*/ 32 h 72"/>
                    <a:gd name="T20" fmla="*/ 56 w 75"/>
                    <a:gd name="T21" fmla="*/ 33 h 72"/>
                    <a:gd name="T22" fmla="*/ 48 w 75"/>
                    <a:gd name="T23" fmla="*/ 40 h 72"/>
                    <a:gd name="T24" fmla="*/ 47 w 75"/>
                    <a:gd name="T25" fmla="*/ 45 h 72"/>
                    <a:gd name="T26" fmla="*/ 43 w 75"/>
                    <a:gd name="T27" fmla="*/ 49 h 72"/>
                    <a:gd name="T28" fmla="*/ 41 w 75"/>
                    <a:gd name="T29" fmla="*/ 44 h 72"/>
                    <a:gd name="T30" fmla="*/ 36 w 75"/>
                    <a:gd name="T31" fmla="*/ 45 h 72"/>
                    <a:gd name="T32" fmla="*/ 31 w 75"/>
                    <a:gd name="T33" fmla="*/ 49 h 72"/>
                    <a:gd name="T34" fmla="*/ 29 w 75"/>
                    <a:gd name="T35" fmla="*/ 52 h 72"/>
                    <a:gd name="T36" fmla="*/ 27 w 75"/>
                    <a:gd name="T37" fmla="*/ 58 h 72"/>
                    <a:gd name="T38" fmla="*/ 24 w 75"/>
                    <a:gd name="T39" fmla="*/ 60 h 72"/>
                    <a:gd name="T40" fmla="*/ 24 w 75"/>
                    <a:gd name="T41" fmla="*/ 53 h 72"/>
                    <a:gd name="T42" fmla="*/ 22 w 75"/>
                    <a:gd name="T43" fmla="*/ 52 h 72"/>
                    <a:gd name="T44" fmla="*/ 20 w 75"/>
                    <a:gd name="T45" fmla="*/ 53 h 72"/>
                    <a:gd name="T46" fmla="*/ 10 w 75"/>
                    <a:gd name="T47" fmla="*/ 69 h 72"/>
                    <a:gd name="T48" fmla="*/ 4 w 75"/>
                    <a:gd name="T49" fmla="*/ 71 h 72"/>
                    <a:gd name="T50" fmla="*/ 1 w 75"/>
                    <a:gd name="T51" fmla="*/ 69 h 72"/>
                    <a:gd name="T52" fmla="*/ 0 w 75"/>
                    <a:gd name="T53" fmla="*/ 65 h 72"/>
                    <a:gd name="T54" fmla="*/ 2 w 75"/>
                    <a:gd name="T55" fmla="*/ 57 h 72"/>
                    <a:gd name="T56" fmla="*/ 6 w 75"/>
                    <a:gd name="T57" fmla="*/ 59 h 72"/>
                    <a:gd name="T58" fmla="*/ 13 w 75"/>
                    <a:gd name="T59" fmla="*/ 55 h 72"/>
                    <a:gd name="T60" fmla="*/ 21 w 75"/>
                    <a:gd name="T61" fmla="*/ 47 h 72"/>
                    <a:gd name="T62" fmla="*/ 28 w 75"/>
                    <a:gd name="T63" fmla="*/ 40 h 72"/>
                    <a:gd name="T64" fmla="*/ 27 w 75"/>
                    <a:gd name="T65" fmla="*/ 31 h 72"/>
                    <a:gd name="T66" fmla="*/ 28 w 75"/>
                    <a:gd name="T67" fmla="*/ 28 h 72"/>
                    <a:gd name="T68" fmla="*/ 33 w 75"/>
                    <a:gd name="T69" fmla="*/ 23 h 72"/>
                    <a:gd name="T70" fmla="*/ 32 w 75"/>
                    <a:gd name="T71" fmla="*/ 20 h 72"/>
                    <a:gd name="T72" fmla="*/ 26 w 75"/>
                    <a:gd name="T73" fmla="*/ 14 h 72"/>
                    <a:gd name="T74" fmla="*/ 41 w 75"/>
                    <a:gd name="T75" fmla="*/ 13 h 72"/>
                    <a:gd name="T76" fmla="*/ 52 w 75"/>
                    <a:gd name="T77" fmla="*/ 7 h 72"/>
                    <a:gd name="T78" fmla="*/ 61 w 75"/>
                    <a:gd name="T79" fmla="*/ 2 h 72"/>
                    <a:gd name="T80" fmla="*/ 66 w 75"/>
                    <a:gd name="T81" fmla="*/ 2 h 72"/>
                    <a:gd name="T82" fmla="*/ 67 w 75"/>
                    <a:gd name="T83" fmla="*/ 9 h 72"/>
                    <a:gd name="T84" fmla="*/ 51 w 75"/>
                    <a:gd name="T85" fmla="*/ 18 h 72"/>
                    <a:gd name="T86" fmla="*/ 52 w 75"/>
                    <a:gd name="T87" fmla="*/ 22 h 72"/>
                    <a:gd name="T88" fmla="*/ 56 w 75"/>
                    <a:gd name="T89" fmla="*/ 28 h 72"/>
                    <a:gd name="T90" fmla="*/ 68 w 75"/>
                    <a:gd name="T91" fmla="*/ 22 h 72"/>
                    <a:gd name="T92" fmla="*/ 74 w 75"/>
                    <a:gd name="T93" fmla="*/ 25 h 72"/>
                    <a:gd name="T94" fmla="*/ 74 w 75"/>
                    <a:gd name="T95" fmla="*/ 31 h 72"/>
                    <a:gd name="T96" fmla="*/ 69 w 75"/>
                    <a:gd name="T97" fmla="*/ 40 h 72"/>
                    <a:gd name="T98" fmla="*/ 62 w 75"/>
                    <a:gd name="T99" fmla="*/ 55 h 72"/>
                    <a:gd name="T100" fmla="*/ 57 w 75"/>
                    <a:gd name="T101" fmla="*/ 68 h 72"/>
                    <a:gd name="T102" fmla="*/ 53 w 75"/>
                    <a:gd name="T103" fmla="*/ 71 h 72"/>
                    <a:gd name="T104" fmla="*/ 46 w 75"/>
                    <a:gd name="T105" fmla="*/ 67 h 72"/>
                    <a:gd name="T106" fmla="*/ 40 w 75"/>
                    <a:gd name="T107" fmla="*/ 68 h 72"/>
                    <a:gd name="T108" fmla="*/ 30 w 75"/>
                    <a:gd name="T109" fmla="*/ 29 h 72"/>
                    <a:gd name="T110" fmla="*/ 34 w 75"/>
                    <a:gd name="T111" fmla="*/ 37 h 72"/>
                    <a:gd name="T112" fmla="*/ 45 w 75"/>
                    <a:gd name="T113" fmla="*/ 32 h 72"/>
                    <a:gd name="T114" fmla="*/ 46 w 75"/>
                    <a:gd name="T115" fmla="*/ 24 h 72"/>
                    <a:gd name="T116" fmla="*/ 38 w 75"/>
                    <a:gd name="T117" fmla="*/ 24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5" h="72">
                      <a:moveTo>
                        <a:pt x="40" y="70"/>
                      </a:moveTo>
                      <a:cubicBezTo>
                        <a:pt x="39" y="71"/>
                        <a:pt x="38" y="71"/>
                        <a:pt x="37" y="71"/>
                      </a:cubicBezTo>
                      <a:cubicBezTo>
                        <a:pt x="36" y="71"/>
                        <a:pt x="33" y="71"/>
                        <a:pt x="32" y="71"/>
                      </a:cubicBezTo>
                      <a:cubicBezTo>
                        <a:pt x="30" y="71"/>
                        <a:pt x="29" y="71"/>
                        <a:pt x="28" y="70"/>
                      </a:cubicBezTo>
                      <a:cubicBezTo>
                        <a:pt x="26" y="70"/>
                        <a:pt x="25" y="70"/>
                        <a:pt x="25" y="70"/>
                      </a:cubicBezTo>
                      <a:cubicBezTo>
                        <a:pt x="25" y="69"/>
                        <a:pt x="25" y="69"/>
                        <a:pt x="25" y="68"/>
                      </a:cubicBezTo>
                      <a:cubicBezTo>
                        <a:pt x="25" y="68"/>
                        <a:pt x="25" y="67"/>
                        <a:pt x="25" y="67"/>
                      </a:cubicBezTo>
                      <a:cubicBezTo>
                        <a:pt x="26" y="67"/>
                        <a:pt x="26" y="66"/>
                        <a:pt x="26" y="66"/>
                      </a:cubicBezTo>
                      <a:cubicBezTo>
                        <a:pt x="27" y="66"/>
                        <a:pt x="27" y="65"/>
                        <a:pt x="28" y="65"/>
                      </a:cubicBezTo>
                      <a:cubicBezTo>
                        <a:pt x="30" y="64"/>
                        <a:pt x="36" y="62"/>
                        <a:pt x="35" y="62"/>
                      </a:cubicBezTo>
                      <a:cubicBezTo>
                        <a:pt x="34" y="62"/>
                        <a:pt x="37" y="62"/>
                        <a:pt x="37" y="62"/>
                      </a:cubicBezTo>
                      <a:cubicBezTo>
                        <a:pt x="38" y="61"/>
                        <a:pt x="40" y="61"/>
                        <a:pt x="40" y="61"/>
                      </a:cubicBezTo>
                      <a:cubicBezTo>
                        <a:pt x="40" y="61"/>
                        <a:pt x="41" y="60"/>
                        <a:pt x="41" y="60"/>
                      </a:cubicBezTo>
                      <a:cubicBezTo>
                        <a:pt x="42" y="60"/>
                        <a:pt x="42" y="61"/>
                        <a:pt x="42" y="61"/>
                      </a:cubicBezTo>
                      <a:cubicBezTo>
                        <a:pt x="43" y="61"/>
                        <a:pt x="43" y="61"/>
                        <a:pt x="43" y="61"/>
                      </a:cubicBezTo>
                      <a:cubicBezTo>
                        <a:pt x="44" y="61"/>
                        <a:pt x="44" y="61"/>
                        <a:pt x="45" y="62"/>
                      </a:cubicBezTo>
                      <a:cubicBezTo>
                        <a:pt x="45" y="62"/>
                        <a:pt x="46" y="62"/>
                        <a:pt x="46" y="63"/>
                      </a:cubicBezTo>
                      <a:cubicBezTo>
                        <a:pt x="47" y="63"/>
                        <a:pt x="47" y="63"/>
                        <a:pt x="47" y="63"/>
                      </a:cubicBezTo>
                      <a:cubicBezTo>
                        <a:pt x="48" y="63"/>
                        <a:pt x="50" y="62"/>
                        <a:pt x="50" y="61"/>
                      </a:cubicBezTo>
                      <a:cubicBezTo>
                        <a:pt x="51" y="60"/>
                        <a:pt x="51" y="60"/>
                        <a:pt x="51" y="58"/>
                      </a:cubicBezTo>
                      <a:cubicBezTo>
                        <a:pt x="51" y="56"/>
                        <a:pt x="51" y="55"/>
                        <a:pt x="51" y="53"/>
                      </a:cubicBezTo>
                      <a:cubicBezTo>
                        <a:pt x="52" y="51"/>
                        <a:pt x="53" y="48"/>
                        <a:pt x="54" y="48"/>
                      </a:cubicBezTo>
                      <a:cubicBezTo>
                        <a:pt x="54" y="48"/>
                        <a:pt x="55" y="46"/>
                        <a:pt x="55" y="45"/>
                      </a:cubicBezTo>
                      <a:cubicBezTo>
                        <a:pt x="56" y="43"/>
                        <a:pt x="57" y="41"/>
                        <a:pt x="58" y="40"/>
                      </a:cubicBezTo>
                      <a:cubicBezTo>
                        <a:pt x="58" y="39"/>
                        <a:pt x="59" y="38"/>
                        <a:pt x="59" y="38"/>
                      </a:cubicBezTo>
                      <a:cubicBezTo>
                        <a:pt x="60" y="37"/>
                        <a:pt x="61" y="36"/>
                        <a:pt x="61" y="35"/>
                      </a:cubicBezTo>
                      <a:cubicBezTo>
                        <a:pt x="62" y="34"/>
                        <a:pt x="62" y="33"/>
                        <a:pt x="62" y="33"/>
                      </a:cubicBezTo>
                      <a:cubicBezTo>
                        <a:pt x="62" y="33"/>
                        <a:pt x="62" y="32"/>
                        <a:pt x="62" y="32"/>
                      </a:cubicBezTo>
                      <a:cubicBezTo>
                        <a:pt x="62" y="32"/>
                        <a:pt x="61" y="31"/>
                        <a:pt x="61" y="31"/>
                      </a:cubicBezTo>
                      <a:cubicBezTo>
                        <a:pt x="61" y="31"/>
                        <a:pt x="59" y="31"/>
                        <a:pt x="59" y="32"/>
                      </a:cubicBezTo>
                      <a:cubicBezTo>
                        <a:pt x="58" y="32"/>
                        <a:pt x="58" y="32"/>
                        <a:pt x="58" y="32"/>
                      </a:cubicBezTo>
                      <a:cubicBezTo>
                        <a:pt x="58" y="32"/>
                        <a:pt x="56" y="33"/>
                        <a:pt x="57" y="33"/>
                      </a:cubicBezTo>
                      <a:cubicBezTo>
                        <a:pt x="59" y="32"/>
                        <a:pt x="58" y="32"/>
                        <a:pt x="56" y="33"/>
                      </a:cubicBezTo>
                      <a:cubicBezTo>
                        <a:pt x="56" y="33"/>
                        <a:pt x="55" y="34"/>
                        <a:pt x="54" y="34"/>
                      </a:cubicBezTo>
                      <a:cubicBezTo>
                        <a:pt x="53" y="34"/>
                        <a:pt x="52" y="36"/>
                        <a:pt x="51" y="37"/>
                      </a:cubicBezTo>
                      <a:cubicBezTo>
                        <a:pt x="50" y="38"/>
                        <a:pt x="49" y="39"/>
                        <a:pt x="48" y="40"/>
                      </a:cubicBezTo>
                      <a:cubicBezTo>
                        <a:pt x="48" y="41"/>
                        <a:pt x="47" y="41"/>
                        <a:pt x="47" y="41"/>
                      </a:cubicBezTo>
                      <a:cubicBezTo>
                        <a:pt x="47" y="41"/>
                        <a:pt x="47" y="42"/>
                        <a:pt x="47" y="42"/>
                      </a:cubicBezTo>
                      <a:cubicBezTo>
                        <a:pt x="47" y="43"/>
                        <a:pt x="47" y="44"/>
                        <a:pt x="47" y="45"/>
                      </a:cubicBezTo>
                      <a:cubicBezTo>
                        <a:pt x="47" y="45"/>
                        <a:pt x="46" y="45"/>
                        <a:pt x="46" y="46"/>
                      </a:cubicBezTo>
                      <a:cubicBezTo>
                        <a:pt x="46" y="48"/>
                        <a:pt x="45" y="48"/>
                        <a:pt x="45" y="49"/>
                      </a:cubicBezTo>
                      <a:cubicBezTo>
                        <a:pt x="44" y="49"/>
                        <a:pt x="43" y="49"/>
                        <a:pt x="43" y="49"/>
                      </a:cubicBezTo>
                      <a:cubicBezTo>
                        <a:pt x="42" y="49"/>
                        <a:pt x="41" y="48"/>
                        <a:pt x="41" y="47"/>
                      </a:cubicBezTo>
                      <a:cubicBezTo>
                        <a:pt x="41" y="47"/>
                        <a:pt x="41" y="46"/>
                        <a:pt x="41" y="45"/>
                      </a:cubicBezTo>
                      <a:cubicBezTo>
                        <a:pt x="41" y="45"/>
                        <a:pt x="41" y="44"/>
                        <a:pt x="41" y="44"/>
                      </a:cubicBezTo>
                      <a:cubicBezTo>
                        <a:pt x="40" y="43"/>
                        <a:pt x="40" y="42"/>
                        <a:pt x="39" y="42"/>
                      </a:cubicBezTo>
                      <a:cubicBezTo>
                        <a:pt x="38" y="43"/>
                        <a:pt x="37" y="44"/>
                        <a:pt x="36" y="44"/>
                      </a:cubicBezTo>
                      <a:cubicBezTo>
                        <a:pt x="36" y="44"/>
                        <a:pt x="36" y="44"/>
                        <a:pt x="36" y="45"/>
                      </a:cubicBezTo>
                      <a:cubicBezTo>
                        <a:pt x="35" y="45"/>
                        <a:pt x="35" y="45"/>
                        <a:pt x="34" y="46"/>
                      </a:cubicBezTo>
                      <a:cubicBezTo>
                        <a:pt x="34" y="46"/>
                        <a:pt x="34" y="46"/>
                        <a:pt x="34" y="46"/>
                      </a:cubicBezTo>
                      <a:cubicBezTo>
                        <a:pt x="33" y="47"/>
                        <a:pt x="32" y="49"/>
                        <a:pt x="31" y="49"/>
                      </a:cubicBezTo>
                      <a:cubicBezTo>
                        <a:pt x="31" y="50"/>
                        <a:pt x="31" y="50"/>
                        <a:pt x="31" y="50"/>
                      </a:cubicBezTo>
                      <a:cubicBezTo>
                        <a:pt x="30" y="51"/>
                        <a:pt x="30" y="51"/>
                        <a:pt x="30" y="51"/>
                      </a:cubicBezTo>
                      <a:cubicBezTo>
                        <a:pt x="30" y="52"/>
                        <a:pt x="30" y="52"/>
                        <a:pt x="29" y="52"/>
                      </a:cubicBezTo>
                      <a:cubicBezTo>
                        <a:pt x="29" y="53"/>
                        <a:pt x="28" y="54"/>
                        <a:pt x="28" y="54"/>
                      </a:cubicBezTo>
                      <a:cubicBezTo>
                        <a:pt x="28" y="55"/>
                        <a:pt x="28" y="56"/>
                        <a:pt x="28" y="56"/>
                      </a:cubicBezTo>
                      <a:cubicBezTo>
                        <a:pt x="27" y="57"/>
                        <a:pt x="27" y="58"/>
                        <a:pt x="27" y="58"/>
                      </a:cubicBezTo>
                      <a:cubicBezTo>
                        <a:pt x="26" y="59"/>
                        <a:pt x="26" y="59"/>
                        <a:pt x="26" y="60"/>
                      </a:cubicBezTo>
                      <a:cubicBezTo>
                        <a:pt x="25" y="60"/>
                        <a:pt x="25" y="60"/>
                        <a:pt x="25" y="60"/>
                      </a:cubicBezTo>
                      <a:cubicBezTo>
                        <a:pt x="24" y="60"/>
                        <a:pt x="24" y="60"/>
                        <a:pt x="24" y="60"/>
                      </a:cubicBezTo>
                      <a:cubicBezTo>
                        <a:pt x="24" y="60"/>
                        <a:pt x="24" y="59"/>
                        <a:pt x="24" y="59"/>
                      </a:cubicBezTo>
                      <a:cubicBezTo>
                        <a:pt x="24" y="57"/>
                        <a:pt x="23" y="56"/>
                        <a:pt x="23" y="55"/>
                      </a:cubicBezTo>
                      <a:cubicBezTo>
                        <a:pt x="23" y="55"/>
                        <a:pt x="24" y="53"/>
                        <a:pt x="24" y="53"/>
                      </a:cubicBezTo>
                      <a:cubicBezTo>
                        <a:pt x="23" y="52"/>
                        <a:pt x="23" y="52"/>
                        <a:pt x="23" y="52"/>
                      </a:cubicBezTo>
                      <a:cubicBezTo>
                        <a:pt x="23" y="52"/>
                        <a:pt x="23" y="52"/>
                        <a:pt x="23" y="52"/>
                      </a:cubicBezTo>
                      <a:cubicBezTo>
                        <a:pt x="23" y="52"/>
                        <a:pt x="23" y="52"/>
                        <a:pt x="22" y="52"/>
                      </a:cubicBezTo>
                      <a:cubicBezTo>
                        <a:pt x="22" y="52"/>
                        <a:pt x="22" y="52"/>
                        <a:pt x="22" y="52"/>
                      </a:cubicBezTo>
                      <a:cubicBezTo>
                        <a:pt x="22" y="52"/>
                        <a:pt x="21" y="52"/>
                        <a:pt x="21" y="52"/>
                      </a:cubicBezTo>
                      <a:cubicBezTo>
                        <a:pt x="21" y="53"/>
                        <a:pt x="20" y="53"/>
                        <a:pt x="20" y="53"/>
                      </a:cubicBezTo>
                      <a:cubicBezTo>
                        <a:pt x="19" y="54"/>
                        <a:pt x="17" y="56"/>
                        <a:pt x="17" y="56"/>
                      </a:cubicBezTo>
                      <a:cubicBezTo>
                        <a:pt x="15" y="58"/>
                        <a:pt x="13" y="62"/>
                        <a:pt x="12" y="64"/>
                      </a:cubicBezTo>
                      <a:cubicBezTo>
                        <a:pt x="12" y="66"/>
                        <a:pt x="11" y="67"/>
                        <a:pt x="10" y="69"/>
                      </a:cubicBezTo>
                      <a:cubicBezTo>
                        <a:pt x="10" y="70"/>
                        <a:pt x="10" y="71"/>
                        <a:pt x="9" y="71"/>
                      </a:cubicBezTo>
                      <a:cubicBezTo>
                        <a:pt x="8" y="72"/>
                        <a:pt x="7" y="71"/>
                        <a:pt x="6" y="71"/>
                      </a:cubicBezTo>
                      <a:cubicBezTo>
                        <a:pt x="5" y="71"/>
                        <a:pt x="4" y="71"/>
                        <a:pt x="4" y="71"/>
                      </a:cubicBezTo>
                      <a:cubicBezTo>
                        <a:pt x="3" y="71"/>
                        <a:pt x="3" y="71"/>
                        <a:pt x="3" y="71"/>
                      </a:cubicBezTo>
                      <a:cubicBezTo>
                        <a:pt x="3" y="70"/>
                        <a:pt x="2" y="70"/>
                        <a:pt x="2" y="70"/>
                      </a:cubicBezTo>
                      <a:cubicBezTo>
                        <a:pt x="2" y="70"/>
                        <a:pt x="1" y="70"/>
                        <a:pt x="1" y="69"/>
                      </a:cubicBezTo>
                      <a:cubicBezTo>
                        <a:pt x="1" y="69"/>
                        <a:pt x="0" y="69"/>
                        <a:pt x="0" y="69"/>
                      </a:cubicBezTo>
                      <a:cubicBezTo>
                        <a:pt x="0" y="69"/>
                        <a:pt x="0" y="69"/>
                        <a:pt x="0" y="68"/>
                      </a:cubicBezTo>
                      <a:cubicBezTo>
                        <a:pt x="0" y="68"/>
                        <a:pt x="0" y="66"/>
                        <a:pt x="0" y="65"/>
                      </a:cubicBezTo>
                      <a:cubicBezTo>
                        <a:pt x="0" y="65"/>
                        <a:pt x="1" y="62"/>
                        <a:pt x="1" y="60"/>
                      </a:cubicBezTo>
                      <a:cubicBezTo>
                        <a:pt x="1" y="60"/>
                        <a:pt x="1" y="59"/>
                        <a:pt x="1" y="58"/>
                      </a:cubicBezTo>
                      <a:cubicBezTo>
                        <a:pt x="1" y="57"/>
                        <a:pt x="0" y="57"/>
                        <a:pt x="2" y="57"/>
                      </a:cubicBezTo>
                      <a:cubicBezTo>
                        <a:pt x="3" y="57"/>
                        <a:pt x="3" y="58"/>
                        <a:pt x="4" y="58"/>
                      </a:cubicBezTo>
                      <a:cubicBezTo>
                        <a:pt x="4" y="58"/>
                        <a:pt x="5" y="59"/>
                        <a:pt x="5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7" y="59"/>
                        <a:pt x="7" y="59"/>
                        <a:pt x="7" y="59"/>
                      </a:cubicBezTo>
                      <a:cubicBezTo>
                        <a:pt x="8" y="59"/>
                        <a:pt x="10" y="57"/>
                        <a:pt x="10" y="56"/>
                      </a:cubicBezTo>
                      <a:cubicBezTo>
                        <a:pt x="10" y="56"/>
                        <a:pt x="12" y="55"/>
                        <a:pt x="13" y="55"/>
                      </a:cubicBezTo>
                      <a:cubicBezTo>
                        <a:pt x="15" y="53"/>
                        <a:pt x="17" y="50"/>
                        <a:pt x="17" y="50"/>
                      </a:cubicBezTo>
                      <a:cubicBezTo>
                        <a:pt x="18" y="49"/>
                        <a:pt x="19" y="48"/>
                        <a:pt x="20" y="48"/>
                      </a:cubicBezTo>
                      <a:cubicBezTo>
                        <a:pt x="20" y="47"/>
                        <a:pt x="21" y="47"/>
                        <a:pt x="21" y="47"/>
                      </a:cubicBezTo>
                      <a:cubicBezTo>
                        <a:pt x="21" y="47"/>
                        <a:pt x="24" y="44"/>
                        <a:pt x="25" y="43"/>
                      </a:cubicBezTo>
                      <a:cubicBezTo>
                        <a:pt x="26" y="42"/>
                        <a:pt x="27" y="42"/>
                        <a:pt x="27" y="41"/>
                      </a:cubicBezTo>
                      <a:cubicBezTo>
                        <a:pt x="27" y="41"/>
                        <a:pt x="27" y="41"/>
                        <a:pt x="28" y="40"/>
                      </a:cubicBezTo>
                      <a:cubicBezTo>
                        <a:pt x="28" y="39"/>
                        <a:pt x="28" y="38"/>
                        <a:pt x="28" y="37"/>
                      </a:cubicBezTo>
                      <a:cubicBezTo>
                        <a:pt x="28" y="36"/>
                        <a:pt x="28" y="35"/>
                        <a:pt x="27" y="33"/>
                      </a:cubicBezTo>
                      <a:cubicBezTo>
                        <a:pt x="27" y="33"/>
                        <a:pt x="28" y="31"/>
                        <a:pt x="27" y="31"/>
                      </a:cubicBezTo>
                      <a:cubicBezTo>
                        <a:pt x="27" y="30"/>
                        <a:pt x="27" y="30"/>
                        <a:pt x="27" y="30"/>
                      </a:cubicBezTo>
                      <a:cubicBezTo>
                        <a:pt x="27" y="29"/>
                        <a:pt x="27" y="29"/>
                        <a:pt x="28" y="29"/>
                      </a:cubicBezTo>
                      <a:cubicBezTo>
                        <a:pt x="28" y="29"/>
                        <a:pt x="28" y="28"/>
                        <a:pt x="28" y="28"/>
                      </a:cubicBezTo>
                      <a:cubicBezTo>
                        <a:pt x="28" y="28"/>
                        <a:pt x="28" y="28"/>
                        <a:pt x="28" y="27"/>
                      </a:cubicBezTo>
                      <a:cubicBezTo>
                        <a:pt x="28" y="27"/>
                        <a:pt x="29" y="27"/>
                        <a:pt x="29" y="26"/>
                      </a:cubicBezTo>
                      <a:cubicBezTo>
                        <a:pt x="31" y="25"/>
                        <a:pt x="32" y="24"/>
                        <a:pt x="33" y="23"/>
                      </a:cubicBezTo>
                      <a:cubicBezTo>
                        <a:pt x="33" y="22"/>
                        <a:pt x="34" y="22"/>
                        <a:pt x="34" y="21"/>
                      </a:cubicBezTo>
                      <a:cubicBezTo>
                        <a:pt x="34" y="21"/>
                        <a:pt x="34" y="21"/>
                        <a:pt x="34" y="21"/>
                      </a:cubicBezTo>
                      <a:cubicBezTo>
                        <a:pt x="33" y="21"/>
                        <a:pt x="32" y="20"/>
                        <a:pt x="32" y="20"/>
                      </a:cubicBezTo>
                      <a:cubicBezTo>
                        <a:pt x="31" y="20"/>
                        <a:pt x="30" y="20"/>
                        <a:pt x="30" y="19"/>
                      </a:cubicBezTo>
                      <a:cubicBezTo>
                        <a:pt x="29" y="19"/>
                        <a:pt x="26" y="17"/>
                        <a:pt x="26" y="16"/>
                      </a:cubicBezTo>
                      <a:cubicBezTo>
                        <a:pt x="25" y="15"/>
                        <a:pt x="24" y="14"/>
                        <a:pt x="26" y="14"/>
                      </a:cubicBezTo>
                      <a:cubicBezTo>
                        <a:pt x="27" y="14"/>
                        <a:pt x="31" y="14"/>
                        <a:pt x="33" y="15"/>
                      </a:cubicBezTo>
                      <a:cubicBezTo>
                        <a:pt x="35" y="14"/>
                        <a:pt x="35" y="15"/>
                        <a:pt x="37" y="14"/>
                      </a:cubicBezTo>
                      <a:cubicBezTo>
                        <a:pt x="37" y="14"/>
                        <a:pt x="40" y="13"/>
                        <a:pt x="41" y="13"/>
                      </a:cubicBezTo>
                      <a:cubicBezTo>
                        <a:pt x="43" y="12"/>
                        <a:pt x="45" y="11"/>
                        <a:pt x="47" y="10"/>
                      </a:cubicBezTo>
                      <a:cubicBezTo>
                        <a:pt x="48" y="10"/>
                        <a:pt x="50" y="9"/>
                        <a:pt x="51" y="8"/>
                      </a:cubicBezTo>
                      <a:cubicBezTo>
                        <a:pt x="51" y="8"/>
                        <a:pt x="52" y="8"/>
                        <a:pt x="52" y="7"/>
                      </a:cubicBezTo>
                      <a:cubicBezTo>
                        <a:pt x="53" y="7"/>
                        <a:pt x="54" y="7"/>
                        <a:pt x="54" y="6"/>
                      </a:cubicBezTo>
                      <a:cubicBezTo>
                        <a:pt x="56" y="5"/>
                        <a:pt x="57" y="5"/>
                        <a:pt x="59" y="4"/>
                      </a:cubicBezTo>
                      <a:cubicBezTo>
                        <a:pt x="59" y="3"/>
                        <a:pt x="60" y="3"/>
                        <a:pt x="61" y="2"/>
                      </a:cubicBezTo>
                      <a:cubicBezTo>
                        <a:pt x="61" y="2"/>
                        <a:pt x="63" y="1"/>
                        <a:pt x="63" y="1"/>
                      </a:cubicBezTo>
                      <a:cubicBezTo>
                        <a:pt x="64" y="0"/>
                        <a:pt x="64" y="1"/>
                        <a:pt x="65" y="1"/>
                      </a:cubicBezTo>
                      <a:cubicBezTo>
                        <a:pt x="65" y="1"/>
                        <a:pt x="66" y="1"/>
                        <a:pt x="66" y="2"/>
                      </a:cubicBezTo>
                      <a:cubicBezTo>
                        <a:pt x="66" y="2"/>
                        <a:pt x="67" y="3"/>
                        <a:pt x="68" y="3"/>
                      </a:cubicBezTo>
                      <a:cubicBezTo>
                        <a:pt x="68" y="4"/>
                        <a:pt x="68" y="5"/>
                        <a:pt x="68" y="6"/>
                      </a:cubicBezTo>
                      <a:cubicBezTo>
                        <a:pt x="68" y="6"/>
                        <a:pt x="68" y="8"/>
                        <a:pt x="67" y="9"/>
                      </a:cubicBezTo>
                      <a:cubicBezTo>
                        <a:pt x="66" y="9"/>
                        <a:pt x="65" y="10"/>
                        <a:pt x="63" y="10"/>
                      </a:cubicBezTo>
                      <a:cubicBezTo>
                        <a:pt x="62" y="11"/>
                        <a:pt x="61" y="12"/>
                        <a:pt x="60" y="12"/>
                      </a:cubicBezTo>
                      <a:cubicBezTo>
                        <a:pt x="56" y="14"/>
                        <a:pt x="53" y="16"/>
                        <a:pt x="51" y="18"/>
                      </a:cubicBezTo>
                      <a:cubicBezTo>
                        <a:pt x="50" y="18"/>
                        <a:pt x="50" y="18"/>
                        <a:pt x="50" y="19"/>
                      </a:cubicBezTo>
                      <a:cubicBezTo>
                        <a:pt x="50" y="19"/>
                        <a:pt x="50" y="20"/>
                        <a:pt x="50" y="20"/>
                      </a:cubicBezTo>
                      <a:cubicBezTo>
                        <a:pt x="51" y="21"/>
                        <a:pt x="52" y="21"/>
                        <a:pt x="52" y="22"/>
                      </a:cubicBezTo>
                      <a:cubicBezTo>
                        <a:pt x="53" y="24"/>
                        <a:pt x="52" y="26"/>
                        <a:pt x="52" y="27"/>
                      </a:cubicBezTo>
                      <a:cubicBezTo>
                        <a:pt x="53" y="28"/>
                        <a:pt x="53" y="28"/>
                        <a:pt x="53" y="28"/>
                      </a:cubicBezTo>
                      <a:cubicBezTo>
                        <a:pt x="55" y="29"/>
                        <a:pt x="55" y="29"/>
                        <a:pt x="56" y="28"/>
                      </a:cubicBezTo>
                      <a:cubicBezTo>
                        <a:pt x="58" y="27"/>
                        <a:pt x="60" y="27"/>
                        <a:pt x="62" y="26"/>
                      </a:cubicBezTo>
                      <a:cubicBezTo>
                        <a:pt x="63" y="25"/>
                        <a:pt x="66" y="23"/>
                        <a:pt x="66" y="23"/>
                      </a:cubicBezTo>
                      <a:cubicBezTo>
                        <a:pt x="66" y="23"/>
                        <a:pt x="67" y="22"/>
                        <a:pt x="68" y="22"/>
                      </a:cubicBezTo>
                      <a:cubicBezTo>
                        <a:pt x="68" y="22"/>
                        <a:pt x="69" y="22"/>
                        <a:pt x="69" y="22"/>
                      </a:cubicBezTo>
                      <a:cubicBezTo>
                        <a:pt x="70" y="22"/>
                        <a:pt x="71" y="23"/>
                        <a:pt x="72" y="23"/>
                      </a:cubicBezTo>
                      <a:cubicBezTo>
                        <a:pt x="73" y="24"/>
                        <a:pt x="74" y="24"/>
                        <a:pt x="74" y="25"/>
                      </a:cubicBezTo>
                      <a:cubicBezTo>
                        <a:pt x="75" y="26"/>
                        <a:pt x="75" y="26"/>
                        <a:pt x="75" y="26"/>
                      </a:cubicBezTo>
                      <a:cubicBezTo>
                        <a:pt x="75" y="27"/>
                        <a:pt x="75" y="29"/>
                        <a:pt x="74" y="30"/>
                      </a:cubicBezTo>
                      <a:cubicBezTo>
                        <a:pt x="74" y="30"/>
                        <a:pt x="74" y="31"/>
                        <a:pt x="74" y="31"/>
                      </a:cubicBezTo>
                      <a:cubicBezTo>
                        <a:pt x="72" y="33"/>
                        <a:pt x="72" y="34"/>
                        <a:pt x="71" y="35"/>
                      </a:cubicBezTo>
                      <a:cubicBezTo>
                        <a:pt x="71" y="36"/>
                        <a:pt x="71" y="36"/>
                        <a:pt x="70" y="37"/>
                      </a:cubicBezTo>
                      <a:cubicBezTo>
                        <a:pt x="70" y="38"/>
                        <a:pt x="69" y="39"/>
                        <a:pt x="69" y="40"/>
                      </a:cubicBezTo>
                      <a:cubicBezTo>
                        <a:pt x="68" y="42"/>
                        <a:pt x="67" y="43"/>
                        <a:pt x="66" y="45"/>
                      </a:cubicBezTo>
                      <a:cubicBezTo>
                        <a:pt x="65" y="45"/>
                        <a:pt x="65" y="46"/>
                        <a:pt x="65" y="47"/>
                      </a:cubicBezTo>
                      <a:cubicBezTo>
                        <a:pt x="63" y="50"/>
                        <a:pt x="63" y="52"/>
                        <a:pt x="62" y="55"/>
                      </a:cubicBezTo>
                      <a:cubicBezTo>
                        <a:pt x="61" y="56"/>
                        <a:pt x="61" y="56"/>
                        <a:pt x="61" y="57"/>
                      </a:cubicBezTo>
                      <a:cubicBezTo>
                        <a:pt x="60" y="59"/>
                        <a:pt x="59" y="61"/>
                        <a:pt x="59" y="64"/>
                      </a:cubicBezTo>
                      <a:cubicBezTo>
                        <a:pt x="58" y="65"/>
                        <a:pt x="58" y="66"/>
                        <a:pt x="57" y="68"/>
                      </a:cubicBezTo>
                      <a:cubicBezTo>
                        <a:pt x="57" y="68"/>
                        <a:pt x="57" y="69"/>
                        <a:pt x="56" y="70"/>
                      </a:cubicBezTo>
                      <a:cubicBezTo>
                        <a:pt x="56" y="70"/>
                        <a:pt x="55" y="70"/>
                        <a:pt x="55" y="70"/>
                      </a:cubicBezTo>
                      <a:cubicBezTo>
                        <a:pt x="54" y="71"/>
                        <a:pt x="53" y="71"/>
                        <a:pt x="53" y="71"/>
                      </a:cubicBezTo>
                      <a:cubicBezTo>
                        <a:pt x="52" y="72"/>
                        <a:pt x="51" y="71"/>
                        <a:pt x="50" y="71"/>
                      </a:cubicBezTo>
                      <a:cubicBezTo>
                        <a:pt x="49" y="71"/>
                        <a:pt x="48" y="72"/>
                        <a:pt x="48" y="71"/>
                      </a:cubicBezTo>
                      <a:cubicBezTo>
                        <a:pt x="47" y="70"/>
                        <a:pt x="46" y="68"/>
                        <a:pt x="46" y="67"/>
                      </a:cubicBezTo>
                      <a:cubicBezTo>
                        <a:pt x="45" y="67"/>
                        <a:pt x="45" y="66"/>
                        <a:pt x="45" y="66"/>
                      </a:cubicBezTo>
                      <a:cubicBezTo>
                        <a:pt x="44" y="65"/>
                        <a:pt x="43" y="65"/>
                        <a:pt x="43" y="65"/>
                      </a:cubicBezTo>
                      <a:cubicBezTo>
                        <a:pt x="42" y="65"/>
                        <a:pt x="40" y="66"/>
                        <a:pt x="40" y="68"/>
                      </a:cubicBezTo>
                      <a:cubicBezTo>
                        <a:pt x="40" y="68"/>
                        <a:pt x="40" y="70"/>
                        <a:pt x="40" y="70"/>
                      </a:cubicBezTo>
                      <a:close/>
                      <a:moveTo>
                        <a:pt x="31" y="28"/>
                      </a:move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0" y="31"/>
                        <a:pt x="30" y="31"/>
                        <a:pt x="30" y="31"/>
                      </a:cubicBezTo>
                      <a:cubicBezTo>
                        <a:pt x="30" y="31"/>
                        <a:pt x="31" y="34"/>
                        <a:pt x="32" y="35"/>
                      </a:cubicBezTo>
                      <a:cubicBezTo>
                        <a:pt x="33" y="36"/>
                        <a:pt x="34" y="37"/>
                        <a:pt x="34" y="37"/>
                      </a:cubicBezTo>
                      <a:cubicBezTo>
                        <a:pt x="34" y="37"/>
                        <a:pt x="36" y="37"/>
                        <a:pt x="36" y="37"/>
                      </a:cubicBezTo>
                      <a:cubicBezTo>
                        <a:pt x="36" y="37"/>
                        <a:pt x="39" y="36"/>
                        <a:pt x="41" y="35"/>
                      </a:cubicBezTo>
                      <a:cubicBezTo>
                        <a:pt x="44" y="34"/>
                        <a:pt x="45" y="32"/>
                        <a:pt x="45" y="32"/>
                      </a:cubicBezTo>
                      <a:cubicBezTo>
                        <a:pt x="46" y="31"/>
                        <a:pt x="46" y="31"/>
                        <a:pt x="46" y="31"/>
                      </a:cubicBezTo>
                      <a:cubicBezTo>
                        <a:pt x="46" y="31"/>
                        <a:pt x="47" y="29"/>
                        <a:pt x="47" y="27"/>
                      </a:cubicBezTo>
                      <a:cubicBezTo>
                        <a:pt x="47" y="24"/>
                        <a:pt x="46" y="24"/>
                        <a:pt x="46" y="24"/>
                      </a:cubicBezTo>
                      <a:cubicBezTo>
                        <a:pt x="46" y="24"/>
                        <a:pt x="45" y="22"/>
                        <a:pt x="44" y="22"/>
                      </a:cubicBezTo>
                      <a:cubicBezTo>
                        <a:pt x="44" y="22"/>
                        <a:pt x="42" y="22"/>
                        <a:pt x="42" y="22"/>
                      </a:cubicBezTo>
                      <a:cubicBezTo>
                        <a:pt x="41" y="22"/>
                        <a:pt x="40" y="22"/>
                        <a:pt x="38" y="24"/>
                      </a:cubicBezTo>
                      <a:cubicBezTo>
                        <a:pt x="36" y="24"/>
                        <a:pt x="35" y="25"/>
                        <a:pt x="34" y="26"/>
                      </a:cubicBezTo>
                      <a:cubicBezTo>
                        <a:pt x="33" y="27"/>
                        <a:pt x="32" y="27"/>
                        <a:pt x="31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思源黑体 CN Normal" panose="020B0400000000000000" pitchFamily="34" charset="-122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>
                <a:off x="5544918" y="1916770"/>
                <a:ext cx="2398634" cy="169721"/>
              </a:xfrm>
              <a:custGeom>
                <a:avLst/>
                <a:gdLst>
                  <a:gd name="connsiteX0" fmla="*/ 1072429 w 2414454"/>
                  <a:gd name="connsiteY0" fmla="*/ 88859 h 170840"/>
                  <a:gd name="connsiteX1" fmla="*/ 1052522 w 2414454"/>
                  <a:gd name="connsiteY1" fmla="*/ 104604 h 170840"/>
                  <a:gd name="connsiteX2" fmla="*/ 1057408 w 2414454"/>
                  <a:gd name="connsiteY2" fmla="*/ 116095 h 170840"/>
                  <a:gd name="connsiteX3" fmla="*/ 1072972 w 2414454"/>
                  <a:gd name="connsiteY3" fmla="*/ 119805 h 170840"/>
                  <a:gd name="connsiteX4" fmla="*/ 1083740 w 2414454"/>
                  <a:gd name="connsiteY4" fmla="*/ 118901 h 170840"/>
                  <a:gd name="connsiteX5" fmla="*/ 1092879 w 2414454"/>
                  <a:gd name="connsiteY5" fmla="*/ 113833 h 170840"/>
                  <a:gd name="connsiteX6" fmla="*/ 1097404 w 2414454"/>
                  <a:gd name="connsiteY6" fmla="*/ 98450 h 170840"/>
                  <a:gd name="connsiteX7" fmla="*/ 1097404 w 2414454"/>
                  <a:gd name="connsiteY7" fmla="*/ 88859 h 170840"/>
                  <a:gd name="connsiteX8" fmla="*/ 1515646 w 2414454"/>
                  <a:gd name="connsiteY8" fmla="*/ 51397 h 170840"/>
                  <a:gd name="connsiteX9" fmla="*/ 1503974 w 2414454"/>
                  <a:gd name="connsiteY9" fmla="*/ 54292 h 170840"/>
                  <a:gd name="connsiteX10" fmla="*/ 1497187 w 2414454"/>
                  <a:gd name="connsiteY10" fmla="*/ 61803 h 170840"/>
                  <a:gd name="connsiteX11" fmla="*/ 1494110 w 2414454"/>
                  <a:gd name="connsiteY11" fmla="*/ 72480 h 170840"/>
                  <a:gd name="connsiteX12" fmla="*/ 1493387 w 2414454"/>
                  <a:gd name="connsiteY12" fmla="*/ 84696 h 170840"/>
                  <a:gd name="connsiteX13" fmla="*/ 1494110 w 2414454"/>
                  <a:gd name="connsiteY13" fmla="*/ 97003 h 170840"/>
                  <a:gd name="connsiteX14" fmla="*/ 1497187 w 2414454"/>
                  <a:gd name="connsiteY14" fmla="*/ 107590 h 170840"/>
                  <a:gd name="connsiteX15" fmla="*/ 1503974 w 2414454"/>
                  <a:gd name="connsiteY15" fmla="*/ 115100 h 170840"/>
                  <a:gd name="connsiteX16" fmla="*/ 1515646 w 2414454"/>
                  <a:gd name="connsiteY16" fmla="*/ 117996 h 170840"/>
                  <a:gd name="connsiteX17" fmla="*/ 1527229 w 2414454"/>
                  <a:gd name="connsiteY17" fmla="*/ 115100 h 170840"/>
                  <a:gd name="connsiteX18" fmla="*/ 1533925 w 2414454"/>
                  <a:gd name="connsiteY18" fmla="*/ 107590 h 170840"/>
                  <a:gd name="connsiteX19" fmla="*/ 1537002 w 2414454"/>
                  <a:gd name="connsiteY19" fmla="*/ 97003 h 170840"/>
                  <a:gd name="connsiteX20" fmla="*/ 1537726 w 2414454"/>
                  <a:gd name="connsiteY20" fmla="*/ 84696 h 170840"/>
                  <a:gd name="connsiteX21" fmla="*/ 1537002 w 2414454"/>
                  <a:gd name="connsiteY21" fmla="*/ 72480 h 170840"/>
                  <a:gd name="connsiteX22" fmla="*/ 1533925 w 2414454"/>
                  <a:gd name="connsiteY22" fmla="*/ 61803 h 170840"/>
                  <a:gd name="connsiteX23" fmla="*/ 1527229 w 2414454"/>
                  <a:gd name="connsiteY23" fmla="*/ 54292 h 170840"/>
                  <a:gd name="connsiteX24" fmla="*/ 1515646 w 2414454"/>
                  <a:gd name="connsiteY24" fmla="*/ 51397 h 170840"/>
                  <a:gd name="connsiteX25" fmla="*/ 1326232 w 2414454"/>
                  <a:gd name="connsiteY25" fmla="*/ 51397 h 170840"/>
                  <a:gd name="connsiteX26" fmla="*/ 1310126 w 2414454"/>
                  <a:gd name="connsiteY26" fmla="*/ 57912 h 170840"/>
                  <a:gd name="connsiteX27" fmla="*/ 1306235 w 2414454"/>
                  <a:gd name="connsiteY27" fmla="*/ 63613 h 170840"/>
                  <a:gd name="connsiteX28" fmla="*/ 1304063 w 2414454"/>
                  <a:gd name="connsiteY28" fmla="*/ 70399 h 170840"/>
                  <a:gd name="connsiteX29" fmla="*/ 1303068 w 2414454"/>
                  <a:gd name="connsiteY29" fmla="*/ 77819 h 170840"/>
                  <a:gd name="connsiteX30" fmla="*/ 1302887 w 2414454"/>
                  <a:gd name="connsiteY30" fmla="*/ 85420 h 170840"/>
                  <a:gd name="connsiteX31" fmla="*/ 1303068 w 2414454"/>
                  <a:gd name="connsiteY31" fmla="*/ 93021 h 170840"/>
                  <a:gd name="connsiteX32" fmla="*/ 1304063 w 2414454"/>
                  <a:gd name="connsiteY32" fmla="*/ 100441 h 170840"/>
                  <a:gd name="connsiteX33" fmla="*/ 1306235 w 2414454"/>
                  <a:gd name="connsiteY33" fmla="*/ 107318 h 170840"/>
                  <a:gd name="connsiteX34" fmla="*/ 1310126 w 2414454"/>
                  <a:gd name="connsiteY34" fmla="*/ 112928 h 170840"/>
                  <a:gd name="connsiteX35" fmla="*/ 1326232 w 2414454"/>
                  <a:gd name="connsiteY35" fmla="*/ 119443 h 170840"/>
                  <a:gd name="connsiteX36" fmla="*/ 1342520 w 2414454"/>
                  <a:gd name="connsiteY36" fmla="*/ 112928 h 170840"/>
                  <a:gd name="connsiteX37" fmla="*/ 1346321 w 2414454"/>
                  <a:gd name="connsiteY37" fmla="*/ 107318 h 170840"/>
                  <a:gd name="connsiteX38" fmla="*/ 1348492 w 2414454"/>
                  <a:gd name="connsiteY38" fmla="*/ 100441 h 170840"/>
                  <a:gd name="connsiteX39" fmla="*/ 1349397 w 2414454"/>
                  <a:gd name="connsiteY39" fmla="*/ 93021 h 170840"/>
                  <a:gd name="connsiteX40" fmla="*/ 1349578 w 2414454"/>
                  <a:gd name="connsiteY40" fmla="*/ 85420 h 170840"/>
                  <a:gd name="connsiteX41" fmla="*/ 1349397 w 2414454"/>
                  <a:gd name="connsiteY41" fmla="*/ 77819 h 170840"/>
                  <a:gd name="connsiteX42" fmla="*/ 1348492 w 2414454"/>
                  <a:gd name="connsiteY42" fmla="*/ 70399 h 170840"/>
                  <a:gd name="connsiteX43" fmla="*/ 1346321 w 2414454"/>
                  <a:gd name="connsiteY43" fmla="*/ 63613 h 170840"/>
                  <a:gd name="connsiteX44" fmla="*/ 1342520 w 2414454"/>
                  <a:gd name="connsiteY44" fmla="*/ 57912 h 170840"/>
                  <a:gd name="connsiteX45" fmla="*/ 1326232 w 2414454"/>
                  <a:gd name="connsiteY45" fmla="*/ 51397 h 170840"/>
                  <a:gd name="connsiteX46" fmla="*/ 1173832 w 2414454"/>
                  <a:gd name="connsiteY46" fmla="*/ 51397 h 170840"/>
                  <a:gd name="connsiteX47" fmla="*/ 1157726 w 2414454"/>
                  <a:gd name="connsiteY47" fmla="*/ 57912 h 170840"/>
                  <a:gd name="connsiteX48" fmla="*/ 1153835 w 2414454"/>
                  <a:gd name="connsiteY48" fmla="*/ 63613 h 170840"/>
                  <a:gd name="connsiteX49" fmla="*/ 1151663 w 2414454"/>
                  <a:gd name="connsiteY49" fmla="*/ 70399 h 170840"/>
                  <a:gd name="connsiteX50" fmla="*/ 1150668 w 2414454"/>
                  <a:gd name="connsiteY50" fmla="*/ 77819 h 170840"/>
                  <a:gd name="connsiteX51" fmla="*/ 1150487 w 2414454"/>
                  <a:gd name="connsiteY51" fmla="*/ 85420 h 170840"/>
                  <a:gd name="connsiteX52" fmla="*/ 1150668 w 2414454"/>
                  <a:gd name="connsiteY52" fmla="*/ 93021 h 170840"/>
                  <a:gd name="connsiteX53" fmla="*/ 1151663 w 2414454"/>
                  <a:gd name="connsiteY53" fmla="*/ 100441 h 170840"/>
                  <a:gd name="connsiteX54" fmla="*/ 1153835 w 2414454"/>
                  <a:gd name="connsiteY54" fmla="*/ 107318 h 170840"/>
                  <a:gd name="connsiteX55" fmla="*/ 1157726 w 2414454"/>
                  <a:gd name="connsiteY55" fmla="*/ 112928 h 170840"/>
                  <a:gd name="connsiteX56" fmla="*/ 1173832 w 2414454"/>
                  <a:gd name="connsiteY56" fmla="*/ 119443 h 170840"/>
                  <a:gd name="connsiteX57" fmla="*/ 1190120 w 2414454"/>
                  <a:gd name="connsiteY57" fmla="*/ 112928 h 170840"/>
                  <a:gd name="connsiteX58" fmla="*/ 1193921 w 2414454"/>
                  <a:gd name="connsiteY58" fmla="*/ 107318 h 170840"/>
                  <a:gd name="connsiteX59" fmla="*/ 1196092 w 2414454"/>
                  <a:gd name="connsiteY59" fmla="*/ 100441 h 170840"/>
                  <a:gd name="connsiteX60" fmla="*/ 1196997 w 2414454"/>
                  <a:gd name="connsiteY60" fmla="*/ 93021 h 170840"/>
                  <a:gd name="connsiteX61" fmla="*/ 1197178 w 2414454"/>
                  <a:gd name="connsiteY61" fmla="*/ 85420 h 170840"/>
                  <a:gd name="connsiteX62" fmla="*/ 1196997 w 2414454"/>
                  <a:gd name="connsiteY62" fmla="*/ 77819 h 170840"/>
                  <a:gd name="connsiteX63" fmla="*/ 1196092 w 2414454"/>
                  <a:gd name="connsiteY63" fmla="*/ 70399 h 170840"/>
                  <a:gd name="connsiteX64" fmla="*/ 1193921 w 2414454"/>
                  <a:gd name="connsiteY64" fmla="*/ 63613 h 170840"/>
                  <a:gd name="connsiteX65" fmla="*/ 1190120 w 2414454"/>
                  <a:gd name="connsiteY65" fmla="*/ 57912 h 170840"/>
                  <a:gd name="connsiteX66" fmla="*/ 1173832 w 2414454"/>
                  <a:gd name="connsiteY66" fmla="*/ 51397 h 170840"/>
                  <a:gd name="connsiteX67" fmla="*/ 145132 w 2414454"/>
                  <a:gd name="connsiteY67" fmla="*/ 51397 h 170840"/>
                  <a:gd name="connsiteX68" fmla="*/ 129026 w 2414454"/>
                  <a:gd name="connsiteY68" fmla="*/ 57912 h 170840"/>
                  <a:gd name="connsiteX69" fmla="*/ 125135 w 2414454"/>
                  <a:gd name="connsiteY69" fmla="*/ 63613 h 170840"/>
                  <a:gd name="connsiteX70" fmla="*/ 122963 w 2414454"/>
                  <a:gd name="connsiteY70" fmla="*/ 70399 h 170840"/>
                  <a:gd name="connsiteX71" fmla="*/ 121968 w 2414454"/>
                  <a:gd name="connsiteY71" fmla="*/ 77819 h 170840"/>
                  <a:gd name="connsiteX72" fmla="*/ 121787 w 2414454"/>
                  <a:gd name="connsiteY72" fmla="*/ 85420 h 170840"/>
                  <a:gd name="connsiteX73" fmla="*/ 121968 w 2414454"/>
                  <a:gd name="connsiteY73" fmla="*/ 93021 h 170840"/>
                  <a:gd name="connsiteX74" fmla="*/ 122963 w 2414454"/>
                  <a:gd name="connsiteY74" fmla="*/ 100441 h 170840"/>
                  <a:gd name="connsiteX75" fmla="*/ 125135 w 2414454"/>
                  <a:gd name="connsiteY75" fmla="*/ 107318 h 170840"/>
                  <a:gd name="connsiteX76" fmla="*/ 129026 w 2414454"/>
                  <a:gd name="connsiteY76" fmla="*/ 112928 h 170840"/>
                  <a:gd name="connsiteX77" fmla="*/ 145132 w 2414454"/>
                  <a:gd name="connsiteY77" fmla="*/ 119443 h 170840"/>
                  <a:gd name="connsiteX78" fmla="*/ 161420 w 2414454"/>
                  <a:gd name="connsiteY78" fmla="*/ 112928 h 170840"/>
                  <a:gd name="connsiteX79" fmla="*/ 165221 w 2414454"/>
                  <a:gd name="connsiteY79" fmla="*/ 107318 h 170840"/>
                  <a:gd name="connsiteX80" fmla="*/ 167392 w 2414454"/>
                  <a:gd name="connsiteY80" fmla="*/ 100441 h 170840"/>
                  <a:gd name="connsiteX81" fmla="*/ 168297 w 2414454"/>
                  <a:gd name="connsiteY81" fmla="*/ 93021 h 170840"/>
                  <a:gd name="connsiteX82" fmla="*/ 168478 w 2414454"/>
                  <a:gd name="connsiteY82" fmla="*/ 85420 h 170840"/>
                  <a:gd name="connsiteX83" fmla="*/ 168297 w 2414454"/>
                  <a:gd name="connsiteY83" fmla="*/ 77819 h 170840"/>
                  <a:gd name="connsiteX84" fmla="*/ 167392 w 2414454"/>
                  <a:gd name="connsiteY84" fmla="*/ 70399 h 170840"/>
                  <a:gd name="connsiteX85" fmla="*/ 165221 w 2414454"/>
                  <a:gd name="connsiteY85" fmla="*/ 63613 h 170840"/>
                  <a:gd name="connsiteX86" fmla="*/ 161420 w 2414454"/>
                  <a:gd name="connsiteY86" fmla="*/ 57912 h 170840"/>
                  <a:gd name="connsiteX87" fmla="*/ 145132 w 2414454"/>
                  <a:gd name="connsiteY87" fmla="*/ 51397 h 170840"/>
                  <a:gd name="connsiteX88" fmla="*/ 2031082 w 2414454"/>
                  <a:gd name="connsiteY88" fmla="*/ 51035 h 170840"/>
                  <a:gd name="connsiteX89" fmla="*/ 2018414 w 2414454"/>
                  <a:gd name="connsiteY89" fmla="*/ 54632 h 170840"/>
                  <a:gd name="connsiteX90" fmla="*/ 2010270 w 2414454"/>
                  <a:gd name="connsiteY90" fmla="*/ 64342 h 170840"/>
                  <a:gd name="connsiteX91" fmla="*/ 2008280 w 2414454"/>
                  <a:gd name="connsiteY91" fmla="*/ 70814 h 170840"/>
                  <a:gd name="connsiteX92" fmla="*/ 2007556 w 2414454"/>
                  <a:gd name="connsiteY92" fmla="*/ 79086 h 170840"/>
                  <a:gd name="connsiteX93" fmla="*/ 2054609 w 2414454"/>
                  <a:gd name="connsiteY93" fmla="*/ 79086 h 170840"/>
                  <a:gd name="connsiteX94" fmla="*/ 2054247 w 2414454"/>
                  <a:gd name="connsiteY94" fmla="*/ 74410 h 170840"/>
                  <a:gd name="connsiteX95" fmla="*/ 2053795 w 2414454"/>
                  <a:gd name="connsiteY95" fmla="*/ 70815 h 170840"/>
                  <a:gd name="connsiteX96" fmla="*/ 2053071 w 2414454"/>
                  <a:gd name="connsiteY96" fmla="*/ 67669 h 170840"/>
                  <a:gd name="connsiteX97" fmla="*/ 2051894 w 2414454"/>
                  <a:gd name="connsiteY97" fmla="*/ 64342 h 170840"/>
                  <a:gd name="connsiteX98" fmla="*/ 2043750 w 2414454"/>
                  <a:gd name="connsiteY98" fmla="*/ 54632 h 170840"/>
                  <a:gd name="connsiteX99" fmla="*/ 2031082 w 2414454"/>
                  <a:gd name="connsiteY99" fmla="*/ 51035 h 170840"/>
                  <a:gd name="connsiteX100" fmla="*/ 630907 w 2414454"/>
                  <a:gd name="connsiteY100" fmla="*/ 51035 h 170840"/>
                  <a:gd name="connsiteX101" fmla="*/ 618239 w 2414454"/>
                  <a:gd name="connsiteY101" fmla="*/ 54632 h 170840"/>
                  <a:gd name="connsiteX102" fmla="*/ 610095 w 2414454"/>
                  <a:gd name="connsiteY102" fmla="*/ 64342 h 170840"/>
                  <a:gd name="connsiteX103" fmla="*/ 608104 w 2414454"/>
                  <a:gd name="connsiteY103" fmla="*/ 70814 h 170840"/>
                  <a:gd name="connsiteX104" fmla="*/ 607381 w 2414454"/>
                  <a:gd name="connsiteY104" fmla="*/ 79086 h 170840"/>
                  <a:gd name="connsiteX105" fmla="*/ 654434 w 2414454"/>
                  <a:gd name="connsiteY105" fmla="*/ 79086 h 170840"/>
                  <a:gd name="connsiteX106" fmla="*/ 654072 w 2414454"/>
                  <a:gd name="connsiteY106" fmla="*/ 74410 h 170840"/>
                  <a:gd name="connsiteX107" fmla="*/ 653620 w 2414454"/>
                  <a:gd name="connsiteY107" fmla="*/ 70815 h 170840"/>
                  <a:gd name="connsiteX108" fmla="*/ 652896 w 2414454"/>
                  <a:gd name="connsiteY108" fmla="*/ 67669 h 170840"/>
                  <a:gd name="connsiteX109" fmla="*/ 651720 w 2414454"/>
                  <a:gd name="connsiteY109" fmla="*/ 64342 h 170840"/>
                  <a:gd name="connsiteX110" fmla="*/ 643576 w 2414454"/>
                  <a:gd name="connsiteY110" fmla="*/ 54632 h 170840"/>
                  <a:gd name="connsiteX111" fmla="*/ 630907 w 2414454"/>
                  <a:gd name="connsiteY111" fmla="*/ 51035 h 170840"/>
                  <a:gd name="connsiteX112" fmla="*/ 2337540 w 2414454"/>
                  <a:gd name="connsiteY112" fmla="*/ 40900 h 170840"/>
                  <a:gd name="connsiteX113" fmla="*/ 2351656 w 2414454"/>
                  <a:gd name="connsiteY113" fmla="*/ 40900 h 170840"/>
                  <a:gd name="connsiteX114" fmla="*/ 2376087 w 2414454"/>
                  <a:gd name="connsiteY114" fmla="*/ 112385 h 170840"/>
                  <a:gd name="connsiteX115" fmla="*/ 2400338 w 2414454"/>
                  <a:gd name="connsiteY115" fmla="*/ 40900 h 170840"/>
                  <a:gd name="connsiteX116" fmla="*/ 2414454 w 2414454"/>
                  <a:gd name="connsiteY116" fmla="*/ 40900 h 170840"/>
                  <a:gd name="connsiteX117" fmla="*/ 2373916 w 2414454"/>
                  <a:gd name="connsiteY117" fmla="*/ 151476 h 170840"/>
                  <a:gd name="connsiteX118" fmla="*/ 2367582 w 2414454"/>
                  <a:gd name="connsiteY118" fmla="*/ 161973 h 170840"/>
                  <a:gd name="connsiteX119" fmla="*/ 2359438 w 2414454"/>
                  <a:gd name="connsiteY119" fmla="*/ 166768 h 170840"/>
                  <a:gd name="connsiteX120" fmla="*/ 2350208 w 2414454"/>
                  <a:gd name="connsiteY120" fmla="*/ 168126 h 170840"/>
                  <a:gd name="connsiteX121" fmla="*/ 2344598 w 2414454"/>
                  <a:gd name="connsiteY121" fmla="*/ 168126 h 170840"/>
                  <a:gd name="connsiteX122" fmla="*/ 2344598 w 2414454"/>
                  <a:gd name="connsiteY122" fmla="*/ 156543 h 170840"/>
                  <a:gd name="connsiteX123" fmla="*/ 2348579 w 2414454"/>
                  <a:gd name="connsiteY123" fmla="*/ 156543 h 170840"/>
                  <a:gd name="connsiteX124" fmla="*/ 2358171 w 2414454"/>
                  <a:gd name="connsiteY124" fmla="*/ 154100 h 170840"/>
                  <a:gd name="connsiteX125" fmla="*/ 2363238 w 2414454"/>
                  <a:gd name="connsiteY125" fmla="*/ 145504 h 170840"/>
                  <a:gd name="connsiteX126" fmla="*/ 2369572 w 2414454"/>
                  <a:gd name="connsiteY126" fmla="*/ 128130 h 170840"/>
                  <a:gd name="connsiteX127" fmla="*/ 2247062 w 2414454"/>
                  <a:gd name="connsiteY127" fmla="*/ 40900 h 170840"/>
                  <a:gd name="connsiteX128" fmla="*/ 2260092 w 2414454"/>
                  <a:gd name="connsiteY128" fmla="*/ 40900 h 170840"/>
                  <a:gd name="connsiteX129" fmla="*/ 2260092 w 2414454"/>
                  <a:gd name="connsiteY129" fmla="*/ 129940 h 170840"/>
                  <a:gd name="connsiteX130" fmla="*/ 2247062 w 2414454"/>
                  <a:gd name="connsiteY130" fmla="*/ 129940 h 170840"/>
                  <a:gd name="connsiteX131" fmla="*/ 1899390 w 2414454"/>
                  <a:gd name="connsiteY131" fmla="*/ 40900 h 170840"/>
                  <a:gd name="connsiteX132" fmla="*/ 1913506 w 2414454"/>
                  <a:gd name="connsiteY132" fmla="*/ 40900 h 170840"/>
                  <a:gd name="connsiteX133" fmla="*/ 1937756 w 2414454"/>
                  <a:gd name="connsiteY133" fmla="*/ 112385 h 170840"/>
                  <a:gd name="connsiteX134" fmla="*/ 1962188 w 2414454"/>
                  <a:gd name="connsiteY134" fmla="*/ 40900 h 170840"/>
                  <a:gd name="connsiteX135" fmla="*/ 1976304 w 2414454"/>
                  <a:gd name="connsiteY135" fmla="*/ 40900 h 170840"/>
                  <a:gd name="connsiteX136" fmla="*/ 1943548 w 2414454"/>
                  <a:gd name="connsiteY136" fmla="*/ 129940 h 170840"/>
                  <a:gd name="connsiteX137" fmla="*/ 1931965 w 2414454"/>
                  <a:gd name="connsiteY137" fmla="*/ 129940 h 170840"/>
                  <a:gd name="connsiteX138" fmla="*/ 1875587 w 2414454"/>
                  <a:gd name="connsiteY138" fmla="*/ 40900 h 170840"/>
                  <a:gd name="connsiteX139" fmla="*/ 1888617 w 2414454"/>
                  <a:gd name="connsiteY139" fmla="*/ 40900 h 170840"/>
                  <a:gd name="connsiteX140" fmla="*/ 1888617 w 2414454"/>
                  <a:gd name="connsiteY140" fmla="*/ 129940 h 170840"/>
                  <a:gd name="connsiteX141" fmla="*/ 1875587 w 2414454"/>
                  <a:gd name="connsiteY141" fmla="*/ 129940 h 170840"/>
                  <a:gd name="connsiteX142" fmla="*/ 999287 w 2414454"/>
                  <a:gd name="connsiteY142" fmla="*/ 40900 h 170840"/>
                  <a:gd name="connsiteX143" fmla="*/ 1012317 w 2414454"/>
                  <a:gd name="connsiteY143" fmla="*/ 40900 h 170840"/>
                  <a:gd name="connsiteX144" fmla="*/ 1012317 w 2414454"/>
                  <a:gd name="connsiteY144" fmla="*/ 129940 h 170840"/>
                  <a:gd name="connsiteX145" fmla="*/ 999287 w 2414454"/>
                  <a:gd name="connsiteY145" fmla="*/ 129940 h 170840"/>
                  <a:gd name="connsiteX146" fmla="*/ 451590 w 2414454"/>
                  <a:gd name="connsiteY146" fmla="*/ 40900 h 170840"/>
                  <a:gd name="connsiteX147" fmla="*/ 465706 w 2414454"/>
                  <a:gd name="connsiteY147" fmla="*/ 40900 h 170840"/>
                  <a:gd name="connsiteX148" fmla="*/ 486156 w 2414454"/>
                  <a:gd name="connsiteY148" fmla="*/ 112385 h 170840"/>
                  <a:gd name="connsiteX149" fmla="*/ 509502 w 2414454"/>
                  <a:gd name="connsiteY149" fmla="*/ 40900 h 170840"/>
                  <a:gd name="connsiteX150" fmla="*/ 520722 w 2414454"/>
                  <a:gd name="connsiteY150" fmla="*/ 40900 h 170840"/>
                  <a:gd name="connsiteX151" fmla="*/ 544249 w 2414454"/>
                  <a:gd name="connsiteY151" fmla="*/ 112385 h 170840"/>
                  <a:gd name="connsiteX152" fmla="*/ 564518 w 2414454"/>
                  <a:gd name="connsiteY152" fmla="*/ 40900 h 170840"/>
                  <a:gd name="connsiteX153" fmla="*/ 578634 w 2414454"/>
                  <a:gd name="connsiteY153" fmla="*/ 40900 h 170840"/>
                  <a:gd name="connsiteX154" fmla="*/ 550583 w 2414454"/>
                  <a:gd name="connsiteY154" fmla="*/ 129940 h 170840"/>
                  <a:gd name="connsiteX155" fmla="*/ 538458 w 2414454"/>
                  <a:gd name="connsiteY155" fmla="*/ 129940 h 170840"/>
                  <a:gd name="connsiteX156" fmla="*/ 515112 w 2414454"/>
                  <a:gd name="connsiteY156" fmla="*/ 60808 h 170840"/>
                  <a:gd name="connsiteX157" fmla="*/ 491947 w 2414454"/>
                  <a:gd name="connsiteY157" fmla="*/ 129940 h 170840"/>
                  <a:gd name="connsiteX158" fmla="*/ 479822 w 2414454"/>
                  <a:gd name="connsiteY158" fmla="*/ 129940 h 170840"/>
                  <a:gd name="connsiteX159" fmla="*/ 207807 w 2414454"/>
                  <a:gd name="connsiteY159" fmla="*/ 40900 h 170840"/>
                  <a:gd name="connsiteX160" fmla="*/ 220837 w 2414454"/>
                  <a:gd name="connsiteY160" fmla="*/ 40900 h 170840"/>
                  <a:gd name="connsiteX161" fmla="*/ 220837 w 2414454"/>
                  <a:gd name="connsiteY161" fmla="*/ 95736 h 170840"/>
                  <a:gd name="connsiteX162" fmla="*/ 226628 w 2414454"/>
                  <a:gd name="connsiteY162" fmla="*/ 113562 h 170840"/>
                  <a:gd name="connsiteX163" fmla="*/ 242554 w 2414454"/>
                  <a:gd name="connsiteY163" fmla="*/ 119443 h 170840"/>
                  <a:gd name="connsiteX164" fmla="*/ 258751 w 2414454"/>
                  <a:gd name="connsiteY164" fmla="*/ 113471 h 170840"/>
                  <a:gd name="connsiteX165" fmla="*/ 264814 w 2414454"/>
                  <a:gd name="connsiteY165" fmla="*/ 95736 h 170840"/>
                  <a:gd name="connsiteX166" fmla="*/ 264814 w 2414454"/>
                  <a:gd name="connsiteY166" fmla="*/ 40900 h 170840"/>
                  <a:gd name="connsiteX167" fmla="*/ 277844 w 2414454"/>
                  <a:gd name="connsiteY167" fmla="*/ 40900 h 170840"/>
                  <a:gd name="connsiteX168" fmla="*/ 277844 w 2414454"/>
                  <a:gd name="connsiteY168" fmla="*/ 129940 h 170840"/>
                  <a:gd name="connsiteX169" fmla="*/ 264995 w 2414454"/>
                  <a:gd name="connsiteY169" fmla="*/ 129940 h 170840"/>
                  <a:gd name="connsiteX170" fmla="*/ 264995 w 2414454"/>
                  <a:gd name="connsiteY170" fmla="*/ 119986 h 170840"/>
                  <a:gd name="connsiteX171" fmla="*/ 253865 w 2414454"/>
                  <a:gd name="connsiteY171" fmla="*/ 128221 h 170840"/>
                  <a:gd name="connsiteX172" fmla="*/ 239839 w 2414454"/>
                  <a:gd name="connsiteY172" fmla="*/ 131026 h 170840"/>
                  <a:gd name="connsiteX173" fmla="*/ 216856 w 2414454"/>
                  <a:gd name="connsiteY173" fmla="*/ 122701 h 170840"/>
                  <a:gd name="connsiteX174" fmla="*/ 209979 w 2414454"/>
                  <a:gd name="connsiteY174" fmla="*/ 111752 h 170840"/>
                  <a:gd name="connsiteX175" fmla="*/ 207807 w 2414454"/>
                  <a:gd name="connsiteY175" fmla="*/ 97726 h 170840"/>
                  <a:gd name="connsiteX176" fmla="*/ 2189569 w 2414454"/>
                  <a:gd name="connsiteY176" fmla="*/ 39814 h 170840"/>
                  <a:gd name="connsiteX177" fmla="*/ 2207395 w 2414454"/>
                  <a:gd name="connsiteY177" fmla="*/ 42205 h 170840"/>
                  <a:gd name="connsiteX178" fmla="*/ 2221601 w 2414454"/>
                  <a:gd name="connsiteY178" fmla="*/ 49564 h 170840"/>
                  <a:gd name="connsiteX179" fmla="*/ 2213096 w 2414454"/>
                  <a:gd name="connsiteY179" fmla="*/ 58093 h 170840"/>
                  <a:gd name="connsiteX180" fmla="*/ 2202328 w 2414454"/>
                  <a:gd name="connsiteY180" fmla="*/ 52754 h 170840"/>
                  <a:gd name="connsiteX181" fmla="*/ 2189388 w 2414454"/>
                  <a:gd name="connsiteY181" fmla="*/ 51035 h 170840"/>
                  <a:gd name="connsiteX182" fmla="*/ 2174548 w 2414454"/>
                  <a:gd name="connsiteY182" fmla="*/ 54900 h 170840"/>
                  <a:gd name="connsiteX183" fmla="*/ 2169480 w 2414454"/>
                  <a:gd name="connsiteY183" fmla="*/ 65598 h 170840"/>
                  <a:gd name="connsiteX184" fmla="*/ 2173010 w 2414454"/>
                  <a:gd name="connsiteY184" fmla="*/ 74589 h 170840"/>
                  <a:gd name="connsiteX185" fmla="*/ 2185044 w 2414454"/>
                  <a:gd name="connsiteY185" fmla="*/ 78543 h 170840"/>
                  <a:gd name="connsiteX186" fmla="*/ 2199342 w 2414454"/>
                  <a:gd name="connsiteY186" fmla="*/ 79810 h 170840"/>
                  <a:gd name="connsiteX187" fmla="*/ 2210019 w 2414454"/>
                  <a:gd name="connsiteY187" fmla="*/ 81801 h 170840"/>
                  <a:gd name="connsiteX188" fmla="*/ 2218344 w 2414454"/>
                  <a:gd name="connsiteY188" fmla="*/ 86144 h 170840"/>
                  <a:gd name="connsiteX189" fmla="*/ 2223683 w 2414454"/>
                  <a:gd name="connsiteY189" fmla="*/ 93383 h 170840"/>
                  <a:gd name="connsiteX190" fmla="*/ 2225583 w 2414454"/>
                  <a:gd name="connsiteY190" fmla="*/ 103880 h 170840"/>
                  <a:gd name="connsiteX191" fmla="*/ 2222959 w 2414454"/>
                  <a:gd name="connsiteY191" fmla="*/ 115372 h 170840"/>
                  <a:gd name="connsiteX192" fmla="*/ 2215539 w 2414454"/>
                  <a:gd name="connsiteY192" fmla="*/ 123877 h 170840"/>
                  <a:gd name="connsiteX193" fmla="*/ 2204137 w 2414454"/>
                  <a:gd name="connsiteY193" fmla="*/ 129216 h 170840"/>
                  <a:gd name="connsiteX194" fmla="*/ 2189388 w 2414454"/>
                  <a:gd name="connsiteY194" fmla="*/ 131026 h 170840"/>
                  <a:gd name="connsiteX195" fmla="*/ 2169119 w 2414454"/>
                  <a:gd name="connsiteY195" fmla="*/ 128130 h 170840"/>
                  <a:gd name="connsiteX196" fmla="*/ 2152831 w 2414454"/>
                  <a:gd name="connsiteY196" fmla="*/ 118177 h 170840"/>
                  <a:gd name="connsiteX197" fmla="*/ 2161518 w 2414454"/>
                  <a:gd name="connsiteY197" fmla="*/ 109490 h 170840"/>
                  <a:gd name="connsiteX198" fmla="*/ 2173824 w 2414454"/>
                  <a:gd name="connsiteY198" fmla="*/ 117453 h 170840"/>
                  <a:gd name="connsiteX199" fmla="*/ 2189207 w 2414454"/>
                  <a:gd name="connsiteY199" fmla="*/ 119805 h 170840"/>
                  <a:gd name="connsiteX200" fmla="*/ 2206580 w 2414454"/>
                  <a:gd name="connsiteY200" fmla="*/ 115914 h 170840"/>
                  <a:gd name="connsiteX201" fmla="*/ 2212915 w 2414454"/>
                  <a:gd name="connsiteY201" fmla="*/ 104061 h 170840"/>
                  <a:gd name="connsiteX202" fmla="*/ 2209386 w 2414454"/>
                  <a:gd name="connsiteY202" fmla="*/ 95012 h 170840"/>
                  <a:gd name="connsiteX203" fmla="*/ 2198074 w 2414454"/>
                  <a:gd name="connsiteY203" fmla="*/ 91030 h 170840"/>
                  <a:gd name="connsiteX204" fmla="*/ 2183416 w 2414454"/>
                  <a:gd name="connsiteY204" fmla="*/ 89764 h 170840"/>
                  <a:gd name="connsiteX205" fmla="*/ 2163599 w 2414454"/>
                  <a:gd name="connsiteY205" fmla="*/ 82796 h 170840"/>
                  <a:gd name="connsiteX206" fmla="*/ 2156812 w 2414454"/>
                  <a:gd name="connsiteY206" fmla="*/ 65875 h 170840"/>
                  <a:gd name="connsiteX207" fmla="*/ 2159256 w 2414454"/>
                  <a:gd name="connsiteY207" fmla="*/ 54926 h 170840"/>
                  <a:gd name="connsiteX208" fmla="*/ 2166042 w 2414454"/>
                  <a:gd name="connsiteY208" fmla="*/ 46782 h 170840"/>
                  <a:gd name="connsiteX209" fmla="*/ 2176448 w 2414454"/>
                  <a:gd name="connsiteY209" fmla="*/ 41624 h 170840"/>
                  <a:gd name="connsiteX210" fmla="*/ 2189569 w 2414454"/>
                  <a:gd name="connsiteY210" fmla="*/ 39814 h 170840"/>
                  <a:gd name="connsiteX211" fmla="*/ 2123142 w 2414454"/>
                  <a:gd name="connsiteY211" fmla="*/ 39814 h 170840"/>
                  <a:gd name="connsiteX212" fmla="*/ 2134634 w 2414454"/>
                  <a:gd name="connsiteY212" fmla="*/ 41624 h 170840"/>
                  <a:gd name="connsiteX213" fmla="*/ 2144496 w 2414454"/>
                  <a:gd name="connsiteY213" fmla="*/ 48139 h 170840"/>
                  <a:gd name="connsiteX214" fmla="*/ 2134905 w 2414454"/>
                  <a:gd name="connsiteY214" fmla="*/ 57912 h 170840"/>
                  <a:gd name="connsiteX215" fmla="*/ 2128028 w 2414454"/>
                  <a:gd name="connsiteY215" fmla="*/ 52845 h 170840"/>
                  <a:gd name="connsiteX216" fmla="*/ 2119522 w 2414454"/>
                  <a:gd name="connsiteY216" fmla="*/ 51397 h 170840"/>
                  <a:gd name="connsiteX217" fmla="*/ 2110654 w 2414454"/>
                  <a:gd name="connsiteY217" fmla="*/ 53207 h 170840"/>
                  <a:gd name="connsiteX218" fmla="*/ 2103958 w 2414454"/>
                  <a:gd name="connsiteY218" fmla="*/ 58274 h 170840"/>
                  <a:gd name="connsiteX219" fmla="*/ 2099705 w 2414454"/>
                  <a:gd name="connsiteY219" fmla="*/ 65875 h 170840"/>
                  <a:gd name="connsiteX220" fmla="*/ 2098167 w 2414454"/>
                  <a:gd name="connsiteY220" fmla="*/ 75286 h 170840"/>
                  <a:gd name="connsiteX221" fmla="*/ 2098167 w 2414454"/>
                  <a:gd name="connsiteY221" fmla="*/ 129940 h 170840"/>
                  <a:gd name="connsiteX222" fmla="*/ 2085137 w 2414454"/>
                  <a:gd name="connsiteY222" fmla="*/ 129940 h 170840"/>
                  <a:gd name="connsiteX223" fmla="*/ 2085137 w 2414454"/>
                  <a:gd name="connsiteY223" fmla="*/ 40900 h 170840"/>
                  <a:gd name="connsiteX224" fmla="*/ 2098167 w 2414454"/>
                  <a:gd name="connsiteY224" fmla="*/ 40900 h 170840"/>
                  <a:gd name="connsiteX225" fmla="*/ 2098167 w 2414454"/>
                  <a:gd name="connsiteY225" fmla="*/ 51759 h 170840"/>
                  <a:gd name="connsiteX226" fmla="*/ 2108573 w 2414454"/>
                  <a:gd name="connsiteY226" fmla="*/ 42982 h 170840"/>
                  <a:gd name="connsiteX227" fmla="*/ 2123142 w 2414454"/>
                  <a:gd name="connsiteY227" fmla="*/ 39814 h 170840"/>
                  <a:gd name="connsiteX228" fmla="*/ 2031082 w 2414454"/>
                  <a:gd name="connsiteY228" fmla="*/ 39814 h 170840"/>
                  <a:gd name="connsiteX229" fmla="*/ 2058048 w 2414454"/>
                  <a:gd name="connsiteY229" fmla="*/ 51397 h 170840"/>
                  <a:gd name="connsiteX230" fmla="*/ 2067640 w 2414454"/>
                  <a:gd name="connsiteY230" fmla="*/ 82887 h 170840"/>
                  <a:gd name="connsiteX231" fmla="*/ 2067640 w 2414454"/>
                  <a:gd name="connsiteY231" fmla="*/ 88859 h 170840"/>
                  <a:gd name="connsiteX232" fmla="*/ 2007556 w 2414454"/>
                  <a:gd name="connsiteY232" fmla="*/ 88859 h 170840"/>
                  <a:gd name="connsiteX233" fmla="*/ 2014252 w 2414454"/>
                  <a:gd name="connsiteY233" fmla="*/ 111704 h 170840"/>
                  <a:gd name="connsiteX234" fmla="*/ 2033797 w 2414454"/>
                  <a:gd name="connsiteY234" fmla="*/ 119805 h 170840"/>
                  <a:gd name="connsiteX235" fmla="*/ 2046737 w 2414454"/>
                  <a:gd name="connsiteY235" fmla="*/ 117362 h 170840"/>
                  <a:gd name="connsiteX236" fmla="*/ 2057143 w 2414454"/>
                  <a:gd name="connsiteY236" fmla="*/ 109671 h 170840"/>
                  <a:gd name="connsiteX237" fmla="*/ 2066010 w 2414454"/>
                  <a:gd name="connsiteY237" fmla="*/ 117453 h 170840"/>
                  <a:gd name="connsiteX238" fmla="*/ 2059224 w 2414454"/>
                  <a:gd name="connsiteY238" fmla="*/ 123367 h 170840"/>
                  <a:gd name="connsiteX239" fmla="*/ 2052076 w 2414454"/>
                  <a:gd name="connsiteY239" fmla="*/ 127552 h 170840"/>
                  <a:gd name="connsiteX240" fmla="*/ 2043660 w 2414454"/>
                  <a:gd name="connsiteY240" fmla="*/ 130135 h 170840"/>
                  <a:gd name="connsiteX241" fmla="*/ 2033435 w 2414454"/>
                  <a:gd name="connsiteY241" fmla="*/ 131026 h 170840"/>
                  <a:gd name="connsiteX242" fmla="*/ 2017419 w 2414454"/>
                  <a:gd name="connsiteY242" fmla="*/ 128311 h 170840"/>
                  <a:gd name="connsiteX243" fmla="*/ 2005203 w 2414454"/>
                  <a:gd name="connsiteY243" fmla="*/ 119986 h 170840"/>
                  <a:gd name="connsiteX244" fmla="*/ 1997331 w 2414454"/>
                  <a:gd name="connsiteY244" fmla="*/ 105780 h 170840"/>
                  <a:gd name="connsiteX245" fmla="*/ 1994525 w 2414454"/>
                  <a:gd name="connsiteY245" fmla="*/ 85420 h 170840"/>
                  <a:gd name="connsiteX246" fmla="*/ 2004298 w 2414454"/>
                  <a:gd name="connsiteY246" fmla="*/ 51759 h 170840"/>
                  <a:gd name="connsiteX247" fmla="*/ 2031082 w 2414454"/>
                  <a:gd name="connsiteY247" fmla="*/ 39814 h 170840"/>
                  <a:gd name="connsiteX248" fmla="*/ 1808816 w 2414454"/>
                  <a:gd name="connsiteY248" fmla="*/ 39814 h 170840"/>
                  <a:gd name="connsiteX249" fmla="*/ 1831619 w 2414454"/>
                  <a:gd name="connsiteY249" fmla="*/ 48139 h 170840"/>
                  <a:gd name="connsiteX250" fmla="*/ 1840849 w 2414454"/>
                  <a:gd name="connsiteY250" fmla="*/ 72933 h 170840"/>
                  <a:gd name="connsiteX251" fmla="*/ 1840849 w 2414454"/>
                  <a:gd name="connsiteY251" fmla="*/ 129940 h 170840"/>
                  <a:gd name="connsiteX252" fmla="*/ 1827819 w 2414454"/>
                  <a:gd name="connsiteY252" fmla="*/ 129940 h 170840"/>
                  <a:gd name="connsiteX253" fmla="*/ 1827819 w 2414454"/>
                  <a:gd name="connsiteY253" fmla="*/ 75105 h 170840"/>
                  <a:gd name="connsiteX254" fmla="*/ 1821937 w 2414454"/>
                  <a:gd name="connsiteY254" fmla="*/ 57279 h 170840"/>
                  <a:gd name="connsiteX255" fmla="*/ 1805921 w 2414454"/>
                  <a:gd name="connsiteY255" fmla="*/ 51397 h 170840"/>
                  <a:gd name="connsiteX256" fmla="*/ 1789814 w 2414454"/>
                  <a:gd name="connsiteY256" fmla="*/ 57369 h 170840"/>
                  <a:gd name="connsiteX257" fmla="*/ 1783842 w 2414454"/>
                  <a:gd name="connsiteY257" fmla="*/ 75105 h 170840"/>
                  <a:gd name="connsiteX258" fmla="*/ 1783842 w 2414454"/>
                  <a:gd name="connsiteY258" fmla="*/ 129940 h 170840"/>
                  <a:gd name="connsiteX259" fmla="*/ 1770812 w 2414454"/>
                  <a:gd name="connsiteY259" fmla="*/ 129940 h 170840"/>
                  <a:gd name="connsiteX260" fmla="*/ 1770812 w 2414454"/>
                  <a:gd name="connsiteY260" fmla="*/ 40900 h 170840"/>
                  <a:gd name="connsiteX261" fmla="*/ 1783842 w 2414454"/>
                  <a:gd name="connsiteY261" fmla="*/ 40900 h 170840"/>
                  <a:gd name="connsiteX262" fmla="*/ 1783842 w 2414454"/>
                  <a:gd name="connsiteY262" fmla="*/ 50673 h 170840"/>
                  <a:gd name="connsiteX263" fmla="*/ 1794882 w 2414454"/>
                  <a:gd name="connsiteY263" fmla="*/ 42529 h 170840"/>
                  <a:gd name="connsiteX264" fmla="*/ 1808816 w 2414454"/>
                  <a:gd name="connsiteY264" fmla="*/ 39814 h 170840"/>
                  <a:gd name="connsiteX265" fmla="*/ 1512932 w 2414454"/>
                  <a:gd name="connsiteY265" fmla="*/ 39814 h 170840"/>
                  <a:gd name="connsiteX266" fmla="*/ 1526415 w 2414454"/>
                  <a:gd name="connsiteY266" fmla="*/ 42077 h 170840"/>
                  <a:gd name="connsiteX267" fmla="*/ 1537906 w 2414454"/>
                  <a:gd name="connsiteY267" fmla="*/ 51397 h 170840"/>
                  <a:gd name="connsiteX268" fmla="*/ 1537906 w 2414454"/>
                  <a:gd name="connsiteY268" fmla="*/ 40900 h 170840"/>
                  <a:gd name="connsiteX269" fmla="*/ 1550756 w 2414454"/>
                  <a:gd name="connsiteY269" fmla="*/ 40900 h 170840"/>
                  <a:gd name="connsiteX270" fmla="*/ 1550756 w 2414454"/>
                  <a:gd name="connsiteY270" fmla="*/ 132655 h 170840"/>
                  <a:gd name="connsiteX271" fmla="*/ 1548222 w 2414454"/>
                  <a:gd name="connsiteY271" fmla="*/ 147947 h 170840"/>
                  <a:gd name="connsiteX272" fmla="*/ 1540983 w 2414454"/>
                  <a:gd name="connsiteY272" fmla="*/ 159982 h 170840"/>
                  <a:gd name="connsiteX273" fmla="*/ 1529310 w 2414454"/>
                  <a:gd name="connsiteY273" fmla="*/ 167945 h 170840"/>
                  <a:gd name="connsiteX274" fmla="*/ 1513656 w 2414454"/>
                  <a:gd name="connsiteY274" fmla="*/ 170840 h 170840"/>
                  <a:gd name="connsiteX275" fmla="*/ 1504607 w 2414454"/>
                  <a:gd name="connsiteY275" fmla="*/ 170217 h 170840"/>
                  <a:gd name="connsiteX276" fmla="*/ 1497097 w 2414454"/>
                  <a:gd name="connsiteY276" fmla="*/ 168168 h 170840"/>
                  <a:gd name="connsiteX277" fmla="*/ 1490220 w 2414454"/>
                  <a:gd name="connsiteY277" fmla="*/ 164518 h 170840"/>
                  <a:gd name="connsiteX278" fmla="*/ 1483433 w 2414454"/>
                  <a:gd name="connsiteY278" fmla="*/ 159077 h 170840"/>
                  <a:gd name="connsiteX279" fmla="*/ 1491939 w 2414454"/>
                  <a:gd name="connsiteY279" fmla="*/ 150752 h 170840"/>
                  <a:gd name="connsiteX280" fmla="*/ 1496554 w 2414454"/>
                  <a:gd name="connsiteY280" fmla="*/ 154553 h 170840"/>
                  <a:gd name="connsiteX281" fmla="*/ 1501259 w 2414454"/>
                  <a:gd name="connsiteY281" fmla="*/ 157358 h 170840"/>
                  <a:gd name="connsiteX282" fmla="*/ 1506598 w 2414454"/>
                  <a:gd name="connsiteY282" fmla="*/ 159077 h 170840"/>
                  <a:gd name="connsiteX283" fmla="*/ 1513294 w 2414454"/>
                  <a:gd name="connsiteY283" fmla="*/ 159620 h 170840"/>
                  <a:gd name="connsiteX284" fmla="*/ 1524424 w 2414454"/>
                  <a:gd name="connsiteY284" fmla="*/ 157438 h 170840"/>
                  <a:gd name="connsiteX285" fmla="*/ 1532025 w 2414454"/>
                  <a:gd name="connsiteY285" fmla="*/ 151622 h 170840"/>
                  <a:gd name="connsiteX286" fmla="*/ 1536368 w 2414454"/>
                  <a:gd name="connsiteY286" fmla="*/ 142989 h 170840"/>
                  <a:gd name="connsiteX287" fmla="*/ 1537726 w 2414454"/>
                  <a:gd name="connsiteY287" fmla="*/ 132174 h 170840"/>
                  <a:gd name="connsiteX288" fmla="*/ 1537726 w 2414454"/>
                  <a:gd name="connsiteY288" fmla="*/ 118177 h 170840"/>
                  <a:gd name="connsiteX289" fmla="*/ 1526143 w 2414454"/>
                  <a:gd name="connsiteY289" fmla="*/ 127406 h 170840"/>
                  <a:gd name="connsiteX290" fmla="*/ 1512751 w 2414454"/>
                  <a:gd name="connsiteY290" fmla="*/ 129759 h 170840"/>
                  <a:gd name="connsiteX291" fmla="*/ 1500354 w 2414454"/>
                  <a:gd name="connsiteY291" fmla="*/ 127587 h 170840"/>
                  <a:gd name="connsiteX292" fmla="*/ 1491215 w 2414454"/>
                  <a:gd name="connsiteY292" fmla="*/ 121796 h 170840"/>
                  <a:gd name="connsiteX293" fmla="*/ 1482438 w 2414454"/>
                  <a:gd name="connsiteY293" fmla="*/ 105327 h 170840"/>
                  <a:gd name="connsiteX294" fmla="*/ 1480356 w 2414454"/>
                  <a:gd name="connsiteY294" fmla="*/ 84696 h 170840"/>
                  <a:gd name="connsiteX295" fmla="*/ 1482438 w 2414454"/>
                  <a:gd name="connsiteY295" fmla="*/ 64065 h 170840"/>
                  <a:gd name="connsiteX296" fmla="*/ 1491215 w 2414454"/>
                  <a:gd name="connsiteY296" fmla="*/ 47596 h 170840"/>
                  <a:gd name="connsiteX297" fmla="*/ 1500445 w 2414454"/>
                  <a:gd name="connsiteY297" fmla="*/ 41896 h 170840"/>
                  <a:gd name="connsiteX298" fmla="*/ 1512932 w 2414454"/>
                  <a:gd name="connsiteY298" fmla="*/ 39814 h 170840"/>
                  <a:gd name="connsiteX299" fmla="*/ 1418292 w 2414454"/>
                  <a:gd name="connsiteY299" fmla="*/ 39814 h 170840"/>
                  <a:gd name="connsiteX300" fmla="*/ 1441094 w 2414454"/>
                  <a:gd name="connsiteY300" fmla="*/ 48139 h 170840"/>
                  <a:gd name="connsiteX301" fmla="*/ 1450324 w 2414454"/>
                  <a:gd name="connsiteY301" fmla="*/ 72933 h 170840"/>
                  <a:gd name="connsiteX302" fmla="*/ 1450324 w 2414454"/>
                  <a:gd name="connsiteY302" fmla="*/ 129940 h 170840"/>
                  <a:gd name="connsiteX303" fmla="*/ 1437294 w 2414454"/>
                  <a:gd name="connsiteY303" fmla="*/ 129940 h 170840"/>
                  <a:gd name="connsiteX304" fmla="*/ 1437294 w 2414454"/>
                  <a:gd name="connsiteY304" fmla="*/ 75105 h 170840"/>
                  <a:gd name="connsiteX305" fmla="*/ 1431412 w 2414454"/>
                  <a:gd name="connsiteY305" fmla="*/ 57279 h 170840"/>
                  <a:gd name="connsiteX306" fmla="*/ 1415396 w 2414454"/>
                  <a:gd name="connsiteY306" fmla="*/ 51397 h 170840"/>
                  <a:gd name="connsiteX307" fmla="*/ 1399289 w 2414454"/>
                  <a:gd name="connsiteY307" fmla="*/ 57369 h 170840"/>
                  <a:gd name="connsiteX308" fmla="*/ 1393317 w 2414454"/>
                  <a:gd name="connsiteY308" fmla="*/ 75105 h 170840"/>
                  <a:gd name="connsiteX309" fmla="*/ 1393317 w 2414454"/>
                  <a:gd name="connsiteY309" fmla="*/ 129940 h 170840"/>
                  <a:gd name="connsiteX310" fmla="*/ 1380287 w 2414454"/>
                  <a:gd name="connsiteY310" fmla="*/ 129940 h 170840"/>
                  <a:gd name="connsiteX311" fmla="*/ 1380287 w 2414454"/>
                  <a:gd name="connsiteY311" fmla="*/ 40900 h 170840"/>
                  <a:gd name="connsiteX312" fmla="*/ 1393317 w 2414454"/>
                  <a:gd name="connsiteY312" fmla="*/ 40900 h 170840"/>
                  <a:gd name="connsiteX313" fmla="*/ 1393317 w 2414454"/>
                  <a:gd name="connsiteY313" fmla="*/ 50673 h 170840"/>
                  <a:gd name="connsiteX314" fmla="*/ 1404356 w 2414454"/>
                  <a:gd name="connsiteY314" fmla="*/ 42529 h 170840"/>
                  <a:gd name="connsiteX315" fmla="*/ 1418292 w 2414454"/>
                  <a:gd name="connsiteY315" fmla="*/ 39814 h 170840"/>
                  <a:gd name="connsiteX316" fmla="*/ 1326232 w 2414454"/>
                  <a:gd name="connsiteY316" fmla="*/ 39814 h 170840"/>
                  <a:gd name="connsiteX317" fmla="*/ 1340710 w 2414454"/>
                  <a:gd name="connsiteY317" fmla="*/ 42529 h 170840"/>
                  <a:gd name="connsiteX318" fmla="*/ 1351750 w 2414454"/>
                  <a:gd name="connsiteY318" fmla="*/ 49949 h 170840"/>
                  <a:gd name="connsiteX319" fmla="*/ 1360527 w 2414454"/>
                  <a:gd name="connsiteY319" fmla="*/ 65965 h 170840"/>
                  <a:gd name="connsiteX320" fmla="*/ 1362608 w 2414454"/>
                  <a:gd name="connsiteY320" fmla="*/ 85420 h 170840"/>
                  <a:gd name="connsiteX321" fmla="*/ 1360527 w 2414454"/>
                  <a:gd name="connsiteY321" fmla="*/ 104875 h 170840"/>
                  <a:gd name="connsiteX322" fmla="*/ 1351750 w 2414454"/>
                  <a:gd name="connsiteY322" fmla="*/ 120891 h 170840"/>
                  <a:gd name="connsiteX323" fmla="*/ 1340710 w 2414454"/>
                  <a:gd name="connsiteY323" fmla="*/ 128311 h 170840"/>
                  <a:gd name="connsiteX324" fmla="*/ 1326232 w 2414454"/>
                  <a:gd name="connsiteY324" fmla="*/ 131026 h 170840"/>
                  <a:gd name="connsiteX325" fmla="*/ 1311754 w 2414454"/>
                  <a:gd name="connsiteY325" fmla="*/ 128311 h 170840"/>
                  <a:gd name="connsiteX326" fmla="*/ 1300715 w 2414454"/>
                  <a:gd name="connsiteY326" fmla="*/ 120891 h 170840"/>
                  <a:gd name="connsiteX327" fmla="*/ 1295195 w 2414454"/>
                  <a:gd name="connsiteY327" fmla="*/ 113381 h 170840"/>
                  <a:gd name="connsiteX328" fmla="*/ 1291938 w 2414454"/>
                  <a:gd name="connsiteY328" fmla="*/ 104875 h 170840"/>
                  <a:gd name="connsiteX329" fmla="*/ 1290309 w 2414454"/>
                  <a:gd name="connsiteY329" fmla="*/ 95555 h 170840"/>
                  <a:gd name="connsiteX330" fmla="*/ 1289856 w 2414454"/>
                  <a:gd name="connsiteY330" fmla="*/ 85420 h 170840"/>
                  <a:gd name="connsiteX331" fmla="*/ 1290309 w 2414454"/>
                  <a:gd name="connsiteY331" fmla="*/ 75376 h 170840"/>
                  <a:gd name="connsiteX332" fmla="*/ 1291938 w 2414454"/>
                  <a:gd name="connsiteY332" fmla="*/ 65965 h 170840"/>
                  <a:gd name="connsiteX333" fmla="*/ 1295195 w 2414454"/>
                  <a:gd name="connsiteY333" fmla="*/ 57460 h 170840"/>
                  <a:gd name="connsiteX334" fmla="*/ 1300715 w 2414454"/>
                  <a:gd name="connsiteY334" fmla="*/ 49949 h 170840"/>
                  <a:gd name="connsiteX335" fmla="*/ 1311754 w 2414454"/>
                  <a:gd name="connsiteY335" fmla="*/ 42529 h 170840"/>
                  <a:gd name="connsiteX336" fmla="*/ 1326232 w 2414454"/>
                  <a:gd name="connsiteY336" fmla="*/ 39814 h 170840"/>
                  <a:gd name="connsiteX337" fmla="*/ 1173832 w 2414454"/>
                  <a:gd name="connsiteY337" fmla="*/ 39814 h 170840"/>
                  <a:gd name="connsiteX338" fmla="*/ 1188310 w 2414454"/>
                  <a:gd name="connsiteY338" fmla="*/ 42529 h 170840"/>
                  <a:gd name="connsiteX339" fmla="*/ 1199350 w 2414454"/>
                  <a:gd name="connsiteY339" fmla="*/ 49949 h 170840"/>
                  <a:gd name="connsiteX340" fmla="*/ 1208127 w 2414454"/>
                  <a:gd name="connsiteY340" fmla="*/ 65965 h 170840"/>
                  <a:gd name="connsiteX341" fmla="*/ 1210208 w 2414454"/>
                  <a:gd name="connsiteY341" fmla="*/ 85420 h 170840"/>
                  <a:gd name="connsiteX342" fmla="*/ 1208127 w 2414454"/>
                  <a:gd name="connsiteY342" fmla="*/ 104875 h 170840"/>
                  <a:gd name="connsiteX343" fmla="*/ 1199350 w 2414454"/>
                  <a:gd name="connsiteY343" fmla="*/ 120891 h 170840"/>
                  <a:gd name="connsiteX344" fmla="*/ 1188310 w 2414454"/>
                  <a:gd name="connsiteY344" fmla="*/ 128311 h 170840"/>
                  <a:gd name="connsiteX345" fmla="*/ 1173832 w 2414454"/>
                  <a:gd name="connsiteY345" fmla="*/ 131026 h 170840"/>
                  <a:gd name="connsiteX346" fmla="*/ 1159354 w 2414454"/>
                  <a:gd name="connsiteY346" fmla="*/ 128311 h 170840"/>
                  <a:gd name="connsiteX347" fmla="*/ 1148315 w 2414454"/>
                  <a:gd name="connsiteY347" fmla="*/ 120891 h 170840"/>
                  <a:gd name="connsiteX348" fmla="*/ 1142795 w 2414454"/>
                  <a:gd name="connsiteY348" fmla="*/ 113381 h 170840"/>
                  <a:gd name="connsiteX349" fmla="*/ 1139538 w 2414454"/>
                  <a:gd name="connsiteY349" fmla="*/ 104875 h 170840"/>
                  <a:gd name="connsiteX350" fmla="*/ 1137909 w 2414454"/>
                  <a:gd name="connsiteY350" fmla="*/ 95555 h 170840"/>
                  <a:gd name="connsiteX351" fmla="*/ 1137456 w 2414454"/>
                  <a:gd name="connsiteY351" fmla="*/ 85420 h 170840"/>
                  <a:gd name="connsiteX352" fmla="*/ 1137909 w 2414454"/>
                  <a:gd name="connsiteY352" fmla="*/ 75376 h 170840"/>
                  <a:gd name="connsiteX353" fmla="*/ 1139538 w 2414454"/>
                  <a:gd name="connsiteY353" fmla="*/ 65965 h 170840"/>
                  <a:gd name="connsiteX354" fmla="*/ 1142795 w 2414454"/>
                  <a:gd name="connsiteY354" fmla="*/ 57460 h 170840"/>
                  <a:gd name="connsiteX355" fmla="*/ 1148315 w 2414454"/>
                  <a:gd name="connsiteY355" fmla="*/ 49949 h 170840"/>
                  <a:gd name="connsiteX356" fmla="*/ 1159354 w 2414454"/>
                  <a:gd name="connsiteY356" fmla="*/ 42529 h 170840"/>
                  <a:gd name="connsiteX357" fmla="*/ 1173832 w 2414454"/>
                  <a:gd name="connsiteY357" fmla="*/ 39814 h 170840"/>
                  <a:gd name="connsiteX358" fmla="*/ 1074782 w 2414454"/>
                  <a:gd name="connsiteY358" fmla="*/ 39814 h 170840"/>
                  <a:gd name="connsiteX359" fmla="*/ 1101657 w 2414454"/>
                  <a:gd name="connsiteY359" fmla="*/ 47325 h 170840"/>
                  <a:gd name="connsiteX360" fmla="*/ 1110434 w 2414454"/>
                  <a:gd name="connsiteY360" fmla="*/ 69494 h 170840"/>
                  <a:gd name="connsiteX361" fmla="*/ 1110434 w 2414454"/>
                  <a:gd name="connsiteY361" fmla="*/ 129940 h 170840"/>
                  <a:gd name="connsiteX362" fmla="*/ 1097404 w 2414454"/>
                  <a:gd name="connsiteY362" fmla="*/ 129940 h 170840"/>
                  <a:gd name="connsiteX363" fmla="*/ 1097404 w 2414454"/>
                  <a:gd name="connsiteY363" fmla="*/ 121434 h 170840"/>
                  <a:gd name="connsiteX364" fmla="*/ 1086274 w 2414454"/>
                  <a:gd name="connsiteY364" fmla="*/ 128945 h 170840"/>
                  <a:gd name="connsiteX365" fmla="*/ 1071705 w 2414454"/>
                  <a:gd name="connsiteY365" fmla="*/ 131026 h 170840"/>
                  <a:gd name="connsiteX366" fmla="*/ 1056594 w 2414454"/>
                  <a:gd name="connsiteY366" fmla="*/ 129126 h 170840"/>
                  <a:gd name="connsiteX367" fmla="*/ 1046550 w 2414454"/>
                  <a:gd name="connsiteY367" fmla="*/ 122882 h 170840"/>
                  <a:gd name="connsiteX368" fmla="*/ 1041573 w 2414454"/>
                  <a:gd name="connsiteY368" fmla="*/ 114829 h 170840"/>
                  <a:gd name="connsiteX369" fmla="*/ 1039854 w 2414454"/>
                  <a:gd name="connsiteY369" fmla="*/ 104785 h 170840"/>
                  <a:gd name="connsiteX370" fmla="*/ 1047726 w 2414454"/>
                  <a:gd name="connsiteY370" fmla="*/ 86054 h 170840"/>
                  <a:gd name="connsiteX371" fmla="*/ 1070620 w 2414454"/>
                  <a:gd name="connsiteY371" fmla="*/ 79086 h 170840"/>
                  <a:gd name="connsiteX372" fmla="*/ 1097404 w 2414454"/>
                  <a:gd name="connsiteY372" fmla="*/ 79086 h 170840"/>
                  <a:gd name="connsiteX373" fmla="*/ 1097404 w 2414454"/>
                  <a:gd name="connsiteY373" fmla="*/ 70580 h 170840"/>
                  <a:gd name="connsiteX374" fmla="*/ 1092156 w 2414454"/>
                  <a:gd name="connsiteY374" fmla="*/ 55921 h 170840"/>
                  <a:gd name="connsiteX375" fmla="*/ 1074601 w 2414454"/>
                  <a:gd name="connsiteY375" fmla="*/ 51035 h 170840"/>
                  <a:gd name="connsiteX376" fmla="*/ 1061028 w 2414454"/>
                  <a:gd name="connsiteY376" fmla="*/ 53297 h 170840"/>
                  <a:gd name="connsiteX377" fmla="*/ 1052160 w 2414454"/>
                  <a:gd name="connsiteY377" fmla="*/ 61170 h 170840"/>
                  <a:gd name="connsiteX378" fmla="*/ 1043292 w 2414454"/>
                  <a:gd name="connsiteY378" fmla="*/ 53026 h 170840"/>
                  <a:gd name="connsiteX379" fmla="*/ 1056594 w 2414454"/>
                  <a:gd name="connsiteY379" fmla="*/ 42529 h 170840"/>
                  <a:gd name="connsiteX380" fmla="*/ 1074782 w 2414454"/>
                  <a:gd name="connsiteY380" fmla="*/ 39814 h 170840"/>
                  <a:gd name="connsiteX381" fmla="*/ 722719 w 2414454"/>
                  <a:gd name="connsiteY381" fmla="*/ 39814 h 170840"/>
                  <a:gd name="connsiteX382" fmla="*/ 740545 w 2414454"/>
                  <a:gd name="connsiteY382" fmla="*/ 42205 h 170840"/>
                  <a:gd name="connsiteX383" fmla="*/ 754751 w 2414454"/>
                  <a:gd name="connsiteY383" fmla="*/ 49564 h 170840"/>
                  <a:gd name="connsiteX384" fmla="*/ 746246 w 2414454"/>
                  <a:gd name="connsiteY384" fmla="*/ 58093 h 170840"/>
                  <a:gd name="connsiteX385" fmla="*/ 735478 w 2414454"/>
                  <a:gd name="connsiteY385" fmla="*/ 52754 h 170840"/>
                  <a:gd name="connsiteX386" fmla="*/ 722538 w 2414454"/>
                  <a:gd name="connsiteY386" fmla="*/ 51035 h 170840"/>
                  <a:gd name="connsiteX387" fmla="*/ 707698 w 2414454"/>
                  <a:gd name="connsiteY387" fmla="*/ 54900 h 170840"/>
                  <a:gd name="connsiteX388" fmla="*/ 702631 w 2414454"/>
                  <a:gd name="connsiteY388" fmla="*/ 65598 h 170840"/>
                  <a:gd name="connsiteX389" fmla="*/ 706160 w 2414454"/>
                  <a:gd name="connsiteY389" fmla="*/ 74589 h 170840"/>
                  <a:gd name="connsiteX390" fmla="*/ 718194 w 2414454"/>
                  <a:gd name="connsiteY390" fmla="*/ 78543 h 170840"/>
                  <a:gd name="connsiteX391" fmla="*/ 732491 w 2414454"/>
                  <a:gd name="connsiteY391" fmla="*/ 79810 h 170840"/>
                  <a:gd name="connsiteX392" fmla="*/ 743169 w 2414454"/>
                  <a:gd name="connsiteY392" fmla="*/ 81801 h 170840"/>
                  <a:gd name="connsiteX393" fmla="*/ 751494 w 2414454"/>
                  <a:gd name="connsiteY393" fmla="*/ 86144 h 170840"/>
                  <a:gd name="connsiteX394" fmla="*/ 756833 w 2414454"/>
                  <a:gd name="connsiteY394" fmla="*/ 93383 h 170840"/>
                  <a:gd name="connsiteX395" fmla="*/ 758733 w 2414454"/>
                  <a:gd name="connsiteY395" fmla="*/ 103880 h 170840"/>
                  <a:gd name="connsiteX396" fmla="*/ 756109 w 2414454"/>
                  <a:gd name="connsiteY396" fmla="*/ 115372 h 170840"/>
                  <a:gd name="connsiteX397" fmla="*/ 748689 w 2414454"/>
                  <a:gd name="connsiteY397" fmla="*/ 123877 h 170840"/>
                  <a:gd name="connsiteX398" fmla="*/ 737287 w 2414454"/>
                  <a:gd name="connsiteY398" fmla="*/ 129216 h 170840"/>
                  <a:gd name="connsiteX399" fmla="*/ 722538 w 2414454"/>
                  <a:gd name="connsiteY399" fmla="*/ 131026 h 170840"/>
                  <a:gd name="connsiteX400" fmla="*/ 702269 w 2414454"/>
                  <a:gd name="connsiteY400" fmla="*/ 128130 h 170840"/>
                  <a:gd name="connsiteX401" fmla="*/ 685981 w 2414454"/>
                  <a:gd name="connsiteY401" fmla="*/ 118177 h 170840"/>
                  <a:gd name="connsiteX402" fmla="*/ 694668 w 2414454"/>
                  <a:gd name="connsiteY402" fmla="*/ 109490 h 170840"/>
                  <a:gd name="connsiteX403" fmla="*/ 706974 w 2414454"/>
                  <a:gd name="connsiteY403" fmla="*/ 117453 h 170840"/>
                  <a:gd name="connsiteX404" fmla="*/ 722357 w 2414454"/>
                  <a:gd name="connsiteY404" fmla="*/ 119805 h 170840"/>
                  <a:gd name="connsiteX405" fmla="*/ 739730 w 2414454"/>
                  <a:gd name="connsiteY405" fmla="*/ 115914 h 170840"/>
                  <a:gd name="connsiteX406" fmla="*/ 746065 w 2414454"/>
                  <a:gd name="connsiteY406" fmla="*/ 104061 h 170840"/>
                  <a:gd name="connsiteX407" fmla="*/ 742536 w 2414454"/>
                  <a:gd name="connsiteY407" fmla="*/ 95012 h 170840"/>
                  <a:gd name="connsiteX408" fmla="*/ 731225 w 2414454"/>
                  <a:gd name="connsiteY408" fmla="*/ 91030 h 170840"/>
                  <a:gd name="connsiteX409" fmla="*/ 716566 w 2414454"/>
                  <a:gd name="connsiteY409" fmla="*/ 89764 h 170840"/>
                  <a:gd name="connsiteX410" fmla="*/ 696749 w 2414454"/>
                  <a:gd name="connsiteY410" fmla="*/ 82796 h 170840"/>
                  <a:gd name="connsiteX411" fmla="*/ 689962 w 2414454"/>
                  <a:gd name="connsiteY411" fmla="*/ 65875 h 170840"/>
                  <a:gd name="connsiteX412" fmla="*/ 692406 w 2414454"/>
                  <a:gd name="connsiteY412" fmla="*/ 54926 h 170840"/>
                  <a:gd name="connsiteX413" fmla="*/ 699192 w 2414454"/>
                  <a:gd name="connsiteY413" fmla="*/ 46782 h 170840"/>
                  <a:gd name="connsiteX414" fmla="*/ 709598 w 2414454"/>
                  <a:gd name="connsiteY414" fmla="*/ 41624 h 170840"/>
                  <a:gd name="connsiteX415" fmla="*/ 722719 w 2414454"/>
                  <a:gd name="connsiteY415" fmla="*/ 39814 h 170840"/>
                  <a:gd name="connsiteX416" fmla="*/ 630907 w 2414454"/>
                  <a:gd name="connsiteY416" fmla="*/ 39814 h 170840"/>
                  <a:gd name="connsiteX417" fmla="*/ 657873 w 2414454"/>
                  <a:gd name="connsiteY417" fmla="*/ 51397 h 170840"/>
                  <a:gd name="connsiteX418" fmla="*/ 667464 w 2414454"/>
                  <a:gd name="connsiteY418" fmla="*/ 82887 h 170840"/>
                  <a:gd name="connsiteX419" fmla="*/ 667464 w 2414454"/>
                  <a:gd name="connsiteY419" fmla="*/ 88859 h 170840"/>
                  <a:gd name="connsiteX420" fmla="*/ 607381 w 2414454"/>
                  <a:gd name="connsiteY420" fmla="*/ 88859 h 170840"/>
                  <a:gd name="connsiteX421" fmla="*/ 614077 w 2414454"/>
                  <a:gd name="connsiteY421" fmla="*/ 111704 h 170840"/>
                  <a:gd name="connsiteX422" fmla="*/ 633622 w 2414454"/>
                  <a:gd name="connsiteY422" fmla="*/ 119805 h 170840"/>
                  <a:gd name="connsiteX423" fmla="*/ 646562 w 2414454"/>
                  <a:gd name="connsiteY423" fmla="*/ 117362 h 170840"/>
                  <a:gd name="connsiteX424" fmla="*/ 656968 w 2414454"/>
                  <a:gd name="connsiteY424" fmla="*/ 109671 h 170840"/>
                  <a:gd name="connsiteX425" fmla="*/ 665836 w 2414454"/>
                  <a:gd name="connsiteY425" fmla="*/ 117453 h 170840"/>
                  <a:gd name="connsiteX426" fmla="*/ 659049 w 2414454"/>
                  <a:gd name="connsiteY426" fmla="*/ 123367 h 170840"/>
                  <a:gd name="connsiteX427" fmla="*/ 651900 w 2414454"/>
                  <a:gd name="connsiteY427" fmla="*/ 127552 h 170840"/>
                  <a:gd name="connsiteX428" fmla="*/ 643485 w 2414454"/>
                  <a:gd name="connsiteY428" fmla="*/ 130135 h 170840"/>
                  <a:gd name="connsiteX429" fmla="*/ 633260 w 2414454"/>
                  <a:gd name="connsiteY429" fmla="*/ 131026 h 170840"/>
                  <a:gd name="connsiteX430" fmla="*/ 617244 w 2414454"/>
                  <a:gd name="connsiteY430" fmla="*/ 128311 h 170840"/>
                  <a:gd name="connsiteX431" fmla="*/ 605028 w 2414454"/>
                  <a:gd name="connsiteY431" fmla="*/ 119986 h 170840"/>
                  <a:gd name="connsiteX432" fmla="*/ 597156 w 2414454"/>
                  <a:gd name="connsiteY432" fmla="*/ 105780 h 170840"/>
                  <a:gd name="connsiteX433" fmla="*/ 594350 w 2414454"/>
                  <a:gd name="connsiteY433" fmla="*/ 85420 h 170840"/>
                  <a:gd name="connsiteX434" fmla="*/ 604123 w 2414454"/>
                  <a:gd name="connsiteY434" fmla="*/ 51759 h 170840"/>
                  <a:gd name="connsiteX435" fmla="*/ 630907 w 2414454"/>
                  <a:gd name="connsiteY435" fmla="*/ 39814 h 170840"/>
                  <a:gd name="connsiteX436" fmla="*/ 145132 w 2414454"/>
                  <a:gd name="connsiteY436" fmla="*/ 39814 h 170840"/>
                  <a:gd name="connsiteX437" fmla="*/ 159610 w 2414454"/>
                  <a:gd name="connsiteY437" fmla="*/ 42529 h 170840"/>
                  <a:gd name="connsiteX438" fmla="*/ 170650 w 2414454"/>
                  <a:gd name="connsiteY438" fmla="*/ 49949 h 170840"/>
                  <a:gd name="connsiteX439" fmla="*/ 179427 w 2414454"/>
                  <a:gd name="connsiteY439" fmla="*/ 65965 h 170840"/>
                  <a:gd name="connsiteX440" fmla="*/ 181508 w 2414454"/>
                  <a:gd name="connsiteY440" fmla="*/ 85420 h 170840"/>
                  <a:gd name="connsiteX441" fmla="*/ 179427 w 2414454"/>
                  <a:gd name="connsiteY441" fmla="*/ 104875 h 170840"/>
                  <a:gd name="connsiteX442" fmla="*/ 170650 w 2414454"/>
                  <a:gd name="connsiteY442" fmla="*/ 120891 h 170840"/>
                  <a:gd name="connsiteX443" fmla="*/ 159610 w 2414454"/>
                  <a:gd name="connsiteY443" fmla="*/ 128311 h 170840"/>
                  <a:gd name="connsiteX444" fmla="*/ 145132 w 2414454"/>
                  <a:gd name="connsiteY444" fmla="*/ 131026 h 170840"/>
                  <a:gd name="connsiteX445" fmla="*/ 130654 w 2414454"/>
                  <a:gd name="connsiteY445" fmla="*/ 128311 h 170840"/>
                  <a:gd name="connsiteX446" fmla="*/ 119615 w 2414454"/>
                  <a:gd name="connsiteY446" fmla="*/ 120891 h 170840"/>
                  <a:gd name="connsiteX447" fmla="*/ 114095 w 2414454"/>
                  <a:gd name="connsiteY447" fmla="*/ 113381 h 170840"/>
                  <a:gd name="connsiteX448" fmla="*/ 110838 w 2414454"/>
                  <a:gd name="connsiteY448" fmla="*/ 104875 h 170840"/>
                  <a:gd name="connsiteX449" fmla="*/ 109209 w 2414454"/>
                  <a:gd name="connsiteY449" fmla="*/ 95555 h 170840"/>
                  <a:gd name="connsiteX450" fmla="*/ 108756 w 2414454"/>
                  <a:gd name="connsiteY450" fmla="*/ 85420 h 170840"/>
                  <a:gd name="connsiteX451" fmla="*/ 109209 w 2414454"/>
                  <a:gd name="connsiteY451" fmla="*/ 75376 h 170840"/>
                  <a:gd name="connsiteX452" fmla="*/ 110838 w 2414454"/>
                  <a:gd name="connsiteY452" fmla="*/ 65965 h 170840"/>
                  <a:gd name="connsiteX453" fmla="*/ 114095 w 2414454"/>
                  <a:gd name="connsiteY453" fmla="*/ 57460 h 170840"/>
                  <a:gd name="connsiteX454" fmla="*/ 119615 w 2414454"/>
                  <a:gd name="connsiteY454" fmla="*/ 49949 h 170840"/>
                  <a:gd name="connsiteX455" fmla="*/ 130654 w 2414454"/>
                  <a:gd name="connsiteY455" fmla="*/ 42529 h 170840"/>
                  <a:gd name="connsiteX456" fmla="*/ 145132 w 2414454"/>
                  <a:gd name="connsiteY456" fmla="*/ 39814 h 170840"/>
                  <a:gd name="connsiteX457" fmla="*/ 2296858 w 2414454"/>
                  <a:gd name="connsiteY457" fmla="*/ 13573 h 170840"/>
                  <a:gd name="connsiteX458" fmla="*/ 2309889 w 2414454"/>
                  <a:gd name="connsiteY458" fmla="*/ 13573 h 170840"/>
                  <a:gd name="connsiteX459" fmla="*/ 2309889 w 2414454"/>
                  <a:gd name="connsiteY459" fmla="*/ 41443 h 170840"/>
                  <a:gd name="connsiteX460" fmla="*/ 2328891 w 2414454"/>
                  <a:gd name="connsiteY460" fmla="*/ 41443 h 170840"/>
                  <a:gd name="connsiteX461" fmla="*/ 2328891 w 2414454"/>
                  <a:gd name="connsiteY461" fmla="*/ 51397 h 170840"/>
                  <a:gd name="connsiteX462" fmla="*/ 2309889 w 2414454"/>
                  <a:gd name="connsiteY462" fmla="*/ 51397 h 170840"/>
                  <a:gd name="connsiteX463" fmla="*/ 2309889 w 2414454"/>
                  <a:gd name="connsiteY463" fmla="*/ 105689 h 170840"/>
                  <a:gd name="connsiteX464" fmla="*/ 2312784 w 2414454"/>
                  <a:gd name="connsiteY464" fmla="*/ 115281 h 170840"/>
                  <a:gd name="connsiteX465" fmla="*/ 2322014 w 2414454"/>
                  <a:gd name="connsiteY465" fmla="*/ 118720 h 170840"/>
                  <a:gd name="connsiteX466" fmla="*/ 2328891 w 2414454"/>
                  <a:gd name="connsiteY466" fmla="*/ 118720 h 170840"/>
                  <a:gd name="connsiteX467" fmla="*/ 2328891 w 2414454"/>
                  <a:gd name="connsiteY467" fmla="*/ 129940 h 170840"/>
                  <a:gd name="connsiteX468" fmla="*/ 2319661 w 2414454"/>
                  <a:gd name="connsiteY468" fmla="*/ 129940 h 170840"/>
                  <a:gd name="connsiteX469" fmla="*/ 2309617 w 2414454"/>
                  <a:gd name="connsiteY469" fmla="*/ 128040 h 170840"/>
                  <a:gd name="connsiteX470" fmla="*/ 2302559 w 2414454"/>
                  <a:gd name="connsiteY470" fmla="*/ 122882 h 170840"/>
                  <a:gd name="connsiteX471" fmla="*/ 2298306 w 2414454"/>
                  <a:gd name="connsiteY471" fmla="*/ 115281 h 170840"/>
                  <a:gd name="connsiteX472" fmla="*/ 2296858 w 2414454"/>
                  <a:gd name="connsiteY472" fmla="*/ 106051 h 170840"/>
                  <a:gd name="connsiteX473" fmla="*/ 2296858 w 2414454"/>
                  <a:gd name="connsiteY473" fmla="*/ 51397 h 170840"/>
                  <a:gd name="connsiteX474" fmla="*/ 2285638 w 2414454"/>
                  <a:gd name="connsiteY474" fmla="*/ 51397 h 170840"/>
                  <a:gd name="connsiteX475" fmla="*/ 2285638 w 2414454"/>
                  <a:gd name="connsiteY475" fmla="*/ 41443 h 170840"/>
                  <a:gd name="connsiteX476" fmla="*/ 2296858 w 2414454"/>
                  <a:gd name="connsiteY476" fmla="*/ 41443 h 170840"/>
                  <a:gd name="connsiteX477" fmla="*/ 1239583 w 2414454"/>
                  <a:gd name="connsiteY477" fmla="*/ 13573 h 170840"/>
                  <a:gd name="connsiteX478" fmla="*/ 1252614 w 2414454"/>
                  <a:gd name="connsiteY478" fmla="*/ 13573 h 170840"/>
                  <a:gd name="connsiteX479" fmla="*/ 1252614 w 2414454"/>
                  <a:gd name="connsiteY479" fmla="*/ 41443 h 170840"/>
                  <a:gd name="connsiteX480" fmla="*/ 1271616 w 2414454"/>
                  <a:gd name="connsiteY480" fmla="*/ 41443 h 170840"/>
                  <a:gd name="connsiteX481" fmla="*/ 1271616 w 2414454"/>
                  <a:gd name="connsiteY481" fmla="*/ 51397 h 170840"/>
                  <a:gd name="connsiteX482" fmla="*/ 1252614 w 2414454"/>
                  <a:gd name="connsiteY482" fmla="*/ 51397 h 170840"/>
                  <a:gd name="connsiteX483" fmla="*/ 1252614 w 2414454"/>
                  <a:gd name="connsiteY483" fmla="*/ 105689 h 170840"/>
                  <a:gd name="connsiteX484" fmla="*/ 1255509 w 2414454"/>
                  <a:gd name="connsiteY484" fmla="*/ 115281 h 170840"/>
                  <a:gd name="connsiteX485" fmla="*/ 1264739 w 2414454"/>
                  <a:gd name="connsiteY485" fmla="*/ 118720 h 170840"/>
                  <a:gd name="connsiteX486" fmla="*/ 1271616 w 2414454"/>
                  <a:gd name="connsiteY486" fmla="*/ 118720 h 170840"/>
                  <a:gd name="connsiteX487" fmla="*/ 1271616 w 2414454"/>
                  <a:gd name="connsiteY487" fmla="*/ 129940 h 170840"/>
                  <a:gd name="connsiteX488" fmla="*/ 1262386 w 2414454"/>
                  <a:gd name="connsiteY488" fmla="*/ 129940 h 170840"/>
                  <a:gd name="connsiteX489" fmla="*/ 1252342 w 2414454"/>
                  <a:gd name="connsiteY489" fmla="*/ 128040 h 170840"/>
                  <a:gd name="connsiteX490" fmla="*/ 1245284 w 2414454"/>
                  <a:gd name="connsiteY490" fmla="*/ 122882 h 170840"/>
                  <a:gd name="connsiteX491" fmla="*/ 1241031 w 2414454"/>
                  <a:gd name="connsiteY491" fmla="*/ 115281 h 170840"/>
                  <a:gd name="connsiteX492" fmla="*/ 1239583 w 2414454"/>
                  <a:gd name="connsiteY492" fmla="*/ 106051 h 170840"/>
                  <a:gd name="connsiteX493" fmla="*/ 1239583 w 2414454"/>
                  <a:gd name="connsiteY493" fmla="*/ 51397 h 170840"/>
                  <a:gd name="connsiteX494" fmla="*/ 1228363 w 2414454"/>
                  <a:gd name="connsiteY494" fmla="*/ 51397 h 170840"/>
                  <a:gd name="connsiteX495" fmla="*/ 1228363 w 2414454"/>
                  <a:gd name="connsiteY495" fmla="*/ 41443 h 170840"/>
                  <a:gd name="connsiteX496" fmla="*/ 1239583 w 2414454"/>
                  <a:gd name="connsiteY496" fmla="*/ 41443 h 170840"/>
                  <a:gd name="connsiteX497" fmla="*/ 782383 w 2414454"/>
                  <a:gd name="connsiteY497" fmla="*/ 13573 h 170840"/>
                  <a:gd name="connsiteX498" fmla="*/ 795414 w 2414454"/>
                  <a:gd name="connsiteY498" fmla="*/ 13573 h 170840"/>
                  <a:gd name="connsiteX499" fmla="*/ 795414 w 2414454"/>
                  <a:gd name="connsiteY499" fmla="*/ 41443 h 170840"/>
                  <a:gd name="connsiteX500" fmla="*/ 814416 w 2414454"/>
                  <a:gd name="connsiteY500" fmla="*/ 41443 h 170840"/>
                  <a:gd name="connsiteX501" fmla="*/ 814416 w 2414454"/>
                  <a:gd name="connsiteY501" fmla="*/ 51397 h 170840"/>
                  <a:gd name="connsiteX502" fmla="*/ 795414 w 2414454"/>
                  <a:gd name="connsiteY502" fmla="*/ 51397 h 170840"/>
                  <a:gd name="connsiteX503" fmla="*/ 795414 w 2414454"/>
                  <a:gd name="connsiteY503" fmla="*/ 105689 h 170840"/>
                  <a:gd name="connsiteX504" fmla="*/ 798309 w 2414454"/>
                  <a:gd name="connsiteY504" fmla="*/ 115281 h 170840"/>
                  <a:gd name="connsiteX505" fmla="*/ 807539 w 2414454"/>
                  <a:gd name="connsiteY505" fmla="*/ 118720 h 170840"/>
                  <a:gd name="connsiteX506" fmla="*/ 814416 w 2414454"/>
                  <a:gd name="connsiteY506" fmla="*/ 118720 h 170840"/>
                  <a:gd name="connsiteX507" fmla="*/ 814416 w 2414454"/>
                  <a:gd name="connsiteY507" fmla="*/ 129940 h 170840"/>
                  <a:gd name="connsiteX508" fmla="*/ 805186 w 2414454"/>
                  <a:gd name="connsiteY508" fmla="*/ 129940 h 170840"/>
                  <a:gd name="connsiteX509" fmla="*/ 795142 w 2414454"/>
                  <a:gd name="connsiteY509" fmla="*/ 128040 h 170840"/>
                  <a:gd name="connsiteX510" fmla="*/ 788084 w 2414454"/>
                  <a:gd name="connsiteY510" fmla="*/ 122882 h 170840"/>
                  <a:gd name="connsiteX511" fmla="*/ 783831 w 2414454"/>
                  <a:gd name="connsiteY511" fmla="*/ 115281 h 170840"/>
                  <a:gd name="connsiteX512" fmla="*/ 782383 w 2414454"/>
                  <a:gd name="connsiteY512" fmla="*/ 106051 h 170840"/>
                  <a:gd name="connsiteX513" fmla="*/ 782383 w 2414454"/>
                  <a:gd name="connsiteY513" fmla="*/ 51397 h 170840"/>
                  <a:gd name="connsiteX514" fmla="*/ 771163 w 2414454"/>
                  <a:gd name="connsiteY514" fmla="*/ 51397 h 170840"/>
                  <a:gd name="connsiteX515" fmla="*/ 771163 w 2414454"/>
                  <a:gd name="connsiteY515" fmla="*/ 41443 h 170840"/>
                  <a:gd name="connsiteX516" fmla="*/ 782383 w 2414454"/>
                  <a:gd name="connsiteY516" fmla="*/ 41443 h 170840"/>
                  <a:gd name="connsiteX517" fmla="*/ 315658 w 2414454"/>
                  <a:gd name="connsiteY517" fmla="*/ 13573 h 170840"/>
                  <a:gd name="connsiteX518" fmla="*/ 328689 w 2414454"/>
                  <a:gd name="connsiteY518" fmla="*/ 13573 h 170840"/>
                  <a:gd name="connsiteX519" fmla="*/ 328689 w 2414454"/>
                  <a:gd name="connsiteY519" fmla="*/ 41443 h 170840"/>
                  <a:gd name="connsiteX520" fmla="*/ 347691 w 2414454"/>
                  <a:gd name="connsiteY520" fmla="*/ 41443 h 170840"/>
                  <a:gd name="connsiteX521" fmla="*/ 347691 w 2414454"/>
                  <a:gd name="connsiteY521" fmla="*/ 51397 h 170840"/>
                  <a:gd name="connsiteX522" fmla="*/ 328689 w 2414454"/>
                  <a:gd name="connsiteY522" fmla="*/ 51397 h 170840"/>
                  <a:gd name="connsiteX523" fmla="*/ 328689 w 2414454"/>
                  <a:gd name="connsiteY523" fmla="*/ 105689 h 170840"/>
                  <a:gd name="connsiteX524" fmla="*/ 331584 w 2414454"/>
                  <a:gd name="connsiteY524" fmla="*/ 115281 h 170840"/>
                  <a:gd name="connsiteX525" fmla="*/ 340814 w 2414454"/>
                  <a:gd name="connsiteY525" fmla="*/ 118720 h 170840"/>
                  <a:gd name="connsiteX526" fmla="*/ 347691 w 2414454"/>
                  <a:gd name="connsiteY526" fmla="*/ 118720 h 170840"/>
                  <a:gd name="connsiteX527" fmla="*/ 347691 w 2414454"/>
                  <a:gd name="connsiteY527" fmla="*/ 129940 h 170840"/>
                  <a:gd name="connsiteX528" fmla="*/ 338461 w 2414454"/>
                  <a:gd name="connsiteY528" fmla="*/ 129940 h 170840"/>
                  <a:gd name="connsiteX529" fmla="*/ 328417 w 2414454"/>
                  <a:gd name="connsiteY529" fmla="*/ 128040 h 170840"/>
                  <a:gd name="connsiteX530" fmla="*/ 321359 w 2414454"/>
                  <a:gd name="connsiteY530" fmla="*/ 122882 h 170840"/>
                  <a:gd name="connsiteX531" fmla="*/ 317106 w 2414454"/>
                  <a:gd name="connsiteY531" fmla="*/ 115281 h 170840"/>
                  <a:gd name="connsiteX532" fmla="*/ 315658 w 2414454"/>
                  <a:gd name="connsiteY532" fmla="*/ 106051 h 170840"/>
                  <a:gd name="connsiteX533" fmla="*/ 315658 w 2414454"/>
                  <a:gd name="connsiteY533" fmla="*/ 51397 h 170840"/>
                  <a:gd name="connsiteX534" fmla="*/ 304438 w 2414454"/>
                  <a:gd name="connsiteY534" fmla="*/ 51397 h 170840"/>
                  <a:gd name="connsiteX535" fmla="*/ 304438 w 2414454"/>
                  <a:gd name="connsiteY535" fmla="*/ 41443 h 170840"/>
                  <a:gd name="connsiteX536" fmla="*/ 315658 w 2414454"/>
                  <a:gd name="connsiteY536" fmla="*/ 41443 h 170840"/>
                  <a:gd name="connsiteX537" fmla="*/ 1647530 w 2414454"/>
                  <a:gd name="connsiteY537" fmla="*/ 1086 h 170840"/>
                  <a:gd name="connsiteX538" fmla="*/ 1661284 w 2414454"/>
                  <a:gd name="connsiteY538" fmla="*/ 1086 h 170840"/>
                  <a:gd name="connsiteX539" fmla="*/ 1661284 w 2414454"/>
                  <a:gd name="connsiteY539" fmla="*/ 86325 h 170840"/>
                  <a:gd name="connsiteX540" fmla="*/ 1663456 w 2414454"/>
                  <a:gd name="connsiteY540" fmla="*/ 99717 h 170840"/>
                  <a:gd name="connsiteX541" fmla="*/ 1669699 w 2414454"/>
                  <a:gd name="connsiteY541" fmla="*/ 109852 h 170840"/>
                  <a:gd name="connsiteX542" fmla="*/ 1679562 w 2414454"/>
                  <a:gd name="connsiteY542" fmla="*/ 116367 h 170840"/>
                  <a:gd name="connsiteX543" fmla="*/ 1692411 w 2414454"/>
                  <a:gd name="connsiteY543" fmla="*/ 118720 h 170840"/>
                  <a:gd name="connsiteX544" fmla="*/ 1705261 w 2414454"/>
                  <a:gd name="connsiteY544" fmla="*/ 116367 h 170840"/>
                  <a:gd name="connsiteX545" fmla="*/ 1715124 w 2414454"/>
                  <a:gd name="connsiteY545" fmla="*/ 109852 h 170840"/>
                  <a:gd name="connsiteX546" fmla="*/ 1721458 w 2414454"/>
                  <a:gd name="connsiteY546" fmla="*/ 99717 h 170840"/>
                  <a:gd name="connsiteX547" fmla="*/ 1723720 w 2414454"/>
                  <a:gd name="connsiteY547" fmla="*/ 86325 h 170840"/>
                  <a:gd name="connsiteX548" fmla="*/ 1723720 w 2414454"/>
                  <a:gd name="connsiteY548" fmla="*/ 1086 h 170840"/>
                  <a:gd name="connsiteX549" fmla="*/ 1737474 w 2414454"/>
                  <a:gd name="connsiteY549" fmla="*/ 1086 h 170840"/>
                  <a:gd name="connsiteX550" fmla="*/ 1737474 w 2414454"/>
                  <a:gd name="connsiteY550" fmla="*/ 87411 h 170840"/>
                  <a:gd name="connsiteX551" fmla="*/ 1734126 w 2414454"/>
                  <a:gd name="connsiteY551" fmla="*/ 105056 h 170840"/>
                  <a:gd name="connsiteX552" fmla="*/ 1724716 w 2414454"/>
                  <a:gd name="connsiteY552" fmla="*/ 118901 h 170840"/>
                  <a:gd name="connsiteX553" fmla="*/ 1710418 w 2414454"/>
                  <a:gd name="connsiteY553" fmla="*/ 127859 h 170840"/>
                  <a:gd name="connsiteX554" fmla="*/ 1692411 w 2414454"/>
                  <a:gd name="connsiteY554" fmla="*/ 131026 h 170840"/>
                  <a:gd name="connsiteX555" fmla="*/ 1674404 w 2414454"/>
                  <a:gd name="connsiteY555" fmla="*/ 127859 h 170840"/>
                  <a:gd name="connsiteX556" fmla="*/ 1660198 w 2414454"/>
                  <a:gd name="connsiteY556" fmla="*/ 118901 h 170840"/>
                  <a:gd name="connsiteX557" fmla="*/ 1650878 w 2414454"/>
                  <a:gd name="connsiteY557" fmla="*/ 105056 h 170840"/>
                  <a:gd name="connsiteX558" fmla="*/ 1647530 w 2414454"/>
                  <a:gd name="connsiteY558" fmla="*/ 87411 h 170840"/>
                  <a:gd name="connsiteX559" fmla="*/ 947833 w 2414454"/>
                  <a:gd name="connsiteY559" fmla="*/ 1086 h 170840"/>
                  <a:gd name="connsiteX560" fmla="*/ 961587 w 2414454"/>
                  <a:gd name="connsiteY560" fmla="*/ 1086 h 170840"/>
                  <a:gd name="connsiteX561" fmla="*/ 961587 w 2414454"/>
                  <a:gd name="connsiteY561" fmla="*/ 90849 h 170840"/>
                  <a:gd name="connsiteX562" fmla="*/ 958601 w 2414454"/>
                  <a:gd name="connsiteY562" fmla="*/ 107590 h 170840"/>
                  <a:gd name="connsiteX563" fmla="*/ 950276 w 2414454"/>
                  <a:gd name="connsiteY563" fmla="*/ 120258 h 170840"/>
                  <a:gd name="connsiteX564" fmla="*/ 937608 w 2414454"/>
                  <a:gd name="connsiteY564" fmla="*/ 128221 h 170840"/>
                  <a:gd name="connsiteX565" fmla="*/ 921410 w 2414454"/>
                  <a:gd name="connsiteY565" fmla="*/ 131026 h 170840"/>
                  <a:gd name="connsiteX566" fmla="*/ 905032 w 2414454"/>
                  <a:gd name="connsiteY566" fmla="*/ 128221 h 170840"/>
                  <a:gd name="connsiteX567" fmla="*/ 891911 w 2414454"/>
                  <a:gd name="connsiteY567" fmla="*/ 119443 h 170840"/>
                  <a:gd name="connsiteX568" fmla="*/ 901141 w 2414454"/>
                  <a:gd name="connsiteY568" fmla="*/ 110214 h 170840"/>
                  <a:gd name="connsiteX569" fmla="*/ 909014 w 2414454"/>
                  <a:gd name="connsiteY569" fmla="*/ 116276 h 170840"/>
                  <a:gd name="connsiteX570" fmla="*/ 921410 w 2414454"/>
                  <a:gd name="connsiteY570" fmla="*/ 118720 h 170840"/>
                  <a:gd name="connsiteX571" fmla="*/ 940956 w 2414454"/>
                  <a:gd name="connsiteY571" fmla="*/ 111028 h 170840"/>
                  <a:gd name="connsiteX572" fmla="*/ 947833 w 2414454"/>
                  <a:gd name="connsiteY572" fmla="*/ 89040 h 170840"/>
                  <a:gd name="connsiteX573" fmla="*/ 370637 w 2414454"/>
                  <a:gd name="connsiteY573" fmla="*/ 1086 h 170840"/>
                  <a:gd name="connsiteX574" fmla="*/ 383667 w 2414454"/>
                  <a:gd name="connsiteY574" fmla="*/ 1086 h 170840"/>
                  <a:gd name="connsiteX575" fmla="*/ 383667 w 2414454"/>
                  <a:gd name="connsiteY575" fmla="*/ 50673 h 170840"/>
                  <a:gd name="connsiteX576" fmla="*/ 408642 w 2414454"/>
                  <a:gd name="connsiteY576" fmla="*/ 39814 h 170840"/>
                  <a:gd name="connsiteX577" fmla="*/ 432259 w 2414454"/>
                  <a:gd name="connsiteY577" fmla="*/ 48682 h 170840"/>
                  <a:gd name="connsiteX578" fmla="*/ 440674 w 2414454"/>
                  <a:gd name="connsiteY578" fmla="*/ 72752 h 170840"/>
                  <a:gd name="connsiteX579" fmla="*/ 440674 w 2414454"/>
                  <a:gd name="connsiteY579" fmla="*/ 129940 h 170840"/>
                  <a:gd name="connsiteX580" fmla="*/ 427644 w 2414454"/>
                  <a:gd name="connsiteY580" fmla="*/ 129940 h 170840"/>
                  <a:gd name="connsiteX581" fmla="*/ 427644 w 2414454"/>
                  <a:gd name="connsiteY581" fmla="*/ 74924 h 170840"/>
                  <a:gd name="connsiteX582" fmla="*/ 421853 w 2414454"/>
                  <a:gd name="connsiteY582" fmla="*/ 57279 h 170840"/>
                  <a:gd name="connsiteX583" fmla="*/ 405927 w 2414454"/>
                  <a:gd name="connsiteY583" fmla="*/ 51397 h 170840"/>
                  <a:gd name="connsiteX584" fmla="*/ 389730 w 2414454"/>
                  <a:gd name="connsiteY584" fmla="*/ 57369 h 170840"/>
                  <a:gd name="connsiteX585" fmla="*/ 383667 w 2414454"/>
                  <a:gd name="connsiteY585" fmla="*/ 74924 h 170840"/>
                  <a:gd name="connsiteX586" fmla="*/ 383667 w 2414454"/>
                  <a:gd name="connsiteY586" fmla="*/ 129940 h 170840"/>
                  <a:gd name="connsiteX587" fmla="*/ 370637 w 2414454"/>
                  <a:gd name="connsiteY587" fmla="*/ 129940 h 170840"/>
                  <a:gd name="connsiteX588" fmla="*/ 2246338 w 2414454"/>
                  <a:gd name="connsiteY588" fmla="*/ 905 h 170840"/>
                  <a:gd name="connsiteX589" fmla="*/ 2260997 w 2414454"/>
                  <a:gd name="connsiteY589" fmla="*/ 905 h 170840"/>
                  <a:gd name="connsiteX590" fmla="*/ 2260997 w 2414454"/>
                  <a:gd name="connsiteY590" fmla="*/ 15564 h 170840"/>
                  <a:gd name="connsiteX591" fmla="*/ 2246338 w 2414454"/>
                  <a:gd name="connsiteY591" fmla="*/ 15564 h 170840"/>
                  <a:gd name="connsiteX592" fmla="*/ 1874863 w 2414454"/>
                  <a:gd name="connsiteY592" fmla="*/ 905 h 170840"/>
                  <a:gd name="connsiteX593" fmla="*/ 1889522 w 2414454"/>
                  <a:gd name="connsiteY593" fmla="*/ 905 h 170840"/>
                  <a:gd name="connsiteX594" fmla="*/ 1889522 w 2414454"/>
                  <a:gd name="connsiteY594" fmla="*/ 15564 h 170840"/>
                  <a:gd name="connsiteX595" fmla="*/ 1874863 w 2414454"/>
                  <a:gd name="connsiteY595" fmla="*/ 15564 h 170840"/>
                  <a:gd name="connsiteX596" fmla="*/ 998563 w 2414454"/>
                  <a:gd name="connsiteY596" fmla="*/ 905 h 170840"/>
                  <a:gd name="connsiteX597" fmla="*/ 1013222 w 2414454"/>
                  <a:gd name="connsiteY597" fmla="*/ 905 h 170840"/>
                  <a:gd name="connsiteX598" fmla="*/ 1013222 w 2414454"/>
                  <a:gd name="connsiteY598" fmla="*/ 15564 h 170840"/>
                  <a:gd name="connsiteX599" fmla="*/ 998563 w 2414454"/>
                  <a:gd name="connsiteY599" fmla="*/ 15564 h 170840"/>
                  <a:gd name="connsiteX600" fmla="*/ 44701 w 2414454"/>
                  <a:gd name="connsiteY600" fmla="*/ 0 h 170840"/>
                  <a:gd name="connsiteX601" fmla="*/ 65875 w 2414454"/>
                  <a:gd name="connsiteY601" fmla="*/ 3348 h 170840"/>
                  <a:gd name="connsiteX602" fmla="*/ 83067 w 2414454"/>
                  <a:gd name="connsiteY602" fmla="*/ 14116 h 170840"/>
                  <a:gd name="connsiteX603" fmla="*/ 74200 w 2414454"/>
                  <a:gd name="connsiteY603" fmla="*/ 22984 h 170840"/>
                  <a:gd name="connsiteX604" fmla="*/ 61350 w 2414454"/>
                  <a:gd name="connsiteY604" fmla="*/ 14749 h 170840"/>
                  <a:gd name="connsiteX605" fmla="*/ 44158 w 2414454"/>
                  <a:gd name="connsiteY605" fmla="*/ 11944 h 170840"/>
                  <a:gd name="connsiteX606" fmla="*/ 24070 w 2414454"/>
                  <a:gd name="connsiteY606" fmla="*/ 18459 h 170840"/>
                  <a:gd name="connsiteX607" fmla="*/ 17012 w 2414454"/>
                  <a:gd name="connsiteY607" fmla="*/ 35833 h 170840"/>
                  <a:gd name="connsiteX608" fmla="*/ 22803 w 2414454"/>
                  <a:gd name="connsiteY608" fmla="*/ 50673 h 170840"/>
                  <a:gd name="connsiteX609" fmla="*/ 30494 w 2414454"/>
                  <a:gd name="connsiteY609" fmla="*/ 55016 h 170840"/>
                  <a:gd name="connsiteX610" fmla="*/ 40176 w 2414454"/>
                  <a:gd name="connsiteY610" fmla="*/ 57731 h 170840"/>
                  <a:gd name="connsiteX611" fmla="*/ 54292 w 2414454"/>
                  <a:gd name="connsiteY611" fmla="*/ 59903 h 170840"/>
                  <a:gd name="connsiteX612" fmla="*/ 62346 w 2414454"/>
                  <a:gd name="connsiteY612" fmla="*/ 61441 h 170840"/>
                  <a:gd name="connsiteX613" fmla="*/ 68589 w 2414454"/>
                  <a:gd name="connsiteY613" fmla="*/ 63341 h 170840"/>
                  <a:gd name="connsiteX614" fmla="*/ 73566 w 2414454"/>
                  <a:gd name="connsiteY614" fmla="*/ 65784 h 170840"/>
                  <a:gd name="connsiteX615" fmla="*/ 77819 w 2414454"/>
                  <a:gd name="connsiteY615" fmla="*/ 68951 h 170840"/>
                  <a:gd name="connsiteX616" fmla="*/ 88678 w 2414454"/>
                  <a:gd name="connsiteY616" fmla="*/ 94469 h 170840"/>
                  <a:gd name="connsiteX617" fmla="*/ 85511 w 2414454"/>
                  <a:gd name="connsiteY617" fmla="*/ 109761 h 170840"/>
                  <a:gd name="connsiteX618" fmla="*/ 76462 w 2414454"/>
                  <a:gd name="connsiteY618" fmla="*/ 121253 h 170840"/>
                  <a:gd name="connsiteX619" fmla="*/ 62346 w 2414454"/>
                  <a:gd name="connsiteY619" fmla="*/ 128492 h 170840"/>
                  <a:gd name="connsiteX620" fmla="*/ 44158 w 2414454"/>
                  <a:gd name="connsiteY620" fmla="*/ 131026 h 170840"/>
                  <a:gd name="connsiteX621" fmla="*/ 19364 w 2414454"/>
                  <a:gd name="connsiteY621" fmla="*/ 127044 h 170840"/>
                  <a:gd name="connsiteX622" fmla="*/ 0 w 2414454"/>
                  <a:gd name="connsiteY622" fmla="*/ 114014 h 170840"/>
                  <a:gd name="connsiteX623" fmla="*/ 9411 w 2414454"/>
                  <a:gd name="connsiteY623" fmla="*/ 104604 h 170840"/>
                  <a:gd name="connsiteX624" fmla="*/ 25517 w 2414454"/>
                  <a:gd name="connsiteY624" fmla="*/ 115643 h 170840"/>
                  <a:gd name="connsiteX625" fmla="*/ 44520 w 2414454"/>
                  <a:gd name="connsiteY625" fmla="*/ 118720 h 170840"/>
                  <a:gd name="connsiteX626" fmla="*/ 66780 w 2414454"/>
                  <a:gd name="connsiteY626" fmla="*/ 112476 h 170840"/>
                  <a:gd name="connsiteX627" fmla="*/ 74924 w 2414454"/>
                  <a:gd name="connsiteY627" fmla="*/ 94831 h 170840"/>
                  <a:gd name="connsiteX628" fmla="*/ 73385 w 2414454"/>
                  <a:gd name="connsiteY628" fmla="*/ 85601 h 170840"/>
                  <a:gd name="connsiteX629" fmla="*/ 68770 w 2414454"/>
                  <a:gd name="connsiteY629" fmla="*/ 78724 h 170840"/>
                  <a:gd name="connsiteX630" fmla="*/ 62346 w 2414454"/>
                  <a:gd name="connsiteY630" fmla="*/ 74833 h 170840"/>
                  <a:gd name="connsiteX631" fmla="*/ 51940 w 2414454"/>
                  <a:gd name="connsiteY631" fmla="*/ 72571 h 170840"/>
                  <a:gd name="connsiteX632" fmla="*/ 36919 w 2414454"/>
                  <a:gd name="connsiteY632" fmla="*/ 70218 h 170840"/>
                  <a:gd name="connsiteX633" fmla="*/ 13211 w 2414454"/>
                  <a:gd name="connsiteY633" fmla="*/ 60446 h 170840"/>
                  <a:gd name="connsiteX634" fmla="*/ 3438 w 2414454"/>
                  <a:gd name="connsiteY634" fmla="*/ 36376 h 170840"/>
                  <a:gd name="connsiteX635" fmla="*/ 6334 w 2414454"/>
                  <a:gd name="connsiteY635" fmla="*/ 21446 h 170840"/>
                  <a:gd name="connsiteX636" fmla="*/ 14568 w 2414454"/>
                  <a:gd name="connsiteY636" fmla="*/ 9954 h 170840"/>
                  <a:gd name="connsiteX637" fmla="*/ 27508 w 2414454"/>
                  <a:gd name="connsiteY637" fmla="*/ 2624 h 170840"/>
                  <a:gd name="connsiteX638" fmla="*/ 44701 w 2414454"/>
                  <a:gd name="connsiteY638" fmla="*/ 0 h 170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</a:cxnLst>
                <a:rect l="l" t="t" r="r" b="b"/>
                <a:pathLst>
                  <a:path w="2414454" h="170840">
                    <a:moveTo>
                      <a:pt x="1072429" y="88859"/>
                    </a:moveTo>
                    <a:cubicBezTo>
                      <a:pt x="1059158" y="88859"/>
                      <a:pt x="1052522" y="94107"/>
                      <a:pt x="1052522" y="104604"/>
                    </a:cubicBezTo>
                    <a:cubicBezTo>
                      <a:pt x="1052522" y="109791"/>
                      <a:pt x="1054151" y="113622"/>
                      <a:pt x="1057408" y="116095"/>
                    </a:cubicBezTo>
                    <a:cubicBezTo>
                      <a:pt x="1060666" y="118569"/>
                      <a:pt x="1065854" y="119805"/>
                      <a:pt x="1072972" y="119805"/>
                    </a:cubicBezTo>
                    <a:cubicBezTo>
                      <a:pt x="1076833" y="119805"/>
                      <a:pt x="1080422" y="119504"/>
                      <a:pt x="1083740" y="118901"/>
                    </a:cubicBezTo>
                    <a:cubicBezTo>
                      <a:pt x="1087058" y="118297"/>
                      <a:pt x="1090104" y="116608"/>
                      <a:pt x="1092879" y="113833"/>
                    </a:cubicBezTo>
                    <a:cubicBezTo>
                      <a:pt x="1095896" y="110938"/>
                      <a:pt x="1097404" y="105810"/>
                      <a:pt x="1097404" y="98450"/>
                    </a:cubicBezTo>
                    <a:lnTo>
                      <a:pt x="1097404" y="88859"/>
                    </a:lnTo>
                    <a:close/>
                    <a:moveTo>
                      <a:pt x="1515646" y="51397"/>
                    </a:moveTo>
                    <a:cubicBezTo>
                      <a:pt x="1510820" y="51397"/>
                      <a:pt x="1506930" y="52362"/>
                      <a:pt x="1503974" y="54292"/>
                    </a:cubicBezTo>
                    <a:cubicBezTo>
                      <a:pt x="1501018" y="56223"/>
                      <a:pt x="1498756" y="58726"/>
                      <a:pt x="1497187" y="61803"/>
                    </a:cubicBezTo>
                    <a:cubicBezTo>
                      <a:pt x="1495619" y="64880"/>
                      <a:pt x="1494593" y="68439"/>
                      <a:pt x="1494110" y="72480"/>
                    </a:cubicBezTo>
                    <a:cubicBezTo>
                      <a:pt x="1493628" y="76522"/>
                      <a:pt x="1493387" y="80594"/>
                      <a:pt x="1493387" y="84696"/>
                    </a:cubicBezTo>
                    <a:cubicBezTo>
                      <a:pt x="1493387" y="88919"/>
                      <a:pt x="1493628" y="93021"/>
                      <a:pt x="1494110" y="97003"/>
                    </a:cubicBezTo>
                    <a:cubicBezTo>
                      <a:pt x="1494593" y="100984"/>
                      <a:pt x="1495619" y="104513"/>
                      <a:pt x="1497187" y="107590"/>
                    </a:cubicBezTo>
                    <a:cubicBezTo>
                      <a:pt x="1498756" y="110666"/>
                      <a:pt x="1501018" y="113170"/>
                      <a:pt x="1503974" y="115100"/>
                    </a:cubicBezTo>
                    <a:cubicBezTo>
                      <a:pt x="1506930" y="117030"/>
                      <a:pt x="1510820" y="117996"/>
                      <a:pt x="1515646" y="117996"/>
                    </a:cubicBezTo>
                    <a:cubicBezTo>
                      <a:pt x="1520472" y="117996"/>
                      <a:pt x="1524333" y="117030"/>
                      <a:pt x="1527229" y="115100"/>
                    </a:cubicBezTo>
                    <a:cubicBezTo>
                      <a:pt x="1530124" y="113170"/>
                      <a:pt x="1532356" y="110666"/>
                      <a:pt x="1533925" y="107590"/>
                    </a:cubicBezTo>
                    <a:cubicBezTo>
                      <a:pt x="1535493" y="104513"/>
                      <a:pt x="1536519" y="100984"/>
                      <a:pt x="1537002" y="97003"/>
                    </a:cubicBezTo>
                    <a:cubicBezTo>
                      <a:pt x="1537484" y="93021"/>
                      <a:pt x="1537726" y="88919"/>
                      <a:pt x="1537726" y="84696"/>
                    </a:cubicBezTo>
                    <a:cubicBezTo>
                      <a:pt x="1537726" y="80594"/>
                      <a:pt x="1537484" y="76522"/>
                      <a:pt x="1537002" y="72480"/>
                    </a:cubicBezTo>
                    <a:cubicBezTo>
                      <a:pt x="1536519" y="68439"/>
                      <a:pt x="1535493" y="64880"/>
                      <a:pt x="1533925" y="61803"/>
                    </a:cubicBezTo>
                    <a:cubicBezTo>
                      <a:pt x="1532356" y="58726"/>
                      <a:pt x="1530124" y="56223"/>
                      <a:pt x="1527229" y="54292"/>
                    </a:cubicBezTo>
                    <a:cubicBezTo>
                      <a:pt x="1524333" y="52362"/>
                      <a:pt x="1520472" y="51397"/>
                      <a:pt x="1515646" y="51397"/>
                    </a:cubicBezTo>
                    <a:close/>
                    <a:moveTo>
                      <a:pt x="1326232" y="51397"/>
                    </a:moveTo>
                    <a:cubicBezTo>
                      <a:pt x="1319838" y="51397"/>
                      <a:pt x="1314469" y="53569"/>
                      <a:pt x="1310126" y="57912"/>
                    </a:cubicBezTo>
                    <a:cubicBezTo>
                      <a:pt x="1308436" y="59601"/>
                      <a:pt x="1307140" y="61501"/>
                      <a:pt x="1306235" y="63613"/>
                    </a:cubicBezTo>
                    <a:cubicBezTo>
                      <a:pt x="1305330" y="65724"/>
                      <a:pt x="1304606" y="67986"/>
                      <a:pt x="1304063" y="70399"/>
                    </a:cubicBezTo>
                    <a:cubicBezTo>
                      <a:pt x="1303520" y="72812"/>
                      <a:pt x="1303188" y="75286"/>
                      <a:pt x="1303068" y="77819"/>
                    </a:cubicBezTo>
                    <a:cubicBezTo>
                      <a:pt x="1302947" y="80353"/>
                      <a:pt x="1302887" y="82887"/>
                      <a:pt x="1302887" y="85420"/>
                    </a:cubicBezTo>
                    <a:cubicBezTo>
                      <a:pt x="1302887" y="87954"/>
                      <a:pt x="1302947" y="90487"/>
                      <a:pt x="1303068" y="93021"/>
                    </a:cubicBezTo>
                    <a:cubicBezTo>
                      <a:pt x="1303188" y="95555"/>
                      <a:pt x="1303520" y="98028"/>
                      <a:pt x="1304063" y="100441"/>
                    </a:cubicBezTo>
                    <a:cubicBezTo>
                      <a:pt x="1304606" y="102854"/>
                      <a:pt x="1305330" y="105146"/>
                      <a:pt x="1306235" y="107318"/>
                    </a:cubicBezTo>
                    <a:cubicBezTo>
                      <a:pt x="1307140" y="109490"/>
                      <a:pt x="1308436" y="111360"/>
                      <a:pt x="1310126" y="112928"/>
                    </a:cubicBezTo>
                    <a:cubicBezTo>
                      <a:pt x="1314469" y="117272"/>
                      <a:pt x="1319838" y="119443"/>
                      <a:pt x="1326232" y="119443"/>
                    </a:cubicBezTo>
                    <a:cubicBezTo>
                      <a:pt x="1332748" y="119443"/>
                      <a:pt x="1338177" y="117272"/>
                      <a:pt x="1342520" y="112928"/>
                    </a:cubicBezTo>
                    <a:cubicBezTo>
                      <a:pt x="1344088" y="111360"/>
                      <a:pt x="1345355" y="109490"/>
                      <a:pt x="1346321" y="107318"/>
                    </a:cubicBezTo>
                    <a:cubicBezTo>
                      <a:pt x="1347286" y="105146"/>
                      <a:pt x="1348010" y="102854"/>
                      <a:pt x="1348492" y="100441"/>
                    </a:cubicBezTo>
                    <a:cubicBezTo>
                      <a:pt x="1348975" y="98028"/>
                      <a:pt x="1349276" y="95555"/>
                      <a:pt x="1349397" y="93021"/>
                    </a:cubicBezTo>
                    <a:cubicBezTo>
                      <a:pt x="1349518" y="90487"/>
                      <a:pt x="1349578" y="87954"/>
                      <a:pt x="1349578" y="85420"/>
                    </a:cubicBezTo>
                    <a:cubicBezTo>
                      <a:pt x="1349578" y="82887"/>
                      <a:pt x="1349518" y="80353"/>
                      <a:pt x="1349397" y="77819"/>
                    </a:cubicBezTo>
                    <a:cubicBezTo>
                      <a:pt x="1349276" y="75286"/>
                      <a:pt x="1348975" y="72812"/>
                      <a:pt x="1348492" y="70399"/>
                    </a:cubicBezTo>
                    <a:cubicBezTo>
                      <a:pt x="1348010" y="67986"/>
                      <a:pt x="1347286" y="65724"/>
                      <a:pt x="1346321" y="63613"/>
                    </a:cubicBezTo>
                    <a:cubicBezTo>
                      <a:pt x="1345355" y="61501"/>
                      <a:pt x="1344088" y="59601"/>
                      <a:pt x="1342520" y="57912"/>
                    </a:cubicBezTo>
                    <a:cubicBezTo>
                      <a:pt x="1338177" y="53569"/>
                      <a:pt x="1332748" y="51397"/>
                      <a:pt x="1326232" y="51397"/>
                    </a:cubicBezTo>
                    <a:close/>
                    <a:moveTo>
                      <a:pt x="1173832" y="51397"/>
                    </a:moveTo>
                    <a:cubicBezTo>
                      <a:pt x="1167438" y="51397"/>
                      <a:pt x="1162069" y="53569"/>
                      <a:pt x="1157726" y="57912"/>
                    </a:cubicBezTo>
                    <a:cubicBezTo>
                      <a:pt x="1156036" y="59601"/>
                      <a:pt x="1154740" y="61501"/>
                      <a:pt x="1153835" y="63613"/>
                    </a:cubicBezTo>
                    <a:cubicBezTo>
                      <a:pt x="1152930" y="65724"/>
                      <a:pt x="1152206" y="67986"/>
                      <a:pt x="1151663" y="70399"/>
                    </a:cubicBezTo>
                    <a:cubicBezTo>
                      <a:pt x="1151120" y="72812"/>
                      <a:pt x="1150788" y="75286"/>
                      <a:pt x="1150668" y="77819"/>
                    </a:cubicBezTo>
                    <a:cubicBezTo>
                      <a:pt x="1150547" y="80353"/>
                      <a:pt x="1150487" y="82887"/>
                      <a:pt x="1150487" y="85420"/>
                    </a:cubicBezTo>
                    <a:cubicBezTo>
                      <a:pt x="1150487" y="87954"/>
                      <a:pt x="1150547" y="90487"/>
                      <a:pt x="1150668" y="93021"/>
                    </a:cubicBezTo>
                    <a:cubicBezTo>
                      <a:pt x="1150788" y="95555"/>
                      <a:pt x="1151120" y="98028"/>
                      <a:pt x="1151663" y="100441"/>
                    </a:cubicBezTo>
                    <a:cubicBezTo>
                      <a:pt x="1152206" y="102854"/>
                      <a:pt x="1152930" y="105146"/>
                      <a:pt x="1153835" y="107318"/>
                    </a:cubicBezTo>
                    <a:cubicBezTo>
                      <a:pt x="1154740" y="109490"/>
                      <a:pt x="1156036" y="111360"/>
                      <a:pt x="1157726" y="112928"/>
                    </a:cubicBezTo>
                    <a:cubicBezTo>
                      <a:pt x="1162069" y="117272"/>
                      <a:pt x="1167438" y="119443"/>
                      <a:pt x="1173832" y="119443"/>
                    </a:cubicBezTo>
                    <a:cubicBezTo>
                      <a:pt x="1180348" y="119443"/>
                      <a:pt x="1185777" y="117272"/>
                      <a:pt x="1190120" y="112928"/>
                    </a:cubicBezTo>
                    <a:cubicBezTo>
                      <a:pt x="1191689" y="111360"/>
                      <a:pt x="1192955" y="109490"/>
                      <a:pt x="1193921" y="107318"/>
                    </a:cubicBezTo>
                    <a:cubicBezTo>
                      <a:pt x="1194886" y="105146"/>
                      <a:pt x="1195610" y="102854"/>
                      <a:pt x="1196092" y="100441"/>
                    </a:cubicBezTo>
                    <a:cubicBezTo>
                      <a:pt x="1196575" y="98028"/>
                      <a:pt x="1196876" y="95555"/>
                      <a:pt x="1196997" y="93021"/>
                    </a:cubicBezTo>
                    <a:cubicBezTo>
                      <a:pt x="1197118" y="90487"/>
                      <a:pt x="1197178" y="87954"/>
                      <a:pt x="1197178" y="85420"/>
                    </a:cubicBezTo>
                    <a:cubicBezTo>
                      <a:pt x="1197178" y="82887"/>
                      <a:pt x="1197118" y="80353"/>
                      <a:pt x="1196997" y="77819"/>
                    </a:cubicBezTo>
                    <a:cubicBezTo>
                      <a:pt x="1196876" y="75286"/>
                      <a:pt x="1196575" y="72812"/>
                      <a:pt x="1196092" y="70399"/>
                    </a:cubicBezTo>
                    <a:cubicBezTo>
                      <a:pt x="1195610" y="67986"/>
                      <a:pt x="1194886" y="65724"/>
                      <a:pt x="1193921" y="63613"/>
                    </a:cubicBezTo>
                    <a:cubicBezTo>
                      <a:pt x="1192955" y="61501"/>
                      <a:pt x="1191689" y="59601"/>
                      <a:pt x="1190120" y="57912"/>
                    </a:cubicBezTo>
                    <a:cubicBezTo>
                      <a:pt x="1185777" y="53569"/>
                      <a:pt x="1180348" y="51397"/>
                      <a:pt x="1173832" y="51397"/>
                    </a:cubicBezTo>
                    <a:close/>
                    <a:moveTo>
                      <a:pt x="145132" y="51397"/>
                    </a:moveTo>
                    <a:cubicBezTo>
                      <a:pt x="138738" y="51397"/>
                      <a:pt x="133369" y="53569"/>
                      <a:pt x="129026" y="57912"/>
                    </a:cubicBezTo>
                    <a:cubicBezTo>
                      <a:pt x="127336" y="59601"/>
                      <a:pt x="126040" y="61501"/>
                      <a:pt x="125135" y="63613"/>
                    </a:cubicBezTo>
                    <a:cubicBezTo>
                      <a:pt x="124230" y="65724"/>
                      <a:pt x="123506" y="67986"/>
                      <a:pt x="122963" y="70399"/>
                    </a:cubicBezTo>
                    <a:cubicBezTo>
                      <a:pt x="122420" y="72812"/>
                      <a:pt x="122088" y="75286"/>
                      <a:pt x="121968" y="77819"/>
                    </a:cubicBezTo>
                    <a:cubicBezTo>
                      <a:pt x="121847" y="80353"/>
                      <a:pt x="121787" y="82887"/>
                      <a:pt x="121787" y="85420"/>
                    </a:cubicBezTo>
                    <a:cubicBezTo>
                      <a:pt x="121787" y="87954"/>
                      <a:pt x="121847" y="90487"/>
                      <a:pt x="121968" y="93021"/>
                    </a:cubicBezTo>
                    <a:cubicBezTo>
                      <a:pt x="122088" y="95555"/>
                      <a:pt x="122420" y="98028"/>
                      <a:pt x="122963" y="100441"/>
                    </a:cubicBezTo>
                    <a:cubicBezTo>
                      <a:pt x="123506" y="102854"/>
                      <a:pt x="124230" y="105146"/>
                      <a:pt x="125135" y="107318"/>
                    </a:cubicBezTo>
                    <a:cubicBezTo>
                      <a:pt x="126040" y="109490"/>
                      <a:pt x="127336" y="111360"/>
                      <a:pt x="129026" y="112928"/>
                    </a:cubicBezTo>
                    <a:cubicBezTo>
                      <a:pt x="133369" y="117272"/>
                      <a:pt x="138738" y="119443"/>
                      <a:pt x="145132" y="119443"/>
                    </a:cubicBezTo>
                    <a:cubicBezTo>
                      <a:pt x="151648" y="119443"/>
                      <a:pt x="157077" y="117272"/>
                      <a:pt x="161420" y="112928"/>
                    </a:cubicBezTo>
                    <a:cubicBezTo>
                      <a:pt x="162989" y="111360"/>
                      <a:pt x="164255" y="109490"/>
                      <a:pt x="165221" y="107318"/>
                    </a:cubicBezTo>
                    <a:cubicBezTo>
                      <a:pt x="166186" y="105146"/>
                      <a:pt x="166910" y="102854"/>
                      <a:pt x="167392" y="100441"/>
                    </a:cubicBezTo>
                    <a:cubicBezTo>
                      <a:pt x="167875" y="98028"/>
                      <a:pt x="168177" y="95555"/>
                      <a:pt x="168297" y="93021"/>
                    </a:cubicBezTo>
                    <a:cubicBezTo>
                      <a:pt x="168418" y="90487"/>
                      <a:pt x="168478" y="87954"/>
                      <a:pt x="168478" y="85420"/>
                    </a:cubicBezTo>
                    <a:cubicBezTo>
                      <a:pt x="168478" y="82887"/>
                      <a:pt x="168418" y="80353"/>
                      <a:pt x="168297" y="77819"/>
                    </a:cubicBezTo>
                    <a:cubicBezTo>
                      <a:pt x="168177" y="75286"/>
                      <a:pt x="167875" y="72812"/>
                      <a:pt x="167392" y="70399"/>
                    </a:cubicBezTo>
                    <a:cubicBezTo>
                      <a:pt x="166910" y="67986"/>
                      <a:pt x="166186" y="65724"/>
                      <a:pt x="165221" y="63613"/>
                    </a:cubicBezTo>
                    <a:cubicBezTo>
                      <a:pt x="164255" y="61501"/>
                      <a:pt x="162989" y="59601"/>
                      <a:pt x="161420" y="57912"/>
                    </a:cubicBezTo>
                    <a:cubicBezTo>
                      <a:pt x="157077" y="53569"/>
                      <a:pt x="151648" y="51397"/>
                      <a:pt x="145132" y="51397"/>
                    </a:cubicBezTo>
                    <a:close/>
                    <a:moveTo>
                      <a:pt x="2031082" y="51035"/>
                    </a:moveTo>
                    <a:cubicBezTo>
                      <a:pt x="2026377" y="51035"/>
                      <a:pt x="2022154" y="52234"/>
                      <a:pt x="2018414" y="54632"/>
                    </a:cubicBezTo>
                    <a:cubicBezTo>
                      <a:pt x="2014674" y="57030"/>
                      <a:pt x="2011959" y="60267"/>
                      <a:pt x="2010270" y="64342"/>
                    </a:cubicBezTo>
                    <a:cubicBezTo>
                      <a:pt x="2009305" y="66738"/>
                      <a:pt x="2008642" y="68895"/>
                      <a:pt x="2008280" y="70814"/>
                    </a:cubicBezTo>
                    <a:cubicBezTo>
                      <a:pt x="2007918" y="72732"/>
                      <a:pt x="2007676" y="75489"/>
                      <a:pt x="2007556" y="79086"/>
                    </a:cubicBezTo>
                    <a:lnTo>
                      <a:pt x="2054609" y="79086"/>
                    </a:lnTo>
                    <a:cubicBezTo>
                      <a:pt x="2054488" y="77288"/>
                      <a:pt x="2054368" y="75729"/>
                      <a:pt x="2054247" y="74410"/>
                    </a:cubicBezTo>
                    <a:cubicBezTo>
                      <a:pt x="2054126" y="73092"/>
                      <a:pt x="2053976" y="71893"/>
                      <a:pt x="2053795" y="70815"/>
                    </a:cubicBezTo>
                    <a:cubicBezTo>
                      <a:pt x="2053614" y="69737"/>
                      <a:pt x="2053372" y="68688"/>
                      <a:pt x="2053071" y="67669"/>
                    </a:cubicBezTo>
                    <a:cubicBezTo>
                      <a:pt x="2052769" y="66650"/>
                      <a:pt x="2052377" y="65541"/>
                      <a:pt x="2051894" y="64342"/>
                    </a:cubicBezTo>
                    <a:cubicBezTo>
                      <a:pt x="2050206" y="60267"/>
                      <a:pt x="2047491" y="57030"/>
                      <a:pt x="2043750" y="54632"/>
                    </a:cubicBezTo>
                    <a:cubicBezTo>
                      <a:pt x="2040010" y="52234"/>
                      <a:pt x="2035788" y="51035"/>
                      <a:pt x="2031082" y="51035"/>
                    </a:cubicBezTo>
                    <a:close/>
                    <a:moveTo>
                      <a:pt x="630907" y="51035"/>
                    </a:moveTo>
                    <a:cubicBezTo>
                      <a:pt x="626202" y="51035"/>
                      <a:pt x="621979" y="52234"/>
                      <a:pt x="618239" y="54632"/>
                    </a:cubicBezTo>
                    <a:cubicBezTo>
                      <a:pt x="614499" y="57030"/>
                      <a:pt x="611784" y="60267"/>
                      <a:pt x="610095" y="64342"/>
                    </a:cubicBezTo>
                    <a:cubicBezTo>
                      <a:pt x="609130" y="66738"/>
                      <a:pt x="608466" y="68895"/>
                      <a:pt x="608104" y="70814"/>
                    </a:cubicBezTo>
                    <a:cubicBezTo>
                      <a:pt x="607743" y="72732"/>
                      <a:pt x="607501" y="75489"/>
                      <a:pt x="607381" y="79086"/>
                    </a:cubicBezTo>
                    <a:lnTo>
                      <a:pt x="654434" y="79086"/>
                    </a:lnTo>
                    <a:cubicBezTo>
                      <a:pt x="654313" y="77288"/>
                      <a:pt x="654193" y="75729"/>
                      <a:pt x="654072" y="74410"/>
                    </a:cubicBezTo>
                    <a:cubicBezTo>
                      <a:pt x="653952" y="73092"/>
                      <a:pt x="653801" y="71893"/>
                      <a:pt x="653620" y="70815"/>
                    </a:cubicBezTo>
                    <a:cubicBezTo>
                      <a:pt x="653439" y="69737"/>
                      <a:pt x="653197" y="68688"/>
                      <a:pt x="652896" y="67669"/>
                    </a:cubicBezTo>
                    <a:cubicBezTo>
                      <a:pt x="652594" y="66650"/>
                      <a:pt x="652202" y="65541"/>
                      <a:pt x="651720" y="64342"/>
                    </a:cubicBezTo>
                    <a:cubicBezTo>
                      <a:pt x="650030" y="60267"/>
                      <a:pt x="647316" y="57030"/>
                      <a:pt x="643576" y="54632"/>
                    </a:cubicBezTo>
                    <a:cubicBezTo>
                      <a:pt x="639836" y="52234"/>
                      <a:pt x="635613" y="51035"/>
                      <a:pt x="630907" y="51035"/>
                    </a:cubicBezTo>
                    <a:close/>
                    <a:moveTo>
                      <a:pt x="2337540" y="40900"/>
                    </a:moveTo>
                    <a:lnTo>
                      <a:pt x="2351656" y="40900"/>
                    </a:lnTo>
                    <a:lnTo>
                      <a:pt x="2376087" y="112385"/>
                    </a:lnTo>
                    <a:lnTo>
                      <a:pt x="2400338" y="40900"/>
                    </a:lnTo>
                    <a:lnTo>
                      <a:pt x="2414454" y="40900"/>
                    </a:lnTo>
                    <a:lnTo>
                      <a:pt x="2373916" y="151476"/>
                    </a:lnTo>
                    <a:cubicBezTo>
                      <a:pt x="2372226" y="156181"/>
                      <a:pt x="2370115" y="159680"/>
                      <a:pt x="2367582" y="161973"/>
                    </a:cubicBezTo>
                    <a:cubicBezTo>
                      <a:pt x="2365168" y="164265"/>
                      <a:pt x="2362454" y="165864"/>
                      <a:pt x="2359438" y="166768"/>
                    </a:cubicBezTo>
                    <a:cubicBezTo>
                      <a:pt x="2356421" y="167673"/>
                      <a:pt x="2353345" y="168126"/>
                      <a:pt x="2350208" y="168126"/>
                    </a:cubicBezTo>
                    <a:lnTo>
                      <a:pt x="2344598" y="168126"/>
                    </a:lnTo>
                    <a:lnTo>
                      <a:pt x="2344598" y="156543"/>
                    </a:lnTo>
                    <a:lnTo>
                      <a:pt x="2348579" y="156543"/>
                    </a:lnTo>
                    <a:cubicBezTo>
                      <a:pt x="2353043" y="156543"/>
                      <a:pt x="2356240" y="155729"/>
                      <a:pt x="2358171" y="154100"/>
                    </a:cubicBezTo>
                    <a:cubicBezTo>
                      <a:pt x="2360101" y="152471"/>
                      <a:pt x="2361790" y="149606"/>
                      <a:pt x="2363238" y="145504"/>
                    </a:cubicBezTo>
                    <a:lnTo>
                      <a:pt x="2369572" y="128130"/>
                    </a:lnTo>
                    <a:close/>
                    <a:moveTo>
                      <a:pt x="2247062" y="40900"/>
                    </a:moveTo>
                    <a:lnTo>
                      <a:pt x="2260092" y="40900"/>
                    </a:lnTo>
                    <a:lnTo>
                      <a:pt x="2260092" y="129940"/>
                    </a:lnTo>
                    <a:lnTo>
                      <a:pt x="2247062" y="129940"/>
                    </a:lnTo>
                    <a:close/>
                    <a:moveTo>
                      <a:pt x="1899390" y="40900"/>
                    </a:moveTo>
                    <a:lnTo>
                      <a:pt x="1913506" y="40900"/>
                    </a:lnTo>
                    <a:lnTo>
                      <a:pt x="1937756" y="112385"/>
                    </a:lnTo>
                    <a:lnTo>
                      <a:pt x="1962188" y="40900"/>
                    </a:lnTo>
                    <a:lnTo>
                      <a:pt x="1976304" y="40900"/>
                    </a:lnTo>
                    <a:lnTo>
                      <a:pt x="1943548" y="129940"/>
                    </a:lnTo>
                    <a:lnTo>
                      <a:pt x="1931965" y="129940"/>
                    </a:lnTo>
                    <a:close/>
                    <a:moveTo>
                      <a:pt x="1875587" y="40900"/>
                    </a:moveTo>
                    <a:lnTo>
                      <a:pt x="1888617" y="40900"/>
                    </a:lnTo>
                    <a:lnTo>
                      <a:pt x="1888617" y="129940"/>
                    </a:lnTo>
                    <a:lnTo>
                      <a:pt x="1875587" y="129940"/>
                    </a:lnTo>
                    <a:close/>
                    <a:moveTo>
                      <a:pt x="999287" y="40900"/>
                    </a:moveTo>
                    <a:lnTo>
                      <a:pt x="1012317" y="40900"/>
                    </a:lnTo>
                    <a:lnTo>
                      <a:pt x="1012317" y="129940"/>
                    </a:lnTo>
                    <a:lnTo>
                      <a:pt x="999287" y="129940"/>
                    </a:lnTo>
                    <a:close/>
                    <a:moveTo>
                      <a:pt x="451590" y="40900"/>
                    </a:moveTo>
                    <a:lnTo>
                      <a:pt x="465706" y="40900"/>
                    </a:lnTo>
                    <a:lnTo>
                      <a:pt x="486156" y="112385"/>
                    </a:lnTo>
                    <a:lnTo>
                      <a:pt x="509502" y="40900"/>
                    </a:lnTo>
                    <a:lnTo>
                      <a:pt x="520722" y="40900"/>
                    </a:lnTo>
                    <a:lnTo>
                      <a:pt x="544249" y="112385"/>
                    </a:lnTo>
                    <a:lnTo>
                      <a:pt x="564518" y="40900"/>
                    </a:lnTo>
                    <a:lnTo>
                      <a:pt x="578634" y="40900"/>
                    </a:lnTo>
                    <a:lnTo>
                      <a:pt x="550583" y="129940"/>
                    </a:lnTo>
                    <a:lnTo>
                      <a:pt x="538458" y="129940"/>
                    </a:lnTo>
                    <a:lnTo>
                      <a:pt x="515112" y="60808"/>
                    </a:lnTo>
                    <a:lnTo>
                      <a:pt x="491947" y="129940"/>
                    </a:lnTo>
                    <a:lnTo>
                      <a:pt x="479822" y="129940"/>
                    </a:lnTo>
                    <a:close/>
                    <a:moveTo>
                      <a:pt x="207807" y="40900"/>
                    </a:moveTo>
                    <a:lnTo>
                      <a:pt x="220837" y="40900"/>
                    </a:lnTo>
                    <a:lnTo>
                      <a:pt x="220837" y="95736"/>
                    </a:lnTo>
                    <a:cubicBezTo>
                      <a:pt x="220837" y="103699"/>
                      <a:pt x="222767" y="109641"/>
                      <a:pt x="226628" y="113562"/>
                    </a:cubicBezTo>
                    <a:cubicBezTo>
                      <a:pt x="230489" y="117483"/>
                      <a:pt x="235798" y="119443"/>
                      <a:pt x="242554" y="119443"/>
                    </a:cubicBezTo>
                    <a:cubicBezTo>
                      <a:pt x="249310" y="119443"/>
                      <a:pt x="254710" y="117453"/>
                      <a:pt x="258751" y="113471"/>
                    </a:cubicBezTo>
                    <a:cubicBezTo>
                      <a:pt x="262793" y="109490"/>
                      <a:pt x="264814" y="103578"/>
                      <a:pt x="264814" y="95736"/>
                    </a:cubicBezTo>
                    <a:lnTo>
                      <a:pt x="264814" y="40900"/>
                    </a:lnTo>
                    <a:lnTo>
                      <a:pt x="277844" y="40900"/>
                    </a:lnTo>
                    <a:lnTo>
                      <a:pt x="277844" y="129940"/>
                    </a:lnTo>
                    <a:lnTo>
                      <a:pt x="264995" y="129940"/>
                    </a:lnTo>
                    <a:lnTo>
                      <a:pt x="264995" y="119986"/>
                    </a:lnTo>
                    <a:cubicBezTo>
                      <a:pt x="261858" y="123606"/>
                      <a:pt x="258148" y="126351"/>
                      <a:pt x="253865" y="128221"/>
                    </a:cubicBezTo>
                    <a:cubicBezTo>
                      <a:pt x="249582" y="130091"/>
                      <a:pt x="244907" y="131026"/>
                      <a:pt x="239839" y="131026"/>
                    </a:cubicBezTo>
                    <a:cubicBezTo>
                      <a:pt x="230067" y="131026"/>
                      <a:pt x="222406" y="128251"/>
                      <a:pt x="216856" y="122701"/>
                    </a:cubicBezTo>
                    <a:cubicBezTo>
                      <a:pt x="213719" y="119564"/>
                      <a:pt x="211426" y="115914"/>
                      <a:pt x="209979" y="111752"/>
                    </a:cubicBezTo>
                    <a:cubicBezTo>
                      <a:pt x="208531" y="107590"/>
                      <a:pt x="207807" y="102914"/>
                      <a:pt x="207807" y="97726"/>
                    </a:cubicBezTo>
                    <a:close/>
                    <a:moveTo>
                      <a:pt x="2189569" y="39814"/>
                    </a:moveTo>
                    <a:cubicBezTo>
                      <a:pt x="2195964" y="39814"/>
                      <a:pt x="2201905" y="40611"/>
                      <a:pt x="2207395" y="42205"/>
                    </a:cubicBezTo>
                    <a:cubicBezTo>
                      <a:pt x="2212884" y="43799"/>
                      <a:pt x="2217620" y="46252"/>
                      <a:pt x="2221601" y="49564"/>
                    </a:cubicBezTo>
                    <a:lnTo>
                      <a:pt x="2213096" y="58093"/>
                    </a:lnTo>
                    <a:cubicBezTo>
                      <a:pt x="2209959" y="55680"/>
                      <a:pt x="2206370" y="53900"/>
                      <a:pt x="2202328" y="52754"/>
                    </a:cubicBezTo>
                    <a:cubicBezTo>
                      <a:pt x="2198286" y="51608"/>
                      <a:pt x="2193973" y="51035"/>
                      <a:pt x="2189388" y="51035"/>
                    </a:cubicBezTo>
                    <a:cubicBezTo>
                      <a:pt x="2182873" y="51035"/>
                      <a:pt x="2177926" y="52323"/>
                      <a:pt x="2174548" y="54900"/>
                    </a:cubicBezTo>
                    <a:cubicBezTo>
                      <a:pt x="2171170" y="57477"/>
                      <a:pt x="2169480" y="61043"/>
                      <a:pt x="2169480" y="65598"/>
                    </a:cubicBezTo>
                    <a:cubicBezTo>
                      <a:pt x="2169480" y="69434"/>
                      <a:pt x="2170657" y="72431"/>
                      <a:pt x="2173010" y="74589"/>
                    </a:cubicBezTo>
                    <a:cubicBezTo>
                      <a:pt x="2175362" y="76746"/>
                      <a:pt x="2179374" y="78064"/>
                      <a:pt x="2185044" y="78543"/>
                    </a:cubicBezTo>
                    <a:lnTo>
                      <a:pt x="2199342" y="79810"/>
                    </a:lnTo>
                    <a:cubicBezTo>
                      <a:pt x="2203202" y="80172"/>
                      <a:pt x="2206762" y="80835"/>
                      <a:pt x="2210019" y="81801"/>
                    </a:cubicBezTo>
                    <a:cubicBezTo>
                      <a:pt x="2213276" y="82766"/>
                      <a:pt x="2216052" y="84214"/>
                      <a:pt x="2218344" y="86144"/>
                    </a:cubicBezTo>
                    <a:cubicBezTo>
                      <a:pt x="2220636" y="88074"/>
                      <a:pt x="2222416" y="90487"/>
                      <a:pt x="2223683" y="93383"/>
                    </a:cubicBezTo>
                    <a:cubicBezTo>
                      <a:pt x="2224950" y="96279"/>
                      <a:pt x="2225583" y="99778"/>
                      <a:pt x="2225583" y="103880"/>
                    </a:cubicBezTo>
                    <a:cubicBezTo>
                      <a:pt x="2225583" y="108223"/>
                      <a:pt x="2224708" y="112054"/>
                      <a:pt x="2222959" y="115372"/>
                    </a:cubicBezTo>
                    <a:cubicBezTo>
                      <a:pt x="2221210" y="118689"/>
                      <a:pt x="2218736" y="121525"/>
                      <a:pt x="2215539" y="123877"/>
                    </a:cubicBezTo>
                    <a:cubicBezTo>
                      <a:pt x="2212342" y="126230"/>
                      <a:pt x="2208541" y="128010"/>
                      <a:pt x="2204137" y="129216"/>
                    </a:cubicBezTo>
                    <a:cubicBezTo>
                      <a:pt x="2199734" y="130423"/>
                      <a:pt x="2194817" y="131026"/>
                      <a:pt x="2189388" y="131026"/>
                    </a:cubicBezTo>
                    <a:cubicBezTo>
                      <a:pt x="2181787" y="131026"/>
                      <a:pt x="2175030" y="130061"/>
                      <a:pt x="2169119" y="128130"/>
                    </a:cubicBezTo>
                    <a:cubicBezTo>
                      <a:pt x="2163207" y="126200"/>
                      <a:pt x="2157778" y="122882"/>
                      <a:pt x="2152831" y="118177"/>
                    </a:cubicBezTo>
                    <a:lnTo>
                      <a:pt x="2161518" y="109490"/>
                    </a:lnTo>
                    <a:cubicBezTo>
                      <a:pt x="2165016" y="113230"/>
                      <a:pt x="2169119" y="115884"/>
                      <a:pt x="2173824" y="117453"/>
                    </a:cubicBezTo>
                    <a:cubicBezTo>
                      <a:pt x="2178530" y="119021"/>
                      <a:pt x="2183657" y="119805"/>
                      <a:pt x="2189207" y="119805"/>
                    </a:cubicBezTo>
                    <a:cubicBezTo>
                      <a:pt x="2196566" y="119805"/>
                      <a:pt x="2202358" y="118508"/>
                      <a:pt x="2206580" y="115914"/>
                    </a:cubicBezTo>
                    <a:cubicBezTo>
                      <a:pt x="2210803" y="113320"/>
                      <a:pt x="2212915" y="109369"/>
                      <a:pt x="2212915" y="104061"/>
                    </a:cubicBezTo>
                    <a:cubicBezTo>
                      <a:pt x="2212915" y="100200"/>
                      <a:pt x="2211738" y="97184"/>
                      <a:pt x="2209386" y="95012"/>
                    </a:cubicBezTo>
                    <a:cubicBezTo>
                      <a:pt x="2207033" y="92840"/>
                      <a:pt x="2203263" y="91513"/>
                      <a:pt x="2198074" y="91030"/>
                    </a:cubicBezTo>
                    <a:lnTo>
                      <a:pt x="2183416" y="89764"/>
                    </a:lnTo>
                    <a:cubicBezTo>
                      <a:pt x="2174729" y="89040"/>
                      <a:pt x="2168124" y="86717"/>
                      <a:pt x="2163599" y="82796"/>
                    </a:cubicBezTo>
                    <a:cubicBezTo>
                      <a:pt x="2159074" y="78875"/>
                      <a:pt x="2156812" y="73235"/>
                      <a:pt x="2156812" y="65875"/>
                    </a:cubicBezTo>
                    <a:cubicBezTo>
                      <a:pt x="2156812" y="61773"/>
                      <a:pt x="2157627" y="58123"/>
                      <a:pt x="2159256" y="54926"/>
                    </a:cubicBezTo>
                    <a:cubicBezTo>
                      <a:pt x="2160884" y="51729"/>
                      <a:pt x="2163146" y="49014"/>
                      <a:pt x="2166042" y="46782"/>
                    </a:cubicBezTo>
                    <a:cubicBezTo>
                      <a:pt x="2168938" y="44550"/>
                      <a:pt x="2172406" y="42831"/>
                      <a:pt x="2176448" y="41624"/>
                    </a:cubicBezTo>
                    <a:cubicBezTo>
                      <a:pt x="2180490" y="40418"/>
                      <a:pt x="2184864" y="39814"/>
                      <a:pt x="2189569" y="39814"/>
                    </a:cubicBezTo>
                    <a:close/>
                    <a:moveTo>
                      <a:pt x="2123142" y="39814"/>
                    </a:moveTo>
                    <a:cubicBezTo>
                      <a:pt x="2127364" y="39814"/>
                      <a:pt x="2131195" y="40418"/>
                      <a:pt x="2134634" y="41624"/>
                    </a:cubicBezTo>
                    <a:cubicBezTo>
                      <a:pt x="2138072" y="42831"/>
                      <a:pt x="2141360" y="45002"/>
                      <a:pt x="2144496" y="48139"/>
                    </a:cubicBezTo>
                    <a:lnTo>
                      <a:pt x="2134905" y="57912"/>
                    </a:lnTo>
                    <a:cubicBezTo>
                      <a:pt x="2132492" y="55499"/>
                      <a:pt x="2130200" y="53810"/>
                      <a:pt x="2128028" y="52845"/>
                    </a:cubicBezTo>
                    <a:cubicBezTo>
                      <a:pt x="2125856" y="51879"/>
                      <a:pt x="2123021" y="51397"/>
                      <a:pt x="2119522" y="51397"/>
                    </a:cubicBezTo>
                    <a:cubicBezTo>
                      <a:pt x="2116264" y="51397"/>
                      <a:pt x="2113308" y="52000"/>
                      <a:pt x="2110654" y="53207"/>
                    </a:cubicBezTo>
                    <a:cubicBezTo>
                      <a:pt x="2108000" y="54413"/>
                      <a:pt x="2105768" y="56102"/>
                      <a:pt x="2103958" y="58274"/>
                    </a:cubicBezTo>
                    <a:cubicBezTo>
                      <a:pt x="2102148" y="60446"/>
                      <a:pt x="2100731" y="62979"/>
                      <a:pt x="2099705" y="65875"/>
                    </a:cubicBezTo>
                    <a:cubicBezTo>
                      <a:pt x="2098680" y="68770"/>
                      <a:pt x="2098167" y="71907"/>
                      <a:pt x="2098167" y="75286"/>
                    </a:cubicBezTo>
                    <a:lnTo>
                      <a:pt x="2098167" y="129940"/>
                    </a:lnTo>
                    <a:lnTo>
                      <a:pt x="2085137" y="129940"/>
                    </a:lnTo>
                    <a:lnTo>
                      <a:pt x="2085137" y="40900"/>
                    </a:lnTo>
                    <a:lnTo>
                      <a:pt x="2098167" y="40900"/>
                    </a:lnTo>
                    <a:lnTo>
                      <a:pt x="2098167" y="51759"/>
                    </a:lnTo>
                    <a:cubicBezTo>
                      <a:pt x="2100580" y="48019"/>
                      <a:pt x="2104049" y="45093"/>
                      <a:pt x="2108573" y="42982"/>
                    </a:cubicBezTo>
                    <a:cubicBezTo>
                      <a:pt x="2113097" y="40870"/>
                      <a:pt x="2117954" y="39814"/>
                      <a:pt x="2123142" y="39814"/>
                    </a:cubicBezTo>
                    <a:close/>
                    <a:moveTo>
                      <a:pt x="2031082" y="39814"/>
                    </a:moveTo>
                    <a:cubicBezTo>
                      <a:pt x="2042665" y="39814"/>
                      <a:pt x="2051653" y="43675"/>
                      <a:pt x="2058048" y="51397"/>
                    </a:cubicBezTo>
                    <a:cubicBezTo>
                      <a:pt x="2064442" y="59118"/>
                      <a:pt x="2067640" y="69615"/>
                      <a:pt x="2067640" y="82887"/>
                    </a:cubicBezTo>
                    <a:lnTo>
                      <a:pt x="2067640" y="88859"/>
                    </a:lnTo>
                    <a:lnTo>
                      <a:pt x="2007556" y="88859"/>
                    </a:lnTo>
                    <a:cubicBezTo>
                      <a:pt x="2007556" y="98688"/>
                      <a:pt x="2009788" y="106303"/>
                      <a:pt x="2014252" y="111704"/>
                    </a:cubicBezTo>
                    <a:cubicBezTo>
                      <a:pt x="2018716" y="117105"/>
                      <a:pt x="2025231" y="119805"/>
                      <a:pt x="2033797" y="119805"/>
                    </a:cubicBezTo>
                    <a:cubicBezTo>
                      <a:pt x="2038985" y="119805"/>
                      <a:pt x="2043298" y="118991"/>
                      <a:pt x="2046737" y="117362"/>
                    </a:cubicBezTo>
                    <a:cubicBezTo>
                      <a:pt x="2050175" y="115733"/>
                      <a:pt x="2053644" y="113170"/>
                      <a:pt x="2057143" y="109671"/>
                    </a:cubicBezTo>
                    <a:lnTo>
                      <a:pt x="2066010" y="117453"/>
                    </a:lnTo>
                    <a:cubicBezTo>
                      <a:pt x="2063718" y="119734"/>
                      <a:pt x="2061456" y="121705"/>
                      <a:pt x="2059224" y="123367"/>
                    </a:cubicBezTo>
                    <a:cubicBezTo>
                      <a:pt x="2056992" y="125029"/>
                      <a:pt x="2054609" y="126424"/>
                      <a:pt x="2052076" y="127552"/>
                    </a:cubicBezTo>
                    <a:cubicBezTo>
                      <a:pt x="2049542" y="128680"/>
                      <a:pt x="2046737" y="129541"/>
                      <a:pt x="2043660" y="130135"/>
                    </a:cubicBezTo>
                    <a:cubicBezTo>
                      <a:pt x="2040584" y="130729"/>
                      <a:pt x="2037175" y="131026"/>
                      <a:pt x="2033435" y="131026"/>
                    </a:cubicBezTo>
                    <a:cubicBezTo>
                      <a:pt x="2027523" y="131026"/>
                      <a:pt x="2022184" y="130121"/>
                      <a:pt x="2017419" y="128311"/>
                    </a:cubicBezTo>
                    <a:cubicBezTo>
                      <a:pt x="2012653" y="126501"/>
                      <a:pt x="2008581" y="123727"/>
                      <a:pt x="2005203" y="119986"/>
                    </a:cubicBezTo>
                    <a:cubicBezTo>
                      <a:pt x="2001825" y="116246"/>
                      <a:pt x="1999201" y="111511"/>
                      <a:pt x="1997331" y="105780"/>
                    </a:cubicBezTo>
                    <a:cubicBezTo>
                      <a:pt x="1995460" y="100049"/>
                      <a:pt x="1994525" y="93262"/>
                      <a:pt x="1994525" y="85420"/>
                    </a:cubicBezTo>
                    <a:cubicBezTo>
                      <a:pt x="1994525" y="70942"/>
                      <a:pt x="1997783" y="59722"/>
                      <a:pt x="2004298" y="51759"/>
                    </a:cubicBezTo>
                    <a:cubicBezTo>
                      <a:pt x="2010813" y="43796"/>
                      <a:pt x="2019741" y="39814"/>
                      <a:pt x="2031082" y="39814"/>
                    </a:cubicBezTo>
                    <a:close/>
                    <a:moveTo>
                      <a:pt x="1808816" y="39814"/>
                    </a:moveTo>
                    <a:cubicBezTo>
                      <a:pt x="1818468" y="39814"/>
                      <a:pt x="1826069" y="42589"/>
                      <a:pt x="1831619" y="48139"/>
                    </a:cubicBezTo>
                    <a:cubicBezTo>
                      <a:pt x="1837772" y="54172"/>
                      <a:pt x="1840849" y="62436"/>
                      <a:pt x="1840849" y="72933"/>
                    </a:cubicBezTo>
                    <a:lnTo>
                      <a:pt x="1840849" y="129940"/>
                    </a:lnTo>
                    <a:lnTo>
                      <a:pt x="1827819" y="129940"/>
                    </a:lnTo>
                    <a:lnTo>
                      <a:pt x="1827819" y="75105"/>
                    </a:lnTo>
                    <a:cubicBezTo>
                      <a:pt x="1827819" y="67142"/>
                      <a:pt x="1825858" y="61200"/>
                      <a:pt x="1821937" y="57279"/>
                    </a:cubicBezTo>
                    <a:cubicBezTo>
                      <a:pt x="1818016" y="53357"/>
                      <a:pt x="1812677" y="51397"/>
                      <a:pt x="1805921" y="51397"/>
                    </a:cubicBezTo>
                    <a:cubicBezTo>
                      <a:pt x="1799164" y="51397"/>
                      <a:pt x="1793796" y="53388"/>
                      <a:pt x="1789814" y="57369"/>
                    </a:cubicBezTo>
                    <a:cubicBezTo>
                      <a:pt x="1785833" y="61350"/>
                      <a:pt x="1783842" y="67262"/>
                      <a:pt x="1783842" y="75105"/>
                    </a:cubicBezTo>
                    <a:lnTo>
                      <a:pt x="1783842" y="129940"/>
                    </a:lnTo>
                    <a:lnTo>
                      <a:pt x="1770812" y="129940"/>
                    </a:lnTo>
                    <a:lnTo>
                      <a:pt x="1770812" y="40900"/>
                    </a:lnTo>
                    <a:lnTo>
                      <a:pt x="1783842" y="40900"/>
                    </a:lnTo>
                    <a:lnTo>
                      <a:pt x="1783842" y="50673"/>
                    </a:lnTo>
                    <a:cubicBezTo>
                      <a:pt x="1786979" y="47053"/>
                      <a:pt x="1790659" y="44339"/>
                      <a:pt x="1794882" y="42529"/>
                    </a:cubicBezTo>
                    <a:cubicBezTo>
                      <a:pt x="1799104" y="40719"/>
                      <a:pt x="1803749" y="39814"/>
                      <a:pt x="1808816" y="39814"/>
                    </a:cubicBezTo>
                    <a:close/>
                    <a:moveTo>
                      <a:pt x="1512932" y="39814"/>
                    </a:moveTo>
                    <a:cubicBezTo>
                      <a:pt x="1517879" y="39814"/>
                      <a:pt x="1522373" y="40569"/>
                      <a:pt x="1526415" y="42077"/>
                    </a:cubicBezTo>
                    <a:cubicBezTo>
                      <a:pt x="1530456" y="43585"/>
                      <a:pt x="1534287" y="46692"/>
                      <a:pt x="1537906" y="51397"/>
                    </a:cubicBezTo>
                    <a:lnTo>
                      <a:pt x="1537906" y="40900"/>
                    </a:lnTo>
                    <a:lnTo>
                      <a:pt x="1550756" y="40900"/>
                    </a:lnTo>
                    <a:lnTo>
                      <a:pt x="1550756" y="132655"/>
                    </a:lnTo>
                    <a:cubicBezTo>
                      <a:pt x="1550756" y="138205"/>
                      <a:pt x="1549911" y="143302"/>
                      <a:pt x="1548222" y="147947"/>
                    </a:cubicBezTo>
                    <a:cubicBezTo>
                      <a:pt x="1546533" y="152592"/>
                      <a:pt x="1544120" y="156604"/>
                      <a:pt x="1540983" y="159982"/>
                    </a:cubicBezTo>
                    <a:cubicBezTo>
                      <a:pt x="1537846" y="163360"/>
                      <a:pt x="1533955" y="166014"/>
                      <a:pt x="1529310" y="167945"/>
                    </a:cubicBezTo>
                    <a:cubicBezTo>
                      <a:pt x="1524665" y="169875"/>
                      <a:pt x="1519447" y="170840"/>
                      <a:pt x="1513656" y="170840"/>
                    </a:cubicBezTo>
                    <a:cubicBezTo>
                      <a:pt x="1510278" y="170840"/>
                      <a:pt x="1507261" y="170633"/>
                      <a:pt x="1504607" y="170217"/>
                    </a:cubicBezTo>
                    <a:cubicBezTo>
                      <a:pt x="1501953" y="169801"/>
                      <a:pt x="1499449" y="169118"/>
                      <a:pt x="1497097" y="168168"/>
                    </a:cubicBezTo>
                    <a:cubicBezTo>
                      <a:pt x="1494744" y="167218"/>
                      <a:pt x="1492452" y="166001"/>
                      <a:pt x="1490220" y="164518"/>
                    </a:cubicBezTo>
                    <a:cubicBezTo>
                      <a:pt x="1487988" y="163034"/>
                      <a:pt x="1485725" y="161220"/>
                      <a:pt x="1483433" y="159077"/>
                    </a:cubicBezTo>
                    <a:lnTo>
                      <a:pt x="1491939" y="150752"/>
                    </a:lnTo>
                    <a:cubicBezTo>
                      <a:pt x="1493507" y="152200"/>
                      <a:pt x="1495046" y="153467"/>
                      <a:pt x="1496554" y="154553"/>
                    </a:cubicBezTo>
                    <a:cubicBezTo>
                      <a:pt x="1498062" y="155638"/>
                      <a:pt x="1499630" y="156574"/>
                      <a:pt x="1501259" y="157358"/>
                    </a:cubicBezTo>
                    <a:cubicBezTo>
                      <a:pt x="1502888" y="158142"/>
                      <a:pt x="1504667" y="158715"/>
                      <a:pt x="1506598" y="159077"/>
                    </a:cubicBezTo>
                    <a:cubicBezTo>
                      <a:pt x="1508528" y="159439"/>
                      <a:pt x="1510760" y="159620"/>
                      <a:pt x="1513294" y="159620"/>
                    </a:cubicBezTo>
                    <a:cubicBezTo>
                      <a:pt x="1517637" y="159620"/>
                      <a:pt x="1521347" y="158893"/>
                      <a:pt x="1524424" y="157438"/>
                    </a:cubicBezTo>
                    <a:cubicBezTo>
                      <a:pt x="1527500" y="155984"/>
                      <a:pt x="1530034" y="154045"/>
                      <a:pt x="1532025" y="151622"/>
                    </a:cubicBezTo>
                    <a:cubicBezTo>
                      <a:pt x="1534016" y="149198"/>
                      <a:pt x="1535463" y="146321"/>
                      <a:pt x="1536368" y="142989"/>
                    </a:cubicBezTo>
                    <a:cubicBezTo>
                      <a:pt x="1537273" y="139657"/>
                      <a:pt x="1537726" y="136052"/>
                      <a:pt x="1537726" y="132174"/>
                    </a:cubicBezTo>
                    <a:lnTo>
                      <a:pt x="1537726" y="118177"/>
                    </a:lnTo>
                    <a:cubicBezTo>
                      <a:pt x="1534106" y="122761"/>
                      <a:pt x="1530245" y="125838"/>
                      <a:pt x="1526143" y="127406"/>
                    </a:cubicBezTo>
                    <a:cubicBezTo>
                      <a:pt x="1522041" y="128975"/>
                      <a:pt x="1517577" y="129759"/>
                      <a:pt x="1512751" y="129759"/>
                    </a:cubicBezTo>
                    <a:cubicBezTo>
                      <a:pt x="1508166" y="129759"/>
                      <a:pt x="1504034" y="129035"/>
                      <a:pt x="1500354" y="127587"/>
                    </a:cubicBezTo>
                    <a:cubicBezTo>
                      <a:pt x="1496674" y="126140"/>
                      <a:pt x="1493628" y="124209"/>
                      <a:pt x="1491215" y="121796"/>
                    </a:cubicBezTo>
                    <a:cubicBezTo>
                      <a:pt x="1486751" y="117332"/>
                      <a:pt x="1483825" y="111843"/>
                      <a:pt x="1482438" y="105327"/>
                    </a:cubicBezTo>
                    <a:cubicBezTo>
                      <a:pt x="1481050" y="98812"/>
                      <a:pt x="1480356" y="91935"/>
                      <a:pt x="1480356" y="84696"/>
                    </a:cubicBezTo>
                    <a:cubicBezTo>
                      <a:pt x="1480356" y="77457"/>
                      <a:pt x="1481050" y="70580"/>
                      <a:pt x="1482438" y="64065"/>
                    </a:cubicBezTo>
                    <a:cubicBezTo>
                      <a:pt x="1483825" y="57550"/>
                      <a:pt x="1486751" y="52060"/>
                      <a:pt x="1491215" y="47596"/>
                    </a:cubicBezTo>
                    <a:cubicBezTo>
                      <a:pt x="1493628" y="45183"/>
                      <a:pt x="1496704" y="43283"/>
                      <a:pt x="1500445" y="41896"/>
                    </a:cubicBezTo>
                    <a:cubicBezTo>
                      <a:pt x="1504185" y="40508"/>
                      <a:pt x="1508347" y="39814"/>
                      <a:pt x="1512932" y="39814"/>
                    </a:cubicBezTo>
                    <a:close/>
                    <a:moveTo>
                      <a:pt x="1418292" y="39814"/>
                    </a:moveTo>
                    <a:cubicBezTo>
                      <a:pt x="1427944" y="39814"/>
                      <a:pt x="1435544" y="42589"/>
                      <a:pt x="1441094" y="48139"/>
                    </a:cubicBezTo>
                    <a:cubicBezTo>
                      <a:pt x="1447248" y="54172"/>
                      <a:pt x="1450324" y="62436"/>
                      <a:pt x="1450324" y="72933"/>
                    </a:cubicBezTo>
                    <a:lnTo>
                      <a:pt x="1450324" y="129940"/>
                    </a:lnTo>
                    <a:lnTo>
                      <a:pt x="1437294" y="129940"/>
                    </a:lnTo>
                    <a:lnTo>
                      <a:pt x="1437294" y="75105"/>
                    </a:lnTo>
                    <a:cubicBezTo>
                      <a:pt x="1437294" y="67142"/>
                      <a:pt x="1435333" y="61200"/>
                      <a:pt x="1431412" y="57279"/>
                    </a:cubicBezTo>
                    <a:cubicBezTo>
                      <a:pt x="1427491" y="53357"/>
                      <a:pt x="1422152" y="51397"/>
                      <a:pt x="1415396" y="51397"/>
                    </a:cubicBezTo>
                    <a:cubicBezTo>
                      <a:pt x="1408640" y="51397"/>
                      <a:pt x="1403270" y="53388"/>
                      <a:pt x="1399289" y="57369"/>
                    </a:cubicBezTo>
                    <a:cubicBezTo>
                      <a:pt x="1395308" y="61350"/>
                      <a:pt x="1393317" y="67262"/>
                      <a:pt x="1393317" y="75105"/>
                    </a:cubicBezTo>
                    <a:lnTo>
                      <a:pt x="1393317" y="129940"/>
                    </a:lnTo>
                    <a:lnTo>
                      <a:pt x="1380287" y="129940"/>
                    </a:lnTo>
                    <a:lnTo>
                      <a:pt x="1380287" y="40900"/>
                    </a:lnTo>
                    <a:lnTo>
                      <a:pt x="1393317" y="40900"/>
                    </a:lnTo>
                    <a:lnTo>
                      <a:pt x="1393317" y="50673"/>
                    </a:lnTo>
                    <a:cubicBezTo>
                      <a:pt x="1396454" y="47053"/>
                      <a:pt x="1400134" y="44339"/>
                      <a:pt x="1404356" y="42529"/>
                    </a:cubicBezTo>
                    <a:cubicBezTo>
                      <a:pt x="1408579" y="40719"/>
                      <a:pt x="1413224" y="39814"/>
                      <a:pt x="1418292" y="39814"/>
                    </a:cubicBezTo>
                    <a:close/>
                    <a:moveTo>
                      <a:pt x="1326232" y="39814"/>
                    </a:moveTo>
                    <a:cubicBezTo>
                      <a:pt x="1331662" y="39814"/>
                      <a:pt x="1336488" y="40719"/>
                      <a:pt x="1340710" y="42529"/>
                    </a:cubicBezTo>
                    <a:cubicBezTo>
                      <a:pt x="1344933" y="44339"/>
                      <a:pt x="1348613" y="46812"/>
                      <a:pt x="1351750" y="49949"/>
                    </a:cubicBezTo>
                    <a:cubicBezTo>
                      <a:pt x="1356214" y="54534"/>
                      <a:pt x="1359140" y="59873"/>
                      <a:pt x="1360527" y="65965"/>
                    </a:cubicBezTo>
                    <a:cubicBezTo>
                      <a:pt x="1361915" y="72058"/>
                      <a:pt x="1362608" y="78543"/>
                      <a:pt x="1362608" y="85420"/>
                    </a:cubicBezTo>
                    <a:cubicBezTo>
                      <a:pt x="1362608" y="92297"/>
                      <a:pt x="1361915" y="98782"/>
                      <a:pt x="1360527" y="104875"/>
                    </a:cubicBezTo>
                    <a:cubicBezTo>
                      <a:pt x="1359140" y="110968"/>
                      <a:pt x="1356214" y="116307"/>
                      <a:pt x="1351750" y="120891"/>
                    </a:cubicBezTo>
                    <a:cubicBezTo>
                      <a:pt x="1348613" y="124028"/>
                      <a:pt x="1344933" y="126501"/>
                      <a:pt x="1340710" y="128311"/>
                    </a:cubicBezTo>
                    <a:cubicBezTo>
                      <a:pt x="1336488" y="130121"/>
                      <a:pt x="1331662" y="131026"/>
                      <a:pt x="1326232" y="131026"/>
                    </a:cubicBezTo>
                    <a:cubicBezTo>
                      <a:pt x="1320803" y="131026"/>
                      <a:pt x="1315977" y="130121"/>
                      <a:pt x="1311754" y="128311"/>
                    </a:cubicBezTo>
                    <a:cubicBezTo>
                      <a:pt x="1307532" y="126501"/>
                      <a:pt x="1303852" y="124028"/>
                      <a:pt x="1300715" y="120891"/>
                    </a:cubicBezTo>
                    <a:cubicBezTo>
                      <a:pt x="1298422" y="118599"/>
                      <a:pt x="1296583" y="116095"/>
                      <a:pt x="1295195" y="113381"/>
                    </a:cubicBezTo>
                    <a:cubicBezTo>
                      <a:pt x="1293808" y="110666"/>
                      <a:pt x="1292722" y="107831"/>
                      <a:pt x="1291938" y="104875"/>
                    </a:cubicBezTo>
                    <a:cubicBezTo>
                      <a:pt x="1291153" y="101919"/>
                      <a:pt x="1290610" y="98812"/>
                      <a:pt x="1290309" y="95555"/>
                    </a:cubicBezTo>
                    <a:cubicBezTo>
                      <a:pt x="1290007" y="92297"/>
                      <a:pt x="1289856" y="88919"/>
                      <a:pt x="1289856" y="85420"/>
                    </a:cubicBezTo>
                    <a:cubicBezTo>
                      <a:pt x="1289856" y="82042"/>
                      <a:pt x="1290007" y="78694"/>
                      <a:pt x="1290309" y="75376"/>
                    </a:cubicBezTo>
                    <a:cubicBezTo>
                      <a:pt x="1290610" y="72058"/>
                      <a:pt x="1291153" y="68921"/>
                      <a:pt x="1291938" y="65965"/>
                    </a:cubicBezTo>
                    <a:cubicBezTo>
                      <a:pt x="1292722" y="63009"/>
                      <a:pt x="1293808" y="60174"/>
                      <a:pt x="1295195" y="57460"/>
                    </a:cubicBezTo>
                    <a:cubicBezTo>
                      <a:pt x="1296583" y="54745"/>
                      <a:pt x="1298422" y="52241"/>
                      <a:pt x="1300715" y="49949"/>
                    </a:cubicBezTo>
                    <a:cubicBezTo>
                      <a:pt x="1303852" y="46812"/>
                      <a:pt x="1307532" y="44339"/>
                      <a:pt x="1311754" y="42529"/>
                    </a:cubicBezTo>
                    <a:cubicBezTo>
                      <a:pt x="1315977" y="40719"/>
                      <a:pt x="1320803" y="39814"/>
                      <a:pt x="1326232" y="39814"/>
                    </a:cubicBezTo>
                    <a:close/>
                    <a:moveTo>
                      <a:pt x="1173832" y="39814"/>
                    </a:moveTo>
                    <a:cubicBezTo>
                      <a:pt x="1179262" y="39814"/>
                      <a:pt x="1184088" y="40719"/>
                      <a:pt x="1188310" y="42529"/>
                    </a:cubicBezTo>
                    <a:cubicBezTo>
                      <a:pt x="1192533" y="44339"/>
                      <a:pt x="1196213" y="46812"/>
                      <a:pt x="1199350" y="49949"/>
                    </a:cubicBezTo>
                    <a:cubicBezTo>
                      <a:pt x="1203814" y="54534"/>
                      <a:pt x="1206740" y="59873"/>
                      <a:pt x="1208127" y="65965"/>
                    </a:cubicBezTo>
                    <a:cubicBezTo>
                      <a:pt x="1209515" y="72058"/>
                      <a:pt x="1210208" y="78543"/>
                      <a:pt x="1210208" y="85420"/>
                    </a:cubicBezTo>
                    <a:cubicBezTo>
                      <a:pt x="1210208" y="92297"/>
                      <a:pt x="1209515" y="98782"/>
                      <a:pt x="1208127" y="104875"/>
                    </a:cubicBezTo>
                    <a:cubicBezTo>
                      <a:pt x="1206740" y="110968"/>
                      <a:pt x="1203814" y="116307"/>
                      <a:pt x="1199350" y="120891"/>
                    </a:cubicBezTo>
                    <a:cubicBezTo>
                      <a:pt x="1196213" y="124028"/>
                      <a:pt x="1192533" y="126501"/>
                      <a:pt x="1188310" y="128311"/>
                    </a:cubicBezTo>
                    <a:cubicBezTo>
                      <a:pt x="1184088" y="130121"/>
                      <a:pt x="1179262" y="131026"/>
                      <a:pt x="1173832" y="131026"/>
                    </a:cubicBezTo>
                    <a:cubicBezTo>
                      <a:pt x="1168403" y="131026"/>
                      <a:pt x="1163577" y="130121"/>
                      <a:pt x="1159354" y="128311"/>
                    </a:cubicBezTo>
                    <a:cubicBezTo>
                      <a:pt x="1155132" y="126501"/>
                      <a:pt x="1151452" y="124028"/>
                      <a:pt x="1148315" y="120891"/>
                    </a:cubicBezTo>
                    <a:cubicBezTo>
                      <a:pt x="1146022" y="118599"/>
                      <a:pt x="1144183" y="116095"/>
                      <a:pt x="1142795" y="113381"/>
                    </a:cubicBezTo>
                    <a:cubicBezTo>
                      <a:pt x="1141408" y="110666"/>
                      <a:pt x="1140322" y="107831"/>
                      <a:pt x="1139538" y="104875"/>
                    </a:cubicBezTo>
                    <a:cubicBezTo>
                      <a:pt x="1138753" y="101919"/>
                      <a:pt x="1138210" y="98812"/>
                      <a:pt x="1137909" y="95555"/>
                    </a:cubicBezTo>
                    <a:cubicBezTo>
                      <a:pt x="1137607" y="92297"/>
                      <a:pt x="1137456" y="88919"/>
                      <a:pt x="1137456" y="85420"/>
                    </a:cubicBezTo>
                    <a:cubicBezTo>
                      <a:pt x="1137456" y="82042"/>
                      <a:pt x="1137607" y="78694"/>
                      <a:pt x="1137909" y="75376"/>
                    </a:cubicBezTo>
                    <a:cubicBezTo>
                      <a:pt x="1138210" y="72058"/>
                      <a:pt x="1138753" y="68921"/>
                      <a:pt x="1139538" y="65965"/>
                    </a:cubicBezTo>
                    <a:cubicBezTo>
                      <a:pt x="1140322" y="63009"/>
                      <a:pt x="1141408" y="60174"/>
                      <a:pt x="1142795" y="57460"/>
                    </a:cubicBezTo>
                    <a:cubicBezTo>
                      <a:pt x="1144183" y="54745"/>
                      <a:pt x="1146022" y="52241"/>
                      <a:pt x="1148315" y="49949"/>
                    </a:cubicBezTo>
                    <a:cubicBezTo>
                      <a:pt x="1151452" y="46812"/>
                      <a:pt x="1155132" y="44339"/>
                      <a:pt x="1159354" y="42529"/>
                    </a:cubicBezTo>
                    <a:cubicBezTo>
                      <a:pt x="1163577" y="40719"/>
                      <a:pt x="1168403" y="39814"/>
                      <a:pt x="1173832" y="39814"/>
                    </a:cubicBezTo>
                    <a:close/>
                    <a:moveTo>
                      <a:pt x="1074782" y="39814"/>
                    </a:moveTo>
                    <a:cubicBezTo>
                      <a:pt x="1086847" y="39814"/>
                      <a:pt x="1095805" y="42318"/>
                      <a:pt x="1101657" y="47325"/>
                    </a:cubicBezTo>
                    <a:cubicBezTo>
                      <a:pt x="1107508" y="52332"/>
                      <a:pt x="1110434" y="59722"/>
                      <a:pt x="1110434" y="69494"/>
                    </a:cubicBezTo>
                    <a:lnTo>
                      <a:pt x="1110434" y="129940"/>
                    </a:lnTo>
                    <a:lnTo>
                      <a:pt x="1097404" y="129940"/>
                    </a:lnTo>
                    <a:lnTo>
                      <a:pt x="1097404" y="121434"/>
                    </a:lnTo>
                    <a:cubicBezTo>
                      <a:pt x="1093784" y="125054"/>
                      <a:pt x="1090074" y="127557"/>
                      <a:pt x="1086274" y="128945"/>
                    </a:cubicBezTo>
                    <a:cubicBezTo>
                      <a:pt x="1082473" y="130332"/>
                      <a:pt x="1077617" y="131026"/>
                      <a:pt x="1071705" y="131026"/>
                    </a:cubicBezTo>
                    <a:cubicBezTo>
                      <a:pt x="1065552" y="131026"/>
                      <a:pt x="1060515" y="130392"/>
                      <a:pt x="1056594" y="129126"/>
                    </a:cubicBezTo>
                    <a:cubicBezTo>
                      <a:pt x="1052673" y="127859"/>
                      <a:pt x="1049325" y="125778"/>
                      <a:pt x="1046550" y="122882"/>
                    </a:cubicBezTo>
                    <a:cubicBezTo>
                      <a:pt x="1044378" y="120710"/>
                      <a:pt x="1042719" y="118026"/>
                      <a:pt x="1041573" y="114829"/>
                    </a:cubicBezTo>
                    <a:cubicBezTo>
                      <a:pt x="1040427" y="111631"/>
                      <a:pt x="1039854" y="108283"/>
                      <a:pt x="1039854" y="104785"/>
                    </a:cubicBezTo>
                    <a:cubicBezTo>
                      <a:pt x="1039854" y="96942"/>
                      <a:pt x="1042478" y="90699"/>
                      <a:pt x="1047726" y="86054"/>
                    </a:cubicBezTo>
                    <a:cubicBezTo>
                      <a:pt x="1052974" y="81409"/>
                      <a:pt x="1060606" y="79086"/>
                      <a:pt x="1070620" y="79086"/>
                    </a:cubicBezTo>
                    <a:lnTo>
                      <a:pt x="1097404" y="79086"/>
                    </a:lnTo>
                    <a:lnTo>
                      <a:pt x="1097404" y="70580"/>
                    </a:lnTo>
                    <a:cubicBezTo>
                      <a:pt x="1097404" y="64065"/>
                      <a:pt x="1095654" y="59179"/>
                      <a:pt x="1092156" y="55921"/>
                    </a:cubicBezTo>
                    <a:cubicBezTo>
                      <a:pt x="1088657" y="52664"/>
                      <a:pt x="1082805" y="51035"/>
                      <a:pt x="1074601" y="51035"/>
                    </a:cubicBezTo>
                    <a:cubicBezTo>
                      <a:pt x="1068810" y="51035"/>
                      <a:pt x="1064285" y="51789"/>
                      <a:pt x="1061028" y="53297"/>
                    </a:cubicBezTo>
                    <a:cubicBezTo>
                      <a:pt x="1057770" y="54805"/>
                      <a:pt x="1054814" y="57429"/>
                      <a:pt x="1052160" y="61170"/>
                    </a:cubicBezTo>
                    <a:lnTo>
                      <a:pt x="1043292" y="53026"/>
                    </a:lnTo>
                    <a:cubicBezTo>
                      <a:pt x="1047274" y="47838"/>
                      <a:pt x="1051708" y="44339"/>
                      <a:pt x="1056594" y="42529"/>
                    </a:cubicBezTo>
                    <a:cubicBezTo>
                      <a:pt x="1061480" y="40719"/>
                      <a:pt x="1067543" y="39814"/>
                      <a:pt x="1074782" y="39814"/>
                    </a:cubicBezTo>
                    <a:close/>
                    <a:moveTo>
                      <a:pt x="722719" y="39814"/>
                    </a:moveTo>
                    <a:cubicBezTo>
                      <a:pt x="729113" y="39814"/>
                      <a:pt x="735055" y="40611"/>
                      <a:pt x="740545" y="42205"/>
                    </a:cubicBezTo>
                    <a:cubicBezTo>
                      <a:pt x="746034" y="43799"/>
                      <a:pt x="750770" y="46252"/>
                      <a:pt x="754751" y="49564"/>
                    </a:cubicBezTo>
                    <a:lnTo>
                      <a:pt x="746246" y="58093"/>
                    </a:lnTo>
                    <a:cubicBezTo>
                      <a:pt x="743109" y="55680"/>
                      <a:pt x="739519" y="53900"/>
                      <a:pt x="735478" y="52754"/>
                    </a:cubicBezTo>
                    <a:cubicBezTo>
                      <a:pt x="731436" y="51608"/>
                      <a:pt x="727123" y="51035"/>
                      <a:pt x="722538" y="51035"/>
                    </a:cubicBezTo>
                    <a:cubicBezTo>
                      <a:pt x="716023" y="51035"/>
                      <a:pt x="711076" y="52323"/>
                      <a:pt x="707698" y="54900"/>
                    </a:cubicBezTo>
                    <a:cubicBezTo>
                      <a:pt x="704320" y="57477"/>
                      <a:pt x="702631" y="61043"/>
                      <a:pt x="702631" y="65598"/>
                    </a:cubicBezTo>
                    <a:cubicBezTo>
                      <a:pt x="702631" y="69434"/>
                      <a:pt x="703807" y="72431"/>
                      <a:pt x="706160" y="74589"/>
                    </a:cubicBezTo>
                    <a:cubicBezTo>
                      <a:pt x="708512" y="76746"/>
                      <a:pt x="712524" y="78064"/>
                      <a:pt x="718194" y="78543"/>
                    </a:cubicBezTo>
                    <a:lnTo>
                      <a:pt x="732491" y="79810"/>
                    </a:lnTo>
                    <a:cubicBezTo>
                      <a:pt x="736352" y="80172"/>
                      <a:pt x="739911" y="80835"/>
                      <a:pt x="743169" y="81801"/>
                    </a:cubicBezTo>
                    <a:cubicBezTo>
                      <a:pt x="746427" y="82766"/>
                      <a:pt x="749202" y="84214"/>
                      <a:pt x="751494" y="86144"/>
                    </a:cubicBezTo>
                    <a:cubicBezTo>
                      <a:pt x="753786" y="88074"/>
                      <a:pt x="755566" y="90487"/>
                      <a:pt x="756833" y="93383"/>
                    </a:cubicBezTo>
                    <a:cubicBezTo>
                      <a:pt x="758099" y="96279"/>
                      <a:pt x="758733" y="99778"/>
                      <a:pt x="758733" y="103880"/>
                    </a:cubicBezTo>
                    <a:cubicBezTo>
                      <a:pt x="758733" y="108223"/>
                      <a:pt x="757858" y="112054"/>
                      <a:pt x="756109" y="115372"/>
                    </a:cubicBezTo>
                    <a:cubicBezTo>
                      <a:pt x="754359" y="118689"/>
                      <a:pt x="751886" y="121525"/>
                      <a:pt x="748689" y="123877"/>
                    </a:cubicBezTo>
                    <a:cubicBezTo>
                      <a:pt x="745492" y="126230"/>
                      <a:pt x="741691" y="128010"/>
                      <a:pt x="737287" y="129216"/>
                    </a:cubicBezTo>
                    <a:cubicBezTo>
                      <a:pt x="732884" y="130423"/>
                      <a:pt x="727967" y="131026"/>
                      <a:pt x="722538" y="131026"/>
                    </a:cubicBezTo>
                    <a:cubicBezTo>
                      <a:pt x="714937" y="131026"/>
                      <a:pt x="708180" y="130061"/>
                      <a:pt x="702269" y="128130"/>
                    </a:cubicBezTo>
                    <a:cubicBezTo>
                      <a:pt x="696357" y="126200"/>
                      <a:pt x="690928" y="122882"/>
                      <a:pt x="685981" y="118177"/>
                    </a:cubicBezTo>
                    <a:lnTo>
                      <a:pt x="694668" y="109490"/>
                    </a:lnTo>
                    <a:cubicBezTo>
                      <a:pt x="698167" y="113230"/>
                      <a:pt x="702269" y="115884"/>
                      <a:pt x="706974" y="117453"/>
                    </a:cubicBezTo>
                    <a:cubicBezTo>
                      <a:pt x="711679" y="119021"/>
                      <a:pt x="716807" y="119805"/>
                      <a:pt x="722357" y="119805"/>
                    </a:cubicBezTo>
                    <a:cubicBezTo>
                      <a:pt x="729717" y="119805"/>
                      <a:pt x="735508" y="118508"/>
                      <a:pt x="739730" y="115914"/>
                    </a:cubicBezTo>
                    <a:cubicBezTo>
                      <a:pt x="743953" y="113320"/>
                      <a:pt x="746065" y="109369"/>
                      <a:pt x="746065" y="104061"/>
                    </a:cubicBezTo>
                    <a:cubicBezTo>
                      <a:pt x="746065" y="100200"/>
                      <a:pt x="744888" y="97184"/>
                      <a:pt x="742536" y="95012"/>
                    </a:cubicBezTo>
                    <a:cubicBezTo>
                      <a:pt x="740183" y="92840"/>
                      <a:pt x="736413" y="91513"/>
                      <a:pt x="731225" y="91030"/>
                    </a:cubicBezTo>
                    <a:lnTo>
                      <a:pt x="716566" y="89764"/>
                    </a:lnTo>
                    <a:cubicBezTo>
                      <a:pt x="707879" y="89040"/>
                      <a:pt x="701273" y="86717"/>
                      <a:pt x="696749" y="82796"/>
                    </a:cubicBezTo>
                    <a:cubicBezTo>
                      <a:pt x="692224" y="78875"/>
                      <a:pt x="689962" y="73235"/>
                      <a:pt x="689962" y="65875"/>
                    </a:cubicBezTo>
                    <a:cubicBezTo>
                      <a:pt x="689962" y="61773"/>
                      <a:pt x="690777" y="58123"/>
                      <a:pt x="692406" y="54926"/>
                    </a:cubicBezTo>
                    <a:cubicBezTo>
                      <a:pt x="694034" y="51729"/>
                      <a:pt x="696296" y="49014"/>
                      <a:pt x="699192" y="46782"/>
                    </a:cubicBezTo>
                    <a:cubicBezTo>
                      <a:pt x="702088" y="44550"/>
                      <a:pt x="705556" y="42831"/>
                      <a:pt x="709598" y="41624"/>
                    </a:cubicBezTo>
                    <a:cubicBezTo>
                      <a:pt x="713640" y="40418"/>
                      <a:pt x="718014" y="39814"/>
                      <a:pt x="722719" y="39814"/>
                    </a:cubicBezTo>
                    <a:close/>
                    <a:moveTo>
                      <a:pt x="630907" y="39814"/>
                    </a:moveTo>
                    <a:cubicBezTo>
                      <a:pt x="642490" y="39814"/>
                      <a:pt x="651478" y="43675"/>
                      <a:pt x="657873" y="51397"/>
                    </a:cubicBezTo>
                    <a:cubicBezTo>
                      <a:pt x="664267" y="59118"/>
                      <a:pt x="667464" y="69615"/>
                      <a:pt x="667464" y="82887"/>
                    </a:cubicBezTo>
                    <a:lnTo>
                      <a:pt x="667464" y="88859"/>
                    </a:lnTo>
                    <a:lnTo>
                      <a:pt x="607381" y="88859"/>
                    </a:lnTo>
                    <a:cubicBezTo>
                      <a:pt x="607381" y="98688"/>
                      <a:pt x="609613" y="106303"/>
                      <a:pt x="614077" y="111704"/>
                    </a:cubicBezTo>
                    <a:cubicBezTo>
                      <a:pt x="618541" y="117105"/>
                      <a:pt x="625056" y="119805"/>
                      <a:pt x="633622" y="119805"/>
                    </a:cubicBezTo>
                    <a:cubicBezTo>
                      <a:pt x="638810" y="119805"/>
                      <a:pt x="643123" y="118991"/>
                      <a:pt x="646562" y="117362"/>
                    </a:cubicBezTo>
                    <a:cubicBezTo>
                      <a:pt x="650000" y="115733"/>
                      <a:pt x="653469" y="113170"/>
                      <a:pt x="656968" y="109671"/>
                    </a:cubicBezTo>
                    <a:lnTo>
                      <a:pt x="665836" y="117453"/>
                    </a:lnTo>
                    <a:cubicBezTo>
                      <a:pt x="663543" y="119734"/>
                      <a:pt x="661281" y="121705"/>
                      <a:pt x="659049" y="123367"/>
                    </a:cubicBezTo>
                    <a:cubicBezTo>
                      <a:pt x="656817" y="125029"/>
                      <a:pt x="654434" y="126424"/>
                      <a:pt x="651900" y="127552"/>
                    </a:cubicBezTo>
                    <a:cubicBezTo>
                      <a:pt x="649367" y="128680"/>
                      <a:pt x="646562" y="129541"/>
                      <a:pt x="643485" y="130135"/>
                    </a:cubicBezTo>
                    <a:cubicBezTo>
                      <a:pt x="640409" y="130729"/>
                      <a:pt x="637000" y="131026"/>
                      <a:pt x="633260" y="131026"/>
                    </a:cubicBezTo>
                    <a:cubicBezTo>
                      <a:pt x="627348" y="131026"/>
                      <a:pt x="622009" y="130121"/>
                      <a:pt x="617244" y="128311"/>
                    </a:cubicBezTo>
                    <a:cubicBezTo>
                      <a:pt x="612478" y="126501"/>
                      <a:pt x="608406" y="123727"/>
                      <a:pt x="605028" y="119986"/>
                    </a:cubicBezTo>
                    <a:cubicBezTo>
                      <a:pt x="601650" y="116246"/>
                      <a:pt x="599026" y="111511"/>
                      <a:pt x="597156" y="105780"/>
                    </a:cubicBezTo>
                    <a:cubicBezTo>
                      <a:pt x="595285" y="100049"/>
                      <a:pt x="594350" y="93262"/>
                      <a:pt x="594350" y="85420"/>
                    </a:cubicBezTo>
                    <a:cubicBezTo>
                      <a:pt x="594350" y="70942"/>
                      <a:pt x="597608" y="59722"/>
                      <a:pt x="604123" y="51759"/>
                    </a:cubicBezTo>
                    <a:cubicBezTo>
                      <a:pt x="610638" y="43796"/>
                      <a:pt x="619566" y="39814"/>
                      <a:pt x="630907" y="39814"/>
                    </a:cubicBezTo>
                    <a:close/>
                    <a:moveTo>
                      <a:pt x="145132" y="39814"/>
                    </a:moveTo>
                    <a:cubicBezTo>
                      <a:pt x="150562" y="39814"/>
                      <a:pt x="155388" y="40719"/>
                      <a:pt x="159610" y="42529"/>
                    </a:cubicBezTo>
                    <a:cubicBezTo>
                      <a:pt x="163833" y="44339"/>
                      <a:pt x="167513" y="46812"/>
                      <a:pt x="170650" y="49949"/>
                    </a:cubicBezTo>
                    <a:cubicBezTo>
                      <a:pt x="175114" y="54534"/>
                      <a:pt x="178040" y="59873"/>
                      <a:pt x="179427" y="65965"/>
                    </a:cubicBezTo>
                    <a:cubicBezTo>
                      <a:pt x="180815" y="72058"/>
                      <a:pt x="181508" y="78543"/>
                      <a:pt x="181508" y="85420"/>
                    </a:cubicBezTo>
                    <a:cubicBezTo>
                      <a:pt x="181508" y="92297"/>
                      <a:pt x="180815" y="98782"/>
                      <a:pt x="179427" y="104875"/>
                    </a:cubicBezTo>
                    <a:cubicBezTo>
                      <a:pt x="178040" y="110968"/>
                      <a:pt x="175114" y="116307"/>
                      <a:pt x="170650" y="120891"/>
                    </a:cubicBezTo>
                    <a:cubicBezTo>
                      <a:pt x="167513" y="124028"/>
                      <a:pt x="163833" y="126501"/>
                      <a:pt x="159610" y="128311"/>
                    </a:cubicBezTo>
                    <a:cubicBezTo>
                      <a:pt x="155388" y="130121"/>
                      <a:pt x="150562" y="131026"/>
                      <a:pt x="145132" y="131026"/>
                    </a:cubicBezTo>
                    <a:cubicBezTo>
                      <a:pt x="139703" y="131026"/>
                      <a:pt x="134877" y="130121"/>
                      <a:pt x="130654" y="128311"/>
                    </a:cubicBezTo>
                    <a:cubicBezTo>
                      <a:pt x="126432" y="126501"/>
                      <a:pt x="122752" y="124028"/>
                      <a:pt x="119615" y="120891"/>
                    </a:cubicBezTo>
                    <a:cubicBezTo>
                      <a:pt x="117323" y="118599"/>
                      <a:pt x="115483" y="116095"/>
                      <a:pt x="114095" y="113381"/>
                    </a:cubicBezTo>
                    <a:cubicBezTo>
                      <a:pt x="112708" y="110666"/>
                      <a:pt x="111622" y="107831"/>
                      <a:pt x="110838" y="104875"/>
                    </a:cubicBezTo>
                    <a:cubicBezTo>
                      <a:pt x="110053" y="101919"/>
                      <a:pt x="109510" y="98812"/>
                      <a:pt x="109209" y="95555"/>
                    </a:cubicBezTo>
                    <a:cubicBezTo>
                      <a:pt x="108907" y="92297"/>
                      <a:pt x="108756" y="88919"/>
                      <a:pt x="108756" y="85420"/>
                    </a:cubicBezTo>
                    <a:cubicBezTo>
                      <a:pt x="108756" y="82042"/>
                      <a:pt x="108907" y="78694"/>
                      <a:pt x="109209" y="75376"/>
                    </a:cubicBezTo>
                    <a:cubicBezTo>
                      <a:pt x="109510" y="72058"/>
                      <a:pt x="110053" y="68921"/>
                      <a:pt x="110838" y="65965"/>
                    </a:cubicBezTo>
                    <a:cubicBezTo>
                      <a:pt x="111622" y="63009"/>
                      <a:pt x="112708" y="60174"/>
                      <a:pt x="114095" y="57460"/>
                    </a:cubicBezTo>
                    <a:cubicBezTo>
                      <a:pt x="115483" y="54745"/>
                      <a:pt x="117323" y="52241"/>
                      <a:pt x="119615" y="49949"/>
                    </a:cubicBezTo>
                    <a:cubicBezTo>
                      <a:pt x="122752" y="46812"/>
                      <a:pt x="126432" y="44339"/>
                      <a:pt x="130654" y="42529"/>
                    </a:cubicBezTo>
                    <a:cubicBezTo>
                      <a:pt x="134877" y="40719"/>
                      <a:pt x="139703" y="39814"/>
                      <a:pt x="145132" y="39814"/>
                    </a:cubicBezTo>
                    <a:close/>
                    <a:moveTo>
                      <a:pt x="2296858" y="13573"/>
                    </a:moveTo>
                    <a:lnTo>
                      <a:pt x="2309889" y="13573"/>
                    </a:lnTo>
                    <a:lnTo>
                      <a:pt x="2309889" y="41443"/>
                    </a:lnTo>
                    <a:lnTo>
                      <a:pt x="2328891" y="41443"/>
                    </a:lnTo>
                    <a:lnTo>
                      <a:pt x="2328891" y="51397"/>
                    </a:lnTo>
                    <a:lnTo>
                      <a:pt x="2309889" y="51397"/>
                    </a:lnTo>
                    <a:lnTo>
                      <a:pt x="2309889" y="105689"/>
                    </a:lnTo>
                    <a:cubicBezTo>
                      <a:pt x="2309889" y="109791"/>
                      <a:pt x="2310854" y="112989"/>
                      <a:pt x="2312784" y="115281"/>
                    </a:cubicBezTo>
                    <a:cubicBezTo>
                      <a:pt x="2314715" y="117573"/>
                      <a:pt x="2317791" y="118720"/>
                      <a:pt x="2322014" y="118720"/>
                    </a:cubicBezTo>
                    <a:lnTo>
                      <a:pt x="2328891" y="118720"/>
                    </a:lnTo>
                    <a:lnTo>
                      <a:pt x="2328891" y="129940"/>
                    </a:lnTo>
                    <a:lnTo>
                      <a:pt x="2319661" y="129940"/>
                    </a:lnTo>
                    <a:cubicBezTo>
                      <a:pt x="2315800" y="129940"/>
                      <a:pt x="2312452" y="129307"/>
                      <a:pt x="2309617" y="128040"/>
                    </a:cubicBezTo>
                    <a:cubicBezTo>
                      <a:pt x="2306782" y="126773"/>
                      <a:pt x="2304429" y="125054"/>
                      <a:pt x="2302559" y="122882"/>
                    </a:cubicBezTo>
                    <a:cubicBezTo>
                      <a:pt x="2300689" y="120710"/>
                      <a:pt x="2299272" y="118177"/>
                      <a:pt x="2298306" y="115281"/>
                    </a:cubicBezTo>
                    <a:cubicBezTo>
                      <a:pt x="2297341" y="112385"/>
                      <a:pt x="2296858" y="109309"/>
                      <a:pt x="2296858" y="106051"/>
                    </a:cubicBezTo>
                    <a:lnTo>
                      <a:pt x="2296858" y="51397"/>
                    </a:lnTo>
                    <a:lnTo>
                      <a:pt x="2285638" y="51397"/>
                    </a:lnTo>
                    <a:lnTo>
                      <a:pt x="2285638" y="41443"/>
                    </a:lnTo>
                    <a:lnTo>
                      <a:pt x="2296858" y="41443"/>
                    </a:lnTo>
                    <a:close/>
                    <a:moveTo>
                      <a:pt x="1239583" y="13573"/>
                    </a:moveTo>
                    <a:lnTo>
                      <a:pt x="1252614" y="13573"/>
                    </a:lnTo>
                    <a:lnTo>
                      <a:pt x="1252614" y="41443"/>
                    </a:lnTo>
                    <a:lnTo>
                      <a:pt x="1271616" y="41443"/>
                    </a:lnTo>
                    <a:lnTo>
                      <a:pt x="1271616" y="51397"/>
                    </a:lnTo>
                    <a:lnTo>
                      <a:pt x="1252614" y="51397"/>
                    </a:lnTo>
                    <a:lnTo>
                      <a:pt x="1252614" y="105689"/>
                    </a:lnTo>
                    <a:cubicBezTo>
                      <a:pt x="1252614" y="109791"/>
                      <a:pt x="1253579" y="112989"/>
                      <a:pt x="1255509" y="115281"/>
                    </a:cubicBezTo>
                    <a:cubicBezTo>
                      <a:pt x="1257440" y="117573"/>
                      <a:pt x="1260516" y="118720"/>
                      <a:pt x="1264739" y="118720"/>
                    </a:cubicBezTo>
                    <a:lnTo>
                      <a:pt x="1271616" y="118720"/>
                    </a:lnTo>
                    <a:lnTo>
                      <a:pt x="1271616" y="129940"/>
                    </a:lnTo>
                    <a:lnTo>
                      <a:pt x="1262386" y="129940"/>
                    </a:lnTo>
                    <a:cubicBezTo>
                      <a:pt x="1258526" y="129940"/>
                      <a:pt x="1255178" y="129307"/>
                      <a:pt x="1252342" y="128040"/>
                    </a:cubicBezTo>
                    <a:cubicBezTo>
                      <a:pt x="1249507" y="126773"/>
                      <a:pt x="1247154" y="125054"/>
                      <a:pt x="1245284" y="122882"/>
                    </a:cubicBezTo>
                    <a:cubicBezTo>
                      <a:pt x="1243414" y="120710"/>
                      <a:pt x="1241996" y="118177"/>
                      <a:pt x="1241031" y="115281"/>
                    </a:cubicBezTo>
                    <a:cubicBezTo>
                      <a:pt x="1240066" y="112385"/>
                      <a:pt x="1239583" y="109309"/>
                      <a:pt x="1239583" y="106051"/>
                    </a:cubicBezTo>
                    <a:lnTo>
                      <a:pt x="1239583" y="51397"/>
                    </a:lnTo>
                    <a:lnTo>
                      <a:pt x="1228363" y="51397"/>
                    </a:lnTo>
                    <a:lnTo>
                      <a:pt x="1228363" y="41443"/>
                    </a:lnTo>
                    <a:lnTo>
                      <a:pt x="1239583" y="41443"/>
                    </a:lnTo>
                    <a:close/>
                    <a:moveTo>
                      <a:pt x="782383" y="13573"/>
                    </a:moveTo>
                    <a:lnTo>
                      <a:pt x="795414" y="13573"/>
                    </a:lnTo>
                    <a:lnTo>
                      <a:pt x="795414" y="41443"/>
                    </a:lnTo>
                    <a:lnTo>
                      <a:pt x="814416" y="41443"/>
                    </a:lnTo>
                    <a:lnTo>
                      <a:pt x="814416" y="51397"/>
                    </a:lnTo>
                    <a:lnTo>
                      <a:pt x="795414" y="51397"/>
                    </a:lnTo>
                    <a:lnTo>
                      <a:pt x="795414" y="105689"/>
                    </a:lnTo>
                    <a:cubicBezTo>
                      <a:pt x="795414" y="109791"/>
                      <a:pt x="796379" y="112989"/>
                      <a:pt x="798309" y="115281"/>
                    </a:cubicBezTo>
                    <a:cubicBezTo>
                      <a:pt x="800240" y="117573"/>
                      <a:pt x="803316" y="118720"/>
                      <a:pt x="807539" y="118720"/>
                    </a:cubicBezTo>
                    <a:lnTo>
                      <a:pt x="814416" y="118720"/>
                    </a:lnTo>
                    <a:lnTo>
                      <a:pt x="814416" y="129940"/>
                    </a:lnTo>
                    <a:lnTo>
                      <a:pt x="805186" y="129940"/>
                    </a:lnTo>
                    <a:cubicBezTo>
                      <a:pt x="801326" y="129940"/>
                      <a:pt x="797978" y="129307"/>
                      <a:pt x="795142" y="128040"/>
                    </a:cubicBezTo>
                    <a:cubicBezTo>
                      <a:pt x="792307" y="126773"/>
                      <a:pt x="789954" y="125054"/>
                      <a:pt x="788084" y="122882"/>
                    </a:cubicBezTo>
                    <a:cubicBezTo>
                      <a:pt x="786214" y="120710"/>
                      <a:pt x="784796" y="118177"/>
                      <a:pt x="783831" y="115281"/>
                    </a:cubicBezTo>
                    <a:cubicBezTo>
                      <a:pt x="782866" y="112385"/>
                      <a:pt x="782383" y="109309"/>
                      <a:pt x="782383" y="106051"/>
                    </a:cubicBezTo>
                    <a:lnTo>
                      <a:pt x="782383" y="51397"/>
                    </a:lnTo>
                    <a:lnTo>
                      <a:pt x="771163" y="51397"/>
                    </a:lnTo>
                    <a:lnTo>
                      <a:pt x="771163" y="41443"/>
                    </a:lnTo>
                    <a:lnTo>
                      <a:pt x="782383" y="41443"/>
                    </a:lnTo>
                    <a:close/>
                    <a:moveTo>
                      <a:pt x="315658" y="13573"/>
                    </a:moveTo>
                    <a:lnTo>
                      <a:pt x="328689" y="13573"/>
                    </a:lnTo>
                    <a:lnTo>
                      <a:pt x="328689" y="41443"/>
                    </a:lnTo>
                    <a:lnTo>
                      <a:pt x="347691" y="41443"/>
                    </a:lnTo>
                    <a:lnTo>
                      <a:pt x="347691" y="51397"/>
                    </a:lnTo>
                    <a:lnTo>
                      <a:pt x="328689" y="51397"/>
                    </a:lnTo>
                    <a:lnTo>
                      <a:pt x="328689" y="105689"/>
                    </a:lnTo>
                    <a:cubicBezTo>
                      <a:pt x="328689" y="109791"/>
                      <a:pt x="329654" y="112989"/>
                      <a:pt x="331584" y="115281"/>
                    </a:cubicBezTo>
                    <a:cubicBezTo>
                      <a:pt x="333515" y="117573"/>
                      <a:pt x="336591" y="118720"/>
                      <a:pt x="340814" y="118720"/>
                    </a:cubicBezTo>
                    <a:lnTo>
                      <a:pt x="347691" y="118720"/>
                    </a:lnTo>
                    <a:lnTo>
                      <a:pt x="347691" y="129940"/>
                    </a:lnTo>
                    <a:lnTo>
                      <a:pt x="338461" y="129940"/>
                    </a:lnTo>
                    <a:cubicBezTo>
                      <a:pt x="334600" y="129940"/>
                      <a:pt x="331252" y="129307"/>
                      <a:pt x="328417" y="128040"/>
                    </a:cubicBezTo>
                    <a:cubicBezTo>
                      <a:pt x="325582" y="126773"/>
                      <a:pt x="323229" y="125054"/>
                      <a:pt x="321359" y="122882"/>
                    </a:cubicBezTo>
                    <a:cubicBezTo>
                      <a:pt x="319489" y="120710"/>
                      <a:pt x="318071" y="118177"/>
                      <a:pt x="317106" y="115281"/>
                    </a:cubicBezTo>
                    <a:cubicBezTo>
                      <a:pt x="316141" y="112385"/>
                      <a:pt x="315658" y="109309"/>
                      <a:pt x="315658" y="106051"/>
                    </a:cubicBezTo>
                    <a:lnTo>
                      <a:pt x="315658" y="51397"/>
                    </a:lnTo>
                    <a:lnTo>
                      <a:pt x="304438" y="51397"/>
                    </a:lnTo>
                    <a:lnTo>
                      <a:pt x="304438" y="41443"/>
                    </a:lnTo>
                    <a:lnTo>
                      <a:pt x="315658" y="41443"/>
                    </a:lnTo>
                    <a:close/>
                    <a:moveTo>
                      <a:pt x="1647530" y="1086"/>
                    </a:moveTo>
                    <a:lnTo>
                      <a:pt x="1661284" y="1086"/>
                    </a:lnTo>
                    <a:lnTo>
                      <a:pt x="1661284" y="86325"/>
                    </a:lnTo>
                    <a:cubicBezTo>
                      <a:pt x="1661284" y="91272"/>
                      <a:pt x="1662008" y="95736"/>
                      <a:pt x="1663456" y="99717"/>
                    </a:cubicBezTo>
                    <a:cubicBezTo>
                      <a:pt x="1664903" y="103699"/>
                      <a:pt x="1666984" y="107077"/>
                      <a:pt x="1669699" y="109852"/>
                    </a:cubicBezTo>
                    <a:cubicBezTo>
                      <a:pt x="1672414" y="112627"/>
                      <a:pt x="1675701" y="114798"/>
                      <a:pt x="1679562" y="116367"/>
                    </a:cubicBezTo>
                    <a:cubicBezTo>
                      <a:pt x="1683423" y="117935"/>
                      <a:pt x="1687706" y="118720"/>
                      <a:pt x="1692411" y="118720"/>
                    </a:cubicBezTo>
                    <a:cubicBezTo>
                      <a:pt x="1697117" y="118720"/>
                      <a:pt x="1701400" y="117935"/>
                      <a:pt x="1705261" y="116367"/>
                    </a:cubicBezTo>
                    <a:cubicBezTo>
                      <a:pt x="1709122" y="114798"/>
                      <a:pt x="1712409" y="112627"/>
                      <a:pt x="1715124" y="109852"/>
                    </a:cubicBezTo>
                    <a:cubicBezTo>
                      <a:pt x="1717838" y="107077"/>
                      <a:pt x="1719950" y="103699"/>
                      <a:pt x="1721458" y="99717"/>
                    </a:cubicBezTo>
                    <a:cubicBezTo>
                      <a:pt x="1722966" y="95736"/>
                      <a:pt x="1723720" y="91272"/>
                      <a:pt x="1723720" y="86325"/>
                    </a:cubicBezTo>
                    <a:lnTo>
                      <a:pt x="1723720" y="1086"/>
                    </a:lnTo>
                    <a:lnTo>
                      <a:pt x="1737474" y="1086"/>
                    </a:lnTo>
                    <a:lnTo>
                      <a:pt x="1737474" y="87411"/>
                    </a:lnTo>
                    <a:cubicBezTo>
                      <a:pt x="1737474" y="93805"/>
                      <a:pt x="1736358" y="99687"/>
                      <a:pt x="1734126" y="105056"/>
                    </a:cubicBezTo>
                    <a:cubicBezTo>
                      <a:pt x="1731894" y="110425"/>
                      <a:pt x="1728757" y="115040"/>
                      <a:pt x="1724716" y="118901"/>
                    </a:cubicBezTo>
                    <a:cubicBezTo>
                      <a:pt x="1720674" y="122761"/>
                      <a:pt x="1715908" y="125747"/>
                      <a:pt x="1710418" y="127859"/>
                    </a:cubicBezTo>
                    <a:cubicBezTo>
                      <a:pt x="1704929" y="129970"/>
                      <a:pt x="1698927" y="131026"/>
                      <a:pt x="1692411" y="131026"/>
                    </a:cubicBezTo>
                    <a:cubicBezTo>
                      <a:pt x="1685896" y="131026"/>
                      <a:pt x="1679894" y="129970"/>
                      <a:pt x="1674404" y="127859"/>
                    </a:cubicBezTo>
                    <a:cubicBezTo>
                      <a:pt x="1668915" y="125747"/>
                      <a:pt x="1664179" y="122761"/>
                      <a:pt x="1660198" y="118901"/>
                    </a:cubicBezTo>
                    <a:cubicBezTo>
                      <a:pt x="1656216" y="115040"/>
                      <a:pt x="1653110" y="110425"/>
                      <a:pt x="1650878" y="105056"/>
                    </a:cubicBezTo>
                    <a:cubicBezTo>
                      <a:pt x="1648646" y="99687"/>
                      <a:pt x="1647530" y="93805"/>
                      <a:pt x="1647530" y="87411"/>
                    </a:cubicBezTo>
                    <a:close/>
                    <a:moveTo>
                      <a:pt x="947833" y="1086"/>
                    </a:moveTo>
                    <a:lnTo>
                      <a:pt x="961587" y="1086"/>
                    </a:lnTo>
                    <a:lnTo>
                      <a:pt x="961587" y="90849"/>
                    </a:lnTo>
                    <a:cubicBezTo>
                      <a:pt x="961587" y="97003"/>
                      <a:pt x="960592" y="102583"/>
                      <a:pt x="958601" y="107590"/>
                    </a:cubicBezTo>
                    <a:cubicBezTo>
                      <a:pt x="956610" y="112597"/>
                      <a:pt x="953835" y="116819"/>
                      <a:pt x="950276" y="120258"/>
                    </a:cubicBezTo>
                    <a:cubicBezTo>
                      <a:pt x="946717" y="123696"/>
                      <a:pt x="942494" y="126351"/>
                      <a:pt x="937608" y="128221"/>
                    </a:cubicBezTo>
                    <a:cubicBezTo>
                      <a:pt x="932721" y="130091"/>
                      <a:pt x="927322" y="131026"/>
                      <a:pt x="921410" y="131026"/>
                    </a:cubicBezTo>
                    <a:cubicBezTo>
                      <a:pt x="915257" y="131026"/>
                      <a:pt x="909798" y="130091"/>
                      <a:pt x="905032" y="128221"/>
                    </a:cubicBezTo>
                    <a:cubicBezTo>
                      <a:pt x="900266" y="126351"/>
                      <a:pt x="895893" y="123425"/>
                      <a:pt x="891911" y="119443"/>
                    </a:cubicBezTo>
                    <a:lnTo>
                      <a:pt x="901141" y="110214"/>
                    </a:lnTo>
                    <a:cubicBezTo>
                      <a:pt x="903434" y="112627"/>
                      <a:pt x="906058" y="114648"/>
                      <a:pt x="909014" y="116276"/>
                    </a:cubicBezTo>
                    <a:cubicBezTo>
                      <a:pt x="911970" y="117905"/>
                      <a:pt x="916102" y="118720"/>
                      <a:pt x="921410" y="118720"/>
                    </a:cubicBezTo>
                    <a:cubicBezTo>
                      <a:pt x="929856" y="118720"/>
                      <a:pt x="936371" y="116156"/>
                      <a:pt x="940956" y="111028"/>
                    </a:cubicBezTo>
                    <a:cubicBezTo>
                      <a:pt x="945540" y="105901"/>
                      <a:pt x="947833" y="98571"/>
                      <a:pt x="947833" y="89040"/>
                    </a:cubicBezTo>
                    <a:close/>
                    <a:moveTo>
                      <a:pt x="370637" y="1086"/>
                    </a:moveTo>
                    <a:lnTo>
                      <a:pt x="383667" y="1086"/>
                    </a:lnTo>
                    <a:lnTo>
                      <a:pt x="383667" y="50673"/>
                    </a:lnTo>
                    <a:cubicBezTo>
                      <a:pt x="390061" y="43434"/>
                      <a:pt x="398386" y="39814"/>
                      <a:pt x="408642" y="39814"/>
                    </a:cubicBezTo>
                    <a:cubicBezTo>
                      <a:pt x="418776" y="39814"/>
                      <a:pt x="426648" y="42770"/>
                      <a:pt x="432259" y="48682"/>
                    </a:cubicBezTo>
                    <a:cubicBezTo>
                      <a:pt x="437869" y="54594"/>
                      <a:pt x="440674" y="62617"/>
                      <a:pt x="440674" y="72752"/>
                    </a:cubicBezTo>
                    <a:lnTo>
                      <a:pt x="440674" y="129940"/>
                    </a:lnTo>
                    <a:lnTo>
                      <a:pt x="427644" y="129940"/>
                    </a:lnTo>
                    <a:lnTo>
                      <a:pt x="427644" y="74924"/>
                    </a:lnTo>
                    <a:cubicBezTo>
                      <a:pt x="427644" y="67081"/>
                      <a:pt x="425713" y="61200"/>
                      <a:pt x="421853" y="57279"/>
                    </a:cubicBezTo>
                    <a:cubicBezTo>
                      <a:pt x="417992" y="53357"/>
                      <a:pt x="412683" y="51397"/>
                      <a:pt x="405927" y="51397"/>
                    </a:cubicBezTo>
                    <a:cubicBezTo>
                      <a:pt x="399170" y="51397"/>
                      <a:pt x="393771" y="53388"/>
                      <a:pt x="389730" y="57369"/>
                    </a:cubicBezTo>
                    <a:cubicBezTo>
                      <a:pt x="385688" y="61350"/>
                      <a:pt x="383667" y="67202"/>
                      <a:pt x="383667" y="74924"/>
                    </a:cubicBezTo>
                    <a:lnTo>
                      <a:pt x="383667" y="129940"/>
                    </a:lnTo>
                    <a:lnTo>
                      <a:pt x="370637" y="129940"/>
                    </a:lnTo>
                    <a:close/>
                    <a:moveTo>
                      <a:pt x="2246338" y="905"/>
                    </a:moveTo>
                    <a:lnTo>
                      <a:pt x="2260997" y="905"/>
                    </a:lnTo>
                    <a:lnTo>
                      <a:pt x="2260997" y="15564"/>
                    </a:lnTo>
                    <a:lnTo>
                      <a:pt x="2246338" y="15564"/>
                    </a:lnTo>
                    <a:close/>
                    <a:moveTo>
                      <a:pt x="1874863" y="905"/>
                    </a:moveTo>
                    <a:lnTo>
                      <a:pt x="1889522" y="905"/>
                    </a:lnTo>
                    <a:lnTo>
                      <a:pt x="1889522" y="15564"/>
                    </a:lnTo>
                    <a:lnTo>
                      <a:pt x="1874863" y="15564"/>
                    </a:lnTo>
                    <a:close/>
                    <a:moveTo>
                      <a:pt x="998563" y="905"/>
                    </a:moveTo>
                    <a:lnTo>
                      <a:pt x="1013222" y="905"/>
                    </a:lnTo>
                    <a:lnTo>
                      <a:pt x="1013222" y="15564"/>
                    </a:lnTo>
                    <a:lnTo>
                      <a:pt x="998563" y="15564"/>
                    </a:lnTo>
                    <a:close/>
                    <a:moveTo>
                      <a:pt x="44701" y="0"/>
                    </a:moveTo>
                    <a:cubicBezTo>
                      <a:pt x="52905" y="0"/>
                      <a:pt x="59963" y="1116"/>
                      <a:pt x="65875" y="3348"/>
                    </a:cubicBezTo>
                    <a:cubicBezTo>
                      <a:pt x="71787" y="5580"/>
                      <a:pt x="77518" y="9169"/>
                      <a:pt x="83067" y="14116"/>
                    </a:cubicBezTo>
                    <a:lnTo>
                      <a:pt x="74200" y="22984"/>
                    </a:lnTo>
                    <a:cubicBezTo>
                      <a:pt x="70218" y="19364"/>
                      <a:pt x="65935" y="16620"/>
                      <a:pt x="61350" y="14749"/>
                    </a:cubicBezTo>
                    <a:cubicBezTo>
                      <a:pt x="56766" y="12879"/>
                      <a:pt x="51035" y="11944"/>
                      <a:pt x="44158" y="11944"/>
                    </a:cubicBezTo>
                    <a:cubicBezTo>
                      <a:pt x="35471" y="11944"/>
                      <a:pt x="28775" y="14116"/>
                      <a:pt x="24070" y="18459"/>
                    </a:cubicBezTo>
                    <a:cubicBezTo>
                      <a:pt x="19364" y="22803"/>
                      <a:pt x="17012" y="28594"/>
                      <a:pt x="17012" y="35833"/>
                    </a:cubicBezTo>
                    <a:cubicBezTo>
                      <a:pt x="17012" y="42348"/>
                      <a:pt x="18942" y="47295"/>
                      <a:pt x="22803" y="50673"/>
                    </a:cubicBezTo>
                    <a:cubicBezTo>
                      <a:pt x="24854" y="52362"/>
                      <a:pt x="27418" y="53810"/>
                      <a:pt x="30494" y="55016"/>
                    </a:cubicBezTo>
                    <a:cubicBezTo>
                      <a:pt x="33571" y="56223"/>
                      <a:pt x="36798" y="57128"/>
                      <a:pt x="40176" y="57731"/>
                    </a:cubicBezTo>
                    <a:lnTo>
                      <a:pt x="54292" y="59903"/>
                    </a:lnTo>
                    <a:cubicBezTo>
                      <a:pt x="57309" y="60385"/>
                      <a:pt x="59993" y="60898"/>
                      <a:pt x="62346" y="61441"/>
                    </a:cubicBezTo>
                    <a:cubicBezTo>
                      <a:pt x="64699" y="61984"/>
                      <a:pt x="66780" y="62617"/>
                      <a:pt x="68589" y="63341"/>
                    </a:cubicBezTo>
                    <a:cubicBezTo>
                      <a:pt x="70399" y="64065"/>
                      <a:pt x="72058" y="64880"/>
                      <a:pt x="73566" y="65784"/>
                    </a:cubicBezTo>
                    <a:cubicBezTo>
                      <a:pt x="75074" y="66689"/>
                      <a:pt x="76492" y="67745"/>
                      <a:pt x="77819" y="68951"/>
                    </a:cubicBezTo>
                    <a:cubicBezTo>
                      <a:pt x="85058" y="75105"/>
                      <a:pt x="88678" y="83610"/>
                      <a:pt x="88678" y="94469"/>
                    </a:cubicBezTo>
                    <a:cubicBezTo>
                      <a:pt x="88678" y="100139"/>
                      <a:pt x="87622" y="105237"/>
                      <a:pt x="85511" y="109761"/>
                    </a:cubicBezTo>
                    <a:cubicBezTo>
                      <a:pt x="83399" y="114286"/>
                      <a:pt x="80383" y="118116"/>
                      <a:pt x="76462" y="121253"/>
                    </a:cubicBezTo>
                    <a:cubicBezTo>
                      <a:pt x="72541" y="124390"/>
                      <a:pt x="67835" y="126803"/>
                      <a:pt x="62346" y="128492"/>
                    </a:cubicBezTo>
                    <a:cubicBezTo>
                      <a:pt x="56856" y="130181"/>
                      <a:pt x="50794" y="131026"/>
                      <a:pt x="44158" y="131026"/>
                    </a:cubicBezTo>
                    <a:cubicBezTo>
                      <a:pt x="34506" y="131026"/>
                      <a:pt x="26241" y="129699"/>
                      <a:pt x="19364" y="127044"/>
                    </a:cubicBezTo>
                    <a:cubicBezTo>
                      <a:pt x="12487" y="124390"/>
                      <a:pt x="6032" y="120047"/>
                      <a:pt x="0" y="114014"/>
                    </a:cubicBezTo>
                    <a:lnTo>
                      <a:pt x="9411" y="104604"/>
                    </a:lnTo>
                    <a:cubicBezTo>
                      <a:pt x="14719" y="109912"/>
                      <a:pt x="20088" y="113592"/>
                      <a:pt x="25517" y="115643"/>
                    </a:cubicBezTo>
                    <a:cubicBezTo>
                      <a:pt x="30947" y="117694"/>
                      <a:pt x="37281" y="118720"/>
                      <a:pt x="44520" y="118720"/>
                    </a:cubicBezTo>
                    <a:cubicBezTo>
                      <a:pt x="53931" y="118720"/>
                      <a:pt x="61350" y="116638"/>
                      <a:pt x="66780" y="112476"/>
                    </a:cubicBezTo>
                    <a:cubicBezTo>
                      <a:pt x="72209" y="108314"/>
                      <a:pt x="74924" y="102432"/>
                      <a:pt x="74924" y="94831"/>
                    </a:cubicBezTo>
                    <a:cubicBezTo>
                      <a:pt x="74924" y="91453"/>
                      <a:pt x="74411" y="88376"/>
                      <a:pt x="73385" y="85601"/>
                    </a:cubicBezTo>
                    <a:cubicBezTo>
                      <a:pt x="72360" y="82826"/>
                      <a:pt x="70822" y="80534"/>
                      <a:pt x="68770" y="78724"/>
                    </a:cubicBezTo>
                    <a:cubicBezTo>
                      <a:pt x="66719" y="76914"/>
                      <a:pt x="64578" y="75617"/>
                      <a:pt x="62346" y="74833"/>
                    </a:cubicBezTo>
                    <a:cubicBezTo>
                      <a:pt x="60114" y="74049"/>
                      <a:pt x="56645" y="73295"/>
                      <a:pt x="51940" y="72571"/>
                    </a:cubicBezTo>
                    <a:lnTo>
                      <a:pt x="36919" y="70218"/>
                    </a:lnTo>
                    <a:cubicBezTo>
                      <a:pt x="26664" y="68529"/>
                      <a:pt x="18761" y="65272"/>
                      <a:pt x="13211" y="60446"/>
                    </a:cubicBezTo>
                    <a:cubicBezTo>
                      <a:pt x="6696" y="54654"/>
                      <a:pt x="3438" y="46631"/>
                      <a:pt x="3438" y="36376"/>
                    </a:cubicBezTo>
                    <a:cubicBezTo>
                      <a:pt x="3438" y="30947"/>
                      <a:pt x="4404" y="25970"/>
                      <a:pt x="6334" y="21446"/>
                    </a:cubicBezTo>
                    <a:cubicBezTo>
                      <a:pt x="8264" y="16921"/>
                      <a:pt x="11009" y="13090"/>
                      <a:pt x="14568" y="9954"/>
                    </a:cubicBezTo>
                    <a:cubicBezTo>
                      <a:pt x="18128" y="6817"/>
                      <a:pt x="22441" y="4374"/>
                      <a:pt x="27508" y="2624"/>
                    </a:cubicBezTo>
                    <a:cubicBezTo>
                      <a:pt x="32575" y="875"/>
                      <a:pt x="38306" y="0"/>
                      <a:pt x="447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dist"/>
                <a:endPara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</a:endParaRPr>
              </a:p>
            </p:txBody>
          </p:sp>
        </p:grpSp>
      </p:grpSp>
      <p:sp>
        <p:nvSpPr>
          <p:cNvPr id="11" name="十字形 10"/>
          <p:cNvSpPr/>
          <p:nvPr/>
        </p:nvSpPr>
        <p:spPr>
          <a:xfrm rot="2700000">
            <a:off x="4959752" y="4867899"/>
            <a:ext cx="161902" cy="161902"/>
          </a:xfrm>
          <a:prstGeom prst="plus">
            <a:avLst>
              <a:gd name="adj" fmla="val 482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6" name="十字形 85"/>
          <p:cNvSpPr/>
          <p:nvPr/>
        </p:nvSpPr>
        <p:spPr>
          <a:xfrm rot="2700000">
            <a:off x="7070347" y="4867899"/>
            <a:ext cx="161902" cy="161902"/>
          </a:xfrm>
          <a:prstGeom prst="plus">
            <a:avLst>
              <a:gd name="adj" fmla="val 482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GNiYTZmMzU0NjhlYWVlNDczNTZjN2I2Yzk3M2EzNmYifQ=="/>
</p:tagLst>
</file>

<file path=ppt/theme/theme1.xml><?xml version="1.0" encoding="utf-8"?>
<a:theme xmlns:a="http://schemas.openxmlformats.org/drawingml/2006/main" name="Office 主题​​">
  <a:themeElements>
    <a:clrScheme name="自定义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25483"/>
      </a:accent1>
      <a:accent2>
        <a:srgbClr val="007BA0"/>
      </a:accent2>
      <a:accent3>
        <a:srgbClr val="00A1A7"/>
      </a:accent3>
      <a:accent4>
        <a:srgbClr val="08C498"/>
      </a:accent4>
      <a:accent5>
        <a:srgbClr val="92E280"/>
      </a:accent5>
      <a:accent6>
        <a:srgbClr val="F9F87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2548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20000"/>
          </a:lnSpc>
          <a:defRPr sz="1600" dirty="0">
            <a:solidFill>
              <a:schemeClr val="tx1">
                <a:lumMod val="75000"/>
                <a:lumOff val="25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自定义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25483"/>
      </a:accent1>
      <a:accent2>
        <a:srgbClr val="007BA0"/>
      </a:accent2>
      <a:accent3>
        <a:srgbClr val="00A1A7"/>
      </a:accent3>
      <a:accent4>
        <a:srgbClr val="08C498"/>
      </a:accent4>
      <a:accent5>
        <a:srgbClr val="92E280"/>
      </a:accent5>
      <a:accent6>
        <a:srgbClr val="F9F87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2548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20000"/>
          </a:lnSpc>
          <a:defRPr sz="1600" dirty="0">
            <a:solidFill>
              <a:schemeClr val="tx1">
                <a:lumMod val="75000"/>
                <a:lumOff val="25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2860</Words>
  <Application>WPS 演示</Application>
  <PresentationFormat>宽屏</PresentationFormat>
  <Paragraphs>233</Paragraphs>
  <Slides>30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53" baseType="lpstr">
      <vt:lpstr>Arial</vt:lpstr>
      <vt:lpstr>宋体</vt:lpstr>
      <vt:lpstr>Wingdings</vt:lpstr>
      <vt:lpstr>思源黑体 CN Normal</vt:lpstr>
      <vt:lpstr>黑体</vt:lpstr>
      <vt:lpstr>思源宋体 CN Medium</vt:lpstr>
      <vt:lpstr>Prism</vt:lpstr>
      <vt:lpstr>Segoe Print</vt:lpstr>
      <vt:lpstr>思源黑体 CN Medium</vt:lpstr>
      <vt:lpstr>等线 Light</vt:lpstr>
      <vt:lpstr>微软雅黑</vt:lpstr>
      <vt:lpstr>Arial Unicode MS</vt:lpstr>
      <vt:lpstr>思源宋体 CN Medium</vt:lpstr>
      <vt:lpstr>思源黑体 CN Heavy</vt:lpstr>
      <vt:lpstr>Calibri</vt:lpstr>
      <vt:lpstr>等线</vt:lpstr>
      <vt:lpstr>思源黑体 CN Heavy</vt:lpstr>
      <vt:lpstr>思源黑体 CN Medium</vt:lpstr>
      <vt:lpstr>思源黑体 CN Normal</vt:lpstr>
      <vt:lpstr>Office 主题​​</vt:lpstr>
      <vt:lpstr>Office 主题</vt:lpstr>
      <vt:lpstr>1_OfficePLUS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万 可怡</dc:creator>
  <cp:lastModifiedBy>WPS_1665891310</cp:lastModifiedBy>
  <cp:revision>10</cp:revision>
  <dcterms:created xsi:type="dcterms:W3CDTF">2025-11-14T00:35:00Z</dcterms:created>
  <dcterms:modified xsi:type="dcterms:W3CDTF">2025-12-26T11:51:01Z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8CE5E3016C7544D59C8CD9FEED377B38_12</vt:lpwstr>
  </property>
  <property fmtid="{D5CDD505-2E9C-101B-9397-08002B2CF9AE}" pid="3" name="KSOProductBuildVer">
    <vt:lpwstr>2052-12.1.0.24034</vt:lpwstr>
  </property>
</Properties>
</file>