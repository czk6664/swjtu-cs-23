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 id="2147483659" r:id="rId3"/>
    <p:sldMasterId id="2147483660" r:id="rId4"/>
    <p:sldMasterId id="2147483662" r:id="rId5"/>
  </p:sldMasterIdLst>
  <p:notesMasterIdLst>
    <p:notesMasterId r:id="rId33"/>
  </p:notesMasterIdLst>
  <p:handoutMasterIdLst>
    <p:handoutMasterId r:id="rId34"/>
  </p:handoutMasterIdLst>
  <p:sldIdLst>
    <p:sldId id="283" r:id="rId6"/>
    <p:sldId id="288" r:id="rId7"/>
    <p:sldId id="349" r:id="rId8"/>
    <p:sldId id="473" r:id="rId9"/>
    <p:sldId id="474" r:id="rId10"/>
    <p:sldId id="475" r:id="rId11"/>
    <p:sldId id="476" r:id="rId12"/>
    <p:sldId id="477" r:id="rId13"/>
    <p:sldId id="478" r:id="rId14"/>
    <p:sldId id="479" r:id="rId15"/>
    <p:sldId id="480" r:id="rId16"/>
    <p:sldId id="481" r:id="rId17"/>
    <p:sldId id="482" r:id="rId18"/>
    <p:sldId id="483" r:id="rId19"/>
    <p:sldId id="484" r:id="rId20"/>
    <p:sldId id="485" r:id="rId21"/>
    <p:sldId id="486" r:id="rId22"/>
    <p:sldId id="487" r:id="rId23"/>
    <p:sldId id="488" r:id="rId24"/>
    <p:sldId id="489" r:id="rId25"/>
    <p:sldId id="490" r:id="rId26"/>
    <p:sldId id="417" r:id="rId27"/>
    <p:sldId id="418" r:id="rId28"/>
    <p:sldId id="419" r:id="rId29"/>
    <p:sldId id="450" r:id="rId30"/>
    <p:sldId id="292" r:id="rId31"/>
    <p:sldId id="280" r:id="rId32"/>
  </p:sldIdLst>
  <p:sldSz cx="1219676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页_图片版" id="{E8D0D622-F6C6-F44A-B365-B4A5FF6195C2}">
          <p14:sldIdLst>
            <p14:sldId id="283"/>
          </p14:sldIdLst>
        </p14:section>
        <p14:section name="目录页" id="{9D221634-295C-7843-AF5C-A0CB4F229241}">
          <p14:sldIdLst>
            <p14:sldId id="288"/>
          </p14:sldIdLst>
        </p14:section>
        <p14:section name="章节页" id="{FD05EE94-C931-8C4B-83A2-004B32AA1207}">
          <p14:sldIdLst>
            <p14:sldId id="349"/>
            <p14:sldId id="473"/>
            <p14:sldId id="474"/>
            <p14:sldId id="475"/>
            <p14:sldId id="476"/>
            <p14:sldId id="477"/>
            <p14:sldId id="478"/>
            <p14:sldId id="479"/>
            <p14:sldId id="480"/>
            <p14:sldId id="481"/>
            <p14:sldId id="482"/>
            <p14:sldId id="483"/>
            <p14:sldId id="484"/>
            <p14:sldId id="485"/>
            <p14:sldId id="486"/>
            <p14:sldId id="487"/>
            <p14:sldId id="488"/>
            <p14:sldId id="489"/>
            <p14:sldId id="490"/>
            <p14:sldId id="417"/>
            <p14:sldId id="418"/>
            <p14:sldId id="419"/>
            <p14:sldId id="450"/>
            <p14:sldId id="292"/>
          </p14:sldIdLst>
        </p14:section>
        <p14:section name="结束页" id="{3F9D54A7-3BE2-2540-BB4C-DFE5509085F3}">
          <p14:sldIdLst>
            <p14:sldId id="280"/>
          </p14:sldIdLst>
        </p14:section>
      </p14:sectionLst>
    </p:ext>
    <p:ext uri="{EFAFB233-063F-42B5-8137-9DF3F51BA10A}">
      <p15:sldGuideLst xmlns:p15="http://schemas.microsoft.com/office/powerpoint/2012/main">
        <p15:guide id="1" pos="3701">
          <p15:clr>
            <a:srgbClr val="A4A3A4"/>
          </p15:clr>
        </p15:guide>
        <p15:guide id="2" orient="horz" pos="2159">
          <p15:clr>
            <a:srgbClr val="A4A3A4"/>
          </p15:clr>
        </p15:guide>
        <p15:guide id="3" pos="3539">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002" name="fanchangchun 00567414_2yeyVvEJ" initials="authorId_AK20210901:AK20210901JXNSXO4723448" lastIdx="1152150695" clrIdx="0"/>
  <p:cmAuthor id="2000" name="zhanghandong WX930509_Jj22FnMn" initials="authorId_AK20210901:AK20210901JXNSXO4676065" lastIdx="0" clrIdx="0"/>
  <p:cmAuthor id="2001" name="wuxiaojun 00342820_QRBvBJbY" initials="authorId_AK20210901:AK20210901JXNSXO124321"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0000"/>
    <a:srgbClr val="E57B84"/>
    <a:srgbClr val="E6A8AD"/>
    <a:srgbClr val="E57984"/>
    <a:srgbClr val="FFFFFF"/>
    <a:srgbClr val="151515"/>
    <a:srgbClr val="C7000B"/>
    <a:srgbClr val="575756"/>
    <a:srgbClr val="DD4654"/>
    <a:srgbClr val="F3D2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52" autoAdjust="0"/>
    <p:restoredTop sz="90888" autoAdjust="0"/>
  </p:normalViewPr>
  <p:slideViewPr>
    <p:cSldViewPr snapToGrid="0" snapToObjects="1">
      <p:cViewPr varScale="1">
        <p:scale>
          <a:sx n="66" d="100"/>
          <a:sy n="66" d="100"/>
        </p:scale>
        <p:origin x="44" y="260"/>
      </p:cViewPr>
      <p:guideLst>
        <p:guide pos="3701"/>
        <p:guide orient="horz" pos="2159"/>
        <p:guide pos="3539"/>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6" d="100"/>
          <a:sy n="96" d="100"/>
        </p:scale>
        <p:origin x="3104"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commentAuthors" Target="commentAuthors.xml"/><Relationship Id="rId8" Type="http://schemas.openxmlformats.org/officeDocument/2006/relationships/slide" Target="slides/slide3.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042289F-3A93-4820-A26F-49AEFF15E06C}" type="doc">
      <dgm:prSet loTypeId="urn:microsoft.com/office/officeart/2009/3/layout/HorizontalOrganizationChart#1" loCatId="hierarchy" qsTypeId="urn:microsoft.com/office/officeart/2005/8/quickstyle/simple1#1" qsCatId="simple" csTypeId="urn:microsoft.com/office/officeart/2005/8/colors/accent1_2#1" csCatId="accent1" phldr="1"/>
      <dgm:spPr/>
      <dgm:t>
        <a:bodyPr/>
        <a:lstStyle/>
        <a:p>
          <a:endParaRPr lang="zh-CN" altLang="en-US"/>
        </a:p>
      </dgm:t>
    </dgm:pt>
    <dgm:pt modelId="{4DA43E22-E5D1-4EFF-8229-89BFE5C14205}">
      <dgm:prSet phldrT="[文本]" custT="1"/>
      <dgm:spPr>
        <a:solidFill>
          <a:schemeClr val="accent3">
            <a:lumMod val="40000"/>
            <a:lumOff val="60000"/>
          </a:schemeClr>
        </a:solidFill>
      </dgm:spPr>
      <dgm:t>
        <a:bodyPr/>
        <a:lstStyle/>
        <a:p>
          <a:r>
            <a:rPr lang="zh-CN" altLang="en-US" sz="1400" dirty="0">
              <a:solidFill>
                <a:srgbClr val="FF0000"/>
              </a:solidFill>
              <a:latin typeface="+mn-lt"/>
              <a:ea typeface="+mn-ea"/>
              <a:cs typeface="+mn-ea"/>
              <a:sym typeface="+mn-lt"/>
            </a:rPr>
            <a:t>原生指针类型</a:t>
          </a:r>
        </a:p>
      </dgm:t>
    </dgm:pt>
    <dgm:pt modelId="{BDA82401-40D9-4B43-BBB5-89309841DAFE}" type="parTrans" cxnId="{1F4D8B3D-654F-46D9-A15F-3C7B5E92707F}">
      <dgm:prSet/>
      <dgm:spPr/>
      <dgm:t>
        <a:bodyPr/>
        <a:lstStyle/>
        <a:p>
          <a:endParaRPr lang="zh-CN" altLang="en-US" sz="1400"/>
        </a:p>
      </dgm:t>
    </dgm:pt>
    <dgm:pt modelId="{B342A44E-E3CC-4F14-86B0-2DB62C093470}" type="sibTrans" cxnId="{1F4D8B3D-654F-46D9-A15F-3C7B5E92707F}">
      <dgm:prSet/>
      <dgm:spPr/>
      <dgm:t>
        <a:bodyPr/>
        <a:lstStyle/>
        <a:p>
          <a:endParaRPr lang="zh-CN" altLang="en-US" sz="1400"/>
        </a:p>
      </dgm:t>
    </dgm:pt>
    <dgm:pt modelId="{2F7D90E8-C8D5-465E-A86E-5A737D502A53}">
      <dgm:prSet phldrT="[文本]" custT="1"/>
      <dgm:spPr>
        <a:solidFill>
          <a:schemeClr val="accent3">
            <a:lumMod val="40000"/>
            <a:lumOff val="60000"/>
          </a:schemeClr>
        </a:solidFill>
      </dgm:spPr>
      <dgm:t>
        <a:bodyPr/>
        <a:lstStyle/>
        <a:p>
          <a:r>
            <a:rPr lang="en-US" altLang="zh-CN" sz="1400" dirty="0">
              <a:solidFill>
                <a:schemeClr val="tx1"/>
              </a:solidFill>
              <a:latin typeface="+mn-lt"/>
              <a:ea typeface="+mn-ea"/>
              <a:cs typeface="+mn-ea"/>
              <a:sym typeface="+mn-lt"/>
            </a:rPr>
            <a:t>*const T</a:t>
          </a:r>
        </a:p>
      </dgm:t>
    </dgm:pt>
    <dgm:pt modelId="{334FF4A2-B789-48C6-AF65-2A52BEF3D012}" type="parTrans" cxnId="{B2780FC9-A8C4-4FB7-9B60-194629D61CD6}">
      <dgm:prSet/>
      <dgm:spPr/>
      <dgm:t>
        <a:bodyPr/>
        <a:lstStyle/>
        <a:p>
          <a:endParaRPr lang="zh-CN" altLang="en-US" sz="1400"/>
        </a:p>
      </dgm:t>
    </dgm:pt>
    <dgm:pt modelId="{9BD93CE1-0F1F-41FF-9BE1-C0B43C77946A}" type="sibTrans" cxnId="{B2780FC9-A8C4-4FB7-9B60-194629D61CD6}">
      <dgm:prSet/>
      <dgm:spPr/>
      <dgm:t>
        <a:bodyPr/>
        <a:lstStyle/>
        <a:p>
          <a:endParaRPr lang="zh-CN" altLang="en-US" sz="1400"/>
        </a:p>
      </dgm:t>
    </dgm:pt>
    <dgm:pt modelId="{421850CB-ECBC-4EC8-8037-DDAC4FACC582}">
      <dgm:prSet phldrT="[文本]" custT="1"/>
      <dgm:spPr>
        <a:solidFill>
          <a:schemeClr val="accent3">
            <a:lumMod val="40000"/>
            <a:lumOff val="60000"/>
          </a:schemeClr>
        </a:solidFill>
      </dgm:spPr>
      <dgm:t>
        <a:bodyPr/>
        <a:lstStyle/>
        <a:p>
          <a:r>
            <a:rPr lang="en-US" altLang="zh-CN" sz="1400" dirty="0">
              <a:solidFill>
                <a:schemeClr val="tx1"/>
              </a:solidFill>
              <a:latin typeface="+mn-lt"/>
              <a:ea typeface="+mn-ea"/>
              <a:cs typeface="+mn-ea"/>
              <a:sym typeface="+mn-lt"/>
            </a:rPr>
            <a:t>*</a:t>
          </a:r>
          <a:r>
            <a:rPr lang="en-US" altLang="zh-CN" sz="1400" dirty="0" err="1">
              <a:solidFill>
                <a:schemeClr val="tx1"/>
              </a:solidFill>
              <a:latin typeface="+mn-lt"/>
              <a:ea typeface="+mn-ea"/>
              <a:cs typeface="+mn-ea"/>
              <a:sym typeface="+mn-lt"/>
            </a:rPr>
            <a:t>mut</a:t>
          </a:r>
          <a:r>
            <a:rPr lang="en-US" altLang="zh-CN" sz="1400" dirty="0">
              <a:solidFill>
                <a:schemeClr val="tx1"/>
              </a:solidFill>
              <a:latin typeface="+mn-lt"/>
              <a:ea typeface="+mn-ea"/>
              <a:cs typeface="+mn-ea"/>
              <a:sym typeface="+mn-lt"/>
            </a:rPr>
            <a:t> T</a:t>
          </a:r>
        </a:p>
      </dgm:t>
    </dgm:pt>
    <dgm:pt modelId="{E0174929-5515-42F7-98FC-2A4B2A8C3806}" type="parTrans" cxnId="{6CAD7869-7873-4824-B677-B7F1E11D2AC0}">
      <dgm:prSet/>
      <dgm:spPr/>
      <dgm:t>
        <a:bodyPr/>
        <a:lstStyle/>
        <a:p>
          <a:endParaRPr lang="zh-CN" altLang="en-US" sz="1400"/>
        </a:p>
      </dgm:t>
    </dgm:pt>
    <dgm:pt modelId="{3E03B4B7-71AE-461F-9BE7-1B1A5887DDD0}" type="sibTrans" cxnId="{6CAD7869-7873-4824-B677-B7F1E11D2AC0}">
      <dgm:prSet/>
      <dgm:spPr/>
      <dgm:t>
        <a:bodyPr/>
        <a:lstStyle/>
        <a:p>
          <a:endParaRPr lang="zh-CN" altLang="en-US" sz="1400"/>
        </a:p>
      </dgm:t>
    </dgm:pt>
    <dgm:pt modelId="{783AE1FC-F144-4344-B00B-93CCEFBCE844}">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指针类型（广义）</a:t>
          </a:r>
        </a:p>
      </dgm:t>
    </dgm:pt>
    <dgm:pt modelId="{B621E81B-2E5F-48A4-AEF6-389DCDC922D5}" type="parTrans" cxnId="{ADF18BF5-9323-41B2-BFF0-D5E819AD8309}">
      <dgm:prSet/>
      <dgm:spPr/>
      <dgm:t>
        <a:bodyPr/>
        <a:lstStyle/>
        <a:p>
          <a:endParaRPr lang="zh-CN" altLang="en-US" sz="1400"/>
        </a:p>
      </dgm:t>
    </dgm:pt>
    <dgm:pt modelId="{D4E83BE9-E0B9-4C07-B99C-1BC466C55545}" type="sibTrans" cxnId="{ADF18BF5-9323-41B2-BFF0-D5E819AD8309}">
      <dgm:prSet/>
      <dgm:spPr/>
      <dgm:t>
        <a:bodyPr/>
        <a:lstStyle/>
        <a:p>
          <a:endParaRPr lang="zh-CN" altLang="en-US" sz="1400"/>
        </a:p>
      </dgm:t>
    </dgm:pt>
    <dgm:pt modelId="{E66618AD-0DAE-448A-87B0-DB6A45A9448F}">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引用</a:t>
          </a:r>
          <a:endParaRPr lang="en-US" altLang="zh-CN" sz="1400" dirty="0">
            <a:solidFill>
              <a:schemeClr val="tx1"/>
            </a:solidFill>
            <a:latin typeface="+mn-lt"/>
            <a:ea typeface="+mn-ea"/>
            <a:cs typeface="+mn-ea"/>
            <a:sym typeface="+mn-lt"/>
          </a:endParaRPr>
        </a:p>
      </dgm:t>
    </dgm:pt>
    <dgm:pt modelId="{DAD5271C-583F-46E6-9503-67C31820F369}" type="parTrans" cxnId="{79B7F01D-AF9E-486C-A441-51C6DF5EEE4C}">
      <dgm:prSet/>
      <dgm:spPr/>
      <dgm:t>
        <a:bodyPr/>
        <a:lstStyle/>
        <a:p>
          <a:endParaRPr lang="zh-CN" altLang="en-US" sz="1400"/>
        </a:p>
      </dgm:t>
    </dgm:pt>
    <dgm:pt modelId="{19D9B882-2D0B-438E-B7A2-C158F4004A8C}" type="sibTrans" cxnId="{79B7F01D-AF9E-486C-A441-51C6DF5EEE4C}">
      <dgm:prSet/>
      <dgm:spPr/>
      <dgm:t>
        <a:bodyPr/>
        <a:lstStyle/>
        <a:p>
          <a:endParaRPr lang="zh-CN" altLang="en-US" sz="1400"/>
        </a:p>
      </dgm:t>
    </dgm:pt>
    <dgm:pt modelId="{2354C00D-3FCB-4B66-BF33-B0112D5E050C}">
      <dgm:prSet phldrT="[文本]" custT="1"/>
      <dgm:spPr>
        <a:solidFill>
          <a:schemeClr val="accent3">
            <a:lumMod val="40000"/>
            <a:lumOff val="60000"/>
          </a:schemeClr>
        </a:solidFill>
      </dgm:spPr>
      <dgm:t>
        <a:bodyPr/>
        <a:lstStyle/>
        <a:p>
          <a:r>
            <a:rPr lang="en-US" altLang="zh-CN" sz="1400" dirty="0">
              <a:solidFill>
                <a:schemeClr val="tx1"/>
              </a:solidFill>
              <a:latin typeface="+mn-lt"/>
              <a:ea typeface="+mn-ea"/>
              <a:cs typeface="+mn-ea"/>
              <a:sym typeface="+mn-lt"/>
            </a:rPr>
            <a:t>&amp;T</a:t>
          </a:r>
        </a:p>
      </dgm:t>
    </dgm:pt>
    <dgm:pt modelId="{C7680F52-0472-4D9B-88CD-0AB695DA214B}" type="parTrans" cxnId="{FE94404F-57E8-4EBE-97F9-FB645A0AB79E}">
      <dgm:prSet/>
      <dgm:spPr/>
      <dgm:t>
        <a:bodyPr/>
        <a:lstStyle/>
        <a:p>
          <a:endParaRPr lang="zh-CN" altLang="en-US" sz="1400"/>
        </a:p>
      </dgm:t>
    </dgm:pt>
    <dgm:pt modelId="{0027B5CA-6459-4369-8FD4-D5A5C949A524}" type="sibTrans" cxnId="{FE94404F-57E8-4EBE-97F9-FB645A0AB79E}">
      <dgm:prSet/>
      <dgm:spPr/>
      <dgm:t>
        <a:bodyPr/>
        <a:lstStyle/>
        <a:p>
          <a:endParaRPr lang="zh-CN" altLang="en-US" sz="1400"/>
        </a:p>
      </dgm:t>
    </dgm:pt>
    <dgm:pt modelId="{96AAD2F7-3CD8-4ABD-A30D-A1FB6DDA4ADE}">
      <dgm:prSet phldrT="[文本]" custT="1"/>
      <dgm:spPr>
        <a:solidFill>
          <a:schemeClr val="accent3">
            <a:lumMod val="40000"/>
            <a:lumOff val="60000"/>
          </a:schemeClr>
        </a:solidFill>
      </dgm:spPr>
      <dgm:t>
        <a:bodyPr/>
        <a:lstStyle/>
        <a:p>
          <a:r>
            <a:rPr lang="en-US" altLang="zh-CN" sz="1400" dirty="0">
              <a:solidFill>
                <a:schemeClr val="tx1"/>
              </a:solidFill>
              <a:latin typeface="+mn-lt"/>
              <a:ea typeface="+mn-ea"/>
              <a:cs typeface="+mn-ea"/>
              <a:sym typeface="+mn-lt"/>
            </a:rPr>
            <a:t>&amp;</a:t>
          </a:r>
          <a:r>
            <a:rPr lang="en-US" altLang="zh-CN" sz="1400" dirty="0" err="1">
              <a:solidFill>
                <a:schemeClr val="tx1"/>
              </a:solidFill>
              <a:latin typeface="+mn-lt"/>
              <a:ea typeface="+mn-ea"/>
              <a:cs typeface="+mn-ea"/>
              <a:sym typeface="+mn-lt"/>
            </a:rPr>
            <a:t>mut</a:t>
          </a:r>
          <a:r>
            <a:rPr lang="en-US" altLang="zh-CN" sz="1400" dirty="0">
              <a:solidFill>
                <a:schemeClr val="tx1"/>
              </a:solidFill>
              <a:latin typeface="+mn-lt"/>
              <a:ea typeface="+mn-ea"/>
              <a:cs typeface="+mn-ea"/>
              <a:sym typeface="+mn-lt"/>
            </a:rPr>
            <a:t> T</a:t>
          </a:r>
        </a:p>
      </dgm:t>
    </dgm:pt>
    <dgm:pt modelId="{B9710410-7946-43B7-BFF4-7F81437C7B1B}" type="parTrans" cxnId="{75F0FBCB-5BC1-4BD0-A9B6-9632590AB0F2}">
      <dgm:prSet/>
      <dgm:spPr/>
      <dgm:t>
        <a:bodyPr/>
        <a:lstStyle/>
        <a:p>
          <a:endParaRPr lang="zh-CN" altLang="en-US" sz="1400"/>
        </a:p>
      </dgm:t>
    </dgm:pt>
    <dgm:pt modelId="{DF3BF410-4667-4D99-94BB-BDC228F2FDF6}" type="sibTrans" cxnId="{75F0FBCB-5BC1-4BD0-A9B6-9632590AB0F2}">
      <dgm:prSet/>
      <dgm:spPr/>
      <dgm:t>
        <a:bodyPr/>
        <a:lstStyle/>
        <a:p>
          <a:endParaRPr lang="zh-CN" altLang="en-US" sz="1400"/>
        </a:p>
      </dgm:t>
    </dgm:pt>
    <dgm:pt modelId="{ADAACD3D-AA3B-49BD-8BB6-538E6CA3A706}">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智能指针</a:t>
          </a:r>
          <a:endParaRPr lang="en-US" altLang="zh-CN" sz="1400" dirty="0">
            <a:solidFill>
              <a:schemeClr val="tx1"/>
            </a:solidFill>
            <a:latin typeface="+mn-lt"/>
            <a:ea typeface="+mn-ea"/>
            <a:cs typeface="+mn-ea"/>
            <a:sym typeface="+mn-lt"/>
          </a:endParaRPr>
        </a:p>
      </dgm:t>
    </dgm:pt>
    <dgm:pt modelId="{9A1D5099-BA8D-4215-9C64-52010FAEAFBB}" type="parTrans" cxnId="{3D0A6459-02B2-4F5E-BCFF-85F6FDF5EFC0}">
      <dgm:prSet/>
      <dgm:spPr/>
      <dgm:t>
        <a:bodyPr/>
        <a:lstStyle/>
        <a:p>
          <a:endParaRPr lang="zh-CN" altLang="en-US" sz="1400"/>
        </a:p>
      </dgm:t>
    </dgm:pt>
    <dgm:pt modelId="{FC40500D-2914-4EE9-B56D-56E6430BAFD3}" type="sibTrans" cxnId="{3D0A6459-02B2-4F5E-BCFF-85F6FDF5EFC0}">
      <dgm:prSet/>
      <dgm:spPr/>
      <dgm:t>
        <a:bodyPr/>
        <a:lstStyle/>
        <a:p>
          <a:endParaRPr lang="zh-CN" altLang="en-US" sz="1400"/>
        </a:p>
      </dgm:t>
    </dgm:pt>
    <dgm:pt modelId="{92EA5297-70E8-42EE-9699-13CEDA7812DC}">
      <dgm:prSet phldrT="[文本]" custT="1"/>
      <dgm:spPr>
        <a:solidFill>
          <a:schemeClr val="accent3">
            <a:lumMod val="40000"/>
            <a:lumOff val="60000"/>
          </a:schemeClr>
        </a:solidFill>
      </dgm:spPr>
      <dgm:t>
        <a:bodyPr/>
        <a:lstStyle/>
        <a:p>
          <a:r>
            <a:rPr lang="en-US" altLang="zh-CN" sz="1400" dirty="0">
              <a:solidFill>
                <a:schemeClr val="tx1"/>
              </a:solidFill>
              <a:latin typeface="+mn-lt"/>
              <a:ea typeface="+mn-ea"/>
              <a:cs typeface="+mn-ea"/>
              <a:sym typeface="+mn-lt"/>
            </a:rPr>
            <a:t>Box&lt;T&gt;</a:t>
          </a:r>
        </a:p>
      </dgm:t>
    </dgm:pt>
    <dgm:pt modelId="{34B88CAB-B2FB-4AAD-A726-1BA2026EEC63}" type="parTrans" cxnId="{362AB2B8-9DD8-4865-8A0F-9CC851BBA29B}">
      <dgm:prSet/>
      <dgm:spPr/>
      <dgm:t>
        <a:bodyPr/>
        <a:lstStyle/>
        <a:p>
          <a:endParaRPr lang="zh-CN" altLang="en-US" sz="1400"/>
        </a:p>
      </dgm:t>
    </dgm:pt>
    <dgm:pt modelId="{E9795168-17DC-4E93-B0AC-8B930B4DD5FB}" type="sibTrans" cxnId="{362AB2B8-9DD8-4865-8A0F-9CC851BBA29B}">
      <dgm:prSet/>
      <dgm:spPr/>
      <dgm:t>
        <a:bodyPr/>
        <a:lstStyle/>
        <a:p>
          <a:endParaRPr lang="zh-CN" altLang="en-US" sz="1400"/>
        </a:p>
      </dgm:t>
    </dgm:pt>
    <dgm:pt modelId="{3B08557B-530E-4165-AC2C-7A109361DB93}">
      <dgm:prSet phldrT="[文本]" custT="1"/>
      <dgm:spPr>
        <a:solidFill>
          <a:schemeClr val="accent3">
            <a:lumMod val="40000"/>
            <a:lumOff val="60000"/>
          </a:schemeClr>
        </a:solidFill>
      </dgm:spPr>
      <dgm:t>
        <a:bodyPr/>
        <a:lstStyle/>
        <a:p>
          <a:r>
            <a:rPr lang="en-US" altLang="zh-CN" sz="1400" dirty="0" err="1">
              <a:solidFill>
                <a:schemeClr val="tx1"/>
              </a:solidFill>
              <a:latin typeface="+mn-lt"/>
              <a:ea typeface="+mn-ea"/>
              <a:cs typeface="+mn-ea"/>
              <a:sym typeface="+mn-lt"/>
            </a:rPr>
            <a:t>Rc</a:t>
          </a:r>
          <a:r>
            <a:rPr lang="en-US" altLang="zh-CN" sz="1400" dirty="0">
              <a:solidFill>
                <a:schemeClr val="tx1"/>
              </a:solidFill>
              <a:latin typeface="+mn-lt"/>
              <a:ea typeface="+mn-ea"/>
              <a:cs typeface="+mn-ea"/>
              <a:sym typeface="+mn-lt"/>
            </a:rPr>
            <a:t>&lt;T&gt;/Arc&lt;T&gt;</a:t>
          </a:r>
        </a:p>
      </dgm:t>
    </dgm:pt>
    <dgm:pt modelId="{D31F80BA-D845-454D-A3E0-E380DD6D764C}" type="parTrans" cxnId="{5029A1A1-9D32-4DED-8335-027B96D4E0E9}">
      <dgm:prSet/>
      <dgm:spPr/>
      <dgm:t>
        <a:bodyPr/>
        <a:lstStyle/>
        <a:p>
          <a:endParaRPr lang="zh-CN" altLang="en-US" sz="1400"/>
        </a:p>
      </dgm:t>
    </dgm:pt>
    <dgm:pt modelId="{4E786A21-2899-44E5-9091-9EA3DB9C9F3D}" type="sibTrans" cxnId="{5029A1A1-9D32-4DED-8335-027B96D4E0E9}">
      <dgm:prSet/>
      <dgm:spPr/>
      <dgm:t>
        <a:bodyPr/>
        <a:lstStyle/>
        <a:p>
          <a:endParaRPr lang="zh-CN" altLang="en-US" sz="1400"/>
        </a:p>
      </dgm:t>
    </dgm:pt>
    <dgm:pt modelId="{151283B9-3225-4A66-A62B-FF9F40560962}">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函数指针</a:t>
          </a:r>
          <a:endParaRPr lang="en-US" altLang="zh-CN" sz="1400" dirty="0">
            <a:solidFill>
              <a:schemeClr val="tx1"/>
            </a:solidFill>
            <a:latin typeface="+mn-lt"/>
            <a:ea typeface="+mn-ea"/>
            <a:cs typeface="+mn-ea"/>
            <a:sym typeface="+mn-lt"/>
          </a:endParaRPr>
        </a:p>
      </dgm:t>
    </dgm:pt>
    <dgm:pt modelId="{36DC795D-9B96-4BCF-97AC-D50A6BCEE711}" type="parTrans" cxnId="{A8E4EC35-3993-4CFF-B83D-C794433DF249}">
      <dgm:prSet/>
      <dgm:spPr/>
      <dgm:t>
        <a:bodyPr/>
        <a:lstStyle/>
        <a:p>
          <a:endParaRPr lang="zh-CN" altLang="en-US" sz="1400"/>
        </a:p>
      </dgm:t>
    </dgm:pt>
    <dgm:pt modelId="{1C5C20E4-BACB-40E9-BE2C-A4AF23D063B8}" type="sibTrans" cxnId="{A8E4EC35-3993-4CFF-B83D-C794433DF249}">
      <dgm:prSet/>
      <dgm:spPr/>
      <dgm:t>
        <a:bodyPr/>
        <a:lstStyle/>
        <a:p>
          <a:endParaRPr lang="zh-CN" altLang="en-US" sz="1400"/>
        </a:p>
      </dgm:t>
    </dgm:pt>
    <dgm:pt modelId="{F753150C-68FF-49BC-84FB-383865BEED74}">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非空指针 </a:t>
          </a:r>
          <a:r>
            <a:rPr lang="en-US" altLang="zh-CN" sz="1400" dirty="0" err="1">
              <a:solidFill>
                <a:schemeClr val="tx1"/>
              </a:solidFill>
              <a:latin typeface="+mn-lt"/>
              <a:ea typeface="+mn-ea"/>
              <a:cs typeface="+mn-ea"/>
              <a:sym typeface="+mn-lt"/>
            </a:rPr>
            <a:t>NonNull</a:t>
          </a:r>
          <a:r>
            <a:rPr lang="en-US" altLang="zh-CN" sz="1400" dirty="0">
              <a:solidFill>
                <a:schemeClr val="tx1"/>
              </a:solidFill>
              <a:latin typeface="+mn-lt"/>
              <a:ea typeface="+mn-ea"/>
              <a:cs typeface="+mn-ea"/>
              <a:sym typeface="+mn-lt"/>
            </a:rPr>
            <a:t>&lt;T&gt;</a:t>
          </a:r>
        </a:p>
      </dgm:t>
    </dgm:pt>
    <dgm:pt modelId="{D7D09871-5C6C-4938-9A1A-F677974C135B}" type="parTrans" cxnId="{30C2CF54-BD52-4127-A261-61AB146CD05F}">
      <dgm:prSet/>
      <dgm:spPr/>
      <dgm:t>
        <a:bodyPr/>
        <a:lstStyle/>
        <a:p>
          <a:endParaRPr lang="zh-CN" altLang="en-US" sz="1400"/>
        </a:p>
      </dgm:t>
    </dgm:pt>
    <dgm:pt modelId="{12301179-4AF3-49B5-983B-534A9BA5CC03}" type="sibTrans" cxnId="{30C2CF54-BD52-4127-A261-61AB146CD05F}">
      <dgm:prSet/>
      <dgm:spPr/>
      <dgm:t>
        <a:bodyPr/>
        <a:lstStyle/>
        <a:p>
          <a:endParaRPr lang="zh-CN" altLang="en-US" sz="1400"/>
        </a:p>
      </dgm:t>
    </dgm:pt>
    <dgm:pt modelId="{CDBD7528-0569-442D-9574-4146CD335A95}" type="pres">
      <dgm:prSet presAssocID="{A042289F-3A93-4820-A26F-49AEFF15E06C}" presName="hierChild1" presStyleCnt="0">
        <dgm:presLayoutVars>
          <dgm:orgChart val="1"/>
          <dgm:chPref val="1"/>
          <dgm:dir/>
          <dgm:animOne val="branch"/>
          <dgm:animLvl val="lvl"/>
          <dgm:resizeHandles/>
        </dgm:presLayoutVars>
      </dgm:prSet>
      <dgm:spPr/>
    </dgm:pt>
    <dgm:pt modelId="{02524DAD-8A6C-4547-8F25-988FBB14DE31}" type="pres">
      <dgm:prSet presAssocID="{783AE1FC-F144-4344-B00B-93CCEFBCE844}" presName="hierRoot1" presStyleCnt="0">
        <dgm:presLayoutVars>
          <dgm:hierBranch val="init"/>
        </dgm:presLayoutVars>
      </dgm:prSet>
      <dgm:spPr/>
    </dgm:pt>
    <dgm:pt modelId="{56D6CB14-8461-4A7D-8247-6EFA7A68001B}" type="pres">
      <dgm:prSet presAssocID="{783AE1FC-F144-4344-B00B-93CCEFBCE844}" presName="rootComposite1" presStyleCnt="0"/>
      <dgm:spPr/>
    </dgm:pt>
    <dgm:pt modelId="{264F52C0-8AC0-4013-BD38-901625C84C49}" type="pres">
      <dgm:prSet presAssocID="{783AE1FC-F144-4344-B00B-93CCEFBCE844}" presName="rootText1" presStyleLbl="node0" presStyleIdx="0" presStyleCnt="1" custScaleX="145388">
        <dgm:presLayoutVars>
          <dgm:chPref val="3"/>
        </dgm:presLayoutVars>
      </dgm:prSet>
      <dgm:spPr/>
    </dgm:pt>
    <dgm:pt modelId="{38A9870A-D5A6-4BA1-B422-B97B94DAE589}" type="pres">
      <dgm:prSet presAssocID="{783AE1FC-F144-4344-B00B-93CCEFBCE844}" presName="rootConnector1" presStyleLbl="node1" presStyleIdx="0" presStyleCnt="0"/>
      <dgm:spPr/>
    </dgm:pt>
    <dgm:pt modelId="{3A9095D4-C7FF-44B3-9BBC-977E5283F106}" type="pres">
      <dgm:prSet presAssocID="{783AE1FC-F144-4344-B00B-93CCEFBCE844}" presName="hierChild2" presStyleCnt="0"/>
      <dgm:spPr/>
    </dgm:pt>
    <dgm:pt modelId="{66AFA062-2741-415E-836A-1D6E485A2A87}" type="pres">
      <dgm:prSet presAssocID="{BDA82401-40D9-4B43-BBB5-89309841DAFE}" presName="Name64" presStyleLbl="parChTrans1D2" presStyleIdx="0" presStyleCnt="5"/>
      <dgm:spPr/>
    </dgm:pt>
    <dgm:pt modelId="{AE2562B7-16C2-4B37-9E2E-3D099DD2698F}" type="pres">
      <dgm:prSet presAssocID="{4DA43E22-E5D1-4EFF-8229-89BFE5C14205}" presName="hierRoot2" presStyleCnt="0">
        <dgm:presLayoutVars>
          <dgm:hierBranch val="init"/>
        </dgm:presLayoutVars>
      </dgm:prSet>
      <dgm:spPr/>
    </dgm:pt>
    <dgm:pt modelId="{868F6B91-AF1B-4FA6-81C4-C94B3754BD3E}" type="pres">
      <dgm:prSet presAssocID="{4DA43E22-E5D1-4EFF-8229-89BFE5C14205}" presName="rootComposite" presStyleCnt="0"/>
      <dgm:spPr/>
    </dgm:pt>
    <dgm:pt modelId="{452DC96C-A301-4964-BFDF-5866ADDA9D66}" type="pres">
      <dgm:prSet presAssocID="{4DA43E22-E5D1-4EFF-8229-89BFE5C14205}" presName="rootText" presStyleLbl="node2" presStyleIdx="0" presStyleCnt="5">
        <dgm:presLayoutVars>
          <dgm:chPref val="3"/>
        </dgm:presLayoutVars>
      </dgm:prSet>
      <dgm:spPr/>
    </dgm:pt>
    <dgm:pt modelId="{9AF9D79B-A212-4ACF-AB46-B6723C86F5C9}" type="pres">
      <dgm:prSet presAssocID="{4DA43E22-E5D1-4EFF-8229-89BFE5C14205}" presName="rootConnector" presStyleLbl="node2" presStyleIdx="0" presStyleCnt="5"/>
      <dgm:spPr/>
    </dgm:pt>
    <dgm:pt modelId="{182576BA-16FD-4939-9244-7A91DF558FAC}" type="pres">
      <dgm:prSet presAssocID="{4DA43E22-E5D1-4EFF-8229-89BFE5C14205}" presName="hierChild4" presStyleCnt="0"/>
      <dgm:spPr/>
    </dgm:pt>
    <dgm:pt modelId="{F2A6A3A5-3D82-45A5-9E12-881F7136774B}" type="pres">
      <dgm:prSet presAssocID="{334FF4A2-B789-48C6-AF65-2A52BEF3D012}" presName="Name64" presStyleLbl="parChTrans1D3" presStyleIdx="0" presStyleCnt="6"/>
      <dgm:spPr/>
    </dgm:pt>
    <dgm:pt modelId="{A659D153-D48C-470C-AE38-976F38CE263A}" type="pres">
      <dgm:prSet presAssocID="{2F7D90E8-C8D5-465E-A86E-5A737D502A53}" presName="hierRoot2" presStyleCnt="0">
        <dgm:presLayoutVars>
          <dgm:hierBranch val="init"/>
        </dgm:presLayoutVars>
      </dgm:prSet>
      <dgm:spPr/>
    </dgm:pt>
    <dgm:pt modelId="{ECE7431E-16BF-4D18-8ABB-38AD2C273E34}" type="pres">
      <dgm:prSet presAssocID="{2F7D90E8-C8D5-465E-A86E-5A737D502A53}" presName="rootComposite" presStyleCnt="0"/>
      <dgm:spPr/>
    </dgm:pt>
    <dgm:pt modelId="{70851D8D-3031-43B7-9882-241C05D8D87F}" type="pres">
      <dgm:prSet presAssocID="{2F7D90E8-C8D5-465E-A86E-5A737D502A53}" presName="rootText" presStyleLbl="node3" presStyleIdx="0" presStyleCnt="6" custLinFactNeighborX="0" custLinFactNeighborY="-54532">
        <dgm:presLayoutVars>
          <dgm:chPref val="3"/>
        </dgm:presLayoutVars>
      </dgm:prSet>
      <dgm:spPr/>
    </dgm:pt>
    <dgm:pt modelId="{FB6CFDBF-DA4B-49D1-B7FE-912F7FD7AB09}" type="pres">
      <dgm:prSet presAssocID="{2F7D90E8-C8D5-465E-A86E-5A737D502A53}" presName="rootConnector" presStyleLbl="node3" presStyleIdx="0" presStyleCnt="6"/>
      <dgm:spPr/>
    </dgm:pt>
    <dgm:pt modelId="{6D8960B5-B8BF-4334-B82D-ED63E9185D0C}" type="pres">
      <dgm:prSet presAssocID="{2F7D90E8-C8D5-465E-A86E-5A737D502A53}" presName="hierChild4" presStyleCnt="0"/>
      <dgm:spPr/>
    </dgm:pt>
    <dgm:pt modelId="{70A7B3D8-DCD9-4B9D-A4A4-9B99667A56A5}" type="pres">
      <dgm:prSet presAssocID="{2F7D90E8-C8D5-465E-A86E-5A737D502A53}" presName="hierChild5" presStyleCnt="0"/>
      <dgm:spPr/>
    </dgm:pt>
    <dgm:pt modelId="{801D5345-1964-4B66-A469-57BBC9B1C640}" type="pres">
      <dgm:prSet presAssocID="{E0174929-5515-42F7-98FC-2A4B2A8C3806}" presName="Name64" presStyleLbl="parChTrans1D3" presStyleIdx="1" presStyleCnt="6"/>
      <dgm:spPr/>
    </dgm:pt>
    <dgm:pt modelId="{68128973-01E5-4409-971A-BCDB2BC43CE2}" type="pres">
      <dgm:prSet presAssocID="{421850CB-ECBC-4EC8-8037-DDAC4FACC582}" presName="hierRoot2" presStyleCnt="0">
        <dgm:presLayoutVars>
          <dgm:hierBranch val="init"/>
        </dgm:presLayoutVars>
      </dgm:prSet>
      <dgm:spPr/>
    </dgm:pt>
    <dgm:pt modelId="{26E858EB-0D73-4F72-8CA2-6EB52852E13D}" type="pres">
      <dgm:prSet presAssocID="{421850CB-ECBC-4EC8-8037-DDAC4FACC582}" presName="rootComposite" presStyleCnt="0"/>
      <dgm:spPr/>
    </dgm:pt>
    <dgm:pt modelId="{732E3C13-F8B2-457E-937C-80443CBD6457}" type="pres">
      <dgm:prSet presAssocID="{421850CB-ECBC-4EC8-8037-DDAC4FACC582}" presName="rootText" presStyleLbl="node3" presStyleIdx="1" presStyleCnt="6" custLinFactNeighborY="14618">
        <dgm:presLayoutVars>
          <dgm:chPref val="3"/>
        </dgm:presLayoutVars>
      </dgm:prSet>
      <dgm:spPr/>
    </dgm:pt>
    <dgm:pt modelId="{8EB7EF8E-5CAF-4FB4-A1D0-6F9EFCB9E087}" type="pres">
      <dgm:prSet presAssocID="{421850CB-ECBC-4EC8-8037-DDAC4FACC582}" presName="rootConnector" presStyleLbl="node3" presStyleIdx="1" presStyleCnt="6"/>
      <dgm:spPr/>
    </dgm:pt>
    <dgm:pt modelId="{1C55A0CD-23F3-4912-8D63-3D21C42EA4F8}" type="pres">
      <dgm:prSet presAssocID="{421850CB-ECBC-4EC8-8037-DDAC4FACC582}" presName="hierChild4" presStyleCnt="0"/>
      <dgm:spPr/>
    </dgm:pt>
    <dgm:pt modelId="{F1C64D9F-658F-4CB2-96AB-56CC50588F11}" type="pres">
      <dgm:prSet presAssocID="{421850CB-ECBC-4EC8-8037-DDAC4FACC582}" presName="hierChild5" presStyleCnt="0"/>
      <dgm:spPr/>
    </dgm:pt>
    <dgm:pt modelId="{77E8FC5A-4337-4017-B1F0-63BBD48E599B}" type="pres">
      <dgm:prSet presAssocID="{4DA43E22-E5D1-4EFF-8229-89BFE5C14205}" presName="hierChild5" presStyleCnt="0"/>
      <dgm:spPr/>
    </dgm:pt>
    <dgm:pt modelId="{0B0BEFB6-0668-4971-A5B9-447C4B627768}" type="pres">
      <dgm:prSet presAssocID="{DAD5271C-583F-46E6-9503-67C31820F369}" presName="Name64" presStyleLbl="parChTrans1D2" presStyleIdx="1" presStyleCnt="5"/>
      <dgm:spPr/>
    </dgm:pt>
    <dgm:pt modelId="{BA52FAC8-39A8-4996-93CF-34290A36FD66}" type="pres">
      <dgm:prSet presAssocID="{E66618AD-0DAE-448A-87B0-DB6A45A9448F}" presName="hierRoot2" presStyleCnt="0">
        <dgm:presLayoutVars>
          <dgm:hierBranch val="init"/>
        </dgm:presLayoutVars>
      </dgm:prSet>
      <dgm:spPr/>
    </dgm:pt>
    <dgm:pt modelId="{748458E3-CE8B-4568-87F0-F2C2DFAFA060}" type="pres">
      <dgm:prSet presAssocID="{E66618AD-0DAE-448A-87B0-DB6A45A9448F}" presName="rootComposite" presStyleCnt="0"/>
      <dgm:spPr/>
    </dgm:pt>
    <dgm:pt modelId="{616EC9F6-3828-4FD4-B088-A52FFA6F6E3F}" type="pres">
      <dgm:prSet presAssocID="{E66618AD-0DAE-448A-87B0-DB6A45A9448F}" presName="rootText" presStyleLbl="node2" presStyleIdx="1" presStyleCnt="5">
        <dgm:presLayoutVars>
          <dgm:chPref val="3"/>
        </dgm:presLayoutVars>
      </dgm:prSet>
      <dgm:spPr/>
    </dgm:pt>
    <dgm:pt modelId="{3BC0BA31-94B1-4B5D-94E9-354F7BD6168A}" type="pres">
      <dgm:prSet presAssocID="{E66618AD-0DAE-448A-87B0-DB6A45A9448F}" presName="rootConnector" presStyleLbl="node2" presStyleIdx="1" presStyleCnt="5"/>
      <dgm:spPr/>
    </dgm:pt>
    <dgm:pt modelId="{B4C542DB-180C-4D81-A71F-A51C4324D03B}" type="pres">
      <dgm:prSet presAssocID="{E66618AD-0DAE-448A-87B0-DB6A45A9448F}" presName="hierChild4" presStyleCnt="0"/>
      <dgm:spPr/>
    </dgm:pt>
    <dgm:pt modelId="{D93A70EA-2D23-4F54-A339-B3D802436F1B}" type="pres">
      <dgm:prSet presAssocID="{C7680F52-0472-4D9B-88CD-0AB695DA214B}" presName="Name64" presStyleLbl="parChTrans1D3" presStyleIdx="2" presStyleCnt="6"/>
      <dgm:spPr/>
    </dgm:pt>
    <dgm:pt modelId="{03EF935C-0ADA-46C4-A443-42F846D4D436}" type="pres">
      <dgm:prSet presAssocID="{2354C00D-3FCB-4B66-BF33-B0112D5E050C}" presName="hierRoot2" presStyleCnt="0">
        <dgm:presLayoutVars>
          <dgm:hierBranch val="init"/>
        </dgm:presLayoutVars>
      </dgm:prSet>
      <dgm:spPr/>
    </dgm:pt>
    <dgm:pt modelId="{2C474CB5-55BD-4C4A-B82E-559EC77F3CE3}" type="pres">
      <dgm:prSet presAssocID="{2354C00D-3FCB-4B66-BF33-B0112D5E050C}" presName="rootComposite" presStyleCnt="0"/>
      <dgm:spPr/>
    </dgm:pt>
    <dgm:pt modelId="{AF1ED0F9-6862-4889-95C8-6318C891FFC7}" type="pres">
      <dgm:prSet presAssocID="{2354C00D-3FCB-4B66-BF33-B0112D5E050C}" presName="rootText" presStyleLbl="node3" presStyleIdx="2" presStyleCnt="6">
        <dgm:presLayoutVars>
          <dgm:chPref val="3"/>
        </dgm:presLayoutVars>
      </dgm:prSet>
      <dgm:spPr/>
    </dgm:pt>
    <dgm:pt modelId="{2EC4CB50-D5D1-4CFB-8B44-17ADA8F063B0}" type="pres">
      <dgm:prSet presAssocID="{2354C00D-3FCB-4B66-BF33-B0112D5E050C}" presName="rootConnector" presStyleLbl="node3" presStyleIdx="2" presStyleCnt="6"/>
      <dgm:spPr/>
    </dgm:pt>
    <dgm:pt modelId="{DBCA9C81-FEF2-49DA-8210-98AA71475CB7}" type="pres">
      <dgm:prSet presAssocID="{2354C00D-3FCB-4B66-BF33-B0112D5E050C}" presName="hierChild4" presStyleCnt="0"/>
      <dgm:spPr/>
    </dgm:pt>
    <dgm:pt modelId="{F151C5A1-17A1-4ED5-A082-7BB648978F3D}" type="pres">
      <dgm:prSet presAssocID="{2354C00D-3FCB-4B66-BF33-B0112D5E050C}" presName="hierChild5" presStyleCnt="0"/>
      <dgm:spPr/>
    </dgm:pt>
    <dgm:pt modelId="{7D86C887-0F6E-4E2C-83D8-F2CBB2CCAF6C}" type="pres">
      <dgm:prSet presAssocID="{B9710410-7946-43B7-BFF4-7F81437C7B1B}" presName="Name64" presStyleLbl="parChTrans1D3" presStyleIdx="3" presStyleCnt="6"/>
      <dgm:spPr/>
    </dgm:pt>
    <dgm:pt modelId="{8F3073BF-AF20-4CEA-ADAA-EF16566F0E29}" type="pres">
      <dgm:prSet presAssocID="{96AAD2F7-3CD8-4ABD-A30D-A1FB6DDA4ADE}" presName="hierRoot2" presStyleCnt="0">
        <dgm:presLayoutVars>
          <dgm:hierBranch val="init"/>
        </dgm:presLayoutVars>
      </dgm:prSet>
      <dgm:spPr/>
    </dgm:pt>
    <dgm:pt modelId="{BED2F937-5B10-43B7-A52D-4B2D7C4258BF}" type="pres">
      <dgm:prSet presAssocID="{96AAD2F7-3CD8-4ABD-A30D-A1FB6DDA4ADE}" presName="rootComposite" presStyleCnt="0"/>
      <dgm:spPr/>
    </dgm:pt>
    <dgm:pt modelId="{BA0FDF3A-B86E-40B9-899C-D45B56ACFA40}" type="pres">
      <dgm:prSet presAssocID="{96AAD2F7-3CD8-4ABD-A30D-A1FB6DDA4ADE}" presName="rootText" presStyleLbl="node3" presStyleIdx="3" presStyleCnt="6">
        <dgm:presLayoutVars>
          <dgm:chPref val="3"/>
        </dgm:presLayoutVars>
      </dgm:prSet>
      <dgm:spPr/>
    </dgm:pt>
    <dgm:pt modelId="{26563BD2-E634-4D5A-A804-2371F0037EC9}" type="pres">
      <dgm:prSet presAssocID="{96AAD2F7-3CD8-4ABD-A30D-A1FB6DDA4ADE}" presName="rootConnector" presStyleLbl="node3" presStyleIdx="3" presStyleCnt="6"/>
      <dgm:spPr/>
    </dgm:pt>
    <dgm:pt modelId="{926F297E-3F39-4879-B61E-71E48FCD3E79}" type="pres">
      <dgm:prSet presAssocID="{96AAD2F7-3CD8-4ABD-A30D-A1FB6DDA4ADE}" presName="hierChild4" presStyleCnt="0"/>
      <dgm:spPr/>
    </dgm:pt>
    <dgm:pt modelId="{08E8AC47-9116-49F0-8DEB-FB620D315381}" type="pres">
      <dgm:prSet presAssocID="{96AAD2F7-3CD8-4ABD-A30D-A1FB6DDA4ADE}" presName="hierChild5" presStyleCnt="0"/>
      <dgm:spPr/>
    </dgm:pt>
    <dgm:pt modelId="{FCE86814-5708-4431-B3E2-F7C94CE323EB}" type="pres">
      <dgm:prSet presAssocID="{E66618AD-0DAE-448A-87B0-DB6A45A9448F}" presName="hierChild5" presStyleCnt="0"/>
      <dgm:spPr/>
    </dgm:pt>
    <dgm:pt modelId="{9CB4A131-EBF9-45B6-8AE2-202296C8EC08}" type="pres">
      <dgm:prSet presAssocID="{9A1D5099-BA8D-4215-9C64-52010FAEAFBB}" presName="Name64" presStyleLbl="parChTrans1D2" presStyleIdx="2" presStyleCnt="5"/>
      <dgm:spPr/>
    </dgm:pt>
    <dgm:pt modelId="{2DED0F37-1A0E-4B53-910E-22E20EF7C3E3}" type="pres">
      <dgm:prSet presAssocID="{ADAACD3D-AA3B-49BD-8BB6-538E6CA3A706}" presName="hierRoot2" presStyleCnt="0">
        <dgm:presLayoutVars>
          <dgm:hierBranch val="init"/>
        </dgm:presLayoutVars>
      </dgm:prSet>
      <dgm:spPr/>
    </dgm:pt>
    <dgm:pt modelId="{B8233911-EFC4-42D4-9EDB-2EED50E53DE4}" type="pres">
      <dgm:prSet presAssocID="{ADAACD3D-AA3B-49BD-8BB6-538E6CA3A706}" presName="rootComposite" presStyleCnt="0"/>
      <dgm:spPr/>
    </dgm:pt>
    <dgm:pt modelId="{A018586C-7A39-4607-A07F-99D45331742E}" type="pres">
      <dgm:prSet presAssocID="{ADAACD3D-AA3B-49BD-8BB6-538E6CA3A706}" presName="rootText" presStyleLbl="node2" presStyleIdx="2" presStyleCnt="5">
        <dgm:presLayoutVars>
          <dgm:chPref val="3"/>
        </dgm:presLayoutVars>
      </dgm:prSet>
      <dgm:spPr/>
    </dgm:pt>
    <dgm:pt modelId="{475DFF03-52CA-4093-8268-F59E55C97938}" type="pres">
      <dgm:prSet presAssocID="{ADAACD3D-AA3B-49BD-8BB6-538E6CA3A706}" presName="rootConnector" presStyleLbl="node2" presStyleIdx="2" presStyleCnt="5"/>
      <dgm:spPr/>
    </dgm:pt>
    <dgm:pt modelId="{7F67D940-1245-40A2-925A-17C24EE5C410}" type="pres">
      <dgm:prSet presAssocID="{ADAACD3D-AA3B-49BD-8BB6-538E6CA3A706}" presName="hierChild4" presStyleCnt="0"/>
      <dgm:spPr/>
    </dgm:pt>
    <dgm:pt modelId="{CBE8D67F-ACC8-43F4-92DB-58BBBDCFB85E}" type="pres">
      <dgm:prSet presAssocID="{34B88CAB-B2FB-4AAD-A726-1BA2026EEC63}" presName="Name64" presStyleLbl="parChTrans1D3" presStyleIdx="4" presStyleCnt="6"/>
      <dgm:spPr/>
    </dgm:pt>
    <dgm:pt modelId="{EE22B726-C23C-4409-9365-7AA68630EFEA}" type="pres">
      <dgm:prSet presAssocID="{92EA5297-70E8-42EE-9699-13CEDA7812DC}" presName="hierRoot2" presStyleCnt="0">
        <dgm:presLayoutVars>
          <dgm:hierBranch val="init"/>
        </dgm:presLayoutVars>
      </dgm:prSet>
      <dgm:spPr/>
    </dgm:pt>
    <dgm:pt modelId="{C91D9ACB-C824-4293-93DB-6AE9045F1271}" type="pres">
      <dgm:prSet presAssocID="{92EA5297-70E8-42EE-9699-13CEDA7812DC}" presName="rootComposite" presStyleCnt="0"/>
      <dgm:spPr/>
    </dgm:pt>
    <dgm:pt modelId="{DB445BA9-E8E2-4A81-B5C5-A085FC5091D0}" type="pres">
      <dgm:prSet presAssocID="{92EA5297-70E8-42EE-9699-13CEDA7812DC}" presName="rootText" presStyleLbl="node3" presStyleIdx="4" presStyleCnt="6">
        <dgm:presLayoutVars>
          <dgm:chPref val="3"/>
        </dgm:presLayoutVars>
      </dgm:prSet>
      <dgm:spPr/>
    </dgm:pt>
    <dgm:pt modelId="{32474807-D278-43CF-811D-C91F90C80549}" type="pres">
      <dgm:prSet presAssocID="{92EA5297-70E8-42EE-9699-13CEDA7812DC}" presName="rootConnector" presStyleLbl="node3" presStyleIdx="4" presStyleCnt="6"/>
      <dgm:spPr/>
    </dgm:pt>
    <dgm:pt modelId="{492A2764-AD4A-450D-B6CD-8F0C53425481}" type="pres">
      <dgm:prSet presAssocID="{92EA5297-70E8-42EE-9699-13CEDA7812DC}" presName="hierChild4" presStyleCnt="0"/>
      <dgm:spPr/>
    </dgm:pt>
    <dgm:pt modelId="{22B141B8-2FB5-4A4E-9DEB-F4E580F045CB}" type="pres">
      <dgm:prSet presAssocID="{92EA5297-70E8-42EE-9699-13CEDA7812DC}" presName="hierChild5" presStyleCnt="0"/>
      <dgm:spPr/>
    </dgm:pt>
    <dgm:pt modelId="{9968BF25-A9C6-4D14-8A6D-EBC85533C8EB}" type="pres">
      <dgm:prSet presAssocID="{D31F80BA-D845-454D-A3E0-E380DD6D764C}" presName="Name64" presStyleLbl="parChTrans1D3" presStyleIdx="5" presStyleCnt="6"/>
      <dgm:spPr/>
    </dgm:pt>
    <dgm:pt modelId="{EF122FC9-6C21-4FD4-BEA1-D2CE36B46F31}" type="pres">
      <dgm:prSet presAssocID="{3B08557B-530E-4165-AC2C-7A109361DB93}" presName="hierRoot2" presStyleCnt="0">
        <dgm:presLayoutVars>
          <dgm:hierBranch val="init"/>
        </dgm:presLayoutVars>
      </dgm:prSet>
      <dgm:spPr/>
    </dgm:pt>
    <dgm:pt modelId="{471B9FD4-1A4E-421D-9114-FA2D9DF44018}" type="pres">
      <dgm:prSet presAssocID="{3B08557B-530E-4165-AC2C-7A109361DB93}" presName="rootComposite" presStyleCnt="0"/>
      <dgm:spPr/>
    </dgm:pt>
    <dgm:pt modelId="{FFA3B8CC-2E84-441B-9EF6-C021F8893947}" type="pres">
      <dgm:prSet presAssocID="{3B08557B-530E-4165-AC2C-7A109361DB93}" presName="rootText" presStyleLbl="node3" presStyleIdx="5" presStyleCnt="6" custScaleX="135588">
        <dgm:presLayoutVars>
          <dgm:chPref val="3"/>
        </dgm:presLayoutVars>
      </dgm:prSet>
      <dgm:spPr/>
    </dgm:pt>
    <dgm:pt modelId="{452D4F3D-E8BF-4963-9645-7DF9A8B98D04}" type="pres">
      <dgm:prSet presAssocID="{3B08557B-530E-4165-AC2C-7A109361DB93}" presName="rootConnector" presStyleLbl="node3" presStyleIdx="5" presStyleCnt="6"/>
      <dgm:spPr/>
    </dgm:pt>
    <dgm:pt modelId="{A29A3A05-EC11-4682-9C0B-27C729D92984}" type="pres">
      <dgm:prSet presAssocID="{3B08557B-530E-4165-AC2C-7A109361DB93}" presName="hierChild4" presStyleCnt="0"/>
      <dgm:spPr/>
    </dgm:pt>
    <dgm:pt modelId="{FF438157-A1E8-48E0-9386-1C40D4A9B28F}" type="pres">
      <dgm:prSet presAssocID="{3B08557B-530E-4165-AC2C-7A109361DB93}" presName="hierChild5" presStyleCnt="0"/>
      <dgm:spPr/>
    </dgm:pt>
    <dgm:pt modelId="{5FD1935D-916F-4A48-A17D-B49A2119E39D}" type="pres">
      <dgm:prSet presAssocID="{ADAACD3D-AA3B-49BD-8BB6-538E6CA3A706}" presName="hierChild5" presStyleCnt="0"/>
      <dgm:spPr/>
    </dgm:pt>
    <dgm:pt modelId="{5D4D1950-7DBA-4B28-850B-FD960A5F62CA}" type="pres">
      <dgm:prSet presAssocID="{36DC795D-9B96-4BCF-97AC-D50A6BCEE711}" presName="Name64" presStyleLbl="parChTrans1D2" presStyleIdx="3" presStyleCnt="5"/>
      <dgm:spPr/>
    </dgm:pt>
    <dgm:pt modelId="{61BE0213-817C-4CF7-92C5-2EE585C8D772}" type="pres">
      <dgm:prSet presAssocID="{151283B9-3225-4A66-A62B-FF9F40560962}" presName="hierRoot2" presStyleCnt="0">
        <dgm:presLayoutVars>
          <dgm:hierBranch val="init"/>
        </dgm:presLayoutVars>
      </dgm:prSet>
      <dgm:spPr/>
    </dgm:pt>
    <dgm:pt modelId="{C4891B60-52A2-4BE4-B8EB-2967EF621EE0}" type="pres">
      <dgm:prSet presAssocID="{151283B9-3225-4A66-A62B-FF9F40560962}" presName="rootComposite" presStyleCnt="0"/>
      <dgm:spPr/>
    </dgm:pt>
    <dgm:pt modelId="{F2F58EE8-A1D0-4C47-BEF5-AF4E946F487F}" type="pres">
      <dgm:prSet presAssocID="{151283B9-3225-4A66-A62B-FF9F40560962}" presName="rootText" presStyleLbl="node2" presStyleIdx="3" presStyleCnt="5">
        <dgm:presLayoutVars>
          <dgm:chPref val="3"/>
        </dgm:presLayoutVars>
      </dgm:prSet>
      <dgm:spPr/>
    </dgm:pt>
    <dgm:pt modelId="{D4A12CF7-90F3-4DED-91FC-5875E916A2C3}" type="pres">
      <dgm:prSet presAssocID="{151283B9-3225-4A66-A62B-FF9F40560962}" presName="rootConnector" presStyleLbl="node2" presStyleIdx="3" presStyleCnt="5"/>
      <dgm:spPr/>
    </dgm:pt>
    <dgm:pt modelId="{15593A44-1958-4A42-A47C-41BBCBAADF2A}" type="pres">
      <dgm:prSet presAssocID="{151283B9-3225-4A66-A62B-FF9F40560962}" presName="hierChild4" presStyleCnt="0"/>
      <dgm:spPr/>
    </dgm:pt>
    <dgm:pt modelId="{19C9925C-FE1A-42B8-9EA4-E898F504137F}" type="pres">
      <dgm:prSet presAssocID="{151283B9-3225-4A66-A62B-FF9F40560962}" presName="hierChild5" presStyleCnt="0"/>
      <dgm:spPr/>
    </dgm:pt>
    <dgm:pt modelId="{10FEE5C5-972B-4F97-BA38-B8E19C8C8822}" type="pres">
      <dgm:prSet presAssocID="{D7D09871-5C6C-4938-9A1A-F677974C135B}" presName="Name64" presStyleLbl="parChTrans1D2" presStyleIdx="4" presStyleCnt="5"/>
      <dgm:spPr/>
    </dgm:pt>
    <dgm:pt modelId="{6D5613FA-FDEA-46D1-9C50-0DBB496584B8}" type="pres">
      <dgm:prSet presAssocID="{F753150C-68FF-49BC-84FB-383865BEED74}" presName="hierRoot2" presStyleCnt="0">
        <dgm:presLayoutVars>
          <dgm:hierBranch val="init"/>
        </dgm:presLayoutVars>
      </dgm:prSet>
      <dgm:spPr/>
    </dgm:pt>
    <dgm:pt modelId="{82988B6F-69F1-499D-BF29-86CB7FF37223}" type="pres">
      <dgm:prSet presAssocID="{F753150C-68FF-49BC-84FB-383865BEED74}" presName="rootComposite" presStyleCnt="0"/>
      <dgm:spPr/>
    </dgm:pt>
    <dgm:pt modelId="{56D0C22D-CBB3-4895-877B-565BA4289B85}" type="pres">
      <dgm:prSet presAssocID="{F753150C-68FF-49BC-84FB-383865BEED74}" presName="rootText" presStyleLbl="node2" presStyleIdx="4" presStyleCnt="5" custScaleX="175379">
        <dgm:presLayoutVars>
          <dgm:chPref val="3"/>
        </dgm:presLayoutVars>
      </dgm:prSet>
      <dgm:spPr/>
    </dgm:pt>
    <dgm:pt modelId="{87976D11-F929-4A13-BB02-91CE484AB79B}" type="pres">
      <dgm:prSet presAssocID="{F753150C-68FF-49BC-84FB-383865BEED74}" presName="rootConnector" presStyleLbl="node2" presStyleIdx="4" presStyleCnt="5"/>
      <dgm:spPr/>
    </dgm:pt>
    <dgm:pt modelId="{8DC8ED43-B6A3-4D39-A0CB-0AB3D20956E3}" type="pres">
      <dgm:prSet presAssocID="{F753150C-68FF-49BC-84FB-383865BEED74}" presName="hierChild4" presStyleCnt="0"/>
      <dgm:spPr/>
    </dgm:pt>
    <dgm:pt modelId="{92DDF74E-CD33-414E-A123-02DE3251464C}" type="pres">
      <dgm:prSet presAssocID="{F753150C-68FF-49BC-84FB-383865BEED74}" presName="hierChild5" presStyleCnt="0"/>
      <dgm:spPr/>
    </dgm:pt>
    <dgm:pt modelId="{A86F4111-AFCC-4C77-B1C8-6D2B2A3B2815}" type="pres">
      <dgm:prSet presAssocID="{783AE1FC-F144-4344-B00B-93CCEFBCE844}" presName="hierChild3" presStyleCnt="0"/>
      <dgm:spPr/>
    </dgm:pt>
  </dgm:ptLst>
  <dgm:cxnLst>
    <dgm:cxn modelId="{04E64A07-EB73-4137-9FF9-6BF593E459AE}" type="presOf" srcId="{E66618AD-0DAE-448A-87B0-DB6A45A9448F}" destId="{3BC0BA31-94B1-4B5D-94E9-354F7BD6168A}" srcOrd="1" destOrd="0" presId="urn:microsoft.com/office/officeart/2009/3/layout/HorizontalOrganizationChart#1"/>
    <dgm:cxn modelId="{7D1CCF12-74E6-4F34-B285-16754E035C72}" type="presOf" srcId="{BDA82401-40D9-4B43-BBB5-89309841DAFE}" destId="{66AFA062-2741-415E-836A-1D6E485A2A87}" srcOrd="0" destOrd="0" presId="urn:microsoft.com/office/officeart/2009/3/layout/HorizontalOrganizationChart#1"/>
    <dgm:cxn modelId="{56FA321C-E735-46D6-902F-A24DCDB84E01}" type="presOf" srcId="{151283B9-3225-4A66-A62B-FF9F40560962}" destId="{D4A12CF7-90F3-4DED-91FC-5875E916A2C3}" srcOrd="1" destOrd="0" presId="urn:microsoft.com/office/officeart/2009/3/layout/HorizontalOrganizationChart#1"/>
    <dgm:cxn modelId="{79B7F01D-AF9E-486C-A441-51C6DF5EEE4C}" srcId="{783AE1FC-F144-4344-B00B-93CCEFBCE844}" destId="{E66618AD-0DAE-448A-87B0-DB6A45A9448F}" srcOrd="1" destOrd="0" parTransId="{DAD5271C-583F-46E6-9503-67C31820F369}" sibTransId="{19D9B882-2D0B-438E-B7A2-C158F4004A8C}"/>
    <dgm:cxn modelId="{15C2481E-BAB7-401E-AADA-68C74F2DFB81}" type="presOf" srcId="{92EA5297-70E8-42EE-9699-13CEDA7812DC}" destId="{DB445BA9-E8E2-4A81-B5C5-A085FC5091D0}" srcOrd="0" destOrd="0" presId="urn:microsoft.com/office/officeart/2009/3/layout/HorizontalOrganizationChart#1"/>
    <dgm:cxn modelId="{CFB5BD20-32B5-4BDE-A1B4-AC093E8BB99C}" type="presOf" srcId="{3B08557B-530E-4165-AC2C-7A109361DB93}" destId="{FFA3B8CC-2E84-441B-9EF6-C021F8893947}" srcOrd="0" destOrd="0" presId="urn:microsoft.com/office/officeart/2009/3/layout/HorizontalOrganizationChart#1"/>
    <dgm:cxn modelId="{412EA72A-8062-424A-A513-2A83BAEB2132}" type="presOf" srcId="{9A1D5099-BA8D-4215-9C64-52010FAEAFBB}" destId="{9CB4A131-EBF9-45B6-8AE2-202296C8EC08}" srcOrd="0" destOrd="0" presId="urn:microsoft.com/office/officeart/2009/3/layout/HorizontalOrganizationChart#1"/>
    <dgm:cxn modelId="{0A7BBE34-69CD-494B-B8E8-2E121147F996}" type="presOf" srcId="{D31F80BA-D845-454D-A3E0-E380DD6D764C}" destId="{9968BF25-A9C6-4D14-8A6D-EBC85533C8EB}" srcOrd="0" destOrd="0" presId="urn:microsoft.com/office/officeart/2009/3/layout/HorizontalOrganizationChart#1"/>
    <dgm:cxn modelId="{A8E4EC35-3993-4CFF-B83D-C794433DF249}" srcId="{783AE1FC-F144-4344-B00B-93CCEFBCE844}" destId="{151283B9-3225-4A66-A62B-FF9F40560962}" srcOrd="3" destOrd="0" parTransId="{36DC795D-9B96-4BCF-97AC-D50A6BCEE711}" sibTransId="{1C5C20E4-BACB-40E9-BE2C-A4AF23D063B8}"/>
    <dgm:cxn modelId="{6A39DF3B-79AF-417A-84EF-68C59FD608F3}" type="presOf" srcId="{96AAD2F7-3CD8-4ABD-A30D-A1FB6DDA4ADE}" destId="{BA0FDF3A-B86E-40B9-899C-D45B56ACFA40}" srcOrd="0" destOrd="0" presId="urn:microsoft.com/office/officeart/2009/3/layout/HorizontalOrganizationChart#1"/>
    <dgm:cxn modelId="{1F4D8B3D-654F-46D9-A15F-3C7B5E92707F}" srcId="{783AE1FC-F144-4344-B00B-93CCEFBCE844}" destId="{4DA43E22-E5D1-4EFF-8229-89BFE5C14205}" srcOrd="0" destOrd="0" parTransId="{BDA82401-40D9-4B43-BBB5-89309841DAFE}" sibTransId="{B342A44E-E3CC-4F14-86B0-2DB62C093470}"/>
    <dgm:cxn modelId="{2443615C-A714-40CB-971E-71322310CB0B}" type="presOf" srcId="{F753150C-68FF-49BC-84FB-383865BEED74}" destId="{56D0C22D-CBB3-4895-877B-565BA4289B85}" srcOrd="0" destOrd="0" presId="urn:microsoft.com/office/officeart/2009/3/layout/HorizontalOrganizationChart#1"/>
    <dgm:cxn modelId="{9080ED5F-C4AF-4687-A49C-F34888B9E18E}" type="presOf" srcId="{A042289F-3A93-4820-A26F-49AEFF15E06C}" destId="{CDBD7528-0569-442D-9574-4146CD335A95}" srcOrd="0" destOrd="0" presId="urn:microsoft.com/office/officeart/2009/3/layout/HorizontalOrganizationChart#1"/>
    <dgm:cxn modelId="{7C04A645-8877-4FC1-842E-9398CB26BEB2}" type="presOf" srcId="{421850CB-ECBC-4EC8-8037-DDAC4FACC582}" destId="{732E3C13-F8B2-457E-937C-80443CBD6457}" srcOrd="0" destOrd="0" presId="urn:microsoft.com/office/officeart/2009/3/layout/HorizontalOrganizationChart#1"/>
    <dgm:cxn modelId="{00B3C548-C491-4253-93DD-D0E2FB4D8658}" type="presOf" srcId="{2F7D90E8-C8D5-465E-A86E-5A737D502A53}" destId="{70851D8D-3031-43B7-9882-241C05D8D87F}" srcOrd="0" destOrd="0" presId="urn:microsoft.com/office/officeart/2009/3/layout/HorizontalOrganizationChart#1"/>
    <dgm:cxn modelId="{6CAD7869-7873-4824-B677-B7F1E11D2AC0}" srcId="{4DA43E22-E5D1-4EFF-8229-89BFE5C14205}" destId="{421850CB-ECBC-4EC8-8037-DDAC4FACC582}" srcOrd="1" destOrd="0" parTransId="{E0174929-5515-42F7-98FC-2A4B2A8C3806}" sibTransId="{3E03B4B7-71AE-461F-9BE7-1B1A5887DDD0}"/>
    <dgm:cxn modelId="{120A674B-2729-4E8F-8396-522CA9262289}" type="presOf" srcId="{E66618AD-0DAE-448A-87B0-DB6A45A9448F}" destId="{616EC9F6-3828-4FD4-B088-A52FFA6F6E3F}" srcOrd="0" destOrd="0" presId="urn:microsoft.com/office/officeart/2009/3/layout/HorizontalOrganizationChart#1"/>
    <dgm:cxn modelId="{87F36A6B-0460-44B5-A1D7-7DFE731FA1E2}" type="presOf" srcId="{ADAACD3D-AA3B-49BD-8BB6-538E6CA3A706}" destId="{A018586C-7A39-4607-A07F-99D45331742E}" srcOrd="0" destOrd="0" presId="urn:microsoft.com/office/officeart/2009/3/layout/HorizontalOrganizationChart#1"/>
    <dgm:cxn modelId="{FE94404F-57E8-4EBE-97F9-FB645A0AB79E}" srcId="{E66618AD-0DAE-448A-87B0-DB6A45A9448F}" destId="{2354C00D-3FCB-4B66-BF33-B0112D5E050C}" srcOrd="0" destOrd="0" parTransId="{C7680F52-0472-4D9B-88CD-0AB695DA214B}" sibTransId="{0027B5CA-6459-4369-8FD4-D5A5C949A524}"/>
    <dgm:cxn modelId="{C10B2874-4100-4DCE-A285-A90633D9CE2D}" type="presOf" srcId="{334FF4A2-B789-48C6-AF65-2A52BEF3D012}" destId="{F2A6A3A5-3D82-45A5-9E12-881F7136774B}" srcOrd="0" destOrd="0" presId="urn:microsoft.com/office/officeart/2009/3/layout/HorizontalOrganizationChart#1"/>
    <dgm:cxn modelId="{30C2CF54-BD52-4127-A261-61AB146CD05F}" srcId="{783AE1FC-F144-4344-B00B-93CCEFBCE844}" destId="{F753150C-68FF-49BC-84FB-383865BEED74}" srcOrd="4" destOrd="0" parTransId="{D7D09871-5C6C-4938-9A1A-F677974C135B}" sibTransId="{12301179-4AF3-49B5-983B-534A9BA5CC03}"/>
    <dgm:cxn modelId="{DE008275-9BEB-4C17-9FA9-668E71E47998}" type="presOf" srcId="{421850CB-ECBC-4EC8-8037-DDAC4FACC582}" destId="{8EB7EF8E-5CAF-4FB4-A1D0-6F9EFCB9E087}" srcOrd="1" destOrd="0" presId="urn:microsoft.com/office/officeart/2009/3/layout/HorizontalOrganizationChart#1"/>
    <dgm:cxn modelId="{3D0A6459-02B2-4F5E-BCFF-85F6FDF5EFC0}" srcId="{783AE1FC-F144-4344-B00B-93CCEFBCE844}" destId="{ADAACD3D-AA3B-49BD-8BB6-538E6CA3A706}" srcOrd="2" destOrd="0" parTransId="{9A1D5099-BA8D-4215-9C64-52010FAEAFBB}" sibTransId="{FC40500D-2914-4EE9-B56D-56E6430BAFD3}"/>
    <dgm:cxn modelId="{73DA897C-AE75-41AE-99BF-D6EA76A97270}" type="presOf" srcId="{96AAD2F7-3CD8-4ABD-A30D-A1FB6DDA4ADE}" destId="{26563BD2-E634-4D5A-A804-2371F0037EC9}" srcOrd="1" destOrd="0" presId="urn:microsoft.com/office/officeart/2009/3/layout/HorizontalOrganizationChart#1"/>
    <dgm:cxn modelId="{1FB9D37F-575A-4F50-9C8E-3B27B371C669}" type="presOf" srcId="{92EA5297-70E8-42EE-9699-13CEDA7812DC}" destId="{32474807-D278-43CF-811D-C91F90C80549}" srcOrd="1" destOrd="0" presId="urn:microsoft.com/office/officeart/2009/3/layout/HorizontalOrganizationChart#1"/>
    <dgm:cxn modelId="{1A569486-AF92-4B1C-BEA0-B0027E82EC2D}" type="presOf" srcId="{E0174929-5515-42F7-98FC-2A4B2A8C3806}" destId="{801D5345-1964-4B66-A469-57BBC9B1C640}" srcOrd="0" destOrd="0" presId="urn:microsoft.com/office/officeart/2009/3/layout/HorizontalOrganizationChart#1"/>
    <dgm:cxn modelId="{74DB1294-E9A2-413A-AF65-65EE3036BC3A}" type="presOf" srcId="{151283B9-3225-4A66-A62B-FF9F40560962}" destId="{F2F58EE8-A1D0-4C47-BEF5-AF4E946F487F}" srcOrd="0" destOrd="0" presId="urn:microsoft.com/office/officeart/2009/3/layout/HorizontalOrganizationChart#1"/>
    <dgm:cxn modelId="{2ED6939B-EBD9-41D9-8644-263CE5AC0CBD}" type="presOf" srcId="{F753150C-68FF-49BC-84FB-383865BEED74}" destId="{87976D11-F929-4A13-BB02-91CE484AB79B}" srcOrd="1" destOrd="0" presId="urn:microsoft.com/office/officeart/2009/3/layout/HorizontalOrganizationChart#1"/>
    <dgm:cxn modelId="{DC96749F-1E23-4C43-A79B-CDE4CF77088D}" type="presOf" srcId="{2354C00D-3FCB-4B66-BF33-B0112D5E050C}" destId="{2EC4CB50-D5D1-4CFB-8B44-17ADA8F063B0}" srcOrd="1" destOrd="0" presId="urn:microsoft.com/office/officeart/2009/3/layout/HorizontalOrganizationChart#1"/>
    <dgm:cxn modelId="{5029A1A1-9D32-4DED-8335-027B96D4E0E9}" srcId="{ADAACD3D-AA3B-49BD-8BB6-538E6CA3A706}" destId="{3B08557B-530E-4165-AC2C-7A109361DB93}" srcOrd="1" destOrd="0" parTransId="{D31F80BA-D845-454D-A3E0-E380DD6D764C}" sibTransId="{4E786A21-2899-44E5-9091-9EA3DB9C9F3D}"/>
    <dgm:cxn modelId="{09F6DAB2-B6DC-4F3A-B215-D3D358FEC380}" type="presOf" srcId="{ADAACD3D-AA3B-49BD-8BB6-538E6CA3A706}" destId="{475DFF03-52CA-4093-8268-F59E55C97938}" srcOrd="1" destOrd="0" presId="urn:microsoft.com/office/officeart/2009/3/layout/HorizontalOrganizationChart#1"/>
    <dgm:cxn modelId="{362AB2B8-9DD8-4865-8A0F-9CC851BBA29B}" srcId="{ADAACD3D-AA3B-49BD-8BB6-538E6CA3A706}" destId="{92EA5297-70E8-42EE-9699-13CEDA7812DC}" srcOrd="0" destOrd="0" parTransId="{34B88CAB-B2FB-4AAD-A726-1BA2026EEC63}" sibTransId="{E9795168-17DC-4E93-B0AC-8B930B4DD5FB}"/>
    <dgm:cxn modelId="{520D5AB9-0AE1-4C51-B277-A94C5E137AD5}" type="presOf" srcId="{DAD5271C-583F-46E6-9503-67C31820F369}" destId="{0B0BEFB6-0668-4971-A5B9-447C4B627768}" srcOrd="0" destOrd="0" presId="urn:microsoft.com/office/officeart/2009/3/layout/HorizontalOrganizationChart#1"/>
    <dgm:cxn modelId="{A02BC5BA-C986-40C9-B99E-89D3C05C0745}" type="presOf" srcId="{36DC795D-9B96-4BCF-97AC-D50A6BCEE711}" destId="{5D4D1950-7DBA-4B28-850B-FD960A5F62CA}" srcOrd="0" destOrd="0" presId="urn:microsoft.com/office/officeart/2009/3/layout/HorizontalOrganizationChart#1"/>
    <dgm:cxn modelId="{BE48BCC1-8A00-4D89-96EF-3DBCEC854831}" type="presOf" srcId="{B9710410-7946-43B7-BFF4-7F81437C7B1B}" destId="{7D86C887-0F6E-4E2C-83D8-F2CBB2CCAF6C}" srcOrd="0" destOrd="0" presId="urn:microsoft.com/office/officeart/2009/3/layout/HorizontalOrganizationChart#1"/>
    <dgm:cxn modelId="{864205C7-D482-4FEF-8010-BEF4E7985113}" type="presOf" srcId="{4DA43E22-E5D1-4EFF-8229-89BFE5C14205}" destId="{452DC96C-A301-4964-BFDF-5866ADDA9D66}" srcOrd="0" destOrd="0" presId="urn:microsoft.com/office/officeart/2009/3/layout/HorizontalOrganizationChart#1"/>
    <dgm:cxn modelId="{B2780FC9-A8C4-4FB7-9B60-194629D61CD6}" srcId="{4DA43E22-E5D1-4EFF-8229-89BFE5C14205}" destId="{2F7D90E8-C8D5-465E-A86E-5A737D502A53}" srcOrd="0" destOrd="0" parTransId="{334FF4A2-B789-48C6-AF65-2A52BEF3D012}" sibTransId="{9BD93CE1-0F1F-41FF-9BE1-C0B43C77946A}"/>
    <dgm:cxn modelId="{75F0FBCB-5BC1-4BD0-A9B6-9632590AB0F2}" srcId="{E66618AD-0DAE-448A-87B0-DB6A45A9448F}" destId="{96AAD2F7-3CD8-4ABD-A30D-A1FB6DDA4ADE}" srcOrd="1" destOrd="0" parTransId="{B9710410-7946-43B7-BFF4-7F81437C7B1B}" sibTransId="{DF3BF410-4667-4D99-94BB-BDC228F2FDF6}"/>
    <dgm:cxn modelId="{D24307D3-554A-41BF-A1FB-1AC12D31CB07}" type="presOf" srcId="{783AE1FC-F144-4344-B00B-93CCEFBCE844}" destId="{264F52C0-8AC0-4013-BD38-901625C84C49}" srcOrd="0" destOrd="0" presId="urn:microsoft.com/office/officeart/2009/3/layout/HorizontalOrganizationChart#1"/>
    <dgm:cxn modelId="{033F53D5-94AB-4AEF-9DE8-D8D607BF7756}" type="presOf" srcId="{C7680F52-0472-4D9B-88CD-0AB695DA214B}" destId="{D93A70EA-2D23-4F54-A339-B3D802436F1B}" srcOrd="0" destOrd="0" presId="urn:microsoft.com/office/officeart/2009/3/layout/HorizontalOrganizationChart#1"/>
    <dgm:cxn modelId="{E2913BD8-4456-47DA-9817-77A13B5C5526}" type="presOf" srcId="{2354C00D-3FCB-4B66-BF33-B0112D5E050C}" destId="{AF1ED0F9-6862-4889-95C8-6318C891FFC7}" srcOrd="0" destOrd="0" presId="urn:microsoft.com/office/officeart/2009/3/layout/HorizontalOrganizationChart#1"/>
    <dgm:cxn modelId="{960A6EDE-313C-4782-BF34-CF5C7DD99675}" type="presOf" srcId="{D7D09871-5C6C-4938-9A1A-F677974C135B}" destId="{10FEE5C5-972B-4F97-BA38-B8E19C8C8822}" srcOrd="0" destOrd="0" presId="urn:microsoft.com/office/officeart/2009/3/layout/HorizontalOrganizationChart#1"/>
    <dgm:cxn modelId="{EAABF0DF-C4D1-454B-87D7-2890D34A99F2}" type="presOf" srcId="{3B08557B-530E-4165-AC2C-7A109361DB93}" destId="{452D4F3D-E8BF-4963-9645-7DF9A8B98D04}" srcOrd="1" destOrd="0" presId="urn:microsoft.com/office/officeart/2009/3/layout/HorizontalOrganizationChart#1"/>
    <dgm:cxn modelId="{E9B961E8-4726-4E44-ABE1-D383C4382FF1}" type="presOf" srcId="{4DA43E22-E5D1-4EFF-8229-89BFE5C14205}" destId="{9AF9D79B-A212-4ACF-AB46-B6723C86F5C9}" srcOrd="1" destOrd="0" presId="urn:microsoft.com/office/officeart/2009/3/layout/HorizontalOrganizationChart#1"/>
    <dgm:cxn modelId="{06A065E9-5F7F-4254-BF02-2D3B425FE7BF}" type="presOf" srcId="{783AE1FC-F144-4344-B00B-93CCEFBCE844}" destId="{38A9870A-D5A6-4BA1-B422-B97B94DAE589}" srcOrd="1" destOrd="0" presId="urn:microsoft.com/office/officeart/2009/3/layout/HorizontalOrganizationChart#1"/>
    <dgm:cxn modelId="{A9909BF3-488B-4FDE-8A91-8F197258430A}" type="presOf" srcId="{34B88CAB-B2FB-4AAD-A726-1BA2026EEC63}" destId="{CBE8D67F-ACC8-43F4-92DB-58BBBDCFB85E}" srcOrd="0" destOrd="0" presId="urn:microsoft.com/office/officeart/2009/3/layout/HorizontalOrganizationChart#1"/>
    <dgm:cxn modelId="{305F2FF5-ADE8-4066-9642-303BFA767B59}" type="presOf" srcId="{2F7D90E8-C8D5-465E-A86E-5A737D502A53}" destId="{FB6CFDBF-DA4B-49D1-B7FE-912F7FD7AB09}" srcOrd="1" destOrd="0" presId="urn:microsoft.com/office/officeart/2009/3/layout/HorizontalOrganizationChart#1"/>
    <dgm:cxn modelId="{ADF18BF5-9323-41B2-BFF0-D5E819AD8309}" srcId="{A042289F-3A93-4820-A26F-49AEFF15E06C}" destId="{783AE1FC-F144-4344-B00B-93CCEFBCE844}" srcOrd="0" destOrd="0" parTransId="{B621E81B-2E5F-48A4-AEF6-389DCDC922D5}" sibTransId="{D4E83BE9-E0B9-4C07-B99C-1BC466C55545}"/>
    <dgm:cxn modelId="{8A65A1F6-9BD8-49DB-AC30-FA0E0CD722E4}" type="presParOf" srcId="{CDBD7528-0569-442D-9574-4146CD335A95}" destId="{02524DAD-8A6C-4547-8F25-988FBB14DE31}" srcOrd="0" destOrd="0" presId="urn:microsoft.com/office/officeart/2009/3/layout/HorizontalOrganizationChart#1"/>
    <dgm:cxn modelId="{8ED03E0E-CC33-4868-A777-778A0F23ECC9}" type="presParOf" srcId="{02524DAD-8A6C-4547-8F25-988FBB14DE31}" destId="{56D6CB14-8461-4A7D-8247-6EFA7A68001B}" srcOrd="0" destOrd="0" presId="urn:microsoft.com/office/officeart/2009/3/layout/HorizontalOrganizationChart#1"/>
    <dgm:cxn modelId="{8CA09B72-FF2B-42C7-B1DB-59F4D2DD9DB5}" type="presParOf" srcId="{56D6CB14-8461-4A7D-8247-6EFA7A68001B}" destId="{264F52C0-8AC0-4013-BD38-901625C84C49}" srcOrd="0" destOrd="0" presId="urn:microsoft.com/office/officeart/2009/3/layout/HorizontalOrganizationChart#1"/>
    <dgm:cxn modelId="{1ECCC6E7-38A2-4A9B-BB2C-7CF15D3118E7}" type="presParOf" srcId="{56D6CB14-8461-4A7D-8247-6EFA7A68001B}" destId="{38A9870A-D5A6-4BA1-B422-B97B94DAE589}" srcOrd="1" destOrd="0" presId="urn:microsoft.com/office/officeart/2009/3/layout/HorizontalOrganizationChart#1"/>
    <dgm:cxn modelId="{A6510411-F582-4129-A287-545C5A2F816B}" type="presParOf" srcId="{02524DAD-8A6C-4547-8F25-988FBB14DE31}" destId="{3A9095D4-C7FF-44B3-9BBC-977E5283F106}" srcOrd="1" destOrd="0" presId="urn:microsoft.com/office/officeart/2009/3/layout/HorizontalOrganizationChart#1"/>
    <dgm:cxn modelId="{DBF943C4-743A-4C27-BC12-752699A9226C}" type="presParOf" srcId="{3A9095D4-C7FF-44B3-9BBC-977E5283F106}" destId="{66AFA062-2741-415E-836A-1D6E485A2A87}" srcOrd="0" destOrd="0" presId="urn:microsoft.com/office/officeart/2009/3/layout/HorizontalOrganizationChart#1"/>
    <dgm:cxn modelId="{D81D60CC-F8F5-45CA-B613-2EAA3F462620}" type="presParOf" srcId="{3A9095D4-C7FF-44B3-9BBC-977E5283F106}" destId="{AE2562B7-16C2-4B37-9E2E-3D099DD2698F}" srcOrd="1" destOrd="0" presId="urn:microsoft.com/office/officeart/2009/3/layout/HorizontalOrganizationChart#1"/>
    <dgm:cxn modelId="{01005134-ED37-4CB0-8FAE-D51AE3AF28F6}" type="presParOf" srcId="{AE2562B7-16C2-4B37-9E2E-3D099DD2698F}" destId="{868F6B91-AF1B-4FA6-81C4-C94B3754BD3E}" srcOrd="0" destOrd="0" presId="urn:microsoft.com/office/officeart/2009/3/layout/HorizontalOrganizationChart#1"/>
    <dgm:cxn modelId="{630E31E8-FBFF-4F83-B380-B51ABB64972C}" type="presParOf" srcId="{868F6B91-AF1B-4FA6-81C4-C94B3754BD3E}" destId="{452DC96C-A301-4964-BFDF-5866ADDA9D66}" srcOrd="0" destOrd="0" presId="urn:microsoft.com/office/officeart/2009/3/layout/HorizontalOrganizationChart#1"/>
    <dgm:cxn modelId="{8FC79D36-276A-4DFB-ACE8-FE4F87BACA8E}" type="presParOf" srcId="{868F6B91-AF1B-4FA6-81C4-C94B3754BD3E}" destId="{9AF9D79B-A212-4ACF-AB46-B6723C86F5C9}" srcOrd="1" destOrd="0" presId="urn:microsoft.com/office/officeart/2009/3/layout/HorizontalOrganizationChart#1"/>
    <dgm:cxn modelId="{75E71780-9744-4812-96B7-230A98718879}" type="presParOf" srcId="{AE2562B7-16C2-4B37-9E2E-3D099DD2698F}" destId="{182576BA-16FD-4939-9244-7A91DF558FAC}" srcOrd="1" destOrd="0" presId="urn:microsoft.com/office/officeart/2009/3/layout/HorizontalOrganizationChart#1"/>
    <dgm:cxn modelId="{E779749E-77F7-4756-BEE7-8DFA11416B59}" type="presParOf" srcId="{182576BA-16FD-4939-9244-7A91DF558FAC}" destId="{F2A6A3A5-3D82-45A5-9E12-881F7136774B}" srcOrd="0" destOrd="0" presId="urn:microsoft.com/office/officeart/2009/3/layout/HorizontalOrganizationChart#1"/>
    <dgm:cxn modelId="{BE25A707-BB6A-454E-B1C8-49EFF9122047}" type="presParOf" srcId="{182576BA-16FD-4939-9244-7A91DF558FAC}" destId="{A659D153-D48C-470C-AE38-976F38CE263A}" srcOrd="1" destOrd="0" presId="urn:microsoft.com/office/officeart/2009/3/layout/HorizontalOrganizationChart#1"/>
    <dgm:cxn modelId="{D42AA222-5044-40CA-A63D-528119E22173}" type="presParOf" srcId="{A659D153-D48C-470C-AE38-976F38CE263A}" destId="{ECE7431E-16BF-4D18-8ABB-38AD2C273E34}" srcOrd="0" destOrd="0" presId="urn:microsoft.com/office/officeart/2009/3/layout/HorizontalOrganizationChart#1"/>
    <dgm:cxn modelId="{2CE4DBD7-19A7-48F2-8F45-39A6827EC15C}" type="presParOf" srcId="{ECE7431E-16BF-4D18-8ABB-38AD2C273E34}" destId="{70851D8D-3031-43B7-9882-241C05D8D87F}" srcOrd="0" destOrd="0" presId="urn:microsoft.com/office/officeart/2009/3/layout/HorizontalOrganizationChart#1"/>
    <dgm:cxn modelId="{10F50FD3-410A-4FB2-9234-636466979738}" type="presParOf" srcId="{ECE7431E-16BF-4D18-8ABB-38AD2C273E34}" destId="{FB6CFDBF-DA4B-49D1-B7FE-912F7FD7AB09}" srcOrd="1" destOrd="0" presId="urn:microsoft.com/office/officeart/2009/3/layout/HorizontalOrganizationChart#1"/>
    <dgm:cxn modelId="{72944854-0879-40D6-9D84-52AA85E87FD6}" type="presParOf" srcId="{A659D153-D48C-470C-AE38-976F38CE263A}" destId="{6D8960B5-B8BF-4334-B82D-ED63E9185D0C}" srcOrd="1" destOrd="0" presId="urn:microsoft.com/office/officeart/2009/3/layout/HorizontalOrganizationChart#1"/>
    <dgm:cxn modelId="{98931FCC-B314-4F62-A0B1-CDEA5F4C32F2}" type="presParOf" srcId="{A659D153-D48C-470C-AE38-976F38CE263A}" destId="{70A7B3D8-DCD9-4B9D-A4A4-9B99667A56A5}" srcOrd="2" destOrd="0" presId="urn:microsoft.com/office/officeart/2009/3/layout/HorizontalOrganizationChart#1"/>
    <dgm:cxn modelId="{7659D04E-3627-4ADC-8C98-4B837A87056A}" type="presParOf" srcId="{182576BA-16FD-4939-9244-7A91DF558FAC}" destId="{801D5345-1964-4B66-A469-57BBC9B1C640}" srcOrd="2" destOrd="0" presId="urn:microsoft.com/office/officeart/2009/3/layout/HorizontalOrganizationChart#1"/>
    <dgm:cxn modelId="{FDEED5C8-4972-47AD-A2F4-FCDEC2E57453}" type="presParOf" srcId="{182576BA-16FD-4939-9244-7A91DF558FAC}" destId="{68128973-01E5-4409-971A-BCDB2BC43CE2}" srcOrd="3" destOrd="0" presId="urn:microsoft.com/office/officeart/2009/3/layout/HorizontalOrganizationChart#1"/>
    <dgm:cxn modelId="{6C635843-F0AD-4F46-8F49-82CF966342D8}" type="presParOf" srcId="{68128973-01E5-4409-971A-BCDB2BC43CE2}" destId="{26E858EB-0D73-4F72-8CA2-6EB52852E13D}" srcOrd="0" destOrd="0" presId="urn:microsoft.com/office/officeart/2009/3/layout/HorizontalOrganizationChart#1"/>
    <dgm:cxn modelId="{C3BA8924-23C1-46E9-95B0-96B6F079123D}" type="presParOf" srcId="{26E858EB-0D73-4F72-8CA2-6EB52852E13D}" destId="{732E3C13-F8B2-457E-937C-80443CBD6457}" srcOrd="0" destOrd="0" presId="urn:microsoft.com/office/officeart/2009/3/layout/HorizontalOrganizationChart#1"/>
    <dgm:cxn modelId="{0FFCC8AF-650F-4086-A0C4-0561448E6FE3}" type="presParOf" srcId="{26E858EB-0D73-4F72-8CA2-6EB52852E13D}" destId="{8EB7EF8E-5CAF-4FB4-A1D0-6F9EFCB9E087}" srcOrd="1" destOrd="0" presId="urn:microsoft.com/office/officeart/2009/3/layout/HorizontalOrganizationChart#1"/>
    <dgm:cxn modelId="{C38B4211-6992-41ED-AF34-F1A279188DDD}" type="presParOf" srcId="{68128973-01E5-4409-971A-BCDB2BC43CE2}" destId="{1C55A0CD-23F3-4912-8D63-3D21C42EA4F8}" srcOrd="1" destOrd="0" presId="urn:microsoft.com/office/officeart/2009/3/layout/HorizontalOrganizationChart#1"/>
    <dgm:cxn modelId="{D364BEA5-E445-447E-89EB-FF811B3ABED5}" type="presParOf" srcId="{68128973-01E5-4409-971A-BCDB2BC43CE2}" destId="{F1C64D9F-658F-4CB2-96AB-56CC50588F11}" srcOrd="2" destOrd="0" presId="urn:microsoft.com/office/officeart/2009/3/layout/HorizontalOrganizationChart#1"/>
    <dgm:cxn modelId="{206D473D-89E2-472E-A5E9-4A33369185D7}" type="presParOf" srcId="{AE2562B7-16C2-4B37-9E2E-3D099DD2698F}" destId="{77E8FC5A-4337-4017-B1F0-63BBD48E599B}" srcOrd="2" destOrd="0" presId="urn:microsoft.com/office/officeart/2009/3/layout/HorizontalOrganizationChart#1"/>
    <dgm:cxn modelId="{8FEAAD8E-95B9-4384-B1A3-7AE3076C2592}" type="presParOf" srcId="{3A9095D4-C7FF-44B3-9BBC-977E5283F106}" destId="{0B0BEFB6-0668-4971-A5B9-447C4B627768}" srcOrd="2" destOrd="0" presId="urn:microsoft.com/office/officeart/2009/3/layout/HorizontalOrganizationChart#1"/>
    <dgm:cxn modelId="{073A223D-9361-4E00-8286-A12630ABAF97}" type="presParOf" srcId="{3A9095D4-C7FF-44B3-9BBC-977E5283F106}" destId="{BA52FAC8-39A8-4996-93CF-34290A36FD66}" srcOrd="3" destOrd="0" presId="urn:microsoft.com/office/officeart/2009/3/layout/HorizontalOrganizationChart#1"/>
    <dgm:cxn modelId="{177EA1B8-1387-4CD9-B71E-FFF22C913963}" type="presParOf" srcId="{BA52FAC8-39A8-4996-93CF-34290A36FD66}" destId="{748458E3-CE8B-4568-87F0-F2C2DFAFA060}" srcOrd="0" destOrd="0" presId="urn:microsoft.com/office/officeart/2009/3/layout/HorizontalOrganizationChart#1"/>
    <dgm:cxn modelId="{BBDE1DB2-128E-49E4-8BB2-33DC3327D5F0}" type="presParOf" srcId="{748458E3-CE8B-4568-87F0-F2C2DFAFA060}" destId="{616EC9F6-3828-4FD4-B088-A52FFA6F6E3F}" srcOrd="0" destOrd="0" presId="urn:microsoft.com/office/officeart/2009/3/layout/HorizontalOrganizationChart#1"/>
    <dgm:cxn modelId="{BA1CE5DF-DE83-4C93-8E0C-6306AFC2D536}" type="presParOf" srcId="{748458E3-CE8B-4568-87F0-F2C2DFAFA060}" destId="{3BC0BA31-94B1-4B5D-94E9-354F7BD6168A}" srcOrd="1" destOrd="0" presId="urn:microsoft.com/office/officeart/2009/3/layout/HorizontalOrganizationChart#1"/>
    <dgm:cxn modelId="{9BDF8C62-7FF2-43AA-A262-754F58D34484}" type="presParOf" srcId="{BA52FAC8-39A8-4996-93CF-34290A36FD66}" destId="{B4C542DB-180C-4D81-A71F-A51C4324D03B}" srcOrd="1" destOrd="0" presId="urn:microsoft.com/office/officeart/2009/3/layout/HorizontalOrganizationChart#1"/>
    <dgm:cxn modelId="{08297052-302B-44CE-B190-100CDE5CB815}" type="presParOf" srcId="{B4C542DB-180C-4D81-A71F-A51C4324D03B}" destId="{D93A70EA-2D23-4F54-A339-B3D802436F1B}" srcOrd="0" destOrd="0" presId="urn:microsoft.com/office/officeart/2009/3/layout/HorizontalOrganizationChart#1"/>
    <dgm:cxn modelId="{5DD6192D-E306-42F1-A295-F20244F20C36}" type="presParOf" srcId="{B4C542DB-180C-4D81-A71F-A51C4324D03B}" destId="{03EF935C-0ADA-46C4-A443-42F846D4D436}" srcOrd="1" destOrd="0" presId="urn:microsoft.com/office/officeart/2009/3/layout/HorizontalOrganizationChart#1"/>
    <dgm:cxn modelId="{1829CCE0-05CC-4FB7-A691-CE7F2D9DE609}" type="presParOf" srcId="{03EF935C-0ADA-46C4-A443-42F846D4D436}" destId="{2C474CB5-55BD-4C4A-B82E-559EC77F3CE3}" srcOrd="0" destOrd="0" presId="urn:microsoft.com/office/officeart/2009/3/layout/HorizontalOrganizationChart#1"/>
    <dgm:cxn modelId="{68CC9E99-9AEA-43DC-B31C-696CD30ADB02}" type="presParOf" srcId="{2C474CB5-55BD-4C4A-B82E-559EC77F3CE3}" destId="{AF1ED0F9-6862-4889-95C8-6318C891FFC7}" srcOrd="0" destOrd="0" presId="urn:microsoft.com/office/officeart/2009/3/layout/HorizontalOrganizationChart#1"/>
    <dgm:cxn modelId="{045A95CE-334E-4298-8724-CC3258FADDD6}" type="presParOf" srcId="{2C474CB5-55BD-4C4A-B82E-559EC77F3CE3}" destId="{2EC4CB50-D5D1-4CFB-8B44-17ADA8F063B0}" srcOrd="1" destOrd="0" presId="urn:microsoft.com/office/officeart/2009/3/layout/HorizontalOrganizationChart#1"/>
    <dgm:cxn modelId="{242A8E8D-38A5-4971-B561-A693D459A8E0}" type="presParOf" srcId="{03EF935C-0ADA-46C4-A443-42F846D4D436}" destId="{DBCA9C81-FEF2-49DA-8210-98AA71475CB7}" srcOrd="1" destOrd="0" presId="urn:microsoft.com/office/officeart/2009/3/layout/HorizontalOrganizationChart#1"/>
    <dgm:cxn modelId="{5DCFB7D0-039B-4265-9CDE-633A448FE203}" type="presParOf" srcId="{03EF935C-0ADA-46C4-A443-42F846D4D436}" destId="{F151C5A1-17A1-4ED5-A082-7BB648978F3D}" srcOrd="2" destOrd="0" presId="urn:microsoft.com/office/officeart/2009/3/layout/HorizontalOrganizationChart#1"/>
    <dgm:cxn modelId="{66FA9CF5-ADBB-4B01-95CB-EE6544A4E056}" type="presParOf" srcId="{B4C542DB-180C-4D81-A71F-A51C4324D03B}" destId="{7D86C887-0F6E-4E2C-83D8-F2CBB2CCAF6C}" srcOrd="2" destOrd="0" presId="urn:microsoft.com/office/officeart/2009/3/layout/HorizontalOrganizationChart#1"/>
    <dgm:cxn modelId="{8640ADA0-6D8B-4C7C-8C9C-09D82B1DC8E8}" type="presParOf" srcId="{B4C542DB-180C-4D81-A71F-A51C4324D03B}" destId="{8F3073BF-AF20-4CEA-ADAA-EF16566F0E29}" srcOrd="3" destOrd="0" presId="urn:microsoft.com/office/officeart/2009/3/layout/HorizontalOrganizationChart#1"/>
    <dgm:cxn modelId="{97A2D006-30C4-4987-B6FC-889BFB908FC5}" type="presParOf" srcId="{8F3073BF-AF20-4CEA-ADAA-EF16566F0E29}" destId="{BED2F937-5B10-43B7-A52D-4B2D7C4258BF}" srcOrd="0" destOrd="0" presId="urn:microsoft.com/office/officeart/2009/3/layout/HorizontalOrganizationChart#1"/>
    <dgm:cxn modelId="{E931007E-C5E4-43F6-A5A8-C2BB9A799F1C}" type="presParOf" srcId="{BED2F937-5B10-43B7-A52D-4B2D7C4258BF}" destId="{BA0FDF3A-B86E-40B9-899C-D45B56ACFA40}" srcOrd="0" destOrd="0" presId="urn:microsoft.com/office/officeart/2009/3/layout/HorizontalOrganizationChart#1"/>
    <dgm:cxn modelId="{C7413F58-55A5-4D04-BF8E-E3F62D7E2C14}" type="presParOf" srcId="{BED2F937-5B10-43B7-A52D-4B2D7C4258BF}" destId="{26563BD2-E634-4D5A-A804-2371F0037EC9}" srcOrd="1" destOrd="0" presId="urn:microsoft.com/office/officeart/2009/3/layout/HorizontalOrganizationChart#1"/>
    <dgm:cxn modelId="{9C8E61CB-D1A0-42B4-9B7D-06A73FB2FCF7}" type="presParOf" srcId="{8F3073BF-AF20-4CEA-ADAA-EF16566F0E29}" destId="{926F297E-3F39-4879-B61E-71E48FCD3E79}" srcOrd="1" destOrd="0" presId="urn:microsoft.com/office/officeart/2009/3/layout/HorizontalOrganizationChart#1"/>
    <dgm:cxn modelId="{54075C69-3F4D-4DB1-97FD-69B0F59FDD4E}" type="presParOf" srcId="{8F3073BF-AF20-4CEA-ADAA-EF16566F0E29}" destId="{08E8AC47-9116-49F0-8DEB-FB620D315381}" srcOrd="2" destOrd="0" presId="urn:microsoft.com/office/officeart/2009/3/layout/HorizontalOrganizationChart#1"/>
    <dgm:cxn modelId="{1FF7891C-3336-4550-94C2-E970633811B5}" type="presParOf" srcId="{BA52FAC8-39A8-4996-93CF-34290A36FD66}" destId="{FCE86814-5708-4431-B3E2-F7C94CE323EB}" srcOrd="2" destOrd="0" presId="urn:microsoft.com/office/officeart/2009/3/layout/HorizontalOrganizationChart#1"/>
    <dgm:cxn modelId="{B72335F1-E22E-4E0C-923B-B2368E9109FB}" type="presParOf" srcId="{3A9095D4-C7FF-44B3-9BBC-977E5283F106}" destId="{9CB4A131-EBF9-45B6-8AE2-202296C8EC08}" srcOrd="4" destOrd="0" presId="urn:microsoft.com/office/officeart/2009/3/layout/HorizontalOrganizationChart#1"/>
    <dgm:cxn modelId="{4C80EAC0-39B7-4E63-8766-25F0D59CAF77}" type="presParOf" srcId="{3A9095D4-C7FF-44B3-9BBC-977E5283F106}" destId="{2DED0F37-1A0E-4B53-910E-22E20EF7C3E3}" srcOrd="5" destOrd="0" presId="urn:microsoft.com/office/officeart/2009/3/layout/HorizontalOrganizationChart#1"/>
    <dgm:cxn modelId="{0BC480E0-41AE-4765-B075-B3F793DFBA25}" type="presParOf" srcId="{2DED0F37-1A0E-4B53-910E-22E20EF7C3E3}" destId="{B8233911-EFC4-42D4-9EDB-2EED50E53DE4}" srcOrd="0" destOrd="0" presId="urn:microsoft.com/office/officeart/2009/3/layout/HorizontalOrganizationChart#1"/>
    <dgm:cxn modelId="{574B8FB7-16AB-43D4-862A-1EF969DE7D4C}" type="presParOf" srcId="{B8233911-EFC4-42D4-9EDB-2EED50E53DE4}" destId="{A018586C-7A39-4607-A07F-99D45331742E}" srcOrd="0" destOrd="0" presId="urn:microsoft.com/office/officeart/2009/3/layout/HorizontalOrganizationChart#1"/>
    <dgm:cxn modelId="{E0DFA3A2-46CB-4C3B-A975-9EFCBDF41D54}" type="presParOf" srcId="{B8233911-EFC4-42D4-9EDB-2EED50E53DE4}" destId="{475DFF03-52CA-4093-8268-F59E55C97938}" srcOrd="1" destOrd="0" presId="urn:microsoft.com/office/officeart/2009/3/layout/HorizontalOrganizationChart#1"/>
    <dgm:cxn modelId="{128C31E9-2F85-44F2-BFA7-435113473791}" type="presParOf" srcId="{2DED0F37-1A0E-4B53-910E-22E20EF7C3E3}" destId="{7F67D940-1245-40A2-925A-17C24EE5C410}" srcOrd="1" destOrd="0" presId="urn:microsoft.com/office/officeart/2009/3/layout/HorizontalOrganizationChart#1"/>
    <dgm:cxn modelId="{A007C836-43B0-4C68-BBE6-E35498889CF4}" type="presParOf" srcId="{7F67D940-1245-40A2-925A-17C24EE5C410}" destId="{CBE8D67F-ACC8-43F4-92DB-58BBBDCFB85E}" srcOrd="0" destOrd="0" presId="urn:microsoft.com/office/officeart/2009/3/layout/HorizontalOrganizationChart#1"/>
    <dgm:cxn modelId="{55F6B848-49F1-4247-96C0-F575210B3440}" type="presParOf" srcId="{7F67D940-1245-40A2-925A-17C24EE5C410}" destId="{EE22B726-C23C-4409-9365-7AA68630EFEA}" srcOrd="1" destOrd="0" presId="urn:microsoft.com/office/officeart/2009/3/layout/HorizontalOrganizationChart#1"/>
    <dgm:cxn modelId="{0C8E91AB-E951-4BD9-9A5F-447F4D9F9FC0}" type="presParOf" srcId="{EE22B726-C23C-4409-9365-7AA68630EFEA}" destId="{C91D9ACB-C824-4293-93DB-6AE9045F1271}" srcOrd="0" destOrd="0" presId="urn:microsoft.com/office/officeart/2009/3/layout/HorizontalOrganizationChart#1"/>
    <dgm:cxn modelId="{43D63D10-144C-4A6E-A9D4-A765F62D51DF}" type="presParOf" srcId="{C91D9ACB-C824-4293-93DB-6AE9045F1271}" destId="{DB445BA9-E8E2-4A81-B5C5-A085FC5091D0}" srcOrd="0" destOrd="0" presId="urn:microsoft.com/office/officeart/2009/3/layout/HorizontalOrganizationChart#1"/>
    <dgm:cxn modelId="{8623CBC8-3FB3-4631-9EB5-EF325B7B9F1B}" type="presParOf" srcId="{C91D9ACB-C824-4293-93DB-6AE9045F1271}" destId="{32474807-D278-43CF-811D-C91F90C80549}" srcOrd="1" destOrd="0" presId="urn:microsoft.com/office/officeart/2009/3/layout/HorizontalOrganizationChart#1"/>
    <dgm:cxn modelId="{A687D15E-2A54-4962-8412-FDE1DCB1B793}" type="presParOf" srcId="{EE22B726-C23C-4409-9365-7AA68630EFEA}" destId="{492A2764-AD4A-450D-B6CD-8F0C53425481}" srcOrd="1" destOrd="0" presId="urn:microsoft.com/office/officeart/2009/3/layout/HorizontalOrganizationChart#1"/>
    <dgm:cxn modelId="{F9A52610-4D12-49A3-A6D1-D523E4307D61}" type="presParOf" srcId="{EE22B726-C23C-4409-9365-7AA68630EFEA}" destId="{22B141B8-2FB5-4A4E-9DEB-F4E580F045CB}" srcOrd="2" destOrd="0" presId="urn:microsoft.com/office/officeart/2009/3/layout/HorizontalOrganizationChart#1"/>
    <dgm:cxn modelId="{705A783F-414F-4BAD-80C9-430761B4105C}" type="presParOf" srcId="{7F67D940-1245-40A2-925A-17C24EE5C410}" destId="{9968BF25-A9C6-4D14-8A6D-EBC85533C8EB}" srcOrd="2" destOrd="0" presId="urn:microsoft.com/office/officeart/2009/3/layout/HorizontalOrganizationChart#1"/>
    <dgm:cxn modelId="{6F5985BB-B013-4D04-870B-8C7DCF38F12C}" type="presParOf" srcId="{7F67D940-1245-40A2-925A-17C24EE5C410}" destId="{EF122FC9-6C21-4FD4-BEA1-D2CE36B46F31}" srcOrd="3" destOrd="0" presId="urn:microsoft.com/office/officeart/2009/3/layout/HorizontalOrganizationChart#1"/>
    <dgm:cxn modelId="{28AC0341-D508-4380-A79B-62DCB9B24753}" type="presParOf" srcId="{EF122FC9-6C21-4FD4-BEA1-D2CE36B46F31}" destId="{471B9FD4-1A4E-421D-9114-FA2D9DF44018}" srcOrd="0" destOrd="0" presId="urn:microsoft.com/office/officeart/2009/3/layout/HorizontalOrganizationChart#1"/>
    <dgm:cxn modelId="{FE7CEC4C-4E8B-45D6-8012-872DA98E1C9F}" type="presParOf" srcId="{471B9FD4-1A4E-421D-9114-FA2D9DF44018}" destId="{FFA3B8CC-2E84-441B-9EF6-C021F8893947}" srcOrd="0" destOrd="0" presId="urn:microsoft.com/office/officeart/2009/3/layout/HorizontalOrganizationChart#1"/>
    <dgm:cxn modelId="{9C8A11D8-74F4-4656-90F2-7B7BB8FF244A}" type="presParOf" srcId="{471B9FD4-1A4E-421D-9114-FA2D9DF44018}" destId="{452D4F3D-E8BF-4963-9645-7DF9A8B98D04}" srcOrd="1" destOrd="0" presId="urn:microsoft.com/office/officeart/2009/3/layout/HorizontalOrganizationChart#1"/>
    <dgm:cxn modelId="{D3FD7D25-91FE-4063-9416-C2E37CCBD9E4}" type="presParOf" srcId="{EF122FC9-6C21-4FD4-BEA1-D2CE36B46F31}" destId="{A29A3A05-EC11-4682-9C0B-27C729D92984}" srcOrd="1" destOrd="0" presId="urn:microsoft.com/office/officeart/2009/3/layout/HorizontalOrganizationChart#1"/>
    <dgm:cxn modelId="{718DFA64-8926-4F6D-85AF-78CC6691C102}" type="presParOf" srcId="{EF122FC9-6C21-4FD4-BEA1-D2CE36B46F31}" destId="{FF438157-A1E8-48E0-9386-1C40D4A9B28F}" srcOrd="2" destOrd="0" presId="urn:microsoft.com/office/officeart/2009/3/layout/HorizontalOrganizationChart#1"/>
    <dgm:cxn modelId="{91FFC43B-B560-4DF1-A385-F5ED3AA5B2C2}" type="presParOf" srcId="{2DED0F37-1A0E-4B53-910E-22E20EF7C3E3}" destId="{5FD1935D-916F-4A48-A17D-B49A2119E39D}" srcOrd="2" destOrd="0" presId="urn:microsoft.com/office/officeart/2009/3/layout/HorizontalOrganizationChart#1"/>
    <dgm:cxn modelId="{57910216-E132-418B-9E90-2054FD90FE08}" type="presParOf" srcId="{3A9095D4-C7FF-44B3-9BBC-977E5283F106}" destId="{5D4D1950-7DBA-4B28-850B-FD960A5F62CA}" srcOrd="6" destOrd="0" presId="urn:microsoft.com/office/officeart/2009/3/layout/HorizontalOrganizationChart#1"/>
    <dgm:cxn modelId="{CAF1C2B3-D4A9-4196-8ED1-386EE6DF2C57}" type="presParOf" srcId="{3A9095D4-C7FF-44B3-9BBC-977E5283F106}" destId="{61BE0213-817C-4CF7-92C5-2EE585C8D772}" srcOrd="7" destOrd="0" presId="urn:microsoft.com/office/officeart/2009/3/layout/HorizontalOrganizationChart#1"/>
    <dgm:cxn modelId="{15D24D58-D139-4ABA-BFCD-610B7B2723C6}" type="presParOf" srcId="{61BE0213-817C-4CF7-92C5-2EE585C8D772}" destId="{C4891B60-52A2-4BE4-B8EB-2967EF621EE0}" srcOrd="0" destOrd="0" presId="urn:microsoft.com/office/officeart/2009/3/layout/HorizontalOrganizationChart#1"/>
    <dgm:cxn modelId="{E1EC9780-6482-437E-8FD4-2CAFB1D1E54F}" type="presParOf" srcId="{C4891B60-52A2-4BE4-B8EB-2967EF621EE0}" destId="{F2F58EE8-A1D0-4C47-BEF5-AF4E946F487F}" srcOrd="0" destOrd="0" presId="urn:microsoft.com/office/officeart/2009/3/layout/HorizontalOrganizationChart#1"/>
    <dgm:cxn modelId="{8FBD8410-A2C2-4395-BCAF-CFF38E111F18}" type="presParOf" srcId="{C4891B60-52A2-4BE4-B8EB-2967EF621EE0}" destId="{D4A12CF7-90F3-4DED-91FC-5875E916A2C3}" srcOrd="1" destOrd="0" presId="urn:microsoft.com/office/officeart/2009/3/layout/HorizontalOrganizationChart#1"/>
    <dgm:cxn modelId="{7E917815-16AB-4798-B2EF-6F4CC4D37632}" type="presParOf" srcId="{61BE0213-817C-4CF7-92C5-2EE585C8D772}" destId="{15593A44-1958-4A42-A47C-41BBCBAADF2A}" srcOrd="1" destOrd="0" presId="urn:microsoft.com/office/officeart/2009/3/layout/HorizontalOrganizationChart#1"/>
    <dgm:cxn modelId="{C3936469-E075-439A-8136-9C3AB9CB388C}" type="presParOf" srcId="{61BE0213-817C-4CF7-92C5-2EE585C8D772}" destId="{19C9925C-FE1A-42B8-9EA4-E898F504137F}" srcOrd="2" destOrd="0" presId="urn:microsoft.com/office/officeart/2009/3/layout/HorizontalOrganizationChart#1"/>
    <dgm:cxn modelId="{3AA2523C-1E79-42D0-BE7F-75F3FE3D9985}" type="presParOf" srcId="{3A9095D4-C7FF-44B3-9BBC-977E5283F106}" destId="{10FEE5C5-972B-4F97-BA38-B8E19C8C8822}" srcOrd="8" destOrd="0" presId="urn:microsoft.com/office/officeart/2009/3/layout/HorizontalOrganizationChart#1"/>
    <dgm:cxn modelId="{F42EC099-B5FD-4E24-A501-AFA9304D5795}" type="presParOf" srcId="{3A9095D4-C7FF-44B3-9BBC-977E5283F106}" destId="{6D5613FA-FDEA-46D1-9C50-0DBB496584B8}" srcOrd="9" destOrd="0" presId="urn:microsoft.com/office/officeart/2009/3/layout/HorizontalOrganizationChart#1"/>
    <dgm:cxn modelId="{1E1F407F-DA12-4D55-9608-24D39791A0F3}" type="presParOf" srcId="{6D5613FA-FDEA-46D1-9C50-0DBB496584B8}" destId="{82988B6F-69F1-499D-BF29-86CB7FF37223}" srcOrd="0" destOrd="0" presId="urn:microsoft.com/office/officeart/2009/3/layout/HorizontalOrganizationChart#1"/>
    <dgm:cxn modelId="{3E0D7842-FE9D-4AAF-949B-28F8F9F57F15}" type="presParOf" srcId="{82988B6F-69F1-499D-BF29-86CB7FF37223}" destId="{56D0C22D-CBB3-4895-877B-565BA4289B85}" srcOrd="0" destOrd="0" presId="urn:microsoft.com/office/officeart/2009/3/layout/HorizontalOrganizationChart#1"/>
    <dgm:cxn modelId="{C8593E88-FBF0-4C28-8770-7E51FB5FC338}" type="presParOf" srcId="{82988B6F-69F1-499D-BF29-86CB7FF37223}" destId="{87976D11-F929-4A13-BB02-91CE484AB79B}" srcOrd="1" destOrd="0" presId="urn:microsoft.com/office/officeart/2009/3/layout/HorizontalOrganizationChart#1"/>
    <dgm:cxn modelId="{6248FD33-90DB-4F64-B743-824A61EEAD11}" type="presParOf" srcId="{6D5613FA-FDEA-46D1-9C50-0DBB496584B8}" destId="{8DC8ED43-B6A3-4D39-A0CB-0AB3D20956E3}" srcOrd="1" destOrd="0" presId="urn:microsoft.com/office/officeart/2009/3/layout/HorizontalOrganizationChart#1"/>
    <dgm:cxn modelId="{38E1DFE6-A844-4EBB-915F-333D16876E18}" type="presParOf" srcId="{6D5613FA-FDEA-46D1-9C50-0DBB496584B8}" destId="{92DDF74E-CD33-414E-A123-02DE3251464C}" srcOrd="2" destOrd="0" presId="urn:microsoft.com/office/officeart/2009/3/layout/HorizontalOrganizationChart#1"/>
    <dgm:cxn modelId="{5E36BCA5-7449-4B4E-B536-D8CB5E83090C}" type="presParOf" srcId="{02524DAD-8A6C-4547-8F25-988FBB14DE31}" destId="{A86F4111-AFCC-4C77-B1C8-6D2B2A3B2815}" srcOrd="2" destOrd="0" presId="urn:microsoft.com/office/officeart/2009/3/layout/HorizontalOrganization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42289F-3A93-4820-A26F-49AEFF15E06C}" type="doc">
      <dgm:prSet loTypeId="urn:microsoft.com/office/officeart/2009/3/layout/HorizontalOrganizationChart#2" loCatId="hierarchy" qsTypeId="urn:microsoft.com/office/officeart/2005/8/quickstyle/simple1#2" qsCatId="simple" csTypeId="urn:microsoft.com/office/officeart/2005/8/colors/accent1_2#2" csCatId="accent1" phldr="1"/>
      <dgm:spPr/>
      <dgm:t>
        <a:bodyPr/>
        <a:lstStyle/>
        <a:p>
          <a:endParaRPr lang="zh-CN" altLang="en-US"/>
        </a:p>
      </dgm:t>
    </dgm:pt>
    <dgm:pt modelId="{4DA43E22-E5D1-4EFF-8229-89BFE5C14205}">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原生指针类型</a:t>
          </a:r>
        </a:p>
      </dgm:t>
    </dgm:pt>
    <dgm:pt modelId="{BDA82401-40D9-4B43-BBB5-89309841DAFE}" type="parTrans" cxnId="{1F4D8B3D-654F-46D9-A15F-3C7B5E92707F}">
      <dgm:prSet/>
      <dgm:spPr/>
      <dgm:t>
        <a:bodyPr/>
        <a:lstStyle/>
        <a:p>
          <a:endParaRPr lang="zh-CN" altLang="en-US" sz="1400"/>
        </a:p>
      </dgm:t>
    </dgm:pt>
    <dgm:pt modelId="{B342A44E-E3CC-4F14-86B0-2DB62C093470}" type="sibTrans" cxnId="{1F4D8B3D-654F-46D9-A15F-3C7B5E92707F}">
      <dgm:prSet/>
      <dgm:spPr/>
      <dgm:t>
        <a:bodyPr/>
        <a:lstStyle/>
        <a:p>
          <a:endParaRPr lang="zh-CN" altLang="en-US" sz="1400"/>
        </a:p>
      </dgm:t>
    </dgm:pt>
    <dgm:pt modelId="{2F7D90E8-C8D5-465E-A86E-5A737D502A53}">
      <dgm:prSet phldrT="[文本]" custT="1"/>
      <dgm:spPr>
        <a:solidFill>
          <a:schemeClr val="accent3">
            <a:lumMod val="40000"/>
            <a:lumOff val="60000"/>
          </a:schemeClr>
        </a:solidFill>
      </dgm:spPr>
      <dgm:t>
        <a:bodyPr/>
        <a:lstStyle/>
        <a:p>
          <a:r>
            <a:rPr lang="en-US" altLang="zh-CN" sz="1400" dirty="0">
              <a:solidFill>
                <a:schemeClr val="tx1"/>
              </a:solidFill>
              <a:latin typeface="+mn-lt"/>
              <a:ea typeface="+mn-ea"/>
              <a:cs typeface="+mn-ea"/>
              <a:sym typeface="+mn-lt"/>
            </a:rPr>
            <a:t>*const T</a:t>
          </a:r>
        </a:p>
      </dgm:t>
    </dgm:pt>
    <dgm:pt modelId="{334FF4A2-B789-48C6-AF65-2A52BEF3D012}" type="parTrans" cxnId="{B2780FC9-A8C4-4FB7-9B60-194629D61CD6}">
      <dgm:prSet/>
      <dgm:spPr/>
      <dgm:t>
        <a:bodyPr/>
        <a:lstStyle/>
        <a:p>
          <a:endParaRPr lang="zh-CN" altLang="en-US" sz="1400"/>
        </a:p>
      </dgm:t>
    </dgm:pt>
    <dgm:pt modelId="{9BD93CE1-0F1F-41FF-9BE1-C0B43C77946A}" type="sibTrans" cxnId="{B2780FC9-A8C4-4FB7-9B60-194629D61CD6}">
      <dgm:prSet/>
      <dgm:spPr/>
      <dgm:t>
        <a:bodyPr/>
        <a:lstStyle/>
        <a:p>
          <a:endParaRPr lang="zh-CN" altLang="en-US" sz="1400"/>
        </a:p>
      </dgm:t>
    </dgm:pt>
    <dgm:pt modelId="{421850CB-ECBC-4EC8-8037-DDAC4FACC582}">
      <dgm:prSet phldrT="[文本]" custT="1"/>
      <dgm:spPr>
        <a:solidFill>
          <a:schemeClr val="accent3">
            <a:lumMod val="40000"/>
            <a:lumOff val="60000"/>
          </a:schemeClr>
        </a:solidFill>
      </dgm:spPr>
      <dgm:t>
        <a:bodyPr/>
        <a:lstStyle/>
        <a:p>
          <a:r>
            <a:rPr lang="en-US" altLang="zh-CN" sz="1400" dirty="0">
              <a:solidFill>
                <a:schemeClr val="tx1"/>
              </a:solidFill>
              <a:latin typeface="+mn-lt"/>
              <a:ea typeface="+mn-ea"/>
              <a:cs typeface="+mn-ea"/>
              <a:sym typeface="+mn-lt"/>
            </a:rPr>
            <a:t>*</a:t>
          </a:r>
          <a:r>
            <a:rPr lang="en-US" altLang="zh-CN" sz="1400" dirty="0" err="1">
              <a:solidFill>
                <a:schemeClr val="tx1"/>
              </a:solidFill>
              <a:latin typeface="+mn-lt"/>
              <a:ea typeface="+mn-ea"/>
              <a:cs typeface="+mn-ea"/>
              <a:sym typeface="+mn-lt"/>
            </a:rPr>
            <a:t>mut</a:t>
          </a:r>
          <a:r>
            <a:rPr lang="en-US" altLang="zh-CN" sz="1400" dirty="0">
              <a:solidFill>
                <a:schemeClr val="tx1"/>
              </a:solidFill>
              <a:latin typeface="+mn-lt"/>
              <a:ea typeface="+mn-ea"/>
              <a:cs typeface="+mn-ea"/>
              <a:sym typeface="+mn-lt"/>
            </a:rPr>
            <a:t> T</a:t>
          </a:r>
        </a:p>
      </dgm:t>
    </dgm:pt>
    <dgm:pt modelId="{E0174929-5515-42F7-98FC-2A4B2A8C3806}" type="parTrans" cxnId="{6CAD7869-7873-4824-B677-B7F1E11D2AC0}">
      <dgm:prSet/>
      <dgm:spPr/>
      <dgm:t>
        <a:bodyPr/>
        <a:lstStyle/>
        <a:p>
          <a:endParaRPr lang="zh-CN" altLang="en-US" sz="1400"/>
        </a:p>
      </dgm:t>
    </dgm:pt>
    <dgm:pt modelId="{3E03B4B7-71AE-461F-9BE7-1B1A5887DDD0}" type="sibTrans" cxnId="{6CAD7869-7873-4824-B677-B7F1E11D2AC0}">
      <dgm:prSet/>
      <dgm:spPr/>
      <dgm:t>
        <a:bodyPr/>
        <a:lstStyle/>
        <a:p>
          <a:endParaRPr lang="zh-CN" altLang="en-US" sz="1400"/>
        </a:p>
      </dgm:t>
    </dgm:pt>
    <dgm:pt modelId="{CDBD7528-0569-442D-9574-4146CD335A95}" type="pres">
      <dgm:prSet presAssocID="{A042289F-3A93-4820-A26F-49AEFF15E06C}" presName="hierChild1" presStyleCnt="0">
        <dgm:presLayoutVars>
          <dgm:orgChart val="1"/>
          <dgm:chPref val="1"/>
          <dgm:dir/>
          <dgm:animOne val="branch"/>
          <dgm:animLvl val="lvl"/>
          <dgm:resizeHandles/>
        </dgm:presLayoutVars>
      </dgm:prSet>
      <dgm:spPr/>
    </dgm:pt>
    <dgm:pt modelId="{C556A99D-9B9A-4EF5-9DDD-90F8D1BAED71}" type="pres">
      <dgm:prSet presAssocID="{4DA43E22-E5D1-4EFF-8229-89BFE5C14205}" presName="hierRoot1" presStyleCnt="0">
        <dgm:presLayoutVars>
          <dgm:hierBranch val="init"/>
        </dgm:presLayoutVars>
      </dgm:prSet>
      <dgm:spPr/>
    </dgm:pt>
    <dgm:pt modelId="{4E9B7DB0-37BE-4EA2-900C-703AD7732C3E}" type="pres">
      <dgm:prSet presAssocID="{4DA43E22-E5D1-4EFF-8229-89BFE5C14205}" presName="rootComposite1" presStyleCnt="0"/>
      <dgm:spPr/>
    </dgm:pt>
    <dgm:pt modelId="{34035CD1-F042-4C68-B030-2B85E0204067}" type="pres">
      <dgm:prSet presAssocID="{4DA43E22-E5D1-4EFF-8229-89BFE5C14205}" presName="rootText1" presStyleLbl="node0" presStyleIdx="0" presStyleCnt="1">
        <dgm:presLayoutVars>
          <dgm:chPref val="3"/>
        </dgm:presLayoutVars>
      </dgm:prSet>
      <dgm:spPr/>
    </dgm:pt>
    <dgm:pt modelId="{1079A8A3-473E-4308-BA91-69844CEE4649}" type="pres">
      <dgm:prSet presAssocID="{4DA43E22-E5D1-4EFF-8229-89BFE5C14205}" presName="rootConnector1" presStyleLbl="node1" presStyleIdx="0" presStyleCnt="0"/>
      <dgm:spPr/>
    </dgm:pt>
    <dgm:pt modelId="{218C71FF-025C-46E9-BB17-CE06DA51BE53}" type="pres">
      <dgm:prSet presAssocID="{4DA43E22-E5D1-4EFF-8229-89BFE5C14205}" presName="hierChild2" presStyleCnt="0"/>
      <dgm:spPr/>
    </dgm:pt>
    <dgm:pt modelId="{F2A6A3A5-3D82-45A5-9E12-881F7136774B}" type="pres">
      <dgm:prSet presAssocID="{334FF4A2-B789-48C6-AF65-2A52BEF3D012}" presName="Name64" presStyleLbl="parChTrans1D2" presStyleIdx="0" presStyleCnt="2"/>
      <dgm:spPr/>
    </dgm:pt>
    <dgm:pt modelId="{A659D153-D48C-470C-AE38-976F38CE263A}" type="pres">
      <dgm:prSet presAssocID="{2F7D90E8-C8D5-465E-A86E-5A737D502A53}" presName="hierRoot2" presStyleCnt="0">
        <dgm:presLayoutVars>
          <dgm:hierBranch val="init"/>
        </dgm:presLayoutVars>
      </dgm:prSet>
      <dgm:spPr/>
    </dgm:pt>
    <dgm:pt modelId="{ECE7431E-16BF-4D18-8ABB-38AD2C273E34}" type="pres">
      <dgm:prSet presAssocID="{2F7D90E8-C8D5-465E-A86E-5A737D502A53}" presName="rootComposite" presStyleCnt="0"/>
      <dgm:spPr/>
    </dgm:pt>
    <dgm:pt modelId="{70851D8D-3031-43B7-9882-241C05D8D87F}" type="pres">
      <dgm:prSet presAssocID="{2F7D90E8-C8D5-465E-A86E-5A737D502A53}" presName="rootText" presStyleLbl="node2" presStyleIdx="0" presStyleCnt="2" custLinFactNeighborX="0" custLinFactNeighborY="-54532">
        <dgm:presLayoutVars>
          <dgm:chPref val="3"/>
        </dgm:presLayoutVars>
      </dgm:prSet>
      <dgm:spPr/>
    </dgm:pt>
    <dgm:pt modelId="{FB6CFDBF-DA4B-49D1-B7FE-912F7FD7AB09}" type="pres">
      <dgm:prSet presAssocID="{2F7D90E8-C8D5-465E-A86E-5A737D502A53}" presName="rootConnector" presStyleLbl="node2" presStyleIdx="0" presStyleCnt="2"/>
      <dgm:spPr/>
    </dgm:pt>
    <dgm:pt modelId="{6D8960B5-B8BF-4334-B82D-ED63E9185D0C}" type="pres">
      <dgm:prSet presAssocID="{2F7D90E8-C8D5-465E-A86E-5A737D502A53}" presName="hierChild4" presStyleCnt="0"/>
      <dgm:spPr/>
    </dgm:pt>
    <dgm:pt modelId="{70A7B3D8-DCD9-4B9D-A4A4-9B99667A56A5}" type="pres">
      <dgm:prSet presAssocID="{2F7D90E8-C8D5-465E-A86E-5A737D502A53}" presName="hierChild5" presStyleCnt="0"/>
      <dgm:spPr/>
    </dgm:pt>
    <dgm:pt modelId="{801D5345-1964-4B66-A469-57BBC9B1C640}" type="pres">
      <dgm:prSet presAssocID="{E0174929-5515-42F7-98FC-2A4B2A8C3806}" presName="Name64" presStyleLbl="parChTrans1D2" presStyleIdx="1" presStyleCnt="2"/>
      <dgm:spPr/>
    </dgm:pt>
    <dgm:pt modelId="{68128973-01E5-4409-971A-BCDB2BC43CE2}" type="pres">
      <dgm:prSet presAssocID="{421850CB-ECBC-4EC8-8037-DDAC4FACC582}" presName="hierRoot2" presStyleCnt="0">
        <dgm:presLayoutVars>
          <dgm:hierBranch val="init"/>
        </dgm:presLayoutVars>
      </dgm:prSet>
      <dgm:spPr/>
    </dgm:pt>
    <dgm:pt modelId="{26E858EB-0D73-4F72-8CA2-6EB52852E13D}" type="pres">
      <dgm:prSet presAssocID="{421850CB-ECBC-4EC8-8037-DDAC4FACC582}" presName="rootComposite" presStyleCnt="0"/>
      <dgm:spPr/>
    </dgm:pt>
    <dgm:pt modelId="{732E3C13-F8B2-457E-937C-80443CBD6457}" type="pres">
      <dgm:prSet presAssocID="{421850CB-ECBC-4EC8-8037-DDAC4FACC582}" presName="rootText" presStyleLbl="node2" presStyleIdx="1" presStyleCnt="2" custLinFactNeighborY="14618">
        <dgm:presLayoutVars>
          <dgm:chPref val="3"/>
        </dgm:presLayoutVars>
      </dgm:prSet>
      <dgm:spPr/>
    </dgm:pt>
    <dgm:pt modelId="{8EB7EF8E-5CAF-4FB4-A1D0-6F9EFCB9E087}" type="pres">
      <dgm:prSet presAssocID="{421850CB-ECBC-4EC8-8037-DDAC4FACC582}" presName="rootConnector" presStyleLbl="node2" presStyleIdx="1" presStyleCnt="2"/>
      <dgm:spPr/>
    </dgm:pt>
    <dgm:pt modelId="{1C55A0CD-23F3-4912-8D63-3D21C42EA4F8}" type="pres">
      <dgm:prSet presAssocID="{421850CB-ECBC-4EC8-8037-DDAC4FACC582}" presName="hierChild4" presStyleCnt="0"/>
      <dgm:spPr/>
    </dgm:pt>
    <dgm:pt modelId="{F1C64D9F-658F-4CB2-96AB-56CC50588F11}" type="pres">
      <dgm:prSet presAssocID="{421850CB-ECBC-4EC8-8037-DDAC4FACC582}" presName="hierChild5" presStyleCnt="0"/>
      <dgm:spPr/>
    </dgm:pt>
    <dgm:pt modelId="{97DE20C0-04F9-4DCA-B8AF-06A05C135F0A}" type="pres">
      <dgm:prSet presAssocID="{4DA43E22-E5D1-4EFF-8229-89BFE5C14205}" presName="hierChild3" presStyleCnt="0"/>
      <dgm:spPr/>
    </dgm:pt>
  </dgm:ptLst>
  <dgm:cxnLst>
    <dgm:cxn modelId="{EC86FD07-6B91-43A8-80C1-F1B8466D3CA7}" type="presOf" srcId="{2F7D90E8-C8D5-465E-A86E-5A737D502A53}" destId="{FB6CFDBF-DA4B-49D1-B7FE-912F7FD7AB09}" srcOrd="1" destOrd="0" presId="urn:microsoft.com/office/officeart/2009/3/layout/HorizontalOrganizationChart#2"/>
    <dgm:cxn modelId="{765CBD0E-1B55-438C-9148-BABF7AB0DF63}" type="presOf" srcId="{421850CB-ECBC-4EC8-8037-DDAC4FACC582}" destId="{732E3C13-F8B2-457E-937C-80443CBD6457}" srcOrd="0" destOrd="0" presId="urn:microsoft.com/office/officeart/2009/3/layout/HorizontalOrganizationChart#2"/>
    <dgm:cxn modelId="{E6B14E24-497D-4D6D-A2E5-8DF0FFBCDE37}" type="presOf" srcId="{4DA43E22-E5D1-4EFF-8229-89BFE5C14205}" destId="{1079A8A3-473E-4308-BA91-69844CEE4649}" srcOrd="1" destOrd="0" presId="urn:microsoft.com/office/officeart/2009/3/layout/HorizontalOrganizationChart#2"/>
    <dgm:cxn modelId="{D684D62F-0EE8-4BE7-98A2-3BBC217902DE}" type="presOf" srcId="{334FF4A2-B789-48C6-AF65-2A52BEF3D012}" destId="{F2A6A3A5-3D82-45A5-9E12-881F7136774B}" srcOrd="0" destOrd="0" presId="urn:microsoft.com/office/officeart/2009/3/layout/HorizontalOrganizationChart#2"/>
    <dgm:cxn modelId="{1F4D8B3D-654F-46D9-A15F-3C7B5E92707F}" srcId="{A042289F-3A93-4820-A26F-49AEFF15E06C}" destId="{4DA43E22-E5D1-4EFF-8229-89BFE5C14205}" srcOrd="0" destOrd="0" parTransId="{BDA82401-40D9-4B43-BBB5-89309841DAFE}" sibTransId="{B342A44E-E3CC-4F14-86B0-2DB62C093470}"/>
    <dgm:cxn modelId="{9080ED5F-C4AF-4687-A49C-F34888B9E18E}" type="presOf" srcId="{A042289F-3A93-4820-A26F-49AEFF15E06C}" destId="{CDBD7528-0569-442D-9574-4146CD335A95}" srcOrd="0" destOrd="0" presId="urn:microsoft.com/office/officeart/2009/3/layout/HorizontalOrganizationChart#2"/>
    <dgm:cxn modelId="{6CAD7869-7873-4824-B677-B7F1E11D2AC0}" srcId="{4DA43E22-E5D1-4EFF-8229-89BFE5C14205}" destId="{421850CB-ECBC-4EC8-8037-DDAC4FACC582}" srcOrd="1" destOrd="0" parTransId="{E0174929-5515-42F7-98FC-2A4B2A8C3806}" sibTransId="{3E03B4B7-71AE-461F-9BE7-1B1A5887DDD0}"/>
    <dgm:cxn modelId="{73349895-A592-4AE7-9A4E-B3CEA1D615FC}" type="presOf" srcId="{421850CB-ECBC-4EC8-8037-DDAC4FACC582}" destId="{8EB7EF8E-5CAF-4FB4-A1D0-6F9EFCB9E087}" srcOrd="1" destOrd="0" presId="urn:microsoft.com/office/officeart/2009/3/layout/HorizontalOrganizationChart#2"/>
    <dgm:cxn modelId="{795650B7-7978-48EF-9AFF-DACAEAADE995}" type="presOf" srcId="{4DA43E22-E5D1-4EFF-8229-89BFE5C14205}" destId="{34035CD1-F042-4C68-B030-2B85E0204067}" srcOrd="0" destOrd="0" presId="urn:microsoft.com/office/officeart/2009/3/layout/HorizontalOrganizationChart#2"/>
    <dgm:cxn modelId="{B2780FC9-A8C4-4FB7-9B60-194629D61CD6}" srcId="{4DA43E22-E5D1-4EFF-8229-89BFE5C14205}" destId="{2F7D90E8-C8D5-465E-A86E-5A737D502A53}" srcOrd="0" destOrd="0" parTransId="{334FF4A2-B789-48C6-AF65-2A52BEF3D012}" sibTransId="{9BD93CE1-0F1F-41FF-9BE1-C0B43C77946A}"/>
    <dgm:cxn modelId="{B0CCE0DB-7EA9-4B8E-ABF5-8E5AA2344A09}" type="presOf" srcId="{2F7D90E8-C8D5-465E-A86E-5A737D502A53}" destId="{70851D8D-3031-43B7-9882-241C05D8D87F}" srcOrd="0" destOrd="0" presId="urn:microsoft.com/office/officeart/2009/3/layout/HorizontalOrganizationChart#2"/>
    <dgm:cxn modelId="{62F9A8ED-5B4C-42A6-A626-AE4CA67CD2A8}" type="presOf" srcId="{E0174929-5515-42F7-98FC-2A4B2A8C3806}" destId="{801D5345-1964-4B66-A469-57BBC9B1C640}" srcOrd="0" destOrd="0" presId="urn:microsoft.com/office/officeart/2009/3/layout/HorizontalOrganizationChart#2"/>
    <dgm:cxn modelId="{4AF124D5-33BF-4EE2-BC72-40D744321FE3}" type="presParOf" srcId="{CDBD7528-0569-442D-9574-4146CD335A95}" destId="{C556A99D-9B9A-4EF5-9DDD-90F8D1BAED71}" srcOrd="0" destOrd="0" presId="urn:microsoft.com/office/officeart/2009/3/layout/HorizontalOrganizationChart#2"/>
    <dgm:cxn modelId="{9CC67546-8A1D-4571-AD94-17884BCC2F5D}" type="presParOf" srcId="{C556A99D-9B9A-4EF5-9DDD-90F8D1BAED71}" destId="{4E9B7DB0-37BE-4EA2-900C-703AD7732C3E}" srcOrd="0" destOrd="0" presId="urn:microsoft.com/office/officeart/2009/3/layout/HorizontalOrganizationChart#2"/>
    <dgm:cxn modelId="{CF26BD70-97CF-41BE-BE9E-259F1C2442D3}" type="presParOf" srcId="{4E9B7DB0-37BE-4EA2-900C-703AD7732C3E}" destId="{34035CD1-F042-4C68-B030-2B85E0204067}" srcOrd="0" destOrd="0" presId="urn:microsoft.com/office/officeart/2009/3/layout/HorizontalOrganizationChart#2"/>
    <dgm:cxn modelId="{C8B372A3-AAF4-4561-988B-DC5D171D94F6}" type="presParOf" srcId="{4E9B7DB0-37BE-4EA2-900C-703AD7732C3E}" destId="{1079A8A3-473E-4308-BA91-69844CEE4649}" srcOrd="1" destOrd="0" presId="urn:microsoft.com/office/officeart/2009/3/layout/HorizontalOrganizationChart#2"/>
    <dgm:cxn modelId="{62527EAC-0303-45FD-8111-AA6E50629334}" type="presParOf" srcId="{C556A99D-9B9A-4EF5-9DDD-90F8D1BAED71}" destId="{218C71FF-025C-46E9-BB17-CE06DA51BE53}" srcOrd="1" destOrd="0" presId="urn:microsoft.com/office/officeart/2009/3/layout/HorizontalOrganizationChart#2"/>
    <dgm:cxn modelId="{F896ED76-248E-4D90-8CBD-6DDDEDDE40F1}" type="presParOf" srcId="{218C71FF-025C-46E9-BB17-CE06DA51BE53}" destId="{F2A6A3A5-3D82-45A5-9E12-881F7136774B}" srcOrd="0" destOrd="0" presId="urn:microsoft.com/office/officeart/2009/3/layout/HorizontalOrganizationChart#2"/>
    <dgm:cxn modelId="{24DA98D7-5336-43B2-BF67-39F25A49E270}" type="presParOf" srcId="{218C71FF-025C-46E9-BB17-CE06DA51BE53}" destId="{A659D153-D48C-470C-AE38-976F38CE263A}" srcOrd="1" destOrd="0" presId="urn:microsoft.com/office/officeart/2009/3/layout/HorizontalOrganizationChart#2"/>
    <dgm:cxn modelId="{A09ECAAE-3202-446A-9025-B74A979DC8A5}" type="presParOf" srcId="{A659D153-D48C-470C-AE38-976F38CE263A}" destId="{ECE7431E-16BF-4D18-8ABB-38AD2C273E34}" srcOrd="0" destOrd="0" presId="urn:microsoft.com/office/officeart/2009/3/layout/HorizontalOrganizationChart#2"/>
    <dgm:cxn modelId="{AF66BBAC-1530-466D-A64D-C5C5468B6F85}" type="presParOf" srcId="{ECE7431E-16BF-4D18-8ABB-38AD2C273E34}" destId="{70851D8D-3031-43B7-9882-241C05D8D87F}" srcOrd="0" destOrd="0" presId="urn:microsoft.com/office/officeart/2009/3/layout/HorizontalOrganizationChart#2"/>
    <dgm:cxn modelId="{1C1E6AE0-27DA-4DAF-B1C7-DA8AC4E18CD1}" type="presParOf" srcId="{ECE7431E-16BF-4D18-8ABB-38AD2C273E34}" destId="{FB6CFDBF-DA4B-49D1-B7FE-912F7FD7AB09}" srcOrd="1" destOrd="0" presId="urn:microsoft.com/office/officeart/2009/3/layout/HorizontalOrganizationChart#2"/>
    <dgm:cxn modelId="{0A916185-7B1A-44CA-A07C-D7BBF43DE3C3}" type="presParOf" srcId="{A659D153-D48C-470C-AE38-976F38CE263A}" destId="{6D8960B5-B8BF-4334-B82D-ED63E9185D0C}" srcOrd="1" destOrd="0" presId="urn:microsoft.com/office/officeart/2009/3/layout/HorizontalOrganizationChart#2"/>
    <dgm:cxn modelId="{0BEA70FD-012B-447D-85D2-494FCE88D5CC}" type="presParOf" srcId="{A659D153-D48C-470C-AE38-976F38CE263A}" destId="{70A7B3D8-DCD9-4B9D-A4A4-9B99667A56A5}" srcOrd="2" destOrd="0" presId="urn:microsoft.com/office/officeart/2009/3/layout/HorizontalOrganizationChart#2"/>
    <dgm:cxn modelId="{164A132C-70AE-4053-85FE-622CABF5472D}" type="presParOf" srcId="{218C71FF-025C-46E9-BB17-CE06DA51BE53}" destId="{801D5345-1964-4B66-A469-57BBC9B1C640}" srcOrd="2" destOrd="0" presId="urn:microsoft.com/office/officeart/2009/3/layout/HorizontalOrganizationChart#2"/>
    <dgm:cxn modelId="{E8694EA8-B94A-463D-8532-C44BCF21F93C}" type="presParOf" srcId="{218C71FF-025C-46E9-BB17-CE06DA51BE53}" destId="{68128973-01E5-4409-971A-BCDB2BC43CE2}" srcOrd="3" destOrd="0" presId="urn:microsoft.com/office/officeart/2009/3/layout/HorizontalOrganizationChart#2"/>
    <dgm:cxn modelId="{B3C97448-DF0E-4EC0-853A-7147652F3282}" type="presParOf" srcId="{68128973-01E5-4409-971A-BCDB2BC43CE2}" destId="{26E858EB-0D73-4F72-8CA2-6EB52852E13D}" srcOrd="0" destOrd="0" presId="urn:microsoft.com/office/officeart/2009/3/layout/HorizontalOrganizationChart#2"/>
    <dgm:cxn modelId="{9439B7CA-83FD-4D8B-81DA-EC1BBF1EB8A5}" type="presParOf" srcId="{26E858EB-0D73-4F72-8CA2-6EB52852E13D}" destId="{732E3C13-F8B2-457E-937C-80443CBD6457}" srcOrd="0" destOrd="0" presId="urn:microsoft.com/office/officeart/2009/3/layout/HorizontalOrganizationChart#2"/>
    <dgm:cxn modelId="{8DA9421B-72E3-4E14-9D2E-30AFE6D9CC50}" type="presParOf" srcId="{26E858EB-0D73-4F72-8CA2-6EB52852E13D}" destId="{8EB7EF8E-5CAF-4FB4-A1D0-6F9EFCB9E087}" srcOrd="1" destOrd="0" presId="urn:microsoft.com/office/officeart/2009/3/layout/HorizontalOrganizationChart#2"/>
    <dgm:cxn modelId="{75FD30CA-3106-4524-BC2B-0283CFAABE68}" type="presParOf" srcId="{68128973-01E5-4409-971A-BCDB2BC43CE2}" destId="{1C55A0CD-23F3-4912-8D63-3D21C42EA4F8}" srcOrd="1" destOrd="0" presId="urn:microsoft.com/office/officeart/2009/3/layout/HorizontalOrganizationChart#2"/>
    <dgm:cxn modelId="{187FB8BC-A455-4F76-91FB-26A6C0B044AB}" type="presParOf" srcId="{68128973-01E5-4409-971A-BCDB2BC43CE2}" destId="{F1C64D9F-658F-4CB2-96AB-56CC50588F11}" srcOrd="2" destOrd="0" presId="urn:microsoft.com/office/officeart/2009/3/layout/HorizontalOrganizationChart#2"/>
    <dgm:cxn modelId="{8E356C7C-DFB3-4BFA-A3DE-E63D437BE200}" type="presParOf" srcId="{C556A99D-9B9A-4EF5-9DDD-90F8D1BAED71}" destId="{97DE20C0-04F9-4DCA-B8AF-06A05C135F0A}" srcOrd="2" destOrd="0" presId="urn:microsoft.com/office/officeart/2009/3/layout/HorizontalOrganizationChar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042289F-3A93-4820-A26F-49AEFF15E06C}" type="doc">
      <dgm:prSet loTypeId="urn:microsoft.com/office/officeart/2009/3/layout/HorizontalOrganizationChart#3" loCatId="hierarchy" qsTypeId="urn:microsoft.com/office/officeart/2005/8/quickstyle/simple1#3" qsCatId="simple" csTypeId="urn:microsoft.com/office/officeart/2005/8/colors/accent1_2#3" csCatId="accent1" phldr="1"/>
      <dgm:spPr/>
      <dgm:t>
        <a:bodyPr/>
        <a:lstStyle/>
        <a:p>
          <a:endParaRPr lang="zh-CN" altLang="en-US"/>
        </a:p>
      </dgm:t>
    </dgm:pt>
    <dgm:pt modelId="{4DA43E22-E5D1-4EFF-8229-89BFE5C14205}">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原生指针类型</a:t>
          </a:r>
        </a:p>
      </dgm:t>
    </dgm:pt>
    <dgm:pt modelId="{BDA82401-40D9-4B43-BBB5-89309841DAFE}" type="parTrans" cxnId="{1F4D8B3D-654F-46D9-A15F-3C7B5E92707F}">
      <dgm:prSet/>
      <dgm:spPr/>
      <dgm:t>
        <a:bodyPr/>
        <a:lstStyle/>
        <a:p>
          <a:endParaRPr lang="zh-CN" altLang="en-US" sz="1400"/>
        </a:p>
      </dgm:t>
    </dgm:pt>
    <dgm:pt modelId="{B342A44E-E3CC-4F14-86B0-2DB62C093470}" type="sibTrans" cxnId="{1F4D8B3D-654F-46D9-A15F-3C7B5E92707F}">
      <dgm:prSet/>
      <dgm:spPr/>
      <dgm:t>
        <a:bodyPr/>
        <a:lstStyle/>
        <a:p>
          <a:endParaRPr lang="zh-CN" altLang="en-US" sz="1400"/>
        </a:p>
      </dgm:t>
    </dgm:pt>
    <dgm:pt modelId="{2F7D90E8-C8D5-465E-A86E-5A737D502A53}">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方法分类</a:t>
          </a:r>
          <a:endParaRPr lang="en-US" altLang="zh-CN" sz="1400" dirty="0">
            <a:solidFill>
              <a:schemeClr val="tx1"/>
            </a:solidFill>
            <a:latin typeface="+mn-lt"/>
            <a:ea typeface="+mn-ea"/>
            <a:cs typeface="+mn-ea"/>
            <a:sym typeface="+mn-lt"/>
          </a:endParaRPr>
        </a:p>
      </dgm:t>
    </dgm:pt>
    <dgm:pt modelId="{334FF4A2-B789-48C6-AF65-2A52BEF3D012}" type="parTrans" cxnId="{B2780FC9-A8C4-4FB7-9B60-194629D61CD6}">
      <dgm:prSet/>
      <dgm:spPr/>
      <dgm:t>
        <a:bodyPr/>
        <a:lstStyle/>
        <a:p>
          <a:endParaRPr lang="zh-CN" altLang="en-US" sz="1400"/>
        </a:p>
      </dgm:t>
    </dgm:pt>
    <dgm:pt modelId="{9BD93CE1-0F1F-41FF-9BE1-C0B43C77946A}" type="sibTrans" cxnId="{B2780FC9-A8C4-4FB7-9B60-194629D61CD6}">
      <dgm:prSet/>
      <dgm:spPr/>
      <dgm:t>
        <a:bodyPr/>
        <a:lstStyle/>
        <a:p>
          <a:endParaRPr lang="zh-CN" altLang="en-US" sz="1400"/>
        </a:p>
      </dgm:t>
    </dgm:pt>
    <dgm:pt modelId="{421850CB-ECBC-4EC8-8037-DDAC4FACC582}">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关键 </a:t>
          </a:r>
          <a:r>
            <a:rPr lang="en-US" altLang="zh-CN" sz="1400" dirty="0">
              <a:solidFill>
                <a:schemeClr val="tx1"/>
              </a:solidFill>
              <a:latin typeface="+mn-lt"/>
              <a:ea typeface="+mn-ea"/>
              <a:cs typeface="+mn-ea"/>
              <a:sym typeface="+mn-lt"/>
            </a:rPr>
            <a:t>trait</a:t>
          </a:r>
        </a:p>
      </dgm:t>
    </dgm:pt>
    <dgm:pt modelId="{E0174929-5515-42F7-98FC-2A4B2A8C3806}" type="parTrans" cxnId="{6CAD7869-7873-4824-B677-B7F1E11D2AC0}">
      <dgm:prSet/>
      <dgm:spPr/>
      <dgm:t>
        <a:bodyPr/>
        <a:lstStyle/>
        <a:p>
          <a:endParaRPr lang="zh-CN" altLang="en-US" sz="1400"/>
        </a:p>
      </dgm:t>
    </dgm:pt>
    <dgm:pt modelId="{3E03B4B7-71AE-461F-9BE7-1B1A5887DDD0}" type="sibTrans" cxnId="{6CAD7869-7873-4824-B677-B7F1E11D2AC0}">
      <dgm:prSet/>
      <dgm:spPr/>
      <dgm:t>
        <a:bodyPr/>
        <a:lstStyle/>
        <a:p>
          <a:endParaRPr lang="zh-CN" altLang="en-US" sz="1400"/>
        </a:p>
      </dgm:t>
    </dgm:pt>
    <dgm:pt modelId="{B7C7E71C-B820-4AE1-91E5-A594535FE48C}">
      <dgm:prSet phldrT="[文本]" custT="1"/>
      <dgm:spPr>
        <a:solidFill>
          <a:schemeClr val="accent3">
            <a:lumMod val="40000"/>
            <a:lumOff val="60000"/>
          </a:schemeClr>
        </a:solidFill>
      </dgm:spPr>
      <dgm:t>
        <a:bodyPr/>
        <a:lstStyle/>
        <a:p>
          <a:r>
            <a:rPr lang="en-US" altLang="zh-CN" sz="1400" dirty="0">
              <a:solidFill>
                <a:schemeClr val="tx1"/>
              </a:solidFill>
              <a:latin typeface="+mn-lt"/>
              <a:ea typeface="+mn-ea"/>
              <a:cs typeface="+mn-ea"/>
              <a:sym typeface="+mn-lt"/>
            </a:rPr>
            <a:t>std::</a:t>
          </a:r>
          <a:r>
            <a:rPr lang="en-US" altLang="zh-CN" sz="1400" dirty="0" err="1">
              <a:solidFill>
                <a:schemeClr val="tx1"/>
              </a:solidFill>
              <a:latin typeface="+mn-lt"/>
              <a:ea typeface="+mn-ea"/>
              <a:cs typeface="+mn-ea"/>
              <a:sym typeface="+mn-lt"/>
            </a:rPr>
            <a:t>ptr</a:t>
          </a:r>
          <a:r>
            <a:rPr lang="en-US" altLang="zh-CN" sz="1400" dirty="0">
              <a:solidFill>
                <a:schemeClr val="tx1"/>
              </a:solidFill>
              <a:latin typeface="+mn-lt"/>
              <a:ea typeface="+mn-ea"/>
              <a:cs typeface="+mn-ea"/>
              <a:sym typeface="+mn-lt"/>
            </a:rPr>
            <a:t> </a:t>
          </a:r>
          <a:r>
            <a:rPr lang="zh-CN" altLang="en-US" sz="1400" dirty="0">
              <a:solidFill>
                <a:schemeClr val="tx1"/>
              </a:solidFill>
              <a:latin typeface="+mn-lt"/>
              <a:ea typeface="+mn-ea"/>
              <a:cs typeface="+mn-ea"/>
              <a:sym typeface="+mn-lt"/>
            </a:rPr>
            <a:t>模块</a:t>
          </a:r>
          <a:endParaRPr lang="en-US" altLang="zh-CN" sz="1400" dirty="0">
            <a:solidFill>
              <a:schemeClr val="tx1"/>
            </a:solidFill>
            <a:latin typeface="+mn-lt"/>
            <a:ea typeface="+mn-ea"/>
            <a:cs typeface="+mn-ea"/>
            <a:sym typeface="+mn-lt"/>
          </a:endParaRPr>
        </a:p>
      </dgm:t>
    </dgm:pt>
    <dgm:pt modelId="{8B1401A2-C5C7-4861-85A7-C2099345EFF4}" type="parTrans" cxnId="{7FF0B5F4-BCF8-4A2F-9E6A-66DB60E06989}">
      <dgm:prSet/>
      <dgm:spPr/>
      <dgm:t>
        <a:bodyPr/>
        <a:lstStyle/>
        <a:p>
          <a:endParaRPr lang="zh-CN" altLang="en-US" sz="1400"/>
        </a:p>
      </dgm:t>
    </dgm:pt>
    <dgm:pt modelId="{EB191046-D812-4DC9-85B6-F056221A248B}" type="sibTrans" cxnId="{7FF0B5F4-BCF8-4A2F-9E6A-66DB60E06989}">
      <dgm:prSet/>
      <dgm:spPr/>
      <dgm:t>
        <a:bodyPr/>
        <a:lstStyle/>
        <a:p>
          <a:endParaRPr lang="zh-CN" altLang="en-US" sz="1400"/>
        </a:p>
      </dgm:t>
    </dgm:pt>
    <dgm:pt modelId="{7C053BD3-CFE5-412A-A1D6-B020431B634A}">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方法分类</a:t>
          </a:r>
          <a:endParaRPr lang="en-US" altLang="zh-CN" sz="1400" dirty="0">
            <a:solidFill>
              <a:schemeClr val="tx1"/>
            </a:solidFill>
            <a:latin typeface="+mn-lt"/>
            <a:ea typeface="+mn-ea"/>
            <a:cs typeface="+mn-ea"/>
            <a:sym typeface="+mn-lt"/>
          </a:endParaRPr>
        </a:p>
      </dgm:t>
    </dgm:pt>
    <dgm:pt modelId="{308567F2-C75C-4DE7-8705-986042FD7A37}" type="parTrans" cxnId="{B25C4979-C550-482E-A467-1A58649DA445}">
      <dgm:prSet/>
      <dgm:spPr/>
      <dgm:t>
        <a:bodyPr/>
        <a:lstStyle/>
        <a:p>
          <a:endParaRPr lang="zh-CN" altLang="en-US" sz="1400"/>
        </a:p>
      </dgm:t>
    </dgm:pt>
    <dgm:pt modelId="{FD3FDF3C-8EBE-4635-A72F-1EF2AECF72CF}" type="sibTrans" cxnId="{B25C4979-C550-482E-A467-1A58649DA445}">
      <dgm:prSet/>
      <dgm:spPr/>
      <dgm:t>
        <a:bodyPr/>
        <a:lstStyle/>
        <a:p>
          <a:endParaRPr lang="zh-CN" altLang="en-US" sz="1400"/>
        </a:p>
      </dgm:t>
    </dgm:pt>
    <dgm:pt modelId="{BE2A96B5-5A5A-44D2-97CA-8B82E02E7F7A}">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关键类型</a:t>
          </a:r>
          <a:endParaRPr lang="en-US" altLang="zh-CN" sz="1400" dirty="0">
            <a:solidFill>
              <a:schemeClr val="tx1"/>
            </a:solidFill>
            <a:latin typeface="+mn-lt"/>
            <a:ea typeface="+mn-ea"/>
            <a:cs typeface="+mn-ea"/>
            <a:sym typeface="+mn-lt"/>
          </a:endParaRPr>
        </a:p>
      </dgm:t>
    </dgm:pt>
    <dgm:pt modelId="{DEC39A39-E952-4BD6-8B69-1FF9355773C9}" type="parTrans" cxnId="{85155B41-7FF2-40DC-ABA4-816D65F3CD54}">
      <dgm:prSet/>
      <dgm:spPr/>
      <dgm:t>
        <a:bodyPr/>
        <a:lstStyle/>
        <a:p>
          <a:endParaRPr lang="zh-CN" altLang="en-US" sz="1400"/>
        </a:p>
      </dgm:t>
    </dgm:pt>
    <dgm:pt modelId="{4836ECDF-95C3-481A-9D73-F783FA82BDA5}" type="sibTrans" cxnId="{85155B41-7FF2-40DC-ABA4-816D65F3CD54}">
      <dgm:prSet/>
      <dgm:spPr/>
      <dgm:t>
        <a:bodyPr/>
        <a:lstStyle/>
        <a:p>
          <a:endParaRPr lang="zh-CN" altLang="en-US" sz="1400"/>
        </a:p>
      </dgm:t>
    </dgm:pt>
    <dgm:pt modelId="{C2FBAC9B-4F0A-4110-B178-F37D27BD20A4}">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对齐访问</a:t>
          </a:r>
          <a:endParaRPr lang="en-US" altLang="zh-CN" sz="1400" dirty="0">
            <a:solidFill>
              <a:schemeClr val="tx1"/>
            </a:solidFill>
            <a:latin typeface="+mn-lt"/>
            <a:ea typeface="+mn-ea"/>
            <a:cs typeface="+mn-ea"/>
            <a:sym typeface="+mn-lt"/>
          </a:endParaRPr>
        </a:p>
      </dgm:t>
    </dgm:pt>
    <dgm:pt modelId="{97DB7049-AADE-4FEC-B26C-BF69730BA5D2}" type="parTrans" cxnId="{73AE7332-FB9E-4D6F-BAD2-914154F20EF7}">
      <dgm:prSet/>
      <dgm:spPr/>
      <dgm:t>
        <a:bodyPr/>
        <a:lstStyle/>
        <a:p>
          <a:endParaRPr lang="zh-CN" altLang="en-US" sz="1400"/>
        </a:p>
      </dgm:t>
    </dgm:pt>
    <dgm:pt modelId="{21B16C8F-80C4-4D51-B9C2-31824D5C060B}" type="sibTrans" cxnId="{73AE7332-FB9E-4D6F-BAD2-914154F20EF7}">
      <dgm:prSet/>
      <dgm:spPr/>
      <dgm:t>
        <a:bodyPr/>
        <a:lstStyle/>
        <a:p>
          <a:endParaRPr lang="zh-CN" altLang="en-US" sz="1400"/>
        </a:p>
      </dgm:t>
    </dgm:pt>
    <dgm:pt modelId="{5526B734-04F2-4697-8986-5224C7C168AC}">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分配对象</a:t>
          </a:r>
          <a:endParaRPr lang="en-US" altLang="zh-CN" sz="1400" dirty="0">
            <a:solidFill>
              <a:schemeClr val="tx1"/>
            </a:solidFill>
            <a:latin typeface="+mn-lt"/>
            <a:ea typeface="+mn-ea"/>
            <a:cs typeface="+mn-ea"/>
            <a:sym typeface="+mn-lt"/>
          </a:endParaRPr>
        </a:p>
      </dgm:t>
    </dgm:pt>
    <dgm:pt modelId="{FEDD14AA-0C04-4330-AD37-97E5D770CA14}" type="parTrans" cxnId="{2C0B5EEF-F3D4-444F-9822-DD451BD15C5C}">
      <dgm:prSet/>
      <dgm:spPr/>
      <dgm:t>
        <a:bodyPr/>
        <a:lstStyle/>
        <a:p>
          <a:endParaRPr lang="zh-CN" altLang="en-US" sz="1400"/>
        </a:p>
      </dgm:t>
    </dgm:pt>
    <dgm:pt modelId="{BDDC37CB-28E3-4531-8EBC-2618D68D27F8}" type="sibTrans" cxnId="{2C0B5EEF-F3D4-444F-9822-DD451BD15C5C}">
      <dgm:prSet/>
      <dgm:spPr/>
      <dgm:t>
        <a:bodyPr/>
        <a:lstStyle/>
        <a:p>
          <a:endParaRPr lang="zh-CN" altLang="en-US" sz="1400"/>
        </a:p>
      </dgm:t>
    </dgm:pt>
    <dgm:pt modelId="{E5A21F30-60FA-4D03-BF8D-138F7E71E1A7}">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地址转换</a:t>
          </a:r>
          <a:endParaRPr lang="en-US" altLang="zh-CN" sz="1400" dirty="0">
            <a:solidFill>
              <a:schemeClr val="tx1"/>
            </a:solidFill>
            <a:latin typeface="+mn-lt"/>
            <a:ea typeface="+mn-ea"/>
            <a:cs typeface="+mn-ea"/>
            <a:sym typeface="+mn-lt"/>
          </a:endParaRPr>
        </a:p>
      </dgm:t>
    </dgm:pt>
    <dgm:pt modelId="{5495EBD0-C8CF-4B64-B7DE-CB56BAAAF340}" type="parTrans" cxnId="{5EED2099-5070-45B1-BD3A-920C89792719}">
      <dgm:prSet/>
      <dgm:spPr/>
      <dgm:t>
        <a:bodyPr/>
        <a:lstStyle/>
        <a:p>
          <a:endParaRPr lang="zh-CN" altLang="en-US" sz="1400"/>
        </a:p>
      </dgm:t>
    </dgm:pt>
    <dgm:pt modelId="{F5873C9B-1048-4D3F-8FCE-147014304592}" type="sibTrans" cxnId="{5EED2099-5070-45B1-BD3A-920C89792719}">
      <dgm:prSet/>
      <dgm:spPr/>
      <dgm:t>
        <a:bodyPr/>
        <a:lstStyle/>
        <a:p>
          <a:endParaRPr lang="zh-CN" altLang="en-US" sz="1400"/>
        </a:p>
      </dgm:t>
    </dgm:pt>
    <dgm:pt modelId="{7699007C-E065-42B8-9BC0-1BC81177B861}">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引用转换</a:t>
          </a:r>
          <a:endParaRPr lang="en-US" altLang="zh-CN" sz="1400" dirty="0">
            <a:solidFill>
              <a:schemeClr val="tx1"/>
            </a:solidFill>
            <a:latin typeface="+mn-lt"/>
            <a:ea typeface="+mn-ea"/>
            <a:cs typeface="+mn-ea"/>
            <a:sym typeface="+mn-lt"/>
          </a:endParaRPr>
        </a:p>
      </dgm:t>
    </dgm:pt>
    <dgm:pt modelId="{24C6793A-B595-452A-8A26-08B7B23B0FF6}" type="parTrans" cxnId="{EA676DE8-17AB-4B2B-A3A4-45255576A4C5}">
      <dgm:prSet/>
      <dgm:spPr/>
      <dgm:t>
        <a:bodyPr/>
        <a:lstStyle/>
        <a:p>
          <a:endParaRPr lang="zh-CN" altLang="en-US" sz="1400"/>
        </a:p>
      </dgm:t>
    </dgm:pt>
    <dgm:pt modelId="{8AB89064-30C9-4175-B46E-87FB4CC3B2A1}" type="sibTrans" cxnId="{EA676DE8-17AB-4B2B-A3A4-45255576A4C5}">
      <dgm:prSet/>
      <dgm:spPr/>
      <dgm:t>
        <a:bodyPr/>
        <a:lstStyle/>
        <a:p>
          <a:endParaRPr lang="zh-CN" altLang="en-US" sz="1400"/>
        </a:p>
      </dgm:t>
    </dgm:pt>
    <dgm:pt modelId="{884DF40D-13A2-4624-9AEB-4CB573BBB830}">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数据拷贝与析构</a:t>
          </a:r>
          <a:endParaRPr lang="en-US" altLang="zh-CN" sz="1400" dirty="0">
            <a:solidFill>
              <a:schemeClr val="tx1"/>
            </a:solidFill>
            <a:latin typeface="+mn-lt"/>
            <a:ea typeface="+mn-ea"/>
            <a:cs typeface="+mn-ea"/>
            <a:sym typeface="+mn-lt"/>
          </a:endParaRPr>
        </a:p>
      </dgm:t>
    </dgm:pt>
    <dgm:pt modelId="{CD0890AB-15FD-417F-8403-1198137CE985}" type="parTrans" cxnId="{BD9F0691-E76B-4723-9531-CFED781BB99C}">
      <dgm:prSet/>
      <dgm:spPr/>
      <dgm:t>
        <a:bodyPr/>
        <a:lstStyle/>
        <a:p>
          <a:endParaRPr lang="zh-CN" altLang="en-US" sz="1400"/>
        </a:p>
      </dgm:t>
    </dgm:pt>
    <dgm:pt modelId="{4FDD3B84-6FE6-4967-BE8C-1C08CD6C5934}" type="sibTrans" cxnId="{BD9F0691-E76B-4723-9531-CFED781BB99C}">
      <dgm:prSet/>
      <dgm:spPr/>
      <dgm:t>
        <a:bodyPr/>
        <a:lstStyle/>
        <a:p>
          <a:endParaRPr lang="zh-CN" altLang="en-US" sz="1400"/>
        </a:p>
      </dgm:t>
    </dgm:pt>
    <dgm:pt modelId="{0CD42E75-7609-43CA-845A-DC7AE8EC7B95}">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位掩码</a:t>
          </a:r>
          <a:endParaRPr lang="en-US" altLang="zh-CN" sz="1400" dirty="0">
            <a:solidFill>
              <a:schemeClr val="tx1"/>
            </a:solidFill>
            <a:latin typeface="+mn-lt"/>
            <a:ea typeface="+mn-ea"/>
            <a:cs typeface="+mn-ea"/>
            <a:sym typeface="+mn-lt"/>
          </a:endParaRPr>
        </a:p>
      </dgm:t>
    </dgm:pt>
    <dgm:pt modelId="{D9CF520C-3D31-48AC-A1DF-02525D391459}" type="parTrans" cxnId="{2AFC3906-69AD-430A-9041-A1F8C9FD5904}">
      <dgm:prSet/>
      <dgm:spPr/>
      <dgm:t>
        <a:bodyPr/>
        <a:lstStyle/>
        <a:p>
          <a:endParaRPr lang="zh-CN" altLang="en-US" sz="1400"/>
        </a:p>
      </dgm:t>
    </dgm:pt>
    <dgm:pt modelId="{83455B98-30E4-4DBE-A432-961EAEE374D9}" type="sibTrans" cxnId="{2AFC3906-69AD-430A-9041-A1F8C9FD5904}">
      <dgm:prSet/>
      <dgm:spPr/>
      <dgm:t>
        <a:bodyPr/>
        <a:lstStyle/>
        <a:p>
          <a:endParaRPr lang="zh-CN" altLang="en-US" sz="1400"/>
        </a:p>
      </dgm:t>
    </dgm:pt>
    <dgm:pt modelId="{1C5BBAE2-E1A2-4E0E-976C-2E3CFC9DD872}">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读写</a:t>
          </a:r>
          <a:endParaRPr lang="en-US" altLang="zh-CN" sz="1400" dirty="0">
            <a:solidFill>
              <a:schemeClr val="tx1"/>
            </a:solidFill>
            <a:latin typeface="+mn-lt"/>
            <a:ea typeface="+mn-ea"/>
            <a:cs typeface="+mn-ea"/>
            <a:sym typeface="+mn-lt"/>
          </a:endParaRPr>
        </a:p>
      </dgm:t>
    </dgm:pt>
    <dgm:pt modelId="{672CB174-1E3B-4DA7-9792-568B4B78AFE7}" type="parTrans" cxnId="{6F64B993-65EF-451C-B70D-7538308B1DE6}">
      <dgm:prSet/>
      <dgm:spPr/>
      <dgm:t>
        <a:bodyPr/>
        <a:lstStyle/>
        <a:p>
          <a:endParaRPr lang="zh-CN" altLang="en-US" sz="1400"/>
        </a:p>
      </dgm:t>
    </dgm:pt>
    <dgm:pt modelId="{D29D3BC9-D2EB-42B6-AD0F-390FD8508C83}" type="sibTrans" cxnId="{6F64B993-65EF-451C-B70D-7538308B1DE6}">
      <dgm:prSet/>
      <dgm:spPr/>
      <dgm:t>
        <a:bodyPr/>
        <a:lstStyle/>
        <a:p>
          <a:endParaRPr lang="zh-CN" altLang="en-US" sz="1400"/>
        </a:p>
      </dgm:t>
    </dgm:pt>
    <dgm:pt modelId="{79437E30-370D-4E7C-99D8-F598FC464386}">
      <dgm:prSet phldrT="[文本]" custT="1"/>
      <dgm:spPr>
        <a:solidFill>
          <a:schemeClr val="accent3">
            <a:lumMod val="40000"/>
            <a:lumOff val="60000"/>
          </a:schemeClr>
        </a:solidFill>
      </dgm:spPr>
      <dgm:t>
        <a:bodyPr/>
        <a:lstStyle/>
        <a:p>
          <a:r>
            <a:rPr lang="zh-CN" altLang="en-US" sz="1400" dirty="0">
              <a:solidFill>
                <a:schemeClr val="tx1"/>
              </a:solidFill>
              <a:latin typeface="+mn-lt"/>
              <a:ea typeface="+mn-ea"/>
              <a:cs typeface="+mn-ea"/>
              <a:sym typeface="+mn-lt"/>
            </a:rPr>
            <a:t>位置计算</a:t>
          </a:r>
          <a:endParaRPr lang="en-US" altLang="zh-CN" sz="1400" dirty="0">
            <a:solidFill>
              <a:schemeClr val="tx1"/>
            </a:solidFill>
            <a:latin typeface="+mn-lt"/>
            <a:ea typeface="+mn-ea"/>
            <a:cs typeface="+mn-ea"/>
            <a:sym typeface="+mn-lt"/>
          </a:endParaRPr>
        </a:p>
      </dgm:t>
    </dgm:pt>
    <dgm:pt modelId="{A6A8DCE0-8314-4583-9F0E-32334D13CEDE}" type="parTrans" cxnId="{C59AF601-8082-4841-8BFB-B8ADAB1A4C78}">
      <dgm:prSet/>
      <dgm:spPr/>
      <dgm:t>
        <a:bodyPr/>
        <a:lstStyle/>
        <a:p>
          <a:endParaRPr lang="zh-CN" altLang="en-US" sz="1400"/>
        </a:p>
      </dgm:t>
    </dgm:pt>
    <dgm:pt modelId="{2B6242E7-B9B4-456E-B76F-0C43FDE5774D}" type="sibTrans" cxnId="{C59AF601-8082-4841-8BFB-B8ADAB1A4C78}">
      <dgm:prSet/>
      <dgm:spPr/>
      <dgm:t>
        <a:bodyPr/>
        <a:lstStyle/>
        <a:p>
          <a:endParaRPr lang="zh-CN" altLang="en-US" sz="1400"/>
        </a:p>
      </dgm:t>
    </dgm:pt>
    <dgm:pt modelId="{3717618A-DE3C-4802-A15F-CFEFF19130C6}">
      <dgm:prSet phldrT="[文本]" custT="1"/>
      <dgm:spPr>
        <a:solidFill>
          <a:schemeClr val="accent3">
            <a:lumMod val="40000"/>
            <a:lumOff val="60000"/>
          </a:schemeClr>
        </a:solidFill>
      </dgm:spPr>
      <dgm:t>
        <a:bodyPr/>
        <a:lstStyle/>
        <a:p>
          <a:r>
            <a:rPr lang="en-US" altLang="zh-CN" sz="1400" dirty="0">
              <a:solidFill>
                <a:schemeClr val="tx1"/>
              </a:solidFill>
              <a:latin typeface="+mn-lt"/>
              <a:ea typeface="+mn-ea"/>
              <a:cs typeface="+mn-ea"/>
              <a:sym typeface="+mn-lt"/>
            </a:rPr>
            <a:t>Copy</a:t>
          </a:r>
        </a:p>
      </dgm:t>
    </dgm:pt>
    <dgm:pt modelId="{321D4ABB-CC8D-45A7-A7D5-6D55FB68292C}" type="parTrans" cxnId="{25C2FF72-AA5F-43AA-8A2F-77C39146C757}">
      <dgm:prSet/>
      <dgm:spPr/>
      <dgm:t>
        <a:bodyPr/>
        <a:lstStyle/>
        <a:p>
          <a:endParaRPr lang="zh-CN" altLang="en-US" sz="1400"/>
        </a:p>
      </dgm:t>
    </dgm:pt>
    <dgm:pt modelId="{BAF14354-DC5E-4EF7-9714-261A78B2E64B}" type="sibTrans" cxnId="{25C2FF72-AA5F-43AA-8A2F-77C39146C757}">
      <dgm:prSet/>
      <dgm:spPr/>
      <dgm:t>
        <a:bodyPr/>
        <a:lstStyle/>
        <a:p>
          <a:endParaRPr lang="zh-CN" altLang="en-US" sz="1400"/>
        </a:p>
      </dgm:t>
    </dgm:pt>
    <dgm:pt modelId="{3D46E305-9F4D-4B72-9057-75900FDCEC71}">
      <dgm:prSet phldrT="[文本]" custT="1"/>
      <dgm:spPr>
        <a:solidFill>
          <a:schemeClr val="accent3">
            <a:lumMod val="40000"/>
            <a:lumOff val="60000"/>
          </a:schemeClr>
        </a:solidFill>
      </dgm:spPr>
      <dgm:t>
        <a:bodyPr/>
        <a:lstStyle/>
        <a:p>
          <a:r>
            <a:rPr lang="en-US" altLang="zh-CN" sz="1400" dirty="0">
              <a:solidFill>
                <a:schemeClr val="tx1"/>
              </a:solidFill>
              <a:latin typeface="+mn-lt"/>
              <a:ea typeface="+mn-ea"/>
              <a:cs typeface="+mn-ea"/>
              <a:sym typeface="+mn-lt"/>
            </a:rPr>
            <a:t>!Send/ !Sync</a:t>
          </a:r>
        </a:p>
      </dgm:t>
    </dgm:pt>
    <dgm:pt modelId="{C8222B90-04D2-43E6-9B2F-F9EF1B0EB9C3}" type="parTrans" cxnId="{D436DE7F-A050-4484-B6BC-250D502D1B11}">
      <dgm:prSet/>
      <dgm:spPr/>
      <dgm:t>
        <a:bodyPr/>
        <a:lstStyle/>
        <a:p>
          <a:endParaRPr lang="zh-CN" altLang="en-US" sz="1400"/>
        </a:p>
      </dgm:t>
    </dgm:pt>
    <dgm:pt modelId="{BEBFAA0D-1B6F-4703-A12F-22EA801F0E2F}" type="sibTrans" cxnId="{D436DE7F-A050-4484-B6BC-250D502D1B11}">
      <dgm:prSet/>
      <dgm:spPr/>
      <dgm:t>
        <a:bodyPr/>
        <a:lstStyle/>
        <a:p>
          <a:endParaRPr lang="zh-CN" altLang="en-US" sz="1400"/>
        </a:p>
      </dgm:t>
    </dgm:pt>
    <dgm:pt modelId="{7231E0E1-F2A9-42FF-9C6F-128865C7BAD4}">
      <dgm:prSet phldrT="[文本]" custT="1"/>
      <dgm:spPr>
        <a:solidFill>
          <a:schemeClr val="accent3">
            <a:lumMod val="40000"/>
            <a:lumOff val="60000"/>
          </a:schemeClr>
        </a:solidFill>
      </dgm:spPr>
      <dgm:t>
        <a:bodyPr/>
        <a:lstStyle/>
        <a:p>
          <a:r>
            <a:rPr lang="en-US" altLang="zh-CN" sz="1400" dirty="0">
              <a:solidFill>
                <a:schemeClr val="tx1"/>
              </a:solidFill>
              <a:latin typeface="+mn-lt"/>
              <a:ea typeface="+mn-ea"/>
              <a:cs typeface="+mn-ea"/>
              <a:sym typeface="+mn-lt"/>
            </a:rPr>
            <a:t>replace/swap</a:t>
          </a:r>
        </a:p>
      </dgm:t>
    </dgm:pt>
    <dgm:pt modelId="{368ABABD-4548-4A49-B034-71520C14B675}" type="parTrans" cxnId="{C623D92A-6AA6-467B-AB24-977D9692D84C}">
      <dgm:prSet/>
      <dgm:spPr/>
      <dgm:t>
        <a:bodyPr/>
        <a:lstStyle/>
        <a:p>
          <a:endParaRPr lang="zh-CN" altLang="en-US" sz="1400"/>
        </a:p>
      </dgm:t>
    </dgm:pt>
    <dgm:pt modelId="{F4BF237F-DC66-4891-BD1B-3A17C4973EE2}" type="sibTrans" cxnId="{C623D92A-6AA6-467B-AB24-977D9692D84C}">
      <dgm:prSet/>
      <dgm:spPr/>
      <dgm:t>
        <a:bodyPr/>
        <a:lstStyle/>
        <a:p>
          <a:endParaRPr lang="zh-CN" altLang="en-US" sz="1400"/>
        </a:p>
      </dgm:t>
    </dgm:pt>
    <dgm:pt modelId="{C4FDA68A-E242-404C-8358-D812B77ED4F1}">
      <dgm:prSet phldrT="[文本]" custT="1"/>
      <dgm:spPr>
        <a:solidFill>
          <a:schemeClr val="accent3">
            <a:lumMod val="40000"/>
            <a:lumOff val="60000"/>
          </a:schemeClr>
        </a:solidFill>
      </dgm:spPr>
      <dgm:t>
        <a:bodyPr/>
        <a:lstStyle/>
        <a:p>
          <a:r>
            <a:rPr lang="en-US" altLang="zh-CN" sz="1400" dirty="0">
              <a:solidFill>
                <a:schemeClr val="tx1"/>
              </a:solidFill>
              <a:latin typeface="+mn-lt"/>
              <a:ea typeface="+mn-ea"/>
              <a:cs typeface="+mn-ea"/>
              <a:sym typeface="+mn-lt"/>
            </a:rPr>
            <a:t>copy/</a:t>
          </a:r>
          <a:r>
            <a:rPr lang="en-US" altLang="zh-CN" sz="1400" dirty="0" err="1">
              <a:solidFill>
                <a:schemeClr val="tx1"/>
              </a:solidFill>
              <a:latin typeface="+mn-lt"/>
              <a:ea typeface="+mn-ea"/>
              <a:cs typeface="+mn-ea"/>
              <a:sym typeface="+mn-lt"/>
            </a:rPr>
            <a:t>copy_nonoverlapping</a:t>
          </a:r>
          <a:endParaRPr lang="en-US" altLang="zh-CN" sz="1400" dirty="0">
            <a:solidFill>
              <a:schemeClr val="tx1"/>
            </a:solidFill>
            <a:latin typeface="+mn-lt"/>
            <a:ea typeface="+mn-ea"/>
            <a:cs typeface="+mn-ea"/>
            <a:sym typeface="+mn-lt"/>
          </a:endParaRPr>
        </a:p>
      </dgm:t>
    </dgm:pt>
    <dgm:pt modelId="{A2B08E3D-1177-4093-8ADC-C651939622C9}" type="parTrans" cxnId="{DBD0ED96-3AFD-4818-B6AF-123753886C49}">
      <dgm:prSet/>
      <dgm:spPr/>
      <dgm:t>
        <a:bodyPr/>
        <a:lstStyle/>
        <a:p>
          <a:endParaRPr lang="zh-CN" altLang="en-US" sz="1400"/>
        </a:p>
      </dgm:t>
    </dgm:pt>
    <dgm:pt modelId="{27171EA9-9E56-435A-958D-F3788441D536}" type="sibTrans" cxnId="{DBD0ED96-3AFD-4818-B6AF-123753886C49}">
      <dgm:prSet/>
      <dgm:spPr/>
      <dgm:t>
        <a:bodyPr/>
        <a:lstStyle/>
        <a:p>
          <a:endParaRPr lang="zh-CN" altLang="en-US" sz="1400"/>
        </a:p>
      </dgm:t>
    </dgm:pt>
    <dgm:pt modelId="{D35E7D1A-1880-4DB1-A80C-2CCD589FD399}">
      <dgm:prSet phldrT="[文本]" custT="1"/>
      <dgm:spPr>
        <a:solidFill>
          <a:schemeClr val="accent3">
            <a:lumMod val="40000"/>
            <a:lumOff val="60000"/>
          </a:schemeClr>
        </a:solidFill>
      </dgm:spPr>
      <dgm:t>
        <a:bodyPr/>
        <a:lstStyle/>
        <a:p>
          <a:r>
            <a:rPr lang="en-US" altLang="zh-CN" sz="1400" dirty="0" err="1">
              <a:solidFill>
                <a:schemeClr val="tx1"/>
              </a:solidFill>
              <a:latin typeface="+mn-lt"/>
              <a:ea typeface="+mn-ea"/>
              <a:cs typeface="+mn-ea"/>
              <a:sym typeface="+mn-lt"/>
            </a:rPr>
            <a:t>slice_from_raw_parts</a:t>
          </a:r>
          <a:endParaRPr lang="en-US" altLang="zh-CN" sz="1400" dirty="0">
            <a:solidFill>
              <a:schemeClr val="tx1"/>
            </a:solidFill>
            <a:latin typeface="+mn-lt"/>
            <a:ea typeface="+mn-ea"/>
            <a:cs typeface="+mn-ea"/>
            <a:sym typeface="+mn-lt"/>
          </a:endParaRPr>
        </a:p>
      </dgm:t>
    </dgm:pt>
    <dgm:pt modelId="{A5339616-FDFE-45F4-BB36-1778185964FB}" type="parTrans" cxnId="{CEB50623-1F28-4A3E-B919-B5DA931B6276}">
      <dgm:prSet/>
      <dgm:spPr/>
      <dgm:t>
        <a:bodyPr/>
        <a:lstStyle/>
        <a:p>
          <a:endParaRPr lang="zh-CN" altLang="en-US" sz="1400"/>
        </a:p>
      </dgm:t>
    </dgm:pt>
    <dgm:pt modelId="{8AF547E4-88E9-490D-AF50-7FAA3ED5E4F2}" type="sibTrans" cxnId="{CEB50623-1F28-4A3E-B919-B5DA931B6276}">
      <dgm:prSet/>
      <dgm:spPr/>
      <dgm:t>
        <a:bodyPr/>
        <a:lstStyle/>
        <a:p>
          <a:endParaRPr lang="zh-CN" altLang="en-US" sz="1400"/>
        </a:p>
      </dgm:t>
    </dgm:pt>
    <dgm:pt modelId="{9F1D4332-581E-4FA2-AC76-D9EF8A3D1666}">
      <dgm:prSet phldrT="[文本]" custT="1"/>
      <dgm:spPr>
        <a:solidFill>
          <a:schemeClr val="accent3">
            <a:lumMod val="40000"/>
            <a:lumOff val="60000"/>
          </a:schemeClr>
        </a:solidFill>
      </dgm:spPr>
      <dgm:t>
        <a:bodyPr/>
        <a:lstStyle/>
        <a:p>
          <a:r>
            <a:rPr lang="en-US" altLang="zh-CN" sz="1400" dirty="0" err="1">
              <a:solidFill>
                <a:schemeClr val="tx1"/>
              </a:solidFill>
              <a:latin typeface="+mn-lt"/>
              <a:ea typeface="+mn-ea"/>
              <a:cs typeface="+mn-ea"/>
              <a:sym typeface="+mn-lt"/>
            </a:rPr>
            <a:t>NonNull</a:t>
          </a:r>
          <a:endParaRPr lang="en-US" altLang="zh-CN" sz="1400" dirty="0">
            <a:solidFill>
              <a:schemeClr val="tx1"/>
            </a:solidFill>
            <a:latin typeface="+mn-lt"/>
            <a:ea typeface="+mn-ea"/>
            <a:cs typeface="+mn-ea"/>
            <a:sym typeface="+mn-lt"/>
          </a:endParaRPr>
        </a:p>
      </dgm:t>
    </dgm:pt>
    <dgm:pt modelId="{AC4BDD22-5F89-41D7-9FDE-41AA7F1C5AF3}" type="parTrans" cxnId="{CA9E1E52-0CC8-417D-8E70-6F57335F51A2}">
      <dgm:prSet/>
      <dgm:spPr/>
      <dgm:t>
        <a:bodyPr/>
        <a:lstStyle/>
        <a:p>
          <a:endParaRPr lang="zh-CN" altLang="en-US" sz="1400"/>
        </a:p>
      </dgm:t>
    </dgm:pt>
    <dgm:pt modelId="{F71CF6F4-D9A2-4B25-A6F5-B19C34CA201F}" type="sibTrans" cxnId="{CA9E1E52-0CC8-417D-8E70-6F57335F51A2}">
      <dgm:prSet/>
      <dgm:spPr/>
      <dgm:t>
        <a:bodyPr/>
        <a:lstStyle/>
        <a:p>
          <a:endParaRPr lang="zh-CN" altLang="en-US" sz="1400"/>
        </a:p>
      </dgm:t>
    </dgm:pt>
    <dgm:pt modelId="{CDBD7528-0569-442D-9574-4146CD335A95}" type="pres">
      <dgm:prSet presAssocID="{A042289F-3A93-4820-A26F-49AEFF15E06C}" presName="hierChild1" presStyleCnt="0">
        <dgm:presLayoutVars>
          <dgm:orgChart val="1"/>
          <dgm:chPref val="1"/>
          <dgm:dir/>
          <dgm:animOne val="branch"/>
          <dgm:animLvl val="lvl"/>
          <dgm:resizeHandles/>
        </dgm:presLayoutVars>
      </dgm:prSet>
      <dgm:spPr/>
    </dgm:pt>
    <dgm:pt modelId="{C556A99D-9B9A-4EF5-9DDD-90F8D1BAED71}" type="pres">
      <dgm:prSet presAssocID="{4DA43E22-E5D1-4EFF-8229-89BFE5C14205}" presName="hierRoot1" presStyleCnt="0">
        <dgm:presLayoutVars>
          <dgm:hierBranch val="init"/>
        </dgm:presLayoutVars>
      </dgm:prSet>
      <dgm:spPr/>
    </dgm:pt>
    <dgm:pt modelId="{4E9B7DB0-37BE-4EA2-900C-703AD7732C3E}" type="pres">
      <dgm:prSet presAssocID="{4DA43E22-E5D1-4EFF-8229-89BFE5C14205}" presName="rootComposite1" presStyleCnt="0"/>
      <dgm:spPr/>
    </dgm:pt>
    <dgm:pt modelId="{34035CD1-F042-4C68-B030-2B85E0204067}" type="pres">
      <dgm:prSet presAssocID="{4DA43E22-E5D1-4EFF-8229-89BFE5C14205}" presName="rootText1" presStyleLbl="node0" presStyleIdx="0" presStyleCnt="2" custScaleX="145975">
        <dgm:presLayoutVars>
          <dgm:chPref val="3"/>
        </dgm:presLayoutVars>
      </dgm:prSet>
      <dgm:spPr/>
    </dgm:pt>
    <dgm:pt modelId="{1079A8A3-473E-4308-BA91-69844CEE4649}" type="pres">
      <dgm:prSet presAssocID="{4DA43E22-E5D1-4EFF-8229-89BFE5C14205}" presName="rootConnector1" presStyleLbl="node1" presStyleIdx="0" presStyleCnt="0"/>
      <dgm:spPr/>
    </dgm:pt>
    <dgm:pt modelId="{218C71FF-025C-46E9-BB17-CE06DA51BE53}" type="pres">
      <dgm:prSet presAssocID="{4DA43E22-E5D1-4EFF-8229-89BFE5C14205}" presName="hierChild2" presStyleCnt="0"/>
      <dgm:spPr/>
    </dgm:pt>
    <dgm:pt modelId="{F2A6A3A5-3D82-45A5-9E12-881F7136774B}" type="pres">
      <dgm:prSet presAssocID="{334FF4A2-B789-48C6-AF65-2A52BEF3D012}" presName="Name64" presStyleLbl="parChTrans1D2" presStyleIdx="0" presStyleCnt="4"/>
      <dgm:spPr/>
    </dgm:pt>
    <dgm:pt modelId="{A659D153-D48C-470C-AE38-976F38CE263A}" type="pres">
      <dgm:prSet presAssocID="{2F7D90E8-C8D5-465E-A86E-5A737D502A53}" presName="hierRoot2" presStyleCnt="0">
        <dgm:presLayoutVars>
          <dgm:hierBranch val="init"/>
        </dgm:presLayoutVars>
      </dgm:prSet>
      <dgm:spPr/>
    </dgm:pt>
    <dgm:pt modelId="{ECE7431E-16BF-4D18-8ABB-38AD2C273E34}" type="pres">
      <dgm:prSet presAssocID="{2F7D90E8-C8D5-465E-A86E-5A737D502A53}" presName="rootComposite" presStyleCnt="0"/>
      <dgm:spPr/>
    </dgm:pt>
    <dgm:pt modelId="{70851D8D-3031-43B7-9882-241C05D8D87F}" type="pres">
      <dgm:prSet presAssocID="{2F7D90E8-C8D5-465E-A86E-5A737D502A53}" presName="rootText" presStyleLbl="node2" presStyleIdx="0" presStyleCnt="4" custLinFactNeighborX="0" custLinFactNeighborY="-54532">
        <dgm:presLayoutVars>
          <dgm:chPref val="3"/>
        </dgm:presLayoutVars>
      </dgm:prSet>
      <dgm:spPr/>
    </dgm:pt>
    <dgm:pt modelId="{FB6CFDBF-DA4B-49D1-B7FE-912F7FD7AB09}" type="pres">
      <dgm:prSet presAssocID="{2F7D90E8-C8D5-465E-A86E-5A737D502A53}" presName="rootConnector" presStyleLbl="node2" presStyleIdx="0" presStyleCnt="4"/>
      <dgm:spPr/>
    </dgm:pt>
    <dgm:pt modelId="{6D8960B5-B8BF-4334-B82D-ED63E9185D0C}" type="pres">
      <dgm:prSet presAssocID="{2F7D90E8-C8D5-465E-A86E-5A737D502A53}" presName="hierChild4" presStyleCnt="0"/>
      <dgm:spPr/>
    </dgm:pt>
    <dgm:pt modelId="{BCBA9919-46BA-4535-8415-2AC6B4AA13BA}" type="pres">
      <dgm:prSet presAssocID="{97DB7049-AADE-4FEC-B26C-BF69730BA5D2}" presName="Name64" presStyleLbl="parChTrans1D3" presStyleIdx="0" presStyleCnt="14"/>
      <dgm:spPr/>
    </dgm:pt>
    <dgm:pt modelId="{3DC968E4-377E-4251-B5FB-0F938B6419DE}" type="pres">
      <dgm:prSet presAssocID="{C2FBAC9B-4F0A-4110-B178-F37D27BD20A4}" presName="hierRoot2" presStyleCnt="0">
        <dgm:presLayoutVars>
          <dgm:hierBranch val="init"/>
        </dgm:presLayoutVars>
      </dgm:prSet>
      <dgm:spPr/>
    </dgm:pt>
    <dgm:pt modelId="{7FAF74A9-D336-4304-9AEB-AD9DFC28E0BA}" type="pres">
      <dgm:prSet presAssocID="{C2FBAC9B-4F0A-4110-B178-F37D27BD20A4}" presName="rootComposite" presStyleCnt="0"/>
      <dgm:spPr/>
    </dgm:pt>
    <dgm:pt modelId="{74BDB11B-C194-42A6-BCFE-B4CCBA0B3FFE}" type="pres">
      <dgm:prSet presAssocID="{C2FBAC9B-4F0A-4110-B178-F37D27BD20A4}" presName="rootText" presStyleLbl="node3" presStyleIdx="0" presStyleCnt="14">
        <dgm:presLayoutVars>
          <dgm:chPref val="3"/>
        </dgm:presLayoutVars>
      </dgm:prSet>
      <dgm:spPr/>
    </dgm:pt>
    <dgm:pt modelId="{1DF4C822-7FEB-49D3-A1A4-08203B38F910}" type="pres">
      <dgm:prSet presAssocID="{C2FBAC9B-4F0A-4110-B178-F37D27BD20A4}" presName="rootConnector" presStyleLbl="node3" presStyleIdx="0" presStyleCnt="14"/>
      <dgm:spPr/>
    </dgm:pt>
    <dgm:pt modelId="{D81457B6-FEDF-4AAB-80B9-B4C780877160}" type="pres">
      <dgm:prSet presAssocID="{C2FBAC9B-4F0A-4110-B178-F37D27BD20A4}" presName="hierChild4" presStyleCnt="0"/>
      <dgm:spPr/>
    </dgm:pt>
    <dgm:pt modelId="{DCB73A75-F78E-40B2-9593-60213FA32EDB}" type="pres">
      <dgm:prSet presAssocID="{C2FBAC9B-4F0A-4110-B178-F37D27BD20A4}" presName="hierChild5" presStyleCnt="0"/>
      <dgm:spPr/>
    </dgm:pt>
    <dgm:pt modelId="{756D7E9E-9C7C-48D3-90AB-06489838A69B}" type="pres">
      <dgm:prSet presAssocID="{FEDD14AA-0C04-4330-AD37-97E5D770CA14}" presName="Name64" presStyleLbl="parChTrans1D3" presStyleIdx="1" presStyleCnt="14"/>
      <dgm:spPr/>
    </dgm:pt>
    <dgm:pt modelId="{EB3C6F8E-0AC9-4D96-84F8-AAE6FB2DFD05}" type="pres">
      <dgm:prSet presAssocID="{5526B734-04F2-4697-8986-5224C7C168AC}" presName="hierRoot2" presStyleCnt="0">
        <dgm:presLayoutVars>
          <dgm:hierBranch val="init"/>
        </dgm:presLayoutVars>
      </dgm:prSet>
      <dgm:spPr/>
    </dgm:pt>
    <dgm:pt modelId="{7D4B5FB2-A4C4-4674-91C8-DFADF3904ADD}" type="pres">
      <dgm:prSet presAssocID="{5526B734-04F2-4697-8986-5224C7C168AC}" presName="rootComposite" presStyleCnt="0"/>
      <dgm:spPr/>
    </dgm:pt>
    <dgm:pt modelId="{C346D18F-BBAE-456D-9A57-E6D1E2D68325}" type="pres">
      <dgm:prSet presAssocID="{5526B734-04F2-4697-8986-5224C7C168AC}" presName="rootText" presStyleLbl="node3" presStyleIdx="1" presStyleCnt="14">
        <dgm:presLayoutVars>
          <dgm:chPref val="3"/>
        </dgm:presLayoutVars>
      </dgm:prSet>
      <dgm:spPr/>
    </dgm:pt>
    <dgm:pt modelId="{54DBC911-B0C8-4673-AA3D-AEBEA62F69F0}" type="pres">
      <dgm:prSet presAssocID="{5526B734-04F2-4697-8986-5224C7C168AC}" presName="rootConnector" presStyleLbl="node3" presStyleIdx="1" presStyleCnt="14"/>
      <dgm:spPr/>
    </dgm:pt>
    <dgm:pt modelId="{64061E9E-F1F1-48D3-8853-F9E2FB0A74B6}" type="pres">
      <dgm:prSet presAssocID="{5526B734-04F2-4697-8986-5224C7C168AC}" presName="hierChild4" presStyleCnt="0"/>
      <dgm:spPr/>
    </dgm:pt>
    <dgm:pt modelId="{43BC147D-9AF2-41D8-92A6-4C46BE253033}" type="pres">
      <dgm:prSet presAssocID="{5526B734-04F2-4697-8986-5224C7C168AC}" presName="hierChild5" presStyleCnt="0"/>
      <dgm:spPr/>
    </dgm:pt>
    <dgm:pt modelId="{74E3F29A-A3B1-4DBB-812B-57737DA5CE59}" type="pres">
      <dgm:prSet presAssocID="{5495EBD0-C8CF-4B64-B7DE-CB56BAAAF340}" presName="Name64" presStyleLbl="parChTrans1D3" presStyleIdx="2" presStyleCnt="14"/>
      <dgm:spPr/>
    </dgm:pt>
    <dgm:pt modelId="{76193B56-26C5-4BC2-823D-27DC4FFFD691}" type="pres">
      <dgm:prSet presAssocID="{E5A21F30-60FA-4D03-BF8D-138F7E71E1A7}" presName="hierRoot2" presStyleCnt="0">
        <dgm:presLayoutVars>
          <dgm:hierBranch val="init"/>
        </dgm:presLayoutVars>
      </dgm:prSet>
      <dgm:spPr/>
    </dgm:pt>
    <dgm:pt modelId="{F18DCF1A-65EC-418B-8A5A-45626AC968D4}" type="pres">
      <dgm:prSet presAssocID="{E5A21F30-60FA-4D03-BF8D-138F7E71E1A7}" presName="rootComposite" presStyleCnt="0"/>
      <dgm:spPr/>
    </dgm:pt>
    <dgm:pt modelId="{B3B8F7A8-00B2-4D7E-904B-9A3C0B7E66F1}" type="pres">
      <dgm:prSet presAssocID="{E5A21F30-60FA-4D03-BF8D-138F7E71E1A7}" presName="rootText" presStyleLbl="node3" presStyleIdx="2" presStyleCnt="14">
        <dgm:presLayoutVars>
          <dgm:chPref val="3"/>
        </dgm:presLayoutVars>
      </dgm:prSet>
      <dgm:spPr/>
    </dgm:pt>
    <dgm:pt modelId="{4A13668C-D177-4FB0-9B9F-71EFDCD57A08}" type="pres">
      <dgm:prSet presAssocID="{E5A21F30-60FA-4D03-BF8D-138F7E71E1A7}" presName="rootConnector" presStyleLbl="node3" presStyleIdx="2" presStyleCnt="14"/>
      <dgm:spPr/>
    </dgm:pt>
    <dgm:pt modelId="{1E06F893-BE5A-453F-B3C9-479E40659651}" type="pres">
      <dgm:prSet presAssocID="{E5A21F30-60FA-4D03-BF8D-138F7E71E1A7}" presName="hierChild4" presStyleCnt="0"/>
      <dgm:spPr/>
    </dgm:pt>
    <dgm:pt modelId="{E5538156-2B70-4EF4-A92B-E0E22D4D78BA}" type="pres">
      <dgm:prSet presAssocID="{E5A21F30-60FA-4D03-BF8D-138F7E71E1A7}" presName="hierChild5" presStyleCnt="0"/>
      <dgm:spPr/>
    </dgm:pt>
    <dgm:pt modelId="{790A9C2C-D92F-4CA5-96F9-10D30A399DD9}" type="pres">
      <dgm:prSet presAssocID="{24C6793A-B595-452A-8A26-08B7B23B0FF6}" presName="Name64" presStyleLbl="parChTrans1D3" presStyleIdx="3" presStyleCnt="14"/>
      <dgm:spPr/>
    </dgm:pt>
    <dgm:pt modelId="{283100C5-1421-4606-9FB1-0C59E7AE490F}" type="pres">
      <dgm:prSet presAssocID="{7699007C-E065-42B8-9BC0-1BC81177B861}" presName="hierRoot2" presStyleCnt="0">
        <dgm:presLayoutVars>
          <dgm:hierBranch val="init"/>
        </dgm:presLayoutVars>
      </dgm:prSet>
      <dgm:spPr/>
    </dgm:pt>
    <dgm:pt modelId="{22B02857-10DB-4274-AB47-C69FB1E8EEBA}" type="pres">
      <dgm:prSet presAssocID="{7699007C-E065-42B8-9BC0-1BC81177B861}" presName="rootComposite" presStyleCnt="0"/>
      <dgm:spPr/>
    </dgm:pt>
    <dgm:pt modelId="{1B6804E9-75F9-46F6-B8C4-3E748FBF148E}" type="pres">
      <dgm:prSet presAssocID="{7699007C-E065-42B8-9BC0-1BC81177B861}" presName="rootText" presStyleLbl="node3" presStyleIdx="3" presStyleCnt="14">
        <dgm:presLayoutVars>
          <dgm:chPref val="3"/>
        </dgm:presLayoutVars>
      </dgm:prSet>
      <dgm:spPr/>
    </dgm:pt>
    <dgm:pt modelId="{6111902B-8095-4EC0-AE41-3181496E593E}" type="pres">
      <dgm:prSet presAssocID="{7699007C-E065-42B8-9BC0-1BC81177B861}" presName="rootConnector" presStyleLbl="node3" presStyleIdx="3" presStyleCnt="14"/>
      <dgm:spPr/>
    </dgm:pt>
    <dgm:pt modelId="{E72FFB51-22D2-451C-929F-F1C369F92DEA}" type="pres">
      <dgm:prSet presAssocID="{7699007C-E065-42B8-9BC0-1BC81177B861}" presName="hierChild4" presStyleCnt="0"/>
      <dgm:spPr/>
    </dgm:pt>
    <dgm:pt modelId="{1862AF92-DE65-4872-825E-32B6B1C70F2E}" type="pres">
      <dgm:prSet presAssocID="{7699007C-E065-42B8-9BC0-1BC81177B861}" presName="hierChild5" presStyleCnt="0"/>
      <dgm:spPr/>
    </dgm:pt>
    <dgm:pt modelId="{B55B7814-2F32-4A83-A164-7FA12A5B14A4}" type="pres">
      <dgm:prSet presAssocID="{CD0890AB-15FD-417F-8403-1198137CE985}" presName="Name64" presStyleLbl="parChTrans1D3" presStyleIdx="4" presStyleCnt="14"/>
      <dgm:spPr/>
    </dgm:pt>
    <dgm:pt modelId="{B479BF94-6963-4FA7-AD5D-4AC971FD6682}" type="pres">
      <dgm:prSet presAssocID="{884DF40D-13A2-4624-9AEB-4CB573BBB830}" presName="hierRoot2" presStyleCnt="0">
        <dgm:presLayoutVars>
          <dgm:hierBranch val="init"/>
        </dgm:presLayoutVars>
      </dgm:prSet>
      <dgm:spPr/>
    </dgm:pt>
    <dgm:pt modelId="{A3C63F43-A999-48C4-95D2-62A9D321D71C}" type="pres">
      <dgm:prSet presAssocID="{884DF40D-13A2-4624-9AEB-4CB573BBB830}" presName="rootComposite" presStyleCnt="0"/>
      <dgm:spPr/>
    </dgm:pt>
    <dgm:pt modelId="{F1244CEC-125B-43B7-B03A-9CEEDDF3396A}" type="pres">
      <dgm:prSet presAssocID="{884DF40D-13A2-4624-9AEB-4CB573BBB830}" presName="rootText" presStyleLbl="node3" presStyleIdx="4" presStyleCnt="14" custScaleX="168093">
        <dgm:presLayoutVars>
          <dgm:chPref val="3"/>
        </dgm:presLayoutVars>
      </dgm:prSet>
      <dgm:spPr/>
    </dgm:pt>
    <dgm:pt modelId="{EACAF58D-12EA-4684-8D70-8931868A2BB4}" type="pres">
      <dgm:prSet presAssocID="{884DF40D-13A2-4624-9AEB-4CB573BBB830}" presName="rootConnector" presStyleLbl="node3" presStyleIdx="4" presStyleCnt="14"/>
      <dgm:spPr/>
    </dgm:pt>
    <dgm:pt modelId="{DB911942-4EE7-445C-A934-EE2539689DAB}" type="pres">
      <dgm:prSet presAssocID="{884DF40D-13A2-4624-9AEB-4CB573BBB830}" presName="hierChild4" presStyleCnt="0"/>
      <dgm:spPr/>
    </dgm:pt>
    <dgm:pt modelId="{8151B739-E9AB-499C-A8A3-9DC994FF033D}" type="pres">
      <dgm:prSet presAssocID="{884DF40D-13A2-4624-9AEB-4CB573BBB830}" presName="hierChild5" presStyleCnt="0"/>
      <dgm:spPr/>
    </dgm:pt>
    <dgm:pt modelId="{023D1B27-1697-401D-8EF2-15FA437B0D73}" type="pres">
      <dgm:prSet presAssocID="{D9CF520C-3D31-48AC-A1DF-02525D391459}" presName="Name64" presStyleLbl="parChTrans1D3" presStyleIdx="5" presStyleCnt="14"/>
      <dgm:spPr/>
    </dgm:pt>
    <dgm:pt modelId="{AB73FEC4-8775-412A-8948-FE0342000D42}" type="pres">
      <dgm:prSet presAssocID="{0CD42E75-7609-43CA-845A-DC7AE8EC7B95}" presName="hierRoot2" presStyleCnt="0">
        <dgm:presLayoutVars>
          <dgm:hierBranch val="init"/>
        </dgm:presLayoutVars>
      </dgm:prSet>
      <dgm:spPr/>
    </dgm:pt>
    <dgm:pt modelId="{048D7BE2-236D-483A-BC0E-EB53242ECE3A}" type="pres">
      <dgm:prSet presAssocID="{0CD42E75-7609-43CA-845A-DC7AE8EC7B95}" presName="rootComposite" presStyleCnt="0"/>
      <dgm:spPr/>
    </dgm:pt>
    <dgm:pt modelId="{A4AE33C9-7BC7-41E8-857C-527E9325CC25}" type="pres">
      <dgm:prSet presAssocID="{0CD42E75-7609-43CA-845A-DC7AE8EC7B95}" presName="rootText" presStyleLbl="node3" presStyleIdx="5" presStyleCnt="14">
        <dgm:presLayoutVars>
          <dgm:chPref val="3"/>
        </dgm:presLayoutVars>
      </dgm:prSet>
      <dgm:spPr/>
    </dgm:pt>
    <dgm:pt modelId="{F61EB80F-B81E-4EFA-B94A-51A9DB9AA799}" type="pres">
      <dgm:prSet presAssocID="{0CD42E75-7609-43CA-845A-DC7AE8EC7B95}" presName="rootConnector" presStyleLbl="node3" presStyleIdx="5" presStyleCnt="14"/>
      <dgm:spPr/>
    </dgm:pt>
    <dgm:pt modelId="{0EB54AA2-02B9-4A7A-AC0F-21C365A9C2AF}" type="pres">
      <dgm:prSet presAssocID="{0CD42E75-7609-43CA-845A-DC7AE8EC7B95}" presName="hierChild4" presStyleCnt="0"/>
      <dgm:spPr/>
    </dgm:pt>
    <dgm:pt modelId="{09923040-48A3-4414-BE84-42BA76DBD8AE}" type="pres">
      <dgm:prSet presAssocID="{0CD42E75-7609-43CA-845A-DC7AE8EC7B95}" presName="hierChild5" presStyleCnt="0"/>
      <dgm:spPr/>
    </dgm:pt>
    <dgm:pt modelId="{A1FF6773-AAD0-4762-8796-EB6A3E60293F}" type="pres">
      <dgm:prSet presAssocID="{672CB174-1E3B-4DA7-9792-568B4B78AFE7}" presName="Name64" presStyleLbl="parChTrans1D3" presStyleIdx="6" presStyleCnt="14"/>
      <dgm:spPr/>
    </dgm:pt>
    <dgm:pt modelId="{E9BAC3C6-1233-4052-AEA5-8101C8FCA81E}" type="pres">
      <dgm:prSet presAssocID="{1C5BBAE2-E1A2-4E0E-976C-2E3CFC9DD872}" presName="hierRoot2" presStyleCnt="0">
        <dgm:presLayoutVars>
          <dgm:hierBranch val="init"/>
        </dgm:presLayoutVars>
      </dgm:prSet>
      <dgm:spPr/>
    </dgm:pt>
    <dgm:pt modelId="{2B9D1E37-AEDD-4EAC-AF87-D73F8DB9F1D7}" type="pres">
      <dgm:prSet presAssocID="{1C5BBAE2-E1A2-4E0E-976C-2E3CFC9DD872}" presName="rootComposite" presStyleCnt="0"/>
      <dgm:spPr/>
    </dgm:pt>
    <dgm:pt modelId="{032B5E81-481D-4C3B-BDAB-A68833EA0B89}" type="pres">
      <dgm:prSet presAssocID="{1C5BBAE2-E1A2-4E0E-976C-2E3CFC9DD872}" presName="rootText" presStyleLbl="node3" presStyleIdx="6" presStyleCnt="14">
        <dgm:presLayoutVars>
          <dgm:chPref val="3"/>
        </dgm:presLayoutVars>
      </dgm:prSet>
      <dgm:spPr/>
    </dgm:pt>
    <dgm:pt modelId="{9D7126B2-8206-4A9B-94D5-ADCEE7CDAF06}" type="pres">
      <dgm:prSet presAssocID="{1C5BBAE2-E1A2-4E0E-976C-2E3CFC9DD872}" presName="rootConnector" presStyleLbl="node3" presStyleIdx="6" presStyleCnt="14"/>
      <dgm:spPr/>
    </dgm:pt>
    <dgm:pt modelId="{42A5A408-A563-4F06-BDDA-0EC0C31DC40D}" type="pres">
      <dgm:prSet presAssocID="{1C5BBAE2-E1A2-4E0E-976C-2E3CFC9DD872}" presName="hierChild4" presStyleCnt="0"/>
      <dgm:spPr/>
    </dgm:pt>
    <dgm:pt modelId="{EA13C490-2EB4-4954-9F91-E14648504D3A}" type="pres">
      <dgm:prSet presAssocID="{1C5BBAE2-E1A2-4E0E-976C-2E3CFC9DD872}" presName="hierChild5" presStyleCnt="0"/>
      <dgm:spPr/>
    </dgm:pt>
    <dgm:pt modelId="{C595EAA2-DE8C-46BC-A36C-A554B50E4EB8}" type="pres">
      <dgm:prSet presAssocID="{A6A8DCE0-8314-4583-9F0E-32334D13CEDE}" presName="Name64" presStyleLbl="parChTrans1D3" presStyleIdx="7" presStyleCnt="14"/>
      <dgm:spPr/>
    </dgm:pt>
    <dgm:pt modelId="{6CA1A4FE-9B76-480D-9CC7-97DDA2C86B8F}" type="pres">
      <dgm:prSet presAssocID="{79437E30-370D-4E7C-99D8-F598FC464386}" presName="hierRoot2" presStyleCnt="0">
        <dgm:presLayoutVars>
          <dgm:hierBranch val="init"/>
        </dgm:presLayoutVars>
      </dgm:prSet>
      <dgm:spPr/>
    </dgm:pt>
    <dgm:pt modelId="{7B46B211-921E-4C10-921E-6CEF0F53FE20}" type="pres">
      <dgm:prSet presAssocID="{79437E30-370D-4E7C-99D8-F598FC464386}" presName="rootComposite" presStyleCnt="0"/>
      <dgm:spPr/>
    </dgm:pt>
    <dgm:pt modelId="{43FFD952-41CF-4CDD-9197-268A1273A292}" type="pres">
      <dgm:prSet presAssocID="{79437E30-370D-4E7C-99D8-F598FC464386}" presName="rootText" presStyleLbl="node3" presStyleIdx="7" presStyleCnt="14">
        <dgm:presLayoutVars>
          <dgm:chPref val="3"/>
        </dgm:presLayoutVars>
      </dgm:prSet>
      <dgm:spPr/>
    </dgm:pt>
    <dgm:pt modelId="{FD131B03-AA64-42CB-9ECD-B3BA95B3DC5C}" type="pres">
      <dgm:prSet presAssocID="{79437E30-370D-4E7C-99D8-F598FC464386}" presName="rootConnector" presStyleLbl="node3" presStyleIdx="7" presStyleCnt="14"/>
      <dgm:spPr/>
    </dgm:pt>
    <dgm:pt modelId="{1D917797-228D-4E4B-B029-A1161CC7C7C3}" type="pres">
      <dgm:prSet presAssocID="{79437E30-370D-4E7C-99D8-F598FC464386}" presName="hierChild4" presStyleCnt="0"/>
      <dgm:spPr/>
    </dgm:pt>
    <dgm:pt modelId="{51608281-17AD-4539-8C1B-B6A7374256B7}" type="pres">
      <dgm:prSet presAssocID="{79437E30-370D-4E7C-99D8-F598FC464386}" presName="hierChild5" presStyleCnt="0"/>
      <dgm:spPr/>
    </dgm:pt>
    <dgm:pt modelId="{70A7B3D8-DCD9-4B9D-A4A4-9B99667A56A5}" type="pres">
      <dgm:prSet presAssocID="{2F7D90E8-C8D5-465E-A86E-5A737D502A53}" presName="hierChild5" presStyleCnt="0"/>
      <dgm:spPr/>
    </dgm:pt>
    <dgm:pt modelId="{801D5345-1964-4B66-A469-57BBC9B1C640}" type="pres">
      <dgm:prSet presAssocID="{E0174929-5515-42F7-98FC-2A4B2A8C3806}" presName="Name64" presStyleLbl="parChTrans1D2" presStyleIdx="1" presStyleCnt="4"/>
      <dgm:spPr/>
    </dgm:pt>
    <dgm:pt modelId="{68128973-01E5-4409-971A-BCDB2BC43CE2}" type="pres">
      <dgm:prSet presAssocID="{421850CB-ECBC-4EC8-8037-DDAC4FACC582}" presName="hierRoot2" presStyleCnt="0">
        <dgm:presLayoutVars>
          <dgm:hierBranch val="init"/>
        </dgm:presLayoutVars>
      </dgm:prSet>
      <dgm:spPr/>
    </dgm:pt>
    <dgm:pt modelId="{26E858EB-0D73-4F72-8CA2-6EB52852E13D}" type="pres">
      <dgm:prSet presAssocID="{421850CB-ECBC-4EC8-8037-DDAC4FACC582}" presName="rootComposite" presStyleCnt="0"/>
      <dgm:spPr/>
    </dgm:pt>
    <dgm:pt modelId="{732E3C13-F8B2-457E-937C-80443CBD6457}" type="pres">
      <dgm:prSet presAssocID="{421850CB-ECBC-4EC8-8037-DDAC4FACC582}" presName="rootText" presStyleLbl="node2" presStyleIdx="1" presStyleCnt="4" custLinFactNeighborY="14618">
        <dgm:presLayoutVars>
          <dgm:chPref val="3"/>
        </dgm:presLayoutVars>
      </dgm:prSet>
      <dgm:spPr/>
    </dgm:pt>
    <dgm:pt modelId="{8EB7EF8E-5CAF-4FB4-A1D0-6F9EFCB9E087}" type="pres">
      <dgm:prSet presAssocID="{421850CB-ECBC-4EC8-8037-DDAC4FACC582}" presName="rootConnector" presStyleLbl="node2" presStyleIdx="1" presStyleCnt="4"/>
      <dgm:spPr/>
    </dgm:pt>
    <dgm:pt modelId="{1C55A0CD-23F3-4912-8D63-3D21C42EA4F8}" type="pres">
      <dgm:prSet presAssocID="{421850CB-ECBC-4EC8-8037-DDAC4FACC582}" presName="hierChild4" presStyleCnt="0"/>
      <dgm:spPr/>
    </dgm:pt>
    <dgm:pt modelId="{934C852E-66DB-4F58-A12C-ABCB65D871A0}" type="pres">
      <dgm:prSet presAssocID="{321D4ABB-CC8D-45A7-A7D5-6D55FB68292C}" presName="Name64" presStyleLbl="parChTrans1D3" presStyleIdx="8" presStyleCnt="14"/>
      <dgm:spPr/>
    </dgm:pt>
    <dgm:pt modelId="{616A317A-654A-4D6E-B195-13D9A7214287}" type="pres">
      <dgm:prSet presAssocID="{3717618A-DE3C-4802-A15F-CFEFF19130C6}" presName="hierRoot2" presStyleCnt="0">
        <dgm:presLayoutVars>
          <dgm:hierBranch val="init"/>
        </dgm:presLayoutVars>
      </dgm:prSet>
      <dgm:spPr/>
    </dgm:pt>
    <dgm:pt modelId="{9C64001A-2534-45A7-89C5-86810F023CA6}" type="pres">
      <dgm:prSet presAssocID="{3717618A-DE3C-4802-A15F-CFEFF19130C6}" presName="rootComposite" presStyleCnt="0"/>
      <dgm:spPr/>
    </dgm:pt>
    <dgm:pt modelId="{AC61FF1A-4E05-42BA-A483-086901D84447}" type="pres">
      <dgm:prSet presAssocID="{3717618A-DE3C-4802-A15F-CFEFF19130C6}" presName="rootText" presStyleLbl="node3" presStyleIdx="8" presStyleCnt="14">
        <dgm:presLayoutVars>
          <dgm:chPref val="3"/>
        </dgm:presLayoutVars>
      </dgm:prSet>
      <dgm:spPr/>
    </dgm:pt>
    <dgm:pt modelId="{05375515-F03C-44EF-8530-C5ADF5C3459E}" type="pres">
      <dgm:prSet presAssocID="{3717618A-DE3C-4802-A15F-CFEFF19130C6}" presName="rootConnector" presStyleLbl="node3" presStyleIdx="8" presStyleCnt="14"/>
      <dgm:spPr/>
    </dgm:pt>
    <dgm:pt modelId="{CBC21825-225B-4A36-94C6-44FE52D26D7E}" type="pres">
      <dgm:prSet presAssocID="{3717618A-DE3C-4802-A15F-CFEFF19130C6}" presName="hierChild4" presStyleCnt="0"/>
      <dgm:spPr/>
    </dgm:pt>
    <dgm:pt modelId="{EBF4923E-72D5-4B86-9F2E-1B804D506A23}" type="pres">
      <dgm:prSet presAssocID="{3717618A-DE3C-4802-A15F-CFEFF19130C6}" presName="hierChild5" presStyleCnt="0"/>
      <dgm:spPr/>
    </dgm:pt>
    <dgm:pt modelId="{B6CD1AE2-9D69-4158-97F2-8E1B8610C2CE}" type="pres">
      <dgm:prSet presAssocID="{C8222B90-04D2-43E6-9B2F-F9EF1B0EB9C3}" presName="Name64" presStyleLbl="parChTrans1D3" presStyleIdx="9" presStyleCnt="14"/>
      <dgm:spPr/>
    </dgm:pt>
    <dgm:pt modelId="{B89D2366-01AA-4BBD-A07D-CEE127117928}" type="pres">
      <dgm:prSet presAssocID="{3D46E305-9F4D-4B72-9057-75900FDCEC71}" presName="hierRoot2" presStyleCnt="0">
        <dgm:presLayoutVars>
          <dgm:hierBranch val="init"/>
        </dgm:presLayoutVars>
      </dgm:prSet>
      <dgm:spPr/>
    </dgm:pt>
    <dgm:pt modelId="{E8B875D8-59BC-497B-B275-077768087F23}" type="pres">
      <dgm:prSet presAssocID="{3D46E305-9F4D-4B72-9057-75900FDCEC71}" presName="rootComposite" presStyleCnt="0"/>
      <dgm:spPr/>
    </dgm:pt>
    <dgm:pt modelId="{57ABFE60-079B-4F7D-BFE7-9D40B371BCA7}" type="pres">
      <dgm:prSet presAssocID="{3D46E305-9F4D-4B72-9057-75900FDCEC71}" presName="rootText" presStyleLbl="node3" presStyleIdx="9" presStyleCnt="14" custScaleX="142621">
        <dgm:presLayoutVars>
          <dgm:chPref val="3"/>
        </dgm:presLayoutVars>
      </dgm:prSet>
      <dgm:spPr/>
    </dgm:pt>
    <dgm:pt modelId="{8FC1C7B5-4CBC-48D0-94AF-7DF45047B4BF}" type="pres">
      <dgm:prSet presAssocID="{3D46E305-9F4D-4B72-9057-75900FDCEC71}" presName="rootConnector" presStyleLbl="node3" presStyleIdx="9" presStyleCnt="14"/>
      <dgm:spPr/>
    </dgm:pt>
    <dgm:pt modelId="{5D1245A9-44C3-4579-B7F4-20CC9CFC5435}" type="pres">
      <dgm:prSet presAssocID="{3D46E305-9F4D-4B72-9057-75900FDCEC71}" presName="hierChild4" presStyleCnt="0"/>
      <dgm:spPr/>
    </dgm:pt>
    <dgm:pt modelId="{8CFAA7A6-2D9B-4C6F-B97F-5E18332FE00E}" type="pres">
      <dgm:prSet presAssocID="{3D46E305-9F4D-4B72-9057-75900FDCEC71}" presName="hierChild5" presStyleCnt="0"/>
      <dgm:spPr/>
    </dgm:pt>
    <dgm:pt modelId="{F1C64D9F-658F-4CB2-96AB-56CC50588F11}" type="pres">
      <dgm:prSet presAssocID="{421850CB-ECBC-4EC8-8037-DDAC4FACC582}" presName="hierChild5" presStyleCnt="0"/>
      <dgm:spPr/>
    </dgm:pt>
    <dgm:pt modelId="{97DE20C0-04F9-4DCA-B8AF-06A05C135F0A}" type="pres">
      <dgm:prSet presAssocID="{4DA43E22-E5D1-4EFF-8229-89BFE5C14205}" presName="hierChild3" presStyleCnt="0"/>
      <dgm:spPr/>
    </dgm:pt>
    <dgm:pt modelId="{6D0A8F91-9F4B-468E-9896-F745563B4E15}" type="pres">
      <dgm:prSet presAssocID="{B7C7E71C-B820-4AE1-91E5-A594535FE48C}" presName="hierRoot1" presStyleCnt="0">
        <dgm:presLayoutVars>
          <dgm:hierBranch val="init"/>
        </dgm:presLayoutVars>
      </dgm:prSet>
      <dgm:spPr/>
    </dgm:pt>
    <dgm:pt modelId="{67F8ACAE-61A7-4F4E-AF7B-BAB6710332B3}" type="pres">
      <dgm:prSet presAssocID="{B7C7E71C-B820-4AE1-91E5-A594535FE48C}" presName="rootComposite1" presStyleCnt="0"/>
      <dgm:spPr/>
    </dgm:pt>
    <dgm:pt modelId="{6954C804-0D4A-47D8-BAC7-9F84B08DA549}" type="pres">
      <dgm:prSet presAssocID="{B7C7E71C-B820-4AE1-91E5-A594535FE48C}" presName="rootText1" presStyleLbl="node0" presStyleIdx="1" presStyleCnt="2" custScaleX="141718">
        <dgm:presLayoutVars>
          <dgm:chPref val="3"/>
        </dgm:presLayoutVars>
      </dgm:prSet>
      <dgm:spPr/>
    </dgm:pt>
    <dgm:pt modelId="{CBB2979F-ED9E-4A49-A720-6AD3674EB2DB}" type="pres">
      <dgm:prSet presAssocID="{B7C7E71C-B820-4AE1-91E5-A594535FE48C}" presName="rootConnector1" presStyleLbl="node1" presStyleIdx="0" presStyleCnt="0"/>
      <dgm:spPr/>
    </dgm:pt>
    <dgm:pt modelId="{769B0069-A62D-4CB8-B0C7-7C6EFC9061AD}" type="pres">
      <dgm:prSet presAssocID="{B7C7E71C-B820-4AE1-91E5-A594535FE48C}" presName="hierChild2" presStyleCnt="0"/>
      <dgm:spPr/>
    </dgm:pt>
    <dgm:pt modelId="{ED962702-7BD0-4F18-B99E-D74AA52A620E}" type="pres">
      <dgm:prSet presAssocID="{308567F2-C75C-4DE7-8705-986042FD7A37}" presName="Name64" presStyleLbl="parChTrans1D2" presStyleIdx="2" presStyleCnt="4"/>
      <dgm:spPr/>
    </dgm:pt>
    <dgm:pt modelId="{A02E0E39-834B-4D58-A10F-6532023FC6D7}" type="pres">
      <dgm:prSet presAssocID="{7C053BD3-CFE5-412A-A1D6-B020431B634A}" presName="hierRoot2" presStyleCnt="0">
        <dgm:presLayoutVars>
          <dgm:hierBranch val="init"/>
        </dgm:presLayoutVars>
      </dgm:prSet>
      <dgm:spPr/>
    </dgm:pt>
    <dgm:pt modelId="{C9B33101-55A2-441A-A6C0-D02B80189379}" type="pres">
      <dgm:prSet presAssocID="{7C053BD3-CFE5-412A-A1D6-B020431B634A}" presName="rootComposite" presStyleCnt="0"/>
      <dgm:spPr/>
    </dgm:pt>
    <dgm:pt modelId="{2A3093AB-61FF-4860-8F22-B4FBD5330123}" type="pres">
      <dgm:prSet presAssocID="{7C053BD3-CFE5-412A-A1D6-B020431B634A}" presName="rootText" presStyleLbl="node2" presStyleIdx="2" presStyleCnt="4">
        <dgm:presLayoutVars>
          <dgm:chPref val="3"/>
        </dgm:presLayoutVars>
      </dgm:prSet>
      <dgm:spPr/>
    </dgm:pt>
    <dgm:pt modelId="{75F7220A-1802-4303-8DF2-39415572EF2F}" type="pres">
      <dgm:prSet presAssocID="{7C053BD3-CFE5-412A-A1D6-B020431B634A}" presName="rootConnector" presStyleLbl="node2" presStyleIdx="2" presStyleCnt="4"/>
      <dgm:spPr/>
    </dgm:pt>
    <dgm:pt modelId="{E891FE43-3DD9-4828-B1BB-D459D537C885}" type="pres">
      <dgm:prSet presAssocID="{7C053BD3-CFE5-412A-A1D6-B020431B634A}" presName="hierChild4" presStyleCnt="0"/>
      <dgm:spPr/>
    </dgm:pt>
    <dgm:pt modelId="{289CC6DB-C907-4B66-B0B9-9502828A239C}" type="pres">
      <dgm:prSet presAssocID="{368ABABD-4548-4A49-B034-71520C14B675}" presName="Name64" presStyleLbl="parChTrans1D3" presStyleIdx="10" presStyleCnt="14"/>
      <dgm:spPr/>
    </dgm:pt>
    <dgm:pt modelId="{21A4F450-2309-451F-82E3-4FF5491B0E10}" type="pres">
      <dgm:prSet presAssocID="{7231E0E1-F2A9-42FF-9C6F-128865C7BAD4}" presName="hierRoot2" presStyleCnt="0">
        <dgm:presLayoutVars>
          <dgm:hierBranch val="init"/>
        </dgm:presLayoutVars>
      </dgm:prSet>
      <dgm:spPr/>
    </dgm:pt>
    <dgm:pt modelId="{9A1B7851-3703-43F1-92AB-008D82412F8A}" type="pres">
      <dgm:prSet presAssocID="{7231E0E1-F2A9-42FF-9C6F-128865C7BAD4}" presName="rootComposite" presStyleCnt="0"/>
      <dgm:spPr/>
    </dgm:pt>
    <dgm:pt modelId="{F81CC281-84D7-472C-A1D6-58E04FC5A941}" type="pres">
      <dgm:prSet presAssocID="{7231E0E1-F2A9-42FF-9C6F-128865C7BAD4}" presName="rootText" presStyleLbl="node3" presStyleIdx="10" presStyleCnt="14" custScaleX="149958">
        <dgm:presLayoutVars>
          <dgm:chPref val="3"/>
        </dgm:presLayoutVars>
      </dgm:prSet>
      <dgm:spPr/>
    </dgm:pt>
    <dgm:pt modelId="{4C16BA1F-5E02-4086-B4C2-E7ADD9CC7BE7}" type="pres">
      <dgm:prSet presAssocID="{7231E0E1-F2A9-42FF-9C6F-128865C7BAD4}" presName="rootConnector" presStyleLbl="node3" presStyleIdx="10" presStyleCnt="14"/>
      <dgm:spPr/>
    </dgm:pt>
    <dgm:pt modelId="{34E046C6-F74C-4C29-9C4A-F6F5E91A5BD8}" type="pres">
      <dgm:prSet presAssocID="{7231E0E1-F2A9-42FF-9C6F-128865C7BAD4}" presName="hierChild4" presStyleCnt="0"/>
      <dgm:spPr/>
    </dgm:pt>
    <dgm:pt modelId="{3BF0DA7C-6ABB-4654-AAEA-A92A640B5A3D}" type="pres">
      <dgm:prSet presAssocID="{7231E0E1-F2A9-42FF-9C6F-128865C7BAD4}" presName="hierChild5" presStyleCnt="0"/>
      <dgm:spPr/>
    </dgm:pt>
    <dgm:pt modelId="{64607420-74ED-4E00-A971-CFB291DBEF96}" type="pres">
      <dgm:prSet presAssocID="{A2B08E3D-1177-4093-8ADC-C651939622C9}" presName="Name64" presStyleLbl="parChTrans1D3" presStyleIdx="11" presStyleCnt="14"/>
      <dgm:spPr/>
    </dgm:pt>
    <dgm:pt modelId="{834B3E8B-E4FB-4AF9-8575-12254CA14AA0}" type="pres">
      <dgm:prSet presAssocID="{C4FDA68A-E242-404C-8358-D812B77ED4F1}" presName="hierRoot2" presStyleCnt="0">
        <dgm:presLayoutVars>
          <dgm:hierBranch val="init"/>
        </dgm:presLayoutVars>
      </dgm:prSet>
      <dgm:spPr/>
    </dgm:pt>
    <dgm:pt modelId="{1956E07C-BBD2-4854-A443-B3D7F078D9BF}" type="pres">
      <dgm:prSet presAssocID="{C4FDA68A-E242-404C-8358-D812B77ED4F1}" presName="rootComposite" presStyleCnt="0"/>
      <dgm:spPr/>
    </dgm:pt>
    <dgm:pt modelId="{71ADDBB6-8D23-4DE7-B0A7-A822746E0B0F}" type="pres">
      <dgm:prSet presAssocID="{C4FDA68A-E242-404C-8358-D812B77ED4F1}" presName="rootText" presStyleLbl="node3" presStyleIdx="11" presStyleCnt="14" custScaleX="288157">
        <dgm:presLayoutVars>
          <dgm:chPref val="3"/>
        </dgm:presLayoutVars>
      </dgm:prSet>
      <dgm:spPr/>
    </dgm:pt>
    <dgm:pt modelId="{FEAFD8F3-1BAE-41C5-AD17-A85866BF0913}" type="pres">
      <dgm:prSet presAssocID="{C4FDA68A-E242-404C-8358-D812B77ED4F1}" presName="rootConnector" presStyleLbl="node3" presStyleIdx="11" presStyleCnt="14"/>
      <dgm:spPr/>
    </dgm:pt>
    <dgm:pt modelId="{22B1F729-1B39-442F-9D45-596C37AB9AEF}" type="pres">
      <dgm:prSet presAssocID="{C4FDA68A-E242-404C-8358-D812B77ED4F1}" presName="hierChild4" presStyleCnt="0"/>
      <dgm:spPr/>
    </dgm:pt>
    <dgm:pt modelId="{5088E2D1-15FB-4E64-B827-612704522019}" type="pres">
      <dgm:prSet presAssocID="{C4FDA68A-E242-404C-8358-D812B77ED4F1}" presName="hierChild5" presStyleCnt="0"/>
      <dgm:spPr/>
    </dgm:pt>
    <dgm:pt modelId="{C7AF8F16-045D-4F77-9CD3-F5BDD7AB180D}" type="pres">
      <dgm:prSet presAssocID="{A5339616-FDFE-45F4-BB36-1778185964FB}" presName="Name64" presStyleLbl="parChTrans1D3" presStyleIdx="12" presStyleCnt="14"/>
      <dgm:spPr/>
    </dgm:pt>
    <dgm:pt modelId="{1A6DB6A3-56D0-4FDB-BE53-D9D0BD89C6D1}" type="pres">
      <dgm:prSet presAssocID="{D35E7D1A-1880-4DB1-A80C-2CCD589FD399}" presName="hierRoot2" presStyleCnt="0">
        <dgm:presLayoutVars>
          <dgm:hierBranch val="init"/>
        </dgm:presLayoutVars>
      </dgm:prSet>
      <dgm:spPr/>
    </dgm:pt>
    <dgm:pt modelId="{522B22F6-AEA7-4942-8908-05AA4AD6F237}" type="pres">
      <dgm:prSet presAssocID="{D35E7D1A-1880-4DB1-A80C-2CCD589FD399}" presName="rootComposite" presStyleCnt="0"/>
      <dgm:spPr/>
    </dgm:pt>
    <dgm:pt modelId="{BF6989C5-B2F4-4E0F-B012-5494262A4BD6}" type="pres">
      <dgm:prSet presAssocID="{D35E7D1A-1880-4DB1-A80C-2CCD589FD399}" presName="rootText" presStyleLbl="node3" presStyleIdx="12" presStyleCnt="14" custScaleX="212915">
        <dgm:presLayoutVars>
          <dgm:chPref val="3"/>
        </dgm:presLayoutVars>
      </dgm:prSet>
      <dgm:spPr/>
    </dgm:pt>
    <dgm:pt modelId="{D2747816-1236-464F-80C3-7BBD32E8748A}" type="pres">
      <dgm:prSet presAssocID="{D35E7D1A-1880-4DB1-A80C-2CCD589FD399}" presName="rootConnector" presStyleLbl="node3" presStyleIdx="12" presStyleCnt="14"/>
      <dgm:spPr/>
    </dgm:pt>
    <dgm:pt modelId="{1977D7E2-C4BC-42C1-8235-9C216006E6AC}" type="pres">
      <dgm:prSet presAssocID="{D35E7D1A-1880-4DB1-A80C-2CCD589FD399}" presName="hierChild4" presStyleCnt="0"/>
      <dgm:spPr/>
    </dgm:pt>
    <dgm:pt modelId="{5EFC57EA-EC1D-4B57-8C79-3C4FC1DC8610}" type="pres">
      <dgm:prSet presAssocID="{D35E7D1A-1880-4DB1-A80C-2CCD589FD399}" presName="hierChild5" presStyleCnt="0"/>
      <dgm:spPr/>
    </dgm:pt>
    <dgm:pt modelId="{9A0D3141-660B-42C7-8571-AA36F25E68A7}" type="pres">
      <dgm:prSet presAssocID="{7C053BD3-CFE5-412A-A1D6-B020431B634A}" presName="hierChild5" presStyleCnt="0"/>
      <dgm:spPr/>
    </dgm:pt>
    <dgm:pt modelId="{C4218BA7-670B-468A-9001-33994257F5E2}" type="pres">
      <dgm:prSet presAssocID="{DEC39A39-E952-4BD6-8B69-1FF9355773C9}" presName="Name64" presStyleLbl="parChTrans1D2" presStyleIdx="3" presStyleCnt="4"/>
      <dgm:spPr/>
    </dgm:pt>
    <dgm:pt modelId="{D44FAFBA-3747-4D54-B446-8CCF6C315A2A}" type="pres">
      <dgm:prSet presAssocID="{BE2A96B5-5A5A-44D2-97CA-8B82E02E7F7A}" presName="hierRoot2" presStyleCnt="0">
        <dgm:presLayoutVars>
          <dgm:hierBranch val="init"/>
        </dgm:presLayoutVars>
      </dgm:prSet>
      <dgm:spPr/>
    </dgm:pt>
    <dgm:pt modelId="{B77D2759-C510-4462-9599-2226DD7351E8}" type="pres">
      <dgm:prSet presAssocID="{BE2A96B5-5A5A-44D2-97CA-8B82E02E7F7A}" presName="rootComposite" presStyleCnt="0"/>
      <dgm:spPr/>
    </dgm:pt>
    <dgm:pt modelId="{EAAB8251-9D38-4C56-A289-A303A2D4C079}" type="pres">
      <dgm:prSet presAssocID="{BE2A96B5-5A5A-44D2-97CA-8B82E02E7F7A}" presName="rootText" presStyleLbl="node2" presStyleIdx="3" presStyleCnt="4">
        <dgm:presLayoutVars>
          <dgm:chPref val="3"/>
        </dgm:presLayoutVars>
      </dgm:prSet>
      <dgm:spPr/>
    </dgm:pt>
    <dgm:pt modelId="{B51392B4-B493-4FBA-8502-698C191A7672}" type="pres">
      <dgm:prSet presAssocID="{BE2A96B5-5A5A-44D2-97CA-8B82E02E7F7A}" presName="rootConnector" presStyleLbl="node2" presStyleIdx="3" presStyleCnt="4"/>
      <dgm:spPr/>
    </dgm:pt>
    <dgm:pt modelId="{F5CB7F3F-1C41-4F99-9015-5646E26FB01F}" type="pres">
      <dgm:prSet presAssocID="{BE2A96B5-5A5A-44D2-97CA-8B82E02E7F7A}" presName="hierChild4" presStyleCnt="0"/>
      <dgm:spPr/>
    </dgm:pt>
    <dgm:pt modelId="{FC91A1CF-17B2-443A-80A0-2FDED7BF0FC5}" type="pres">
      <dgm:prSet presAssocID="{AC4BDD22-5F89-41D7-9FDE-41AA7F1C5AF3}" presName="Name64" presStyleLbl="parChTrans1D3" presStyleIdx="13" presStyleCnt="14"/>
      <dgm:spPr/>
    </dgm:pt>
    <dgm:pt modelId="{94A74A2D-6D57-4708-B908-CD89D1EA9F49}" type="pres">
      <dgm:prSet presAssocID="{9F1D4332-581E-4FA2-AC76-D9EF8A3D1666}" presName="hierRoot2" presStyleCnt="0">
        <dgm:presLayoutVars>
          <dgm:hierBranch val="init"/>
        </dgm:presLayoutVars>
      </dgm:prSet>
      <dgm:spPr/>
    </dgm:pt>
    <dgm:pt modelId="{296BE447-E8E3-410D-BFD6-A36D588B3100}" type="pres">
      <dgm:prSet presAssocID="{9F1D4332-581E-4FA2-AC76-D9EF8A3D1666}" presName="rootComposite" presStyleCnt="0"/>
      <dgm:spPr/>
    </dgm:pt>
    <dgm:pt modelId="{B3694934-FBC3-4230-B810-36B69EE1EA6A}" type="pres">
      <dgm:prSet presAssocID="{9F1D4332-581E-4FA2-AC76-D9EF8A3D1666}" presName="rootText" presStyleLbl="node3" presStyleIdx="13" presStyleCnt="14">
        <dgm:presLayoutVars>
          <dgm:chPref val="3"/>
        </dgm:presLayoutVars>
      </dgm:prSet>
      <dgm:spPr/>
    </dgm:pt>
    <dgm:pt modelId="{95FDDC69-DF47-4A13-8B27-786AA03EBB71}" type="pres">
      <dgm:prSet presAssocID="{9F1D4332-581E-4FA2-AC76-D9EF8A3D1666}" presName="rootConnector" presStyleLbl="node3" presStyleIdx="13" presStyleCnt="14"/>
      <dgm:spPr/>
    </dgm:pt>
    <dgm:pt modelId="{8EB77125-8305-44E2-B9B3-D38B03889342}" type="pres">
      <dgm:prSet presAssocID="{9F1D4332-581E-4FA2-AC76-D9EF8A3D1666}" presName="hierChild4" presStyleCnt="0"/>
      <dgm:spPr/>
    </dgm:pt>
    <dgm:pt modelId="{239EBFE4-E4E6-472C-B688-F5807D3FED2B}" type="pres">
      <dgm:prSet presAssocID="{9F1D4332-581E-4FA2-AC76-D9EF8A3D1666}" presName="hierChild5" presStyleCnt="0"/>
      <dgm:spPr/>
    </dgm:pt>
    <dgm:pt modelId="{52ED5B03-03D3-435B-A7EF-6400E0D6BCA6}" type="pres">
      <dgm:prSet presAssocID="{BE2A96B5-5A5A-44D2-97CA-8B82E02E7F7A}" presName="hierChild5" presStyleCnt="0"/>
      <dgm:spPr/>
    </dgm:pt>
    <dgm:pt modelId="{3361A0E5-5A03-4366-9FD0-2004FA2B611A}" type="pres">
      <dgm:prSet presAssocID="{B7C7E71C-B820-4AE1-91E5-A594535FE48C}" presName="hierChild3" presStyleCnt="0"/>
      <dgm:spPr/>
    </dgm:pt>
  </dgm:ptLst>
  <dgm:cxnLst>
    <dgm:cxn modelId="{D0C10700-4225-4A15-8807-E0EC7C8490F0}" type="presOf" srcId="{97DB7049-AADE-4FEC-B26C-BF69730BA5D2}" destId="{BCBA9919-46BA-4535-8415-2AC6B4AA13BA}" srcOrd="0" destOrd="0" presId="urn:microsoft.com/office/officeart/2009/3/layout/HorizontalOrganizationChart#3"/>
    <dgm:cxn modelId="{C59AF601-8082-4841-8BFB-B8ADAB1A4C78}" srcId="{2F7D90E8-C8D5-465E-A86E-5A737D502A53}" destId="{79437E30-370D-4E7C-99D8-F598FC464386}" srcOrd="7" destOrd="0" parTransId="{A6A8DCE0-8314-4583-9F0E-32334D13CEDE}" sibTransId="{2B6242E7-B9B4-456E-B76F-0C43FDE5774D}"/>
    <dgm:cxn modelId="{11938803-B58F-4514-AF2A-8C3E1C8B3B5B}" type="presOf" srcId="{3717618A-DE3C-4802-A15F-CFEFF19130C6}" destId="{05375515-F03C-44EF-8530-C5ADF5C3459E}" srcOrd="1" destOrd="0" presId="urn:microsoft.com/office/officeart/2009/3/layout/HorizontalOrganizationChart#3"/>
    <dgm:cxn modelId="{2AFC3906-69AD-430A-9041-A1F8C9FD5904}" srcId="{2F7D90E8-C8D5-465E-A86E-5A737D502A53}" destId="{0CD42E75-7609-43CA-845A-DC7AE8EC7B95}" srcOrd="5" destOrd="0" parTransId="{D9CF520C-3D31-48AC-A1DF-02525D391459}" sibTransId="{83455B98-30E4-4DBE-A432-961EAEE374D9}"/>
    <dgm:cxn modelId="{EC86FD07-6B91-43A8-80C1-F1B8466D3CA7}" type="presOf" srcId="{2F7D90E8-C8D5-465E-A86E-5A737D502A53}" destId="{FB6CFDBF-DA4B-49D1-B7FE-912F7FD7AB09}" srcOrd="1" destOrd="0" presId="urn:microsoft.com/office/officeart/2009/3/layout/HorizontalOrganizationChart#3"/>
    <dgm:cxn modelId="{ACF8FF09-3CE4-426E-9B9F-18A7DCBEF176}" type="presOf" srcId="{3D46E305-9F4D-4B72-9057-75900FDCEC71}" destId="{8FC1C7B5-4CBC-48D0-94AF-7DF45047B4BF}" srcOrd="1" destOrd="0" presId="urn:microsoft.com/office/officeart/2009/3/layout/HorizontalOrganizationChart#3"/>
    <dgm:cxn modelId="{765CBD0E-1B55-438C-9148-BABF7AB0DF63}" type="presOf" srcId="{421850CB-ECBC-4EC8-8037-DDAC4FACC582}" destId="{732E3C13-F8B2-457E-937C-80443CBD6457}" srcOrd="0" destOrd="0" presId="urn:microsoft.com/office/officeart/2009/3/layout/HorizontalOrganizationChart#3"/>
    <dgm:cxn modelId="{AAE0BA10-23EA-4851-A2D5-880DF424170D}" type="presOf" srcId="{AC4BDD22-5F89-41D7-9FDE-41AA7F1C5AF3}" destId="{FC91A1CF-17B2-443A-80A0-2FDED7BF0FC5}" srcOrd="0" destOrd="0" presId="urn:microsoft.com/office/officeart/2009/3/layout/HorizontalOrganizationChart#3"/>
    <dgm:cxn modelId="{705CF017-309D-49CB-9E43-4A4667930E26}" type="presOf" srcId="{3D46E305-9F4D-4B72-9057-75900FDCEC71}" destId="{57ABFE60-079B-4F7D-BFE7-9D40B371BCA7}" srcOrd="0" destOrd="0" presId="urn:microsoft.com/office/officeart/2009/3/layout/HorizontalOrganizationChart#3"/>
    <dgm:cxn modelId="{DA6F091A-96EA-4C20-813A-5678310D8C4D}" type="presOf" srcId="{E5A21F30-60FA-4D03-BF8D-138F7E71E1A7}" destId="{B3B8F7A8-00B2-4D7E-904B-9A3C0B7E66F1}" srcOrd="0" destOrd="0" presId="urn:microsoft.com/office/officeart/2009/3/layout/HorizontalOrganizationChart#3"/>
    <dgm:cxn modelId="{D0344F1B-783D-4AA1-8D30-BC6CADBE8033}" type="presOf" srcId="{672CB174-1E3B-4DA7-9792-568B4B78AFE7}" destId="{A1FF6773-AAD0-4762-8796-EB6A3E60293F}" srcOrd="0" destOrd="0" presId="urn:microsoft.com/office/officeart/2009/3/layout/HorizontalOrganizationChart#3"/>
    <dgm:cxn modelId="{A506D41D-1412-46B2-AE46-AFBF43AADBB3}" type="presOf" srcId="{A2B08E3D-1177-4093-8ADC-C651939622C9}" destId="{64607420-74ED-4E00-A971-CFB291DBEF96}" srcOrd="0" destOrd="0" presId="urn:microsoft.com/office/officeart/2009/3/layout/HorizontalOrganizationChart#3"/>
    <dgm:cxn modelId="{FEB5E01E-14C8-4815-A221-AFAECF7BEA87}" type="presOf" srcId="{7C053BD3-CFE5-412A-A1D6-B020431B634A}" destId="{2A3093AB-61FF-4860-8F22-B4FBD5330123}" srcOrd="0" destOrd="0" presId="urn:microsoft.com/office/officeart/2009/3/layout/HorizontalOrganizationChart#3"/>
    <dgm:cxn modelId="{91963322-9F8F-40F6-8D11-CABDCEE91297}" type="presOf" srcId="{7C053BD3-CFE5-412A-A1D6-B020431B634A}" destId="{75F7220A-1802-4303-8DF2-39415572EF2F}" srcOrd="1" destOrd="0" presId="urn:microsoft.com/office/officeart/2009/3/layout/HorizontalOrganizationChart#3"/>
    <dgm:cxn modelId="{CEB50623-1F28-4A3E-B919-B5DA931B6276}" srcId="{7C053BD3-CFE5-412A-A1D6-B020431B634A}" destId="{D35E7D1A-1880-4DB1-A80C-2CCD589FD399}" srcOrd="2" destOrd="0" parTransId="{A5339616-FDFE-45F4-BB36-1778185964FB}" sibTransId="{8AF547E4-88E9-490D-AF50-7FAA3ED5E4F2}"/>
    <dgm:cxn modelId="{E6B14E24-497D-4D6D-A2E5-8DF0FFBCDE37}" type="presOf" srcId="{4DA43E22-E5D1-4EFF-8229-89BFE5C14205}" destId="{1079A8A3-473E-4308-BA91-69844CEE4649}" srcOrd="1" destOrd="0" presId="urn:microsoft.com/office/officeart/2009/3/layout/HorizontalOrganizationChart#3"/>
    <dgm:cxn modelId="{52463725-A664-4F5C-A3CE-D03A6B274BD4}" type="presOf" srcId="{79437E30-370D-4E7C-99D8-F598FC464386}" destId="{43FFD952-41CF-4CDD-9197-268A1273A292}" srcOrd="0" destOrd="0" presId="urn:microsoft.com/office/officeart/2009/3/layout/HorizontalOrganizationChart#3"/>
    <dgm:cxn modelId="{120E0326-9005-4257-82BE-6E11CB18DC58}" type="presOf" srcId="{308567F2-C75C-4DE7-8705-986042FD7A37}" destId="{ED962702-7BD0-4F18-B99E-D74AA52A620E}" srcOrd="0" destOrd="0" presId="urn:microsoft.com/office/officeart/2009/3/layout/HorizontalOrganizationChart#3"/>
    <dgm:cxn modelId="{D1D1AD27-714A-495E-841B-466D8D25A734}" type="presOf" srcId="{C8222B90-04D2-43E6-9B2F-F9EF1B0EB9C3}" destId="{B6CD1AE2-9D69-4158-97F2-8E1B8610C2CE}" srcOrd="0" destOrd="0" presId="urn:microsoft.com/office/officeart/2009/3/layout/HorizontalOrganizationChart#3"/>
    <dgm:cxn modelId="{C623D92A-6AA6-467B-AB24-977D9692D84C}" srcId="{7C053BD3-CFE5-412A-A1D6-B020431B634A}" destId="{7231E0E1-F2A9-42FF-9C6F-128865C7BAD4}" srcOrd="0" destOrd="0" parTransId="{368ABABD-4548-4A49-B034-71520C14B675}" sibTransId="{F4BF237F-DC66-4891-BD1B-3A17C4973EE2}"/>
    <dgm:cxn modelId="{D684D62F-0EE8-4BE7-98A2-3BBC217902DE}" type="presOf" srcId="{334FF4A2-B789-48C6-AF65-2A52BEF3D012}" destId="{F2A6A3A5-3D82-45A5-9E12-881F7136774B}" srcOrd="0" destOrd="0" presId="urn:microsoft.com/office/officeart/2009/3/layout/HorizontalOrganizationChart#3"/>
    <dgm:cxn modelId="{4873B031-3284-4145-BFBF-935A8BB96A59}" type="presOf" srcId="{7231E0E1-F2A9-42FF-9C6F-128865C7BAD4}" destId="{4C16BA1F-5E02-4086-B4C2-E7ADD9CC7BE7}" srcOrd="1" destOrd="0" presId="urn:microsoft.com/office/officeart/2009/3/layout/HorizontalOrganizationChart#3"/>
    <dgm:cxn modelId="{73AE7332-FB9E-4D6F-BAD2-914154F20EF7}" srcId="{2F7D90E8-C8D5-465E-A86E-5A737D502A53}" destId="{C2FBAC9B-4F0A-4110-B178-F37D27BD20A4}" srcOrd="0" destOrd="0" parTransId="{97DB7049-AADE-4FEC-B26C-BF69730BA5D2}" sibTransId="{21B16C8F-80C4-4D51-B9C2-31824D5C060B}"/>
    <dgm:cxn modelId="{5CB60633-FE54-4B43-A135-00946B77CA7A}" type="presOf" srcId="{D35E7D1A-1880-4DB1-A80C-2CCD589FD399}" destId="{D2747816-1236-464F-80C3-7BBD32E8748A}" srcOrd="1" destOrd="0" presId="urn:microsoft.com/office/officeart/2009/3/layout/HorizontalOrganizationChart#3"/>
    <dgm:cxn modelId="{90594C35-EFF5-45D2-AFE7-CA693C6F257A}" type="presOf" srcId="{0CD42E75-7609-43CA-845A-DC7AE8EC7B95}" destId="{F61EB80F-B81E-4EFA-B94A-51A9DB9AA799}" srcOrd="1" destOrd="0" presId="urn:microsoft.com/office/officeart/2009/3/layout/HorizontalOrganizationChart#3"/>
    <dgm:cxn modelId="{46613937-CA37-47B8-A39C-E8D1EE010E3C}" type="presOf" srcId="{79437E30-370D-4E7C-99D8-F598FC464386}" destId="{FD131B03-AA64-42CB-9ECD-B3BA95B3DC5C}" srcOrd="1" destOrd="0" presId="urn:microsoft.com/office/officeart/2009/3/layout/HorizontalOrganizationChart#3"/>
    <dgm:cxn modelId="{DE95D238-807E-437D-8FDA-1260563B8966}" type="presOf" srcId="{7699007C-E065-42B8-9BC0-1BC81177B861}" destId="{1B6804E9-75F9-46F6-B8C4-3E748FBF148E}" srcOrd="0" destOrd="0" presId="urn:microsoft.com/office/officeart/2009/3/layout/HorizontalOrganizationChart#3"/>
    <dgm:cxn modelId="{27245139-F52F-4A09-A262-F3A045BE2CCE}" type="presOf" srcId="{BE2A96B5-5A5A-44D2-97CA-8B82E02E7F7A}" destId="{EAAB8251-9D38-4C56-A289-A303A2D4C079}" srcOrd="0" destOrd="0" presId="urn:microsoft.com/office/officeart/2009/3/layout/HorizontalOrganizationChart#3"/>
    <dgm:cxn modelId="{C876E33B-4CEA-4E25-9979-13AFD842EE25}" type="presOf" srcId="{B7C7E71C-B820-4AE1-91E5-A594535FE48C}" destId="{CBB2979F-ED9E-4A49-A720-6AD3674EB2DB}" srcOrd="1" destOrd="0" presId="urn:microsoft.com/office/officeart/2009/3/layout/HorizontalOrganizationChart#3"/>
    <dgm:cxn modelId="{1F4D8B3D-654F-46D9-A15F-3C7B5E92707F}" srcId="{A042289F-3A93-4820-A26F-49AEFF15E06C}" destId="{4DA43E22-E5D1-4EFF-8229-89BFE5C14205}" srcOrd="0" destOrd="0" parTransId="{BDA82401-40D9-4B43-BBB5-89309841DAFE}" sibTransId="{B342A44E-E3CC-4F14-86B0-2DB62C093470}"/>
    <dgm:cxn modelId="{83711D5F-AA6B-4FBC-AAB7-736C931FC62D}" type="presOf" srcId="{D35E7D1A-1880-4DB1-A80C-2CCD589FD399}" destId="{BF6989C5-B2F4-4E0F-B012-5494262A4BD6}" srcOrd="0" destOrd="0" presId="urn:microsoft.com/office/officeart/2009/3/layout/HorizontalOrganizationChart#3"/>
    <dgm:cxn modelId="{9080ED5F-C4AF-4687-A49C-F34888B9E18E}" type="presOf" srcId="{A042289F-3A93-4820-A26F-49AEFF15E06C}" destId="{CDBD7528-0569-442D-9574-4146CD335A95}" srcOrd="0" destOrd="0" presId="urn:microsoft.com/office/officeart/2009/3/layout/HorizontalOrganizationChart#3"/>
    <dgm:cxn modelId="{85155B41-7FF2-40DC-ABA4-816D65F3CD54}" srcId="{B7C7E71C-B820-4AE1-91E5-A594535FE48C}" destId="{BE2A96B5-5A5A-44D2-97CA-8B82E02E7F7A}" srcOrd="1" destOrd="0" parTransId="{DEC39A39-E952-4BD6-8B69-1FF9355773C9}" sibTransId="{4836ECDF-95C3-481A-9D73-F783FA82BDA5}"/>
    <dgm:cxn modelId="{253C7C46-ED95-46E0-8910-E4D879BEAE29}" type="presOf" srcId="{A5339616-FDFE-45F4-BB36-1778185964FB}" destId="{C7AF8F16-045D-4F77-9CD3-F5BDD7AB180D}" srcOrd="0" destOrd="0" presId="urn:microsoft.com/office/officeart/2009/3/layout/HorizontalOrganizationChart#3"/>
    <dgm:cxn modelId="{6CAD7869-7873-4824-B677-B7F1E11D2AC0}" srcId="{4DA43E22-E5D1-4EFF-8229-89BFE5C14205}" destId="{421850CB-ECBC-4EC8-8037-DDAC4FACC582}" srcOrd="1" destOrd="0" parTransId="{E0174929-5515-42F7-98FC-2A4B2A8C3806}" sibTransId="{3E03B4B7-71AE-461F-9BE7-1B1A5887DDD0}"/>
    <dgm:cxn modelId="{46F2976B-5EDD-4AF8-8B60-8493B0907EE4}" type="presOf" srcId="{0CD42E75-7609-43CA-845A-DC7AE8EC7B95}" destId="{A4AE33C9-7BC7-41E8-857C-527E9325CC25}" srcOrd="0" destOrd="0" presId="urn:microsoft.com/office/officeart/2009/3/layout/HorizontalOrganizationChart#3"/>
    <dgm:cxn modelId="{7AC4986E-CF85-4E42-97C0-3F4F8B9B6BD9}" type="presOf" srcId="{5526B734-04F2-4697-8986-5224C7C168AC}" destId="{54DBC911-B0C8-4673-AA3D-AEBEA62F69F0}" srcOrd="1" destOrd="0" presId="urn:microsoft.com/office/officeart/2009/3/layout/HorizontalOrganizationChart#3"/>
    <dgm:cxn modelId="{B8A8DB71-6D58-4A81-85E8-68CF1743CF8D}" type="presOf" srcId="{C4FDA68A-E242-404C-8358-D812B77ED4F1}" destId="{71ADDBB6-8D23-4DE7-B0A7-A822746E0B0F}" srcOrd="0" destOrd="0" presId="urn:microsoft.com/office/officeart/2009/3/layout/HorizontalOrganizationChart#3"/>
    <dgm:cxn modelId="{CA9E1E52-0CC8-417D-8E70-6F57335F51A2}" srcId="{BE2A96B5-5A5A-44D2-97CA-8B82E02E7F7A}" destId="{9F1D4332-581E-4FA2-AC76-D9EF8A3D1666}" srcOrd="0" destOrd="0" parTransId="{AC4BDD22-5F89-41D7-9FDE-41AA7F1C5AF3}" sibTransId="{F71CF6F4-D9A2-4B25-A6F5-B19C34CA201F}"/>
    <dgm:cxn modelId="{25C2FF72-AA5F-43AA-8A2F-77C39146C757}" srcId="{421850CB-ECBC-4EC8-8037-DDAC4FACC582}" destId="{3717618A-DE3C-4802-A15F-CFEFF19130C6}" srcOrd="0" destOrd="0" parTransId="{321D4ABB-CC8D-45A7-A7D5-6D55FB68292C}" sibTransId="{BAF14354-DC5E-4EF7-9714-261A78B2E64B}"/>
    <dgm:cxn modelId="{556AAB75-4C41-492C-A3CE-994A4BD2AF6F}" type="presOf" srcId="{884DF40D-13A2-4624-9AEB-4CB573BBB830}" destId="{EACAF58D-12EA-4684-8D70-8931868A2BB4}" srcOrd="1" destOrd="0" presId="urn:microsoft.com/office/officeart/2009/3/layout/HorizontalOrganizationChart#3"/>
    <dgm:cxn modelId="{C165ED55-345C-4712-AF3F-C0001413DFC1}" type="presOf" srcId="{9F1D4332-581E-4FA2-AC76-D9EF8A3D1666}" destId="{95FDDC69-DF47-4A13-8B27-786AA03EBB71}" srcOrd="1" destOrd="0" presId="urn:microsoft.com/office/officeart/2009/3/layout/HorizontalOrganizationChart#3"/>
    <dgm:cxn modelId="{9F54B677-3F88-4F9D-9EEB-B1AA6DD2A50A}" type="presOf" srcId="{DEC39A39-E952-4BD6-8B69-1FF9355773C9}" destId="{C4218BA7-670B-468A-9001-33994257F5E2}" srcOrd="0" destOrd="0" presId="urn:microsoft.com/office/officeart/2009/3/layout/HorizontalOrganizationChart#3"/>
    <dgm:cxn modelId="{9F0BB178-F469-41E6-90F1-AF663D7D2B25}" type="presOf" srcId="{24C6793A-B595-452A-8A26-08B7B23B0FF6}" destId="{790A9C2C-D92F-4CA5-96F9-10D30A399DD9}" srcOrd="0" destOrd="0" presId="urn:microsoft.com/office/officeart/2009/3/layout/HorizontalOrganizationChart#3"/>
    <dgm:cxn modelId="{B25C4979-C550-482E-A467-1A58649DA445}" srcId="{B7C7E71C-B820-4AE1-91E5-A594535FE48C}" destId="{7C053BD3-CFE5-412A-A1D6-B020431B634A}" srcOrd="0" destOrd="0" parTransId="{308567F2-C75C-4DE7-8705-986042FD7A37}" sibTransId="{FD3FDF3C-8EBE-4635-A72F-1EF2AECF72CF}"/>
    <dgm:cxn modelId="{8A46267D-7F4B-477E-AA1B-ADEFD70BCB63}" type="presOf" srcId="{C4FDA68A-E242-404C-8358-D812B77ED4F1}" destId="{FEAFD8F3-1BAE-41C5-AD17-A85866BF0913}" srcOrd="1" destOrd="0" presId="urn:microsoft.com/office/officeart/2009/3/layout/HorizontalOrganizationChart#3"/>
    <dgm:cxn modelId="{5BEA7C7E-512E-4A52-B71A-E905BF5FD9E5}" type="presOf" srcId="{A6A8DCE0-8314-4583-9F0E-32334D13CEDE}" destId="{C595EAA2-DE8C-46BC-A36C-A554B50E4EB8}" srcOrd="0" destOrd="0" presId="urn:microsoft.com/office/officeart/2009/3/layout/HorizontalOrganizationChart#3"/>
    <dgm:cxn modelId="{D436DE7F-A050-4484-B6BC-250D502D1B11}" srcId="{421850CB-ECBC-4EC8-8037-DDAC4FACC582}" destId="{3D46E305-9F4D-4B72-9057-75900FDCEC71}" srcOrd="1" destOrd="0" parTransId="{C8222B90-04D2-43E6-9B2F-F9EF1B0EB9C3}" sibTransId="{BEBFAA0D-1B6F-4703-A12F-22EA801F0E2F}"/>
    <dgm:cxn modelId="{C652998F-5EB9-42A7-9184-244D4AEA0E87}" type="presOf" srcId="{9F1D4332-581E-4FA2-AC76-D9EF8A3D1666}" destId="{B3694934-FBC3-4230-B810-36B69EE1EA6A}" srcOrd="0" destOrd="0" presId="urn:microsoft.com/office/officeart/2009/3/layout/HorizontalOrganizationChart#3"/>
    <dgm:cxn modelId="{BD9F0691-E76B-4723-9531-CFED781BB99C}" srcId="{2F7D90E8-C8D5-465E-A86E-5A737D502A53}" destId="{884DF40D-13A2-4624-9AEB-4CB573BBB830}" srcOrd="4" destOrd="0" parTransId="{CD0890AB-15FD-417F-8403-1198137CE985}" sibTransId="{4FDD3B84-6FE6-4967-BE8C-1C08CD6C5934}"/>
    <dgm:cxn modelId="{6F64B993-65EF-451C-B70D-7538308B1DE6}" srcId="{2F7D90E8-C8D5-465E-A86E-5A737D502A53}" destId="{1C5BBAE2-E1A2-4E0E-976C-2E3CFC9DD872}" srcOrd="6" destOrd="0" parTransId="{672CB174-1E3B-4DA7-9792-568B4B78AFE7}" sibTransId="{D29D3BC9-D2EB-42B6-AD0F-390FD8508C83}"/>
    <dgm:cxn modelId="{73349895-A592-4AE7-9A4E-B3CEA1D615FC}" type="presOf" srcId="{421850CB-ECBC-4EC8-8037-DDAC4FACC582}" destId="{8EB7EF8E-5CAF-4FB4-A1D0-6F9EFCB9E087}" srcOrd="1" destOrd="0" presId="urn:microsoft.com/office/officeart/2009/3/layout/HorizontalOrganizationChart#3"/>
    <dgm:cxn modelId="{DBD0ED96-3AFD-4818-B6AF-123753886C49}" srcId="{7C053BD3-CFE5-412A-A1D6-B020431B634A}" destId="{C4FDA68A-E242-404C-8358-D812B77ED4F1}" srcOrd="1" destOrd="0" parTransId="{A2B08E3D-1177-4093-8ADC-C651939622C9}" sibTransId="{27171EA9-9E56-435A-958D-F3788441D536}"/>
    <dgm:cxn modelId="{5EED2099-5070-45B1-BD3A-920C89792719}" srcId="{2F7D90E8-C8D5-465E-A86E-5A737D502A53}" destId="{E5A21F30-60FA-4D03-BF8D-138F7E71E1A7}" srcOrd="2" destOrd="0" parTransId="{5495EBD0-C8CF-4B64-B7DE-CB56BAAAF340}" sibTransId="{F5873C9B-1048-4D3F-8FCE-147014304592}"/>
    <dgm:cxn modelId="{F586D4A1-1B80-4E8D-A750-C1ECD555E2C7}" type="presOf" srcId="{B7C7E71C-B820-4AE1-91E5-A594535FE48C}" destId="{6954C804-0D4A-47D8-BAC7-9F84B08DA549}" srcOrd="0" destOrd="0" presId="urn:microsoft.com/office/officeart/2009/3/layout/HorizontalOrganizationChart#3"/>
    <dgm:cxn modelId="{AB965DA2-0C99-4C30-8792-D29CCFDD52A3}" type="presOf" srcId="{C2FBAC9B-4F0A-4110-B178-F37D27BD20A4}" destId="{74BDB11B-C194-42A6-BCFE-B4CCBA0B3FFE}" srcOrd="0" destOrd="0" presId="urn:microsoft.com/office/officeart/2009/3/layout/HorizontalOrganizationChart#3"/>
    <dgm:cxn modelId="{CA39C3A7-88C1-4B3E-BF6D-64E8384E8CB5}" type="presOf" srcId="{E5A21F30-60FA-4D03-BF8D-138F7E71E1A7}" destId="{4A13668C-D177-4FB0-9B9F-71EFDCD57A08}" srcOrd="1" destOrd="0" presId="urn:microsoft.com/office/officeart/2009/3/layout/HorizontalOrganizationChart#3"/>
    <dgm:cxn modelId="{1581E2B2-3C9E-48E6-9F0F-A8C42D58029F}" type="presOf" srcId="{7699007C-E065-42B8-9BC0-1BC81177B861}" destId="{6111902B-8095-4EC0-AE41-3181496E593E}" srcOrd="1" destOrd="0" presId="urn:microsoft.com/office/officeart/2009/3/layout/HorizontalOrganizationChart#3"/>
    <dgm:cxn modelId="{464A9EB3-057E-4CE7-882F-1B21A4DB08E3}" type="presOf" srcId="{5526B734-04F2-4697-8986-5224C7C168AC}" destId="{C346D18F-BBAE-456D-9A57-E6D1E2D68325}" srcOrd="0" destOrd="0" presId="urn:microsoft.com/office/officeart/2009/3/layout/HorizontalOrganizationChart#3"/>
    <dgm:cxn modelId="{368213B4-CA74-4EF7-859F-5BC04C77E01B}" type="presOf" srcId="{1C5BBAE2-E1A2-4E0E-976C-2E3CFC9DD872}" destId="{9D7126B2-8206-4A9B-94D5-ADCEE7CDAF06}" srcOrd="1" destOrd="0" presId="urn:microsoft.com/office/officeart/2009/3/layout/HorizontalOrganizationChart#3"/>
    <dgm:cxn modelId="{795650B7-7978-48EF-9AFF-DACAEAADE995}" type="presOf" srcId="{4DA43E22-E5D1-4EFF-8229-89BFE5C14205}" destId="{34035CD1-F042-4C68-B030-2B85E0204067}" srcOrd="0" destOrd="0" presId="urn:microsoft.com/office/officeart/2009/3/layout/HorizontalOrganizationChart#3"/>
    <dgm:cxn modelId="{8E9226BD-AF59-4F33-BE7E-6751B7E0A60E}" type="presOf" srcId="{C2FBAC9B-4F0A-4110-B178-F37D27BD20A4}" destId="{1DF4C822-7FEB-49D3-A1A4-08203B38F910}" srcOrd="1" destOrd="0" presId="urn:microsoft.com/office/officeart/2009/3/layout/HorizontalOrganizationChart#3"/>
    <dgm:cxn modelId="{F45D0BC9-2072-4F7B-8789-331B361831F6}" type="presOf" srcId="{5495EBD0-C8CF-4B64-B7DE-CB56BAAAF340}" destId="{74E3F29A-A3B1-4DBB-812B-57737DA5CE59}" srcOrd="0" destOrd="0" presId="urn:microsoft.com/office/officeart/2009/3/layout/HorizontalOrganizationChart#3"/>
    <dgm:cxn modelId="{B2780FC9-A8C4-4FB7-9B60-194629D61CD6}" srcId="{4DA43E22-E5D1-4EFF-8229-89BFE5C14205}" destId="{2F7D90E8-C8D5-465E-A86E-5A737D502A53}" srcOrd="0" destOrd="0" parTransId="{334FF4A2-B789-48C6-AF65-2A52BEF3D012}" sibTransId="{9BD93CE1-0F1F-41FF-9BE1-C0B43C77946A}"/>
    <dgm:cxn modelId="{AC4D79CF-ABCE-4FDF-883A-3856607AD368}" type="presOf" srcId="{FEDD14AA-0C04-4330-AD37-97E5D770CA14}" destId="{756D7E9E-9C7C-48D3-90AB-06489838A69B}" srcOrd="0" destOrd="0" presId="urn:microsoft.com/office/officeart/2009/3/layout/HorizontalOrganizationChart#3"/>
    <dgm:cxn modelId="{B0CCE0DB-7EA9-4B8E-ABF5-8E5AA2344A09}" type="presOf" srcId="{2F7D90E8-C8D5-465E-A86E-5A737D502A53}" destId="{70851D8D-3031-43B7-9882-241C05D8D87F}" srcOrd="0" destOrd="0" presId="urn:microsoft.com/office/officeart/2009/3/layout/HorizontalOrganizationChart#3"/>
    <dgm:cxn modelId="{745480DC-8A52-42C0-B825-0B60BD2A5B53}" type="presOf" srcId="{321D4ABB-CC8D-45A7-A7D5-6D55FB68292C}" destId="{934C852E-66DB-4F58-A12C-ABCB65D871A0}" srcOrd="0" destOrd="0" presId="urn:microsoft.com/office/officeart/2009/3/layout/HorizontalOrganizationChart#3"/>
    <dgm:cxn modelId="{F63545DD-054C-4846-8698-8CE0B4114BAD}" type="presOf" srcId="{1C5BBAE2-E1A2-4E0E-976C-2E3CFC9DD872}" destId="{032B5E81-481D-4C3B-BDAB-A68833EA0B89}" srcOrd="0" destOrd="0" presId="urn:microsoft.com/office/officeart/2009/3/layout/HorizontalOrganizationChart#3"/>
    <dgm:cxn modelId="{0AF09DDE-653E-4B49-8824-1A7196D81EF0}" type="presOf" srcId="{368ABABD-4548-4A49-B034-71520C14B675}" destId="{289CC6DB-C907-4B66-B0B9-9502828A239C}" srcOrd="0" destOrd="0" presId="urn:microsoft.com/office/officeart/2009/3/layout/HorizontalOrganizationChart#3"/>
    <dgm:cxn modelId="{9DD81FE8-FFFC-416C-950E-48B44936C649}" type="presOf" srcId="{BE2A96B5-5A5A-44D2-97CA-8B82E02E7F7A}" destId="{B51392B4-B493-4FBA-8502-698C191A7672}" srcOrd="1" destOrd="0" presId="urn:microsoft.com/office/officeart/2009/3/layout/HorizontalOrganizationChart#3"/>
    <dgm:cxn modelId="{EA676DE8-17AB-4B2B-A3A4-45255576A4C5}" srcId="{2F7D90E8-C8D5-465E-A86E-5A737D502A53}" destId="{7699007C-E065-42B8-9BC0-1BC81177B861}" srcOrd="3" destOrd="0" parTransId="{24C6793A-B595-452A-8A26-08B7B23B0FF6}" sibTransId="{8AB89064-30C9-4175-B46E-87FB4CC3B2A1}"/>
    <dgm:cxn modelId="{BEC1DBE9-D4FF-464A-AC72-1D73098A3745}" type="presOf" srcId="{7231E0E1-F2A9-42FF-9C6F-128865C7BAD4}" destId="{F81CC281-84D7-472C-A1D6-58E04FC5A941}" srcOrd="0" destOrd="0" presId="urn:microsoft.com/office/officeart/2009/3/layout/HorizontalOrganizationChart#3"/>
    <dgm:cxn modelId="{62C103EA-F0C0-4112-BAFE-AA98E30EF1E8}" type="presOf" srcId="{CD0890AB-15FD-417F-8403-1198137CE985}" destId="{B55B7814-2F32-4A83-A164-7FA12A5B14A4}" srcOrd="0" destOrd="0" presId="urn:microsoft.com/office/officeart/2009/3/layout/HorizontalOrganizationChart#3"/>
    <dgm:cxn modelId="{62F9A8ED-5B4C-42A6-A626-AE4CA67CD2A8}" type="presOf" srcId="{E0174929-5515-42F7-98FC-2A4B2A8C3806}" destId="{801D5345-1964-4B66-A469-57BBC9B1C640}" srcOrd="0" destOrd="0" presId="urn:microsoft.com/office/officeart/2009/3/layout/HorizontalOrganizationChart#3"/>
    <dgm:cxn modelId="{2C0B5EEF-F3D4-444F-9822-DD451BD15C5C}" srcId="{2F7D90E8-C8D5-465E-A86E-5A737D502A53}" destId="{5526B734-04F2-4697-8986-5224C7C168AC}" srcOrd="1" destOrd="0" parTransId="{FEDD14AA-0C04-4330-AD37-97E5D770CA14}" sibTransId="{BDDC37CB-28E3-4531-8EBC-2618D68D27F8}"/>
    <dgm:cxn modelId="{7FF0B5F4-BCF8-4A2F-9E6A-66DB60E06989}" srcId="{A042289F-3A93-4820-A26F-49AEFF15E06C}" destId="{B7C7E71C-B820-4AE1-91E5-A594535FE48C}" srcOrd="1" destOrd="0" parTransId="{8B1401A2-C5C7-4861-85A7-C2099345EFF4}" sibTransId="{EB191046-D812-4DC9-85B6-F056221A248B}"/>
    <dgm:cxn modelId="{F7C667F5-6D55-46DA-8C8E-413093CD1F44}" type="presOf" srcId="{D9CF520C-3D31-48AC-A1DF-02525D391459}" destId="{023D1B27-1697-401D-8EF2-15FA437B0D73}" srcOrd="0" destOrd="0" presId="urn:microsoft.com/office/officeart/2009/3/layout/HorizontalOrganizationChart#3"/>
    <dgm:cxn modelId="{D7238FF5-7C33-4DEB-B76B-B0F9A1F50035}" type="presOf" srcId="{3717618A-DE3C-4802-A15F-CFEFF19130C6}" destId="{AC61FF1A-4E05-42BA-A483-086901D84447}" srcOrd="0" destOrd="0" presId="urn:microsoft.com/office/officeart/2009/3/layout/HorizontalOrganizationChart#3"/>
    <dgm:cxn modelId="{F3C54BF7-6F46-4771-8698-1A7FF3F4D505}" type="presOf" srcId="{884DF40D-13A2-4624-9AEB-4CB573BBB830}" destId="{F1244CEC-125B-43B7-B03A-9CEEDDF3396A}" srcOrd="0" destOrd="0" presId="urn:microsoft.com/office/officeart/2009/3/layout/HorizontalOrganizationChart#3"/>
    <dgm:cxn modelId="{4AF124D5-33BF-4EE2-BC72-40D744321FE3}" type="presParOf" srcId="{CDBD7528-0569-442D-9574-4146CD335A95}" destId="{C556A99D-9B9A-4EF5-9DDD-90F8D1BAED71}" srcOrd="0" destOrd="0" presId="urn:microsoft.com/office/officeart/2009/3/layout/HorizontalOrganizationChart#3"/>
    <dgm:cxn modelId="{9CC67546-8A1D-4571-AD94-17884BCC2F5D}" type="presParOf" srcId="{C556A99D-9B9A-4EF5-9DDD-90F8D1BAED71}" destId="{4E9B7DB0-37BE-4EA2-900C-703AD7732C3E}" srcOrd="0" destOrd="0" presId="urn:microsoft.com/office/officeart/2009/3/layout/HorizontalOrganizationChart#3"/>
    <dgm:cxn modelId="{CF26BD70-97CF-41BE-BE9E-259F1C2442D3}" type="presParOf" srcId="{4E9B7DB0-37BE-4EA2-900C-703AD7732C3E}" destId="{34035CD1-F042-4C68-B030-2B85E0204067}" srcOrd="0" destOrd="0" presId="urn:microsoft.com/office/officeart/2009/3/layout/HorizontalOrganizationChart#3"/>
    <dgm:cxn modelId="{C8B372A3-AAF4-4561-988B-DC5D171D94F6}" type="presParOf" srcId="{4E9B7DB0-37BE-4EA2-900C-703AD7732C3E}" destId="{1079A8A3-473E-4308-BA91-69844CEE4649}" srcOrd="1" destOrd="0" presId="urn:microsoft.com/office/officeart/2009/3/layout/HorizontalOrganizationChart#3"/>
    <dgm:cxn modelId="{62527EAC-0303-45FD-8111-AA6E50629334}" type="presParOf" srcId="{C556A99D-9B9A-4EF5-9DDD-90F8D1BAED71}" destId="{218C71FF-025C-46E9-BB17-CE06DA51BE53}" srcOrd="1" destOrd="0" presId="urn:microsoft.com/office/officeart/2009/3/layout/HorizontalOrganizationChart#3"/>
    <dgm:cxn modelId="{F896ED76-248E-4D90-8CBD-6DDDEDDE40F1}" type="presParOf" srcId="{218C71FF-025C-46E9-BB17-CE06DA51BE53}" destId="{F2A6A3A5-3D82-45A5-9E12-881F7136774B}" srcOrd="0" destOrd="0" presId="urn:microsoft.com/office/officeart/2009/3/layout/HorizontalOrganizationChart#3"/>
    <dgm:cxn modelId="{24DA98D7-5336-43B2-BF67-39F25A49E270}" type="presParOf" srcId="{218C71FF-025C-46E9-BB17-CE06DA51BE53}" destId="{A659D153-D48C-470C-AE38-976F38CE263A}" srcOrd="1" destOrd="0" presId="urn:microsoft.com/office/officeart/2009/3/layout/HorizontalOrganizationChart#3"/>
    <dgm:cxn modelId="{A09ECAAE-3202-446A-9025-B74A979DC8A5}" type="presParOf" srcId="{A659D153-D48C-470C-AE38-976F38CE263A}" destId="{ECE7431E-16BF-4D18-8ABB-38AD2C273E34}" srcOrd="0" destOrd="0" presId="urn:microsoft.com/office/officeart/2009/3/layout/HorizontalOrganizationChart#3"/>
    <dgm:cxn modelId="{AF66BBAC-1530-466D-A64D-C5C5468B6F85}" type="presParOf" srcId="{ECE7431E-16BF-4D18-8ABB-38AD2C273E34}" destId="{70851D8D-3031-43B7-9882-241C05D8D87F}" srcOrd="0" destOrd="0" presId="urn:microsoft.com/office/officeart/2009/3/layout/HorizontalOrganizationChart#3"/>
    <dgm:cxn modelId="{1C1E6AE0-27DA-4DAF-B1C7-DA8AC4E18CD1}" type="presParOf" srcId="{ECE7431E-16BF-4D18-8ABB-38AD2C273E34}" destId="{FB6CFDBF-DA4B-49D1-B7FE-912F7FD7AB09}" srcOrd="1" destOrd="0" presId="urn:microsoft.com/office/officeart/2009/3/layout/HorizontalOrganizationChart#3"/>
    <dgm:cxn modelId="{0A916185-7B1A-44CA-A07C-D7BBF43DE3C3}" type="presParOf" srcId="{A659D153-D48C-470C-AE38-976F38CE263A}" destId="{6D8960B5-B8BF-4334-B82D-ED63E9185D0C}" srcOrd="1" destOrd="0" presId="urn:microsoft.com/office/officeart/2009/3/layout/HorizontalOrganizationChart#3"/>
    <dgm:cxn modelId="{CBDFC39C-E9E7-489F-93CC-F02160F720EB}" type="presParOf" srcId="{6D8960B5-B8BF-4334-B82D-ED63E9185D0C}" destId="{BCBA9919-46BA-4535-8415-2AC6B4AA13BA}" srcOrd="0" destOrd="0" presId="urn:microsoft.com/office/officeart/2009/3/layout/HorizontalOrganizationChart#3"/>
    <dgm:cxn modelId="{452F69F9-59C7-405D-82F2-AB5D0D7A202E}" type="presParOf" srcId="{6D8960B5-B8BF-4334-B82D-ED63E9185D0C}" destId="{3DC968E4-377E-4251-B5FB-0F938B6419DE}" srcOrd="1" destOrd="0" presId="urn:microsoft.com/office/officeart/2009/3/layout/HorizontalOrganizationChart#3"/>
    <dgm:cxn modelId="{E625809E-46C7-4B7A-A218-DF408571C8C0}" type="presParOf" srcId="{3DC968E4-377E-4251-B5FB-0F938B6419DE}" destId="{7FAF74A9-D336-4304-9AEB-AD9DFC28E0BA}" srcOrd="0" destOrd="0" presId="urn:microsoft.com/office/officeart/2009/3/layout/HorizontalOrganizationChart#3"/>
    <dgm:cxn modelId="{F08C110C-3CF9-460D-B6CF-F9C06B60FE0F}" type="presParOf" srcId="{7FAF74A9-D336-4304-9AEB-AD9DFC28E0BA}" destId="{74BDB11B-C194-42A6-BCFE-B4CCBA0B3FFE}" srcOrd="0" destOrd="0" presId="urn:microsoft.com/office/officeart/2009/3/layout/HorizontalOrganizationChart#3"/>
    <dgm:cxn modelId="{BB05AA17-D297-4E32-871C-1F0A988861F7}" type="presParOf" srcId="{7FAF74A9-D336-4304-9AEB-AD9DFC28E0BA}" destId="{1DF4C822-7FEB-49D3-A1A4-08203B38F910}" srcOrd="1" destOrd="0" presId="urn:microsoft.com/office/officeart/2009/3/layout/HorizontalOrganizationChart#3"/>
    <dgm:cxn modelId="{1A7BE310-11D0-4D86-83DE-75A07CEEA6E7}" type="presParOf" srcId="{3DC968E4-377E-4251-B5FB-0F938B6419DE}" destId="{D81457B6-FEDF-4AAB-80B9-B4C780877160}" srcOrd="1" destOrd="0" presId="urn:microsoft.com/office/officeart/2009/3/layout/HorizontalOrganizationChart#3"/>
    <dgm:cxn modelId="{3AC56793-C33C-4643-AEDD-4C29A0043CFC}" type="presParOf" srcId="{3DC968E4-377E-4251-B5FB-0F938B6419DE}" destId="{DCB73A75-F78E-40B2-9593-60213FA32EDB}" srcOrd="2" destOrd="0" presId="urn:microsoft.com/office/officeart/2009/3/layout/HorizontalOrganizationChart#3"/>
    <dgm:cxn modelId="{2D9323C5-21EA-493D-A901-872AF59183C7}" type="presParOf" srcId="{6D8960B5-B8BF-4334-B82D-ED63E9185D0C}" destId="{756D7E9E-9C7C-48D3-90AB-06489838A69B}" srcOrd="2" destOrd="0" presId="urn:microsoft.com/office/officeart/2009/3/layout/HorizontalOrganizationChart#3"/>
    <dgm:cxn modelId="{FF7DC652-1305-446C-8A38-EF3A2F2A0995}" type="presParOf" srcId="{6D8960B5-B8BF-4334-B82D-ED63E9185D0C}" destId="{EB3C6F8E-0AC9-4D96-84F8-AAE6FB2DFD05}" srcOrd="3" destOrd="0" presId="urn:microsoft.com/office/officeart/2009/3/layout/HorizontalOrganizationChart#3"/>
    <dgm:cxn modelId="{2C7D8800-F3BF-460A-B281-8A046CDD0B97}" type="presParOf" srcId="{EB3C6F8E-0AC9-4D96-84F8-AAE6FB2DFD05}" destId="{7D4B5FB2-A4C4-4674-91C8-DFADF3904ADD}" srcOrd="0" destOrd="0" presId="urn:microsoft.com/office/officeart/2009/3/layout/HorizontalOrganizationChart#3"/>
    <dgm:cxn modelId="{2E2C8F09-C09B-4C2F-8A25-FC499D28257E}" type="presParOf" srcId="{7D4B5FB2-A4C4-4674-91C8-DFADF3904ADD}" destId="{C346D18F-BBAE-456D-9A57-E6D1E2D68325}" srcOrd="0" destOrd="0" presId="urn:microsoft.com/office/officeart/2009/3/layout/HorizontalOrganizationChart#3"/>
    <dgm:cxn modelId="{2A3D9A44-D65A-4EF2-B457-695CE4BE6D5D}" type="presParOf" srcId="{7D4B5FB2-A4C4-4674-91C8-DFADF3904ADD}" destId="{54DBC911-B0C8-4673-AA3D-AEBEA62F69F0}" srcOrd="1" destOrd="0" presId="urn:microsoft.com/office/officeart/2009/3/layout/HorizontalOrganizationChart#3"/>
    <dgm:cxn modelId="{48EEE37E-1B81-49AD-AC77-4128853BDBC0}" type="presParOf" srcId="{EB3C6F8E-0AC9-4D96-84F8-AAE6FB2DFD05}" destId="{64061E9E-F1F1-48D3-8853-F9E2FB0A74B6}" srcOrd="1" destOrd="0" presId="urn:microsoft.com/office/officeart/2009/3/layout/HorizontalOrganizationChart#3"/>
    <dgm:cxn modelId="{0DD42CBE-7B33-4724-8E7A-1B1DC329125C}" type="presParOf" srcId="{EB3C6F8E-0AC9-4D96-84F8-AAE6FB2DFD05}" destId="{43BC147D-9AF2-41D8-92A6-4C46BE253033}" srcOrd="2" destOrd="0" presId="urn:microsoft.com/office/officeart/2009/3/layout/HorizontalOrganizationChart#3"/>
    <dgm:cxn modelId="{1B1E5B84-9878-414D-8A88-6C8C1B945D23}" type="presParOf" srcId="{6D8960B5-B8BF-4334-B82D-ED63E9185D0C}" destId="{74E3F29A-A3B1-4DBB-812B-57737DA5CE59}" srcOrd="4" destOrd="0" presId="urn:microsoft.com/office/officeart/2009/3/layout/HorizontalOrganizationChart#3"/>
    <dgm:cxn modelId="{CAFE53F6-9022-4F04-BDBA-6E3E601B438D}" type="presParOf" srcId="{6D8960B5-B8BF-4334-B82D-ED63E9185D0C}" destId="{76193B56-26C5-4BC2-823D-27DC4FFFD691}" srcOrd="5" destOrd="0" presId="urn:microsoft.com/office/officeart/2009/3/layout/HorizontalOrganizationChart#3"/>
    <dgm:cxn modelId="{4DAFF2E9-0DF7-45C9-8AFD-D8D3BE0D07E0}" type="presParOf" srcId="{76193B56-26C5-4BC2-823D-27DC4FFFD691}" destId="{F18DCF1A-65EC-418B-8A5A-45626AC968D4}" srcOrd="0" destOrd="0" presId="urn:microsoft.com/office/officeart/2009/3/layout/HorizontalOrganizationChart#3"/>
    <dgm:cxn modelId="{5FC35BE2-A6B4-4C66-8AD4-9A313DFF95AB}" type="presParOf" srcId="{F18DCF1A-65EC-418B-8A5A-45626AC968D4}" destId="{B3B8F7A8-00B2-4D7E-904B-9A3C0B7E66F1}" srcOrd="0" destOrd="0" presId="urn:microsoft.com/office/officeart/2009/3/layout/HorizontalOrganizationChart#3"/>
    <dgm:cxn modelId="{88C9CE5B-D225-4D73-A4F6-970E06EE9EC6}" type="presParOf" srcId="{F18DCF1A-65EC-418B-8A5A-45626AC968D4}" destId="{4A13668C-D177-4FB0-9B9F-71EFDCD57A08}" srcOrd="1" destOrd="0" presId="urn:microsoft.com/office/officeart/2009/3/layout/HorizontalOrganizationChart#3"/>
    <dgm:cxn modelId="{16F0A1AC-3288-4305-BA0F-111CEF1000A2}" type="presParOf" srcId="{76193B56-26C5-4BC2-823D-27DC4FFFD691}" destId="{1E06F893-BE5A-453F-B3C9-479E40659651}" srcOrd="1" destOrd="0" presId="urn:microsoft.com/office/officeart/2009/3/layout/HorizontalOrganizationChart#3"/>
    <dgm:cxn modelId="{11686E7D-BDEB-47D3-AEE3-ED98C5996970}" type="presParOf" srcId="{76193B56-26C5-4BC2-823D-27DC4FFFD691}" destId="{E5538156-2B70-4EF4-A92B-E0E22D4D78BA}" srcOrd="2" destOrd="0" presId="urn:microsoft.com/office/officeart/2009/3/layout/HorizontalOrganizationChart#3"/>
    <dgm:cxn modelId="{950F9772-BD6E-4D42-BEE1-850035D856B2}" type="presParOf" srcId="{6D8960B5-B8BF-4334-B82D-ED63E9185D0C}" destId="{790A9C2C-D92F-4CA5-96F9-10D30A399DD9}" srcOrd="6" destOrd="0" presId="urn:microsoft.com/office/officeart/2009/3/layout/HorizontalOrganizationChart#3"/>
    <dgm:cxn modelId="{AE720864-01F0-45C0-8A35-A8209B75E872}" type="presParOf" srcId="{6D8960B5-B8BF-4334-B82D-ED63E9185D0C}" destId="{283100C5-1421-4606-9FB1-0C59E7AE490F}" srcOrd="7" destOrd="0" presId="urn:microsoft.com/office/officeart/2009/3/layout/HorizontalOrganizationChart#3"/>
    <dgm:cxn modelId="{32739330-1F26-4EB3-884B-5672D83E689B}" type="presParOf" srcId="{283100C5-1421-4606-9FB1-0C59E7AE490F}" destId="{22B02857-10DB-4274-AB47-C69FB1E8EEBA}" srcOrd="0" destOrd="0" presId="urn:microsoft.com/office/officeart/2009/3/layout/HorizontalOrganizationChart#3"/>
    <dgm:cxn modelId="{7C901AAE-2EBF-4BE3-BD40-EA8D49966E1C}" type="presParOf" srcId="{22B02857-10DB-4274-AB47-C69FB1E8EEBA}" destId="{1B6804E9-75F9-46F6-B8C4-3E748FBF148E}" srcOrd="0" destOrd="0" presId="urn:microsoft.com/office/officeart/2009/3/layout/HorizontalOrganizationChart#3"/>
    <dgm:cxn modelId="{CA6DB6CE-E833-4443-B2D6-F8CC2ADDA5CB}" type="presParOf" srcId="{22B02857-10DB-4274-AB47-C69FB1E8EEBA}" destId="{6111902B-8095-4EC0-AE41-3181496E593E}" srcOrd="1" destOrd="0" presId="urn:microsoft.com/office/officeart/2009/3/layout/HorizontalOrganizationChart#3"/>
    <dgm:cxn modelId="{C8C12495-F138-4613-8602-AC6027C16E5C}" type="presParOf" srcId="{283100C5-1421-4606-9FB1-0C59E7AE490F}" destId="{E72FFB51-22D2-451C-929F-F1C369F92DEA}" srcOrd="1" destOrd="0" presId="urn:microsoft.com/office/officeart/2009/3/layout/HorizontalOrganizationChart#3"/>
    <dgm:cxn modelId="{9412F4F2-5408-46A5-9CBB-9DB4021C98EC}" type="presParOf" srcId="{283100C5-1421-4606-9FB1-0C59E7AE490F}" destId="{1862AF92-DE65-4872-825E-32B6B1C70F2E}" srcOrd="2" destOrd="0" presId="urn:microsoft.com/office/officeart/2009/3/layout/HorizontalOrganizationChart#3"/>
    <dgm:cxn modelId="{671715B2-682E-4C7D-A3C0-59FD6EA28C5C}" type="presParOf" srcId="{6D8960B5-B8BF-4334-B82D-ED63E9185D0C}" destId="{B55B7814-2F32-4A83-A164-7FA12A5B14A4}" srcOrd="8" destOrd="0" presId="urn:microsoft.com/office/officeart/2009/3/layout/HorizontalOrganizationChart#3"/>
    <dgm:cxn modelId="{6EECDC33-4938-445D-8F3D-877A0250034E}" type="presParOf" srcId="{6D8960B5-B8BF-4334-B82D-ED63E9185D0C}" destId="{B479BF94-6963-4FA7-AD5D-4AC971FD6682}" srcOrd="9" destOrd="0" presId="urn:microsoft.com/office/officeart/2009/3/layout/HorizontalOrganizationChart#3"/>
    <dgm:cxn modelId="{56B4B899-052B-41A6-8B65-2DB647C8BB44}" type="presParOf" srcId="{B479BF94-6963-4FA7-AD5D-4AC971FD6682}" destId="{A3C63F43-A999-48C4-95D2-62A9D321D71C}" srcOrd="0" destOrd="0" presId="urn:microsoft.com/office/officeart/2009/3/layout/HorizontalOrganizationChart#3"/>
    <dgm:cxn modelId="{D25DEE05-17C3-4E1B-93D0-35996F46C7FB}" type="presParOf" srcId="{A3C63F43-A999-48C4-95D2-62A9D321D71C}" destId="{F1244CEC-125B-43B7-B03A-9CEEDDF3396A}" srcOrd="0" destOrd="0" presId="urn:microsoft.com/office/officeart/2009/3/layout/HorizontalOrganizationChart#3"/>
    <dgm:cxn modelId="{B0109B34-FD9D-4F86-AB0B-6637BE40DF41}" type="presParOf" srcId="{A3C63F43-A999-48C4-95D2-62A9D321D71C}" destId="{EACAF58D-12EA-4684-8D70-8931868A2BB4}" srcOrd="1" destOrd="0" presId="urn:microsoft.com/office/officeart/2009/3/layout/HorizontalOrganizationChart#3"/>
    <dgm:cxn modelId="{864F017B-9BD0-4380-980A-2B35F4063806}" type="presParOf" srcId="{B479BF94-6963-4FA7-AD5D-4AC971FD6682}" destId="{DB911942-4EE7-445C-A934-EE2539689DAB}" srcOrd="1" destOrd="0" presId="urn:microsoft.com/office/officeart/2009/3/layout/HorizontalOrganizationChart#3"/>
    <dgm:cxn modelId="{C3A66C77-DB33-4481-8308-291984FB0E09}" type="presParOf" srcId="{B479BF94-6963-4FA7-AD5D-4AC971FD6682}" destId="{8151B739-E9AB-499C-A8A3-9DC994FF033D}" srcOrd="2" destOrd="0" presId="urn:microsoft.com/office/officeart/2009/3/layout/HorizontalOrganizationChart#3"/>
    <dgm:cxn modelId="{70F50FB3-231C-4177-BE6F-9573262A6022}" type="presParOf" srcId="{6D8960B5-B8BF-4334-B82D-ED63E9185D0C}" destId="{023D1B27-1697-401D-8EF2-15FA437B0D73}" srcOrd="10" destOrd="0" presId="urn:microsoft.com/office/officeart/2009/3/layout/HorizontalOrganizationChart#3"/>
    <dgm:cxn modelId="{87FAF618-6FDB-4B12-8B8A-9EE7FD4BF773}" type="presParOf" srcId="{6D8960B5-B8BF-4334-B82D-ED63E9185D0C}" destId="{AB73FEC4-8775-412A-8948-FE0342000D42}" srcOrd="11" destOrd="0" presId="urn:microsoft.com/office/officeart/2009/3/layout/HorizontalOrganizationChart#3"/>
    <dgm:cxn modelId="{4B5E742B-77E8-4782-8BE4-B0AA1651C080}" type="presParOf" srcId="{AB73FEC4-8775-412A-8948-FE0342000D42}" destId="{048D7BE2-236D-483A-BC0E-EB53242ECE3A}" srcOrd="0" destOrd="0" presId="urn:microsoft.com/office/officeart/2009/3/layout/HorizontalOrganizationChart#3"/>
    <dgm:cxn modelId="{9B6D4443-D72A-4C49-8E3A-7B5913811CEA}" type="presParOf" srcId="{048D7BE2-236D-483A-BC0E-EB53242ECE3A}" destId="{A4AE33C9-7BC7-41E8-857C-527E9325CC25}" srcOrd="0" destOrd="0" presId="urn:microsoft.com/office/officeart/2009/3/layout/HorizontalOrganizationChart#3"/>
    <dgm:cxn modelId="{8196CABA-6E28-44A4-962A-B869A0EB21E4}" type="presParOf" srcId="{048D7BE2-236D-483A-BC0E-EB53242ECE3A}" destId="{F61EB80F-B81E-4EFA-B94A-51A9DB9AA799}" srcOrd="1" destOrd="0" presId="urn:microsoft.com/office/officeart/2009/3/layout/HorizontalOrganizationChart#3"/>
    <dgm:cxn modelId="{D4588C7E-6C2E-4B46-98E7-35DF49CA5AC5}" type="presParOf" srcId="{AB73FEC4-8775-412A-8948-FE0342000D42}" destId="{0EB54AA2-02B9-4A7A-AC0F-21C365A9C2AF}" srcOrd="1" destOrd="0" presId="urn:microsoft.com/office/officeart/2009/3/layout/HorizontalOrganizationChart#3"/>
    <dgm:cxn modelId="{9C94C3A7-6106-4170-8B5A-FFE468780A11}" type="presParOf" srcId="{AB73FEC4-8775-412A-8948-FE0342000D42}" destId="{09923040-48A3-4414-BE84-42BA76DBD8AE}" srcOrd="2" destOrd="0" presId="urn:microsoft.com/office/officeart/2009/3/layout/HorizontalOrganizationChart#3"/>
    <dgm:cxn modelId="{EFCEAF16-BD35-4A5A-A483-782283A03207}" type="presParOf" srcId="{6D8960B5-B8BF-4334-B82D-ED63E9185D0C}" destId="{A1FF6773-AAD0-4762-8796-EB6A3E60293F}" srcOrd="12" destOrd="0" presId="urn:microsoft.com/office/officeart/2009/3/layout/HorizontalOrganizationChart#3"/>
    <dgm:cxn modelId="{8B5C3C0B-808E-4757-8AF3-5CE7DDE1D022}" type="presParOf" srcId="{6D8960B5-B8BF-4334-B82D-ED63E9185D0C}" destId="{E9BAC3C6-1233-4052-AEA5-8101C8FCA81E}" srcOrd="13" destOrd="0" presId="urn:microsoft.com/office/officeart/2009/3/layout/HorizontalOrganizationChart#3"/>
    <dgm:cxn modelId="{B5228CE4-E372-4448-824D-681E7FF35D47}" type="presParOf" srcId="{E9BAC3C6-1233-4052-AEA5-8101C8FCA81E}" destId="{2B9D1E37-AEDD-4EAC-AF87-D73F8DB9F1D7}" srcOrd="0" destOrd="0" presId="urn:microsoft.com/office/officeart/2009/3/layout/HorizontalOrganizationChart#3"/>
    <dgm:cxn modelId="{5BA427AB-837F-4EF3-8DD7-F5BD9F0962CE}" type="presParOf" srcId="{2B9D1E37-AEDD-4EAC-AF87-D73F8DB9F1D7}" destId="{032B5E81-481D-4C3B-BDAB-A68833EA0B89}" srcOrd="0" destOrd="0" presId="urn:microsoft.com/office/officeart/2009/3/layout/HorizontalOrganizationChart#3"/>
    <dgm:cxn modelId="{BD54C3EC-9220-49F0-BB02-049C69D9E335}" type="presParOf" srcId="{2B9D1E37-AEDD-4EAC-AF87-D73F8DB9F1D7}" destId="{9D7126B2-8206-4A9B-94D5-ADCEE7CDAF06}" srcOrd="1" destOrd="0" presId="urn:microsoft.com/office/officeart/2009/3/layout/HorizontalOrganizationChart#3"/>
    <dgm:cxn modelId="{7C3C39AF-BB3F-4AB7-BDF0-1B634307C6AA}" type="presParOf" srcId="{E9BAC3C6-1233-4052-AEA5-8101C8FCA81E}" destId="{42A5A408-A563-4F06-BDDA-0EC0C31DC40D}" srcOrd="1" destOrd="0" presId="urn:microsoft.com/office/officeart/2009/3/layout/HorizontalOrganizationChart#3"/>
    <dgm:cxn modelId="{C1E4DB85-BB8E-4AF8-9533-DCBEC6180D1D}" type="presParOf" srcId="{E9BAC3C6-1233-4052-AEA5-8101C8FCA81E}" destId="{EA13C490-2EB4-4954-9F91-E14648504D3A}" srcOrd="2" destOrd="0" presId="urn:microsoft.com/office/officeart/2009/3/layout/HorizontalOrganizationChart#3"/>
    <dgm:cxn modelId="{22514009-6066-499C-8689-4491D799EECF}" type="presParOf" srcId="{6D8960B5-B8BF-4334-B82D-ED63E9185D0C}" destId="{C595EAA2-DE8C-46BC-A36C-A554B50E4EB8}" srcOrd="14" destOrd="0" presId="urn:microsoft.com/office/officeart/2009/3/layout/HorizontalOrganizationChart#3"/>
    <dgm:cxn modelId="{39DA651F-3E33-49FB-A983-34D37B63C72A}" type="presParOf" srcId="{6D8960B5-B8BF-4334-B82D-ED63E9185D0C}" destId="{6CA1A4FE-9B76-480D-9CC7-97DDA2C86B8F}" srcOrd="15" destOrd="0" presId="urn:microsoft.com/office/officeart/2009/3/layout/HorizontalOrganizationChart#3"/>
    <dgm:cxn modelId="{C3A25C12-3C56-4364-891B-6BE49B86742F}" type="presParOf" srcId="{6CA1A4FE-9B76-480D-9CC7-97DDA2C86B8F}" destId="{7B46B211-921E-4C10-921E-6CEF0F53FE20}" srcOrd="0" destOrd="0" presId="urn:microsoft.com/office/officeart/2009/3/layout/HorizontalOrganizationChart#3"/>
    <dgm:cxn modelId="{C5865212-1610-4121-A8CB-67257F80453F}" type="presParOf" srcId="{7B46B211-921E-4C10-921E-6CEF0F53FE20}" destId="{43FFD952-41CF-4CDD-9197-268A1273A292}" srcOrd="0" destOrd="0" presId="urn:microsoft.com/office/officeart/2009/3/layout/HorizontalOrganizationChart#3"/>
    <dgm:cxn modelId="{BED41D54-FBA0-4293-9056-F7BDD19116F1}" type="presParOf" srcId="{7B46B211-921E-4C10-921E-6CEF0F53FE20}" destId="{FD131B03-AA64-42CB-9ECD-B3BA95B3DC5C}" srcOrd="1" destOrd="0" presId="urn:microsoft.com/office/officeart/2009/3/layout/HorizontalOrganizationChart#3"/>
    <dgm:cxn modelId="{F6260D8F-C7D4-437B-A147-39522D42BC8E}" type="presParOf" srcId="{6CA1A4FE-9B76-480D-9CC7-97DDA2C86B8F}" destId="{1D917797-228D-4E4B-B029-A1161CC7C7C3}" srcOrd="1" destOrd="0" presId="urn:microsoft.com/office/officeart/2009/3/layout/HorizontalOrganizationChart#3"/>
    <dgm:cxn modelId="{2255FB45-A61E-45F3-BBE0-AD7084AEB631}" type="presParOf" srcId="{6CA1A4FE-9B76-480D-9CC7-97DDA2C86B8F}" destId="{51608281-17AD-4539-8C1B-B6A7374256B7}" srcOrd="2" destOrd="0" presId="urn:microsoft.com/office/officeart/2009/3/layout/HorizontalOrganizationChart#3"/>
    <dgm:cxn modelId="{0BEA70FD-012B-447D-85D2-494FCE88D5CC}" type="presParOf" srcId="{A659D153-D48C-470C-AE38-976F38CE263A}" destId="{70A7B3D8-DCD9-4B9D-A4A4-9B99667A56A5}" srcOrd="2" destOrd="0" presId="urn:microsoft.com/office/officeart/2009/3/layout/HorizontalOrganizationChart#3"/>
    <dgm:cxn modelId="{164A132C-70AE-4053-85FE-622CABF5472D}" type="presParOf" srcId="{218C71FF-025C-46E9-BB17-CE06DA51BE53}" destId="{801D5345-1964-4B66-A469-57BBC9B1C640}" srcOrd="2" destOrd="0" presId="urn:microsoft.com/office/officeart/2009/3/layout/HorizontalOrganizationChart#3"/>
    <dgm:cxn modelId="{E8694EA8-B94A-463D-8532-C44BCF21F93C}" type="presParOf" srcId="{218C71FF-025C-46E9-BB17-CE06DA51BE53}" destId="{68128973-01E5-4409-971A-BCDB2BC43CE2}" srcOrd="3" destOrd="0" presId="urn:microsoft.com/office/officeart/2009/3/layout/HorizontalOrganizationChart#3"/>
    <dgm:cxn modelId="{B3C97448-DF0E-4EC0-853A-7147652F3282}" type="presParOf" srcId="{68128973-01E5-4409-971A-BCDB2BC43CE2}" destId="{26E858EB-0D73-4F72-8CA2-6EB52852E13D}" srcOrd="0" destOrd="0" presId="urn:microsoft.com/office/officeart/2009/3/layout/HorizontalOrganizationChart#3"/>
    <dgm:cxn modelId="{9439B7CA-83FD-4D8B-81DA-EC1BBF1EB8A5}" type="presParOf" srcId="{26E858EB-0D73-4F72-8CA2-6EB52852E13D}" destId="{732E3C13-F8B2-457E-937C-80443CBD6457}" srcOrd="0" destOrd="0" presId="urn:microsoft.com/office/officeart/2009/3/layout/HorizontalOrganizationChart#3"/>
    <dgm:cxn modelId="{8DA9421B-72E3-4E14-9D2E-30AFE6D9CC50}" type="presParOf" srcId="{26E858EB-0D73-4F72-8CA2-6EB52852E13D}" destId="{8EB7EF8E-5CAF-4FB4-A1D0-6F9EFCB9E087}" srcOrd="1" destOrd="0" presId="urn:microsoft.com/office/officeart/2009/3/layout/HorizontalOrganizationChart#3"/>
    <dgm:cxn modelId="{75FD30CA-3106-4524-BC2B-0283CFAABE68}" type="presParOf" srcId="{68128973-01E5-4409-971A-BCDB2BC43CE2}" destId="{1C55A0CD-23F3-4912-8D63-3D21C42EA4F8}" srcOrd="1" destOrd="0" presId="urn:microsoft.com/office/officeart/2009/3/layout/HorizontalOrganizationChart#3"/>
    <dgm:cxn modelId="{BE3F1ED7-AFD3-4D98-8DA1-C31C1CA489E2}" type="presParOf" srcId="{1C55A0CD-23F3-4912-8D63-3D21C42EA4F8}" destId="{934C852E-66DB-4F58-A12C-ABCB65D871A0}" srcOrd="0" destOrd="0" presId="urn:microsoft.com/office/officeart/2009/3/layout/HorizontalOrganizationChart#3"/>
    <dgm:cxn modelId="{A066EAAD-A6F3-41EA-8449-CFBD72CA642F}" type="presParOf" srcId="{1C55A0CD-23F3-4912-8D63-3D21C42EA4F8}" destId="{616A317A-654A-4D6E-B195-13D9A7214287}" srcOrd="1" destOrd="0" presId="urn:microsoft.com/office/officeart/2009/3/layout/HorizontalOrganizationChart#3"/>
    <dgm:cxn modelId="{86A7DFD5-97E2-46F8-9297-76F4986A97BC}" type="presParOf" srcId="{616A317A-654A-4D6E-B195-13D9A7214287}" destId="{9C64001A-2534-45A7-89C5-86810F023CA6}" srcOrd="0" destOrd="0" presId="urn:microsoft.com/office/officeart/2009/3/layout/HorizontalOrganizationChart#3"/>
    <dgm:cxn modelId="{0C6FA421-B06B-4C8B-9050-9A03172918CB}" type="presParOf" srcId="{9C64001A-2534-45A7-89C5-86810F023CA6}" destId="{AC61FF1A-4E05-42BA-A483-086901D84447}" srcOrd="0" destOrd="0" presId="urn:microsoft.com/office/officeart/2009/3/layout/HorizontalOrganizationChart#3"/>
    <dgm:cxn modelId="{43647FDA-478F-4371-AB5C-B0BCE037EAC5}" type="presParOf" srcId="{9C64001A-2534-45A7-89C5-86810F023CA6}" destId="{05375515-F03C-44EF-8530-C5ADF5C3459E}" srcOrd="1" destOrd="0" presId="urn:microsoft.com/office/officeart/2009/3/layout/HorizontalOrganizationChart#3"/>
    <dgm:cxn modelId="{1D13C8F5-EB48-451E-9BB3-08C980C6A93A}" type="presParOf" srcId="{616A317A-654A-4D6E-B195-13D9A7214287}" destId="{CBC21825-225B-4A36-94C6-44FE52D26D7E}" srcOrd="1" destOrd="0" presId="urn:microsoft.com/office/officeart/2009/3/layout/HorizontalOrganizationChart#3"/>
    <dgm:cxn modelId="{E9F4AAF8-3229-4EAB-8F28-59D45128E356}" type="presParOf" srcId="{616A317A-654A-4D6E-B195-13D9A7214287}" destId="{EBF4923E-72D5-4B86-9F2E-1B804D506A23}" srcOrd="2" destOrd="0" presId="urn:microsoft.com/office/officeart/2009/3/layout/HorizontalOrganizationChart#3"/>
    <dgm:cxn modelId="{848AB67E-2963-48FA-B9EC-498F6D566623}" type="presParOf" srcId="{1C55A0CD-23F3-4912-8D63-3D21C42EA4F8}" destId="{B6CD1AE2-9D69-4158-97F2-8E1B8610C2CE}" srcOrd="2" destOrd="0" presId="urn:microsoft.com/office/officeart/2009/3/layout/HorizontalOrganizationChart#3"/>
    <dgm:cxn modelId="{7EB79EA6-F380-4EFF-958A-00EBC8FC0E9D}" type="presParOf" srcId="{1C55A0CD-23F3-4912-8D63-3D21C42EA4F8}" destId="{B89D2366-01AA-4BBD-A07D-CEE127117928}" srcOrd="3" destOrd="0" presId="urn:microsoft.com/office/officeart/2009/3/layout/HorizontalOrganizationChart#3"/>
    <dgm:cxn modelId="{FC1E7DBF-45CA-4DC3-8448-8F1751F1B838}" type="presParOf" srcId="{B89D2366-01AA-4BBD-A07D-CEE127117928}" destId="{E8B875D8-59BC-497B-B275-077768087F23}" srcOrd="0" destOrd="0" presId="urn:microsoft.com/office/officeart/2009/3/layout/HorizontalOrganizationChart#3"/>
    <dgm:cxn modelId="{1F2F9C4E-6DF1-4CCC-9869-7777B23A2573}" type="presParOf" srcId="{E8B875D8-59BC-497B-B275-077768087F23}" destId="{57ABFE60-079B-4F7D-BFE7-9D40B371BCA7}" srcOrd="0" destOrd="0" presId="urn:microsoft.com/office/officeart/2009/3/layout/HorizontalOrganizationChart#3"/>
    <dgm:cxn modelId="{2FAB6769-78A1-442B-87C0-A287CF13E6D0}" type="presParOf" srcId="{E8B875D8-59BC-497B-B275-077768087F23}" destId="{8FC1C7B5-4CBC-48D0-94AF-7DF45047B4BF}" srcOrd="1" destOrd="0" presId="urn:microsoft.com/office/officeart/2009/3/layout/HorizontalOrganizationChart#3"/>
    <dgm:cxn modelId="{20DAFDE7-019B-4EE1-ADA0-9608BC6B23E9}" type="presParOf" srcId="{B89D2366-01AA-4BBD-A07D-CEE127117928}" destId="{5D1245A9-44C3-4579-B7F4-20CC9CFC5435}" srcOrd="1" destOrd="0" presId="urn:microsoft.com/office/officeart/2009/3/layout/HorizontalOrganizationChart#3"/>
    <dgm:cxn modelId="{15C1508C-8E6F-4E1C-8575-510AB85880C0}" type="presParOf" srcId="{B89D2366-01AA-4BBD-A07D-CEE127117928}" destId="{8CFAA7A6-2D9B-4C6F-B97F-5E18332FE00E}" srcOrd="2" destOrd="0" presId="urn:microsoft.com/office/officeart/2009/3/layout/HorizontalOrganizationChart#3"/>
    <dgm:cxn modelId="{187FB8BC-A455-4F76-91FB-26A6C0B044AB}" type="presParOf" srcId="{68128973-01E5-4409-971A-BCDB2BC43CE2}" destId="{F1C64D9F-658F-4CB2-96AB-56CC50588F11}" srcOrd="2" destOrd="0" presId="urn:microsoft.com/office/officeart/2009/3/layout/HorizontalOrganizationChart#3"/>
    <dgm:cxn modelId="{8E356C7C-DFB3-4BFA-A3DE-E63D437BE200}" type="presParOf" srcId="{C556A99D-9B9A-4EF5-9DDD-90F8D1BAED71}" destId="{97DE20C0-04F9-4DCA-B8AF-06A05C135F0A}" srcOrd="2" destOrd="0" presId="urn:microsoft.com/office/officeart/2009/3/layout/HorizontalOrganizationChart#3"/>
    <dgm:cxn modelId="{DFEC7F6A-E2C7-4419-8DA8-8BA3D6DB0F58}" type="presParOf" srcId="{CDBD7528-0569-442D-9574-4146CD335A95}" destId="{6D0A8F91-9F4B-468E-9896-F745563B4E15}" srcOrd="1" destOrd="0" presId="urn:microsoft.com/office/officeart/2009/3/layout/HorizontalOrganizationChart#3"/>
    <dgm:cxn modelId="{61FBA56E-D9C8-4E84-89D6-EBDC2217CDFC}" type="presParOf" srcId="{6D0A8F91-9F4B-468E-9896-F745563B4E15}" destId="{67F8ACAE-61A7-4F4E-AF7B-BAB6710332B3}" srcOrd="0" destOrd="0" presId="urn:microsoft.com/office/officeart/2009/3/layout/HorizontalOrganizationChart#3"/>
    <dgm:cxn modelId="{18C77C5C-582F-44E2-A5DF-3B347398AB7B}" type="presParOf" srcId="{67F8ACAE-61A7-4F4E-AF7B-BAB6710332B3}" destId="{6954C804-0D4A-47D8-BAC7-9F84B08DA549}" srcOrd="0" destOrd="0" presId="urn:microsoft.com/office/officeart/2009/3/layout/HorizontalOrganizationChart#3"/>
    <dgm:cxn modelId="{CE490646-831D-4303-ACB2-03DD1C9A1106}" type="presParOf" srcId="{67F8ACAE-61A7-4F4E-AF7B-BAB6710332B3}" destId="{CBB2979F-ED9E-4A49-A720-6AD3674EB2DB}" srcOrd="1" destOrd="0" presId="urn:microsoft.com/office/officeart/2009/3/layout/HorizontalOrganizationChart#3"/>
    <dgm:cxn modelId="{4E7FBB7D-E923-4A88-AC62-3DE021D1A577}" type="presParOf" srcId="{6D0A8F91-9F4B-468E-9896-F745563B4E15}" destId="{769B0069-A62D-4CB8-B0C7-7C6EFC9061AD}" srcOrd="1" destOrd="0" presId="urn:microsoft.com/office/officeart/2009/3/layout/HorizontalOrganizationChart#3"/>
    <dgm:cxn modelId="{175F4262-308C-4369-B6D7-794FDA276D4A}" type="presParOf" srcId="{769B0069-A62D-4CB8-B0C7-7C6EFC9061AD}" destId="{ED962702-7BD0-4F18-B99E-D74AA52A620E}" srcOrd="0" destOrd="0" presId="urn:microsoft.com/office/officeart/2009/3/layout/HorizontalOrganizationChart#3"/>
    <dgm:cxn modelId="{F1073E4D-126C-4CA9-95B4-E3F19AC9EC3B}" type="presParOf" srcId="{769B0069-A62D-4CB8-B0C7-7C6EFC9061AD}" destId="{A02E0E39-834B-4D58-A10F-6532023FC6D7}" srcOrd="1" destOrd="0" presId="urn:microsoft.com/office/officeart/2009/3/layout/HorizontalOrganizationChart#3"/>
    <dgm:cxn modelId="{5DB8925E-88D9-4359-A57D-12D6D84E469E}" type="presParOf" srcId="{A02E0E39-834B-4D58-A10F-6532023FC6D7}" destId="{C9B33101-55A2-441A-A6C0-D02B80189379}" srcOrd="0" destOrd="0" presId="urn:microsoft.com/office/officeart/2009/3/layout/HorizontalOrganizationChart#3"/>
    <dgm:cxn modelId="{CA2F057C-4465-4D0E-A855-F98AEBAA90F2}" type="presParOf" srcId="{C9B33101-55A2-441A-A6C0-D02B80189379}" destId="{2A3093AB-61FF-4860-8F22-B4FBD5330123}" srcOrd="0" destOrd="0" presId="urn:microsoft.com/office/officeart/2009/3/layout/HorizontalOrganizationChart#3"/>
    <dgm:cxn modelId="{CEF98F62-AFBA-496F-B47D-99A07D509074}" type="presParOf" srcId="{C9B33101-55A2-441A-A6C0-D02B80189379}" destId="{75F7220A-1802-4303-8DF2-39415572EF2F}" srcOrd="1" destOrd="0" presId="urn:microsoft.com/office/officeart/2009/3/layout/HorizontalOrganizationChart#3"/>
    <dgm:cxn modelId="{69D84DC1-BA16-4F9E-A7C1-52A7F12AE843}" type="presParOf" srcId="{A02E0E39-834B-4D58-A10F-6532023FC6D7}" destId="{E891FE43-3DD9-4828-B1BB-D459D537C885}" srcOrd="1" destOrd="0" presId="urn:microsoft.com/office/officeart/2009/3/layout/HorizontalOrganizationChart#3"/>
    <dgm:cxn modelId="{84FC6CF0-CD39-42A9-9CE3-84B7A43D3477}" type="presParOf" srcId="{E891FE43-3DD9-4828-B1BB-D459D537C885}" destId="{289CC6DB-C907-4B66-B0B9-9502828A239C}" srcOrd="0" destOrd="0" presId="urn:microsoft.com/office/officeart/2009/3/layout/HorizontalOrganizationChart#3"/>
    <dgm:cxn modelId="{B1203DE0-E640-4D51-8FFC-D2F778605CD6}" type="presParOf" srcId="{E891FE43-3DD9-4828-B1BB-D459D537C885}" destId="{21A4F450-2309-451F-82E3-4FF5491B0E10}" srcOrd="1" destOrd="0" presId="urn:microsoft.com/office/officeart/2009/3/layout/HorizontalOrganizationChart#3"/>
    <dgm:cxn modelId="{E8A5227D-424D-4806-820F-655767AF4ABE}" type="presParOf" srcId="{21A4F450-2309-451F-82E3-4FF5491B0E10}" destId="{9A1B7851-3703-43F1-92AB-008D82412F8A}" srcOrd="0" destOrd="0" presId="urn:microsoft.com/office/officeart/2009/3/layout/HorizontalOrganizationChart#3"/>
    <dgm:cxn modelId="{D554C784-D63A-463E-A3D3-5D005A0AB9B2}" type="presParOf" srcId="{9A1B7851-3703-43F1-92AB-008D82412F8A}" destId="{F81CC281-84D7-472C-A1D6-58E04FC5A941}" srcOrd="0" destOrd="0" presId="urn:microsoft.com/office/officeart/2009/3/layout/HorizontalOrganizationChart#3"/>
    <dgm:cxn modelId="{D9C268C7-AF9E-4082-92A5-D065F3F98E70}" type="presParOf" srcId="{9A1B7851-3703-43F1-92AB-008D82412F8A}" destId="{4C16BA1F-5E02-4086-B4C2-E7ADD9CC7BE7}" srcOrd="1" destOrd="0" presId="urn:microsoft.com/office/officeart/2009/3/layout/HorizontalOrganizationChart#3"/>
    <dgm:cxn modelId="{B611D940-4748-48D6-B2B0-C91DAAF7EDCC}" type="presParOf" srcId="{21A4F450-2309-451F-82E3-4FF5491B0E10}" destId="{34E046C6-F74C-4C29-9C4A-F6F5E91A5BD8}" srcOrd="1" destOrd="0" presId="urn:microsoft.com/office/officeart/2009/3/layout/HorizontalOrganizationChart#3"/>
    <dgm:cxn modelId="{EF6FE9E7-D712-4DC2-9DFC-103A50A642A3}" type="presParOf" srcId="{21A4F450-2309-451F-82E3-4FF5491B0E10}" destId="{3BF0DA7C-6ABB-4654-AAEA-A92A640B5A3D}" srcOrd="2" destOrd="0" presId="urn:microsoft.com/office/officeart/2009/3/layout/HorizontalOrganizationChart#3"/>
    <dgm:cxn modelId="{36A834A5-829E-4F9F-B0C9-53041B735F04}" type="presParOf" srcId="{E891FE43-3DD9-4828-B1BB-D459D537C885}" destId="{64607420-74ED-4E00-A971-CFB291DBEF96}" srcOrd="2" destOrd="0" presId="urn:microsoft.com/office/officeart/2009/3/layout/HorizontalOrganizationChart#3"/>
    <dgm:cxn modelId="{6F96F901-D3AD-413B-88FC-88F55D848A11}" type="presParOf" srcId="{E891FE43-3DD9-4828-B1BB-D459D537C885}" destId="{834B3E8B-E4FB-4AF9-8575-12254CA14AA0}" srcOrd="3" destOrd="0" presId="urn:microsoft.com/office/officeart/2009/3/layout/HorizontalOrganizationChart#3"/>
    <dgm:cxn modelId="{057B0345-B890-4005-A3F8-C2C8E8BED3DC}" type="presParOf" srcId="{834B3E8B-E4FB-4AF9-8575-12254CA14AA0}" destId="{1956E07C-BBD2-4854-A443-B3D7F078D9BF}" srcOrd="0" destOrd="0" presId="urn:microsoft.com/office/officeart/2009/3/layout/HorizontalOrganizationChart#3"/>
    <dgm:cxn modelId="{C700E1C5-A282-4A33-88E8-84BEAA98082D}" type="presParOf" srcId="{1956E07C-BBD2-4854-A443-B3D7F078D9BF}" destId="{71ADDBB6-8D23-4DE7-B0A7-A822746E0B0F}" srcOrd="0" destOrd="0" presId="urn:microsoft.com/office/officeart/2009/3/layout/HorizontalOrganizationChart#3"/>
    <dgm:cxn modelId="{B181C725-DFFE-460E-A9D0-7F7154E9655B}" type="presParOf" srcId="{1956E07C-BBD2-4854-A443-B3D7F078D9BF}" destId="{FEAFD8F3-1BAE-41C5-AD17-A85866BF0913}" srcOrd="1" destOrd="0" presId="urn:microsoft.com/office/officeart/2009/3/layout/HorizontalOrganizationChart#3"/>
    <dgm:cxn modelId="{551AC520-4D6F-4C71-ABAF-495EC165EA28}" type="presParOf" srcId="{834B3E8B-E4FB-4AF9-8575-12254CA14AA0}" destId="{22B1F729-1B39-442F-9D45-596C37AB9AEF}" srcOrd="1" destOrd="0" presId="urn:microsoft.com/office/officeart/2009/3/layout/HorizontalOrganizationChart#3"/>
    <dgm:cxn modelId="{2FEDE787-ED96-4819-BFD4-1A52D16E7E9A}" type="presParOf" srcId="{834B3E8B-E4FB-4AF9-8575-12254CA14AA0}" destId="{5088E2D1-15FB-4E64-B827-612704522019}" srcOrd="2" destOrd="0" presId="urn:microsoft.com/office/officeart/2009/3/layout/HorizontalOrganizationChart#3"/>
    <dgm:cxn modelId="{BD6E40F6-2ACB-4C4A-8CD6-50A437D78128}" type="presParOf" srcId="{E891FE43-3DD9-4828-B1BB-D459D537C885}" destId="{C7AF8F16-045D-4F77-9CD3-F5BDD7AB180D}" srcOrd="4" destOrd="0" presId="urn:microsoft.com/office/officeart/2009/3/layout/HorizontalOrganizationChart#3"/>
    <dgm:cxn modelId="{657DEE7A-E056-4FA3-9C33-0A74745A0E46}" type="presParOf" srcId="{E891FE43-3DD9-4828-B1BB-D459D537C885}" destId="{1A6DB6A3-56D0-4FDB-BE53-D9D0BD89C6D1}" srcOrd="5" destOrd="0" presId="urn:microsoft.com/office/officeart/2009/3/layout/HorizontalOrganizationChart#3"/>
    <dgm:cxn modelId="{357E4C3F-321A-4CB0-BC4A-1FEDF08F569C}" type="presParOf" srcId="{1A6DB6A3-56D0-4FDB-BE53-D9D0BD89C6D1}" destId="{522B22F6-AEA7-4942-8908-05AA4AD6F237}" srcOrd="0" destOrd="0" presId="urn:microsoft.com/office/officeart/2009/3/layout/HorizontalOrganizationChart#3"/>
    <dgm:cxn modelId="{213E681A-27C9-454F-BB05-23F42243528F}" type="presParOf" srcId="{522B22F6-AEA7-4942-8908-05AA4AD6F237}" destId="{BF6989C5-B2F4-4E0F-B012-5494262A4BD6}" srcOrd="0" destOrd="0" presId="urn:microsoft.com/office/officeart/2009/3/layout/HorizontalOrganizationChart#3"/>
    <dgm:cxn modelId="{160891E7-AC51-4BFD-9560-4B512B4A5E43}" type="presParOf" srcId="{522B22F6-AEA7-4942-8908-05AA4AD6F237}" destId="{D2747816-1236-464F-80C3-7BBD32E8748A}" srcOrd="1" destOrd="0" presId="urn:microsoft.com/office/officeart/2009/3/layout/HorizontalOrganizationChart#3"/>
    <dgm:cxn modelId="{B568A763-77DF-4DEA-85A5-108AFBAF59E9}" type="presParOf" srcId="{1A6DB6A3-56D0-4FDB-BE53-D9D0BD89C6D1}" destId="{1977D7E2-C4BC-42C1-8235-9C216006E6AC}" srcOrd="1" destOrd="0" presId="urn:microsoft.com/office/officeart/2009/3/layout/HorizontalOrganizationChart#3"/>
    <dgm:cxn modelId="{C835BB10-4816-4EDB-BB1D-E066FB0613B8}" type="presParOf" srcId="{1A6DB6A3-56D0-4FDB-BE53-D9D0BD89C6D1}" destId="{5EFC57EA-EC1D-4B57-8C79-3C4FC1DC8610}" srcOrd="2" destOrd="0" presId="urn:microsoft.com/office/officeart/2009/3/layout/HorizontalOrganizationChart#3"/>
    <dgm:cxn modelId="{62AEEE4D-0AD4-4900-9675-4B3F2D2A882F}" type="presParOf" srcId="{A02E0E39-834B-4D58-A10F-6532023FC6D7}" destId="{9A0D3141-660B-42C7-8571-AA36F25E68A7}" srcOrd="2" destOrd="0" presId="urn:microsoft.com/office/officeart/2009/3/layout/HorizontalOrganizationChart#3"/>
    <dgm:cxn modelId="{4B5E5860-CD70-4AF4-A019-04F5DE6FB8E7}" type="presParOf" srcId="{769B0069-A62D-4CB8-B0C7-7C6EFC9061AD}" destId="{C4218BA7-670B-468A-9001-33994257F5E2}" srcOrd="2" destOrd="0" presId="urn:microsoft.com/office/officeart/2009/3/layout/HorizontalOrganizationChart#3"/>
    <dgm:cxn modelId="{3C7E4F3B-123C-4E95-9022-16E1E91F266C}" type="presParOf" srcId="{769B0069-A62D-4CB8-B0C7-7C6EFC9061AD}" destId="{D44FAFBA-3747-4D54-B446-8CCF6C315A2A}" srcOrd="3" destOrd="0" presId="urn:microsoft.com/office/officeart/2009/3/layout/HorizontalOrganizationChart#3"/>
    <dgm:cxn modelId="{B18278FB-CFF2-423F-A0F7-74D351C51267}" type="presParOf" srcId="{D44FAFBA-3747-4D54-B446-8CCF6C315A2A}" destId="{B77D2759-C510-4462-9599-2226DD7351E8}" srcOrd="0" destOrd="0" presId="urn:microsoft.com/office/officeart/2009/3/layout/HorizontalOrganizationChart#3"/>
    <dgm:cxn modelId="{7B21E266-55E7-4C61-AA01-564533D1009C}" type="presParOf" srcId="{B77D2759-C510-4462-9599-2226DD7351E8}" destId="{EAAB8251-9D38-4C56-A289-A303A2D4C079}" srcOrd="0" destOrd="0" presId="urn:microsoft.com/office/officeart/2009/3/layout/HorizontalOrganizationChart#3"/>
    <dgm:cxn modelId="{373E896E-C376-4B09-89D0-BE26C26D70D5}" type="presParOf" srcId="{B77D2759-C510-4462-9599-2226DD7351E8}" destId="{B51392B4-B493-4FBA-8502-698C191A7672}" srcOrd="1" destOrd="0" presId="urn:microsoft.com/office/officeart/2009/3/layout/HorizontalOrganizationChart#3"/>
    <dgm:cxn modelId="{216316E0-6664-432B-B723-0DE453393620}" type="presParOf" srcId="{D44FAFBA-3747-4D54-B446-8CCF6C315A2A}" destId="{F5CB7F3F-1C41-4F99-9015-5646E26FB01F}" srcOrd="1" destOrd="0" presId="urn:microsoft.com/office/officeart/2009/3/layout/HorizontalOrganizationChart#3"/>
    <dgm:cxn modelId="{F6745566-056D-4B59-9BCE-0E8FC41A7757}" type="presParOf" srcId="{F5CB7F3F-1C41-4F99-9015-5646E26FB01F}" destId="{FC91A1CF-17B2-443A-80A0-2FDED7BF0FC5}" srcOrd="0" destOrd="0" presId="urn:microsoft.com/office/officeart/2009/3/layout/HorizontalOrganizationChart#3"/>
    <dgm:cxn modelId="{CE2A8EEE-5505-4532-A2A5-11C6D4F42665}" type="presParOf" srcId="{F5CB7F3F-1C41-4F99-9015-5646E26FB01F}" destId="{94A74A2D-6D57-4708-B908-CD89D1EA9F49}" srcOrd="1" destOrd="0" presId="urn:microsoft.com/office/officeart/2009/3/layout/HorizontalOrganizationChart#3"/>
    <dgm:cxn modelId="{F93F9BC0-3A44-4993-8526-5613DC30A8A1}" type="presParOf" srcId="{94A74A2D-6D57-4708-B908-CD89D1EA9F49}" destId="{296BE447-E8E3-410D-BFD6-A36D588B3100}" srcOrd="0" destOrd="0" presId="urn:microsoft.com/office/officeart/2009/3/layout/HorizontalOrganizationChart#3"/>
    <dgm:cxn modelId="{D159305C-8C15-4495-9765-AD8FF3F794FF}" type="presParOf" srcId="{296BE447-E8E3-410D-BFD6-A36D588B3100}" destId="{B3694934-FBC3-4230-B810-36B69EE1EA6A}" srcOrd="0" destOrd="0" presId="urn:microsoft.com/office/officeart/2009/3/layout/HorizontalOrganizationChart#3"/>
    <dgm:cxn modelId="{F8421B78-8980-475E-ACDB-9E8C3D5B9045}" type="presParOf" srcId="{296BE447-E8E3-410D-BFD6-A36D588B3100}" destId="{95FDDC69-DF47-4A13-8B27-786AA03EBB71}" srcOrd="1" destOrd="0" presId="urn:microsoft.com/office/officeart/2009/3/layout/HorizontalOrganizationChart#3"/>
    <dgm:cxn modelId="{D51F960E-E897-475F-95D6-793CAC59FC12}" type="presParOf" srcId="{94A74A2D-6D57-4708-B908-CD89D1EA9F49}" destId="{8EB77125-8305-44E2-B9B3-D38B03889342}" srcOrd="1" destOrd="0" presId="urn:microsoft.com/office/officeart/2009/3/layout/HorizontalOrganizationChart#3"/>
    <dgm:cxn modelId="{30F4BCE9-99C4-4728-9DC7-313F12F81D16}" type="presParOf" srcId="{94A74A2D-6D57-4708-B908-CD89D1EA9F49}" destId="{239EBFE4-E4E6-472C-B688-F5807D3FED2B}" srcOrd="2" destOrd="0" presId="urn:microsoft.com/office/officeart/2009/3/layout/HorizontalOrganizationChart#3"/>
    <dgm:cxn modelId="{1AEB279B-7E4E-4286-AAD7-069782ACB495}" type="presParOf" srcId="{D44FAFBA-3747-4D54-B446-8CCF6C315A2A}" destId="{52ED5B03-03D3-435B-A7EF-6400E0D6BCA6}" srcOrd="2" destOrd="0" presId="urn:microsoft.com/office/officeart/2009/3/layout/HorizontalOrganizationChart#3"/>
    <dgm:cxn modelId="{E6A6C440-2BF6-4142-B0F4-25A629763A4D}" type="presParOf" srcId="{6D0A8F91-9F4B-468E-9896-F745563B4E15}" destId="{3361A0E5-5A03-4366-9FD0-2004FA2B611A}" srcOrd="2" destOrd="0" presId="urn:microsoft.com/office/officeart/2009/3/layout/HorizontalOrganization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FEE5C5-972B-4F97-BA38-B8E19C8C8822}">
      <dsp:nvSpPr>
        <dsp:cNvPr id="0" name=""/>
        <dsp:cNvSpPr/>
      </dsp:nvSpPr>
      <dsp:spPr>
        <a:xfrm>
          <a:off x="1724539" y="2404661"/>
          <a:ext cx="237064" cy="1529064"/>
        </a:xfrm>
        <a:custGeom>
          <a:avLst/>
          <a:gdLst/>
          <a:ahLst/>
          <a:cxnLst/>
          <a:rect l="0" t="0" r="0" b="0"/>
          <a:pathLst>
            <a:path>
              <a:moveTo>
                <a:pt x="0" y="0"/>
              </a:moveTo>
              <a:lnTo>
                <a:pt x="118532" y="0"/>
              </a:lnTo>
              <a:lnTo>
                <a:pt x="118532" y="1529064"/>
              </a:lnTo>
              <a:lnTo>
                <a:pt x="237064" y="152906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4D1950-7DBA-4B28-850B-FD960A5F62CA}">
      <dsp:nvSpPr>
        <dsp:cNvPr id="0" name=""/>
        <dsp:cNvSpPr/>
      </dsp:nvSpPr>
      <dsp:spPr>
        <a:xfrm>
          <a:off x="1724539" y="2404661"/>
          <a:ext cx="237064" cy="1019376"/>
        </a:xfrm>
        <a:custGeom>
          <a:avLst/>
          <a:gdLst/>
          <a:ahLst/>
          <a:cxnLst/>
          <a:rect l="0" t="0" r="0" b="0"/>
          <a:pathLst>
            <a:path>
              <a:moveTo>
                <a:pt x="0" y="0"/>
              </a:moveTo>
              <a:lnTo>
                <a:pt x="118532" y="0"/>
              </a:lnTo>
              <a:lnTo>
                <a:pt x="118532" y="1019376"/>
              </a:lnTo>
              <a:lnTo>
                <a:pt x="237064" y="101937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68BF25-A9C6-4D14-8A6D-EBC85533C8EB}">
      <dsp:nvSpPr>
        <dsp:cNvPr id="0" name=""/>
        <dsp:cNvSpPr/>
      </dsp:nvSpPr>
      <dsp:spPr>
        <a:xfrm>
          <a:off x="3146925" y="2914349"/>
          <a:ext cx="237064" cy="254844"/>
        </a:xfrm>
        <a:custGeom>
          <a:avLst/>
          <a:gdLst/>
          <a:ahLst/>
          <a:cxnLst/>
          <a:rect l="0" t="0" r="0" b="0"/>
          <a:pathLst>
            <a:path>
              <a:moveTo>
                <a:pt x="0" y="0"/>
              </a:moveTo>
              <a:lnTo>
                <a:pt x="118532" y="0"/>
              </a:lnTo>
              <a:lnTo>
                <a:pt x="118532" y="254844"/>
              </a:lnTo>
              <a:lnTo>
                <a:pt x="237064" y="25484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E8D67F-ACC8-43F4-92DB-58BBBDCFB85E}">
      <dsp:nvSpPr>
        <dsp:cNvPr id="0" name=""/>
        <dsp:cNvSpPr/>
      </dsp:nvSpPr>
      <dsp:spPr>
        <a:xfrm>
          <a:off x="3146925" y="2659505"/>
          <a:ext cx="237064" cy="254844"/>
        </a:xfrm>
        <a:custGeom>
          <a:avLst/>
          <a:gdLst/>
          <a:ahLst/>
          <a:cxnLst/>
          <a:rect l="0" t="0" r="0" b="0"/>
          <a:pathLst>
            <a:path>
              <a:moveTo>
                <a:pt x="0" y="254844"/>
              </a:moveTo>
              <a:lnTo>
                <a:pt x="118532" y="254844"/>
              </a:lnTo>
              <a:lnTo>
                <a:pt x="118532" y="0"/>
              </a:lnTo>
              <a:lnTo>
                <a:pt x="237064"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B4A131-EBF9-45B6-8AE2-202296C8EC08}">
      <dsp:nvSpPr>
        <dsp:cNvPr id="0" name=""/>
        <dsp:cNvSpPr/>
      </dsp:nvSpPr>
      <dsp:spPr>
        <a:xfrm>
          <a:off x="1724539" y="2404661"/>
          <a:ext cx="237064" cy="509688"/>
        </a:xfrm>
        <a:custGeom>
          <a:avLst/>
          <a:gdLst/>
          <a:ahLst/>
          <a:cxnLst/>
          <a:rect l="0" t="0" r="0" b="0"/>
          <a:pathLst>
            <a:path>
              <a:moveTo>
                <a:pt x="0" y="0"/>
              </a:moveTo>
              <a:lnTo>
                <a:pt x="118532" y="0"/>
              </a:lnTo>
              <a:lnTo>
                <a:pt x="118532" y="509688"/>
              </a:lnTo>
              <a:lnTo>
                <a:pt x="237064" y="5096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86C887-0F6E-4E2C-83D8-F2CBB2CCAF6C}">
      <dsp:nvSpPr>
        <dsp:cNvPr id="0" name=""/>
        <dsp:cNvSpPr/>
      </dsp:nvSpPr>
      <dsp:spPr>
        <a:xfrm>
          <a:off x="3146925" y="1894973"/>
          <a:ext cx="237064" cy="254844"/>
        </a:xfrm>
        <a:custGeom>
          <a:avLst/>
          <a:gdLst/>
          <a:ahLst/>
          <a:cxnLst/>
          <a:rect l="0" t="0" r="0" b="0"/>
          <a:pathLst>
            <a:path>
              <a:moveTo>
                <a:pt x="0" y="0"/>
              </a:moveTo>
              <a:lnTo>
                <a:pt x="118532" y="0"/>
              </a:lnTo>
              <a:lnTo>
                <a:pt x="118532" y="254844"/>
              </a:lnTo>
              <a:lnTo>
                <a:pt x="237064" y="25484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3A70EA-2D23-4F54-A339-B3D802436F1B}">
      <dsp:nvSpPr>
        <dsp:cNvPr id="0" name=""/>
        <dsp:cNvSpPr/>
      </dsp:nvSpPr>
      <dsp:spPr>
        <a:xfrm>
          <a:off x="3146925" y="1640129"/>
          <a:ext cx="237064" cy="254844"/>
        </a:xfrm>
        <a:custGeom>
          <a:avLst/>
          <a:gdLst/>
          <a:ahLst/>
          <a:cxnLst/>
          <a:rect l="0" t="0" r="0" b="0"/>
          <a:pathLst>
            <a:path>
              <a:moveTo>
                <a:pt x="0" y="254844"/>
              </a:moveTo>
              <a:lnTo>
                <a:pt x="118532" y="254844"/>
              </a:lnTo>
              <a:lnTo>
                <a:pt x="118532" y="0"/>
              </a:lnTo>
              <a:lnTo>
                <a:pt x="237064"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0BEFB6-0668-4971-A5B9-447C4B627768}">
      <dsp:nvSpPr>
        <dsp:cNvPr id="0" name=""/>
        <dsp:cNvSpPr/>
      </dsp:nvSpPr>
      <dsp:spPr>
        <a:xfrm>
          <a:off x="1724539" y="1894973"/>
          <a:ext cx="237064" cy="509688"/>
        </a:xfrm>
        <a:custGeom>
          <a:avLst/>
          <a:gdLst/>
          <a:ahLst/>
          <a:cxnLst/>
          <a:rect l="0" t="0" r="0" b="0"/>
          <a:pathLst>
            <a:path>
              <a:moveTo>
                <a:pt x="0" y="509688"/>
              </a:moveTo>
              <a:lnTo>
                <a:pt x="118532" y="509688"/>
              </a:lnTo>
              <a:lnTo>
                <a:pt x="118532" y="0"/>
              </a:lnTo>
              <a:lnTo>
                <a:pt x="237064"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D5345-1964-4B66-A469-57BBC9B1C640}">
      <dsp:nvSpPr>
        <dsp:cNvPr id="0" name=""/>
        <dsp:cNvSpPr/>
      </dsp:nvSpPr>
      <dsp:spPr>
        <a:xfrm>
          <a:off x="3146925" y="875596"/>
          <a:ext cx="237064" cy="307691"/>
        </a:xfrm>
        <a:custGeom>
          <a:avLst/>
          <a:gdLst/>
          <a:ahLst/>
          <a:cxnLst/>
          <a:rect l="0" t="0" r="0" b="0"/>
          <a:pathLst>
            <a:path>
              <a:moveTo>
                <a:pt x="0" y="0"/>
              </a:moveTo>
              <a:lnTo>
                <a:pt x="118532" y="0"/>
              </a:lnTo>
              <a:lnTo>
                <a:pt x="118532" y="307691"/>
              </a:lnTo>
              <a:lnTo>
                <a:pt x="237064" y="3076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A6A3A5-3D82-45A5-9E12-881F7136774B}">
      <dsp:nvSpPr>
        <dsp:cNvPr id="0" name=""/>
        <dsp:cNvSpPr/>
      </dsp:nvSpPr>
      <dsp:spPr>
        <a:xfrm>
          <a:off x="3146925" y="423606"/>
          <a:ext cx="237064" cy="451989"/>
        </a:xfrm>
        <a:custGeom>
          <a:avLst/>
          <a:gdLst/>
          <a:ahLst/>
          <a:cxnLst/>
          <a:rect l="0" t="0" r="0" b="0"/>
          <a:pathLst>
            <a:path>
              <a:moveTo>
                <a:pt x="0" y="451989"/>
              </a:moveTo>
              <a:lnTo>
                <a:pt x="118532" y="451989"/>
              </a:lnTo>
              <a:lnTo>
                <a:pt x="118532" y="0"/>
              </a:lnTo>
              <a:lnTo>
                <a:pt x="237064"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AFA062-2741-415E-836A-1D6E485A2A87}">
      <dsp:nvSpPr>
        <dsp:cNvPr id="0" name=""/>
        <dsp:cNvSpPr/>
      </dsp:nvSpPr>
      <dsp:spPr>
        <a:xfrm>
          <a:off x="1724539" y="875596"/>
          <a:ext cx="237064" cy="1529064"/>
        </a:xfrm>
        <a:custGeom>
          <a:avLst/>
          <a:gdLst/>
          <a:ahLst/>
          <a:cxnLst/>
          <a:rect l="0" t="0" r="0" b="0"/>
          <a:pathLst>
            <a:path>
              <a:moveTo>
                <a:pt x="0" y="1529064"/>
              </a:moveTo>
              <a:lnTo>
                <a:pt x="118532" y="1529064"/>
              </a:lnTo>
              <a:lnTo>
                <a:pt x="118532" y="0"/>
              </a:lnTo>
              <a:lnTo>
                <a:pt x="237064"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4F52C0-8AC0-4013-BD38-901625C84C49}">
      <dsp:nvSpPr>
        <dsp:cNvPr id="0" name=""/>
        <dsp:cNvSpPr/>
      </dsp:nvSpPr>
      <dsp:spPr>
        <a:xfrm>
          <a:off x="1223" y="2223900"/>
          <a:ext cx="1723315" cy="361523"/>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指针类型（广义）</a:t>
          </a:r>
        </a:p>
      </dsp:txBody>
      <dsp:txXfrm>
        <a:off x="1223" y="2223900"/>
        <a:ext cx="1723315" cy="361523"/>
      </dsp:txXfrm>
    </dsp:sp>
    <dsp:sp modelId="{452DC96C-A301-4964-BFDF-5866ADDA9D66}">
      <dsp:nvSpPr>
        <dsp:cNvPr id="0" name=""/>
        <dsp:cNvSpPr/>
      </dsp:nvSpPr>
      <dsp:spPr>
        <a:xfrm>
          <a:off x="1961603" y="694835"/>
          <a:ext cx="1185321" cy="361523"/>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rgbClr val="FF0000"/>
              </a:solidFill>
              <a:latin typeface="+mn-lt"/>
              <a:ea typeface="+mn-ea"/>
              <a:cs typeface="+mn-ea"/>
              <a:sym typeface="+mn-lt"/>
            </a:rPr>
            <a:t>原生指针类型</a:t>
          </a:r>
        </a:p>
      </dsp:txBody>
      <dsp:txXfrm>
        <a:off x="1961603" y="694835"/>
        <a:ext cx="1185321" cy="361523"/>
      </dsp:txXfrm>
    </dsp:sp>
    <dsp:sp modelId="{70851D8D-3031-43B7-9882-241C05D8D87F}">
      <dsp:nvSpPr>
        <dsp:cNvPr id="0" name=""/>
        <dsp:cNvSpPr/>
      </dsp:nvSpPr>
      <dsp:spPr>
        <a:xfrm>
          <a:off x="3383989" y="242845"/>
          <a:ext cx="1185321" cy="361523"/>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mn-lt"/>
              <a:ea typeface="+mn-ea"/>
              <a:cs typeface="+mn-ea"/>
              <a:sym typeface="+mn-lt"/>
            </a:rPr>
            <a:t>*const T</a:t>
          </a:r>
        </a:p>
      </dsp:txBody>
      <dsp:txXfrm>
        <a:off x="3383989" y="242845"/>
        <a:ext cx="1185321" cy="361523"/>
      </dsp:txXfrm>
    </dsp:sp>
    <dsp:sp modelId="{732E3C13-F8B2-457E-937C-80443CBD6457}">
      <dsp:nvSpPr>
        <dsp:cNvPr id="0" name=""/>
        <dsp:cNvSpPr/>
      </dsp:nvSpPr>
      <dsp:spPr>
        <a:xfrm>
          <a:off x="3383989" y="1002526"/>
          <a:ext cx="1185321" cy="361523"/>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mn-lt"/>
              <a:ea typeface="+mn-ea"/>
              <a:cs typeface="+mn-ea"/>
              <a:sym typeface="+mn-lt"/>
            </a:rPr>
            <a:t>*</a:t>
          </a:r>
          <a:r>
            <a:rPr lang="en-US" altLang="zh-CN" sz="1400" kern="1200" dirty="0" err="1">
              <a:solidFill>
                <a:schemeClr val="tx1"/>
              </a:solidFill>
              <a:latin typeface="+mn-lt"/>
              <a:ea typeface="+mn-ea"/>
              <a:cs typeface="+mn-ea"/>
              <a:sym typeface="+mn-lt"/>
            </a:rPr>
            <a:t>mut</a:t>
          </a:r>
          <a:r>
            <a:rPr lang="en-US" altLang="zh-CN" sz="1400" kern="1200" dirty="0">
              <a:solidFill>
                <a:schemeClr val="tx1"/>
              </a:solidFill>
              <a:latin typeface="+mn-lt"/>
              <a:ea typeface="+mn-ea"/>
              <a:cs typeface="+mn-ea"/>
              <a:sym typeface="+mn-lt"/>
            </a:rPr>
            <a:t> T</a:t>
          </a:r>
        </a:p>
      </dsp:txBody>
      <dsp:txXfrm>
        <a:off x="3383989" y="1002526"/>
        <a:ext cx="1185321" cy="361523"/>
      </dsp:txXfrm>
    </dsp:sp>
    <dsp:sp modelId="{616EC9F6-3828-4FD4-B088-A52FFA6F6E3F}">
      <dsp:nvSpPr>
        <dsp:cNvPr id="0" name=""/>
        <dsp:cNvSpPr/>
      </dsp:nvSpPr>
      <dsp:spPr>
        <a:xfrm>
          <a:off x="1961603" y="1714211"/>
          <a:ext cx="1185321" cy="361523"/>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引用</a:t>
          </a:r>
          <a:endParaRPr lang="en-US" altLang="zh-CN" sz="1400" kern="1200" dirty="0">
            <a:solidFill>
              <a:schemeClr val="tx1"/>
            </a:solidFill>
            <a:latin typeface="+mn-lt"/>
            <a:ea typeface="+mn-ea"/>
            <a:cs typeface="+mn-ea"/>
            <a:sym typeface="+mn-lt"/>
          </a:endParaRPr>
        </a:p>
      </dsp:txBody>
      <dsp:txXfrm>
        <a:off x="1961603" y="1714211"/>
        <a:ext cx="1185321" cy="361523"/>
      </dsp:txXfrm>
    </dsp:sp>
    <dsp:sp modelId="{AF1ED0F9-6862-4889-95C8-6318C891FFC7}">
      <dsp:nvSpPr>
        <dsp:cNvPr id="0" name=""/>
        <dsp:cNvSpPr/>
      </dsp:nvSpPr>
      <dsp:spPr>
        <a:xfrm>
          <a:off x="3383989" y="1459367"/>
          <a:ext cx="1185321" cy="361523"/>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mn-lt"/>
              <a:ea typeface="+mn-ea"/>
              <a:cs typeface="+mn-ea"/>
              <a:sym typeface="+mn-lt"/>
            </a:rPr>
            <a:t>&amp;T</a:t>
          </a:r>
        </a:p>
      </dsp:txBody>
      <dsp:txXfrm>
        <a:off x="3383989" y="1459367"/>
        <a:ext cx="1185321" cy="361523"/>
      </dsp:txXfrm>
    </dsp:sp>
    <dsp:sp modelId="{BA0FDF3A-B86E-40B9-899C-D45B56ACFA40}">
      <dsp:nvSpPr>
        <dsp:cNvPr id="0" name=""/>
        <dsp:cNvSpPr/>
      </dsp:nvSpPr>
      <dsp:spPr>
        <a:xfrm>
          <a:off x="3383989" y="1969055"/>
          <a:ext cx="1185321" cy="361523"/>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mn-lt"/>
              <a:ea typeface="+mn-ea"/>
              <a:cs typeface="+mn-ea"/>
              <a:sym typeface="+mn-lt"/>
            </a:rPr>
            <a:t>&amp;</a:t>
          </a:r>
          <a:r>
            <a:rPr lang="en-US" altLang="zh-CN" sz="1400" kern="1200" dirty="0" err="1">
              <a:solidFill>
                <a:schemeClr val="tx1"/>
              </a:solidFill>
              <a:latin typeface="+mn-lt"/>
              <a:ea typeface="+mn-ea"/>
              <a:cs typeface="+mn-ea"/>
              <a:sym typeface="+mn-lt"/>
            </a:rPr>
            <a:t>mut</a:t>
          </a:r>
          <a:r>
            <a:rPr lang="en-US" altLang="zh-CN" sz="1400" kern="1200" dirty="0">
              <a:solidFill>
                <a:schemeClr val="tx1"/>
              </a:solidFill>
              <a:latin typeface="+mn-lt"/>
              <a:ea typeface="+mn-ea"/>
              <a:cs typeface="+mn-ea"/>
              <a:sym typeface="+mn-lt"/>
            </a:rPr>
            <a:t> T</a:t>
          </a:r>
        </a:p>
      </dsp:txBody>
      <dsp:txXfrm>
        <a:off x="3383989" y="1969055"/>
        <a:ext cx="1185321" cy="361523"/>
      </dsp:txXfrm>
    </dsp:sp>
    <dsp:sp modelId="{A018586C-7A39-4607-A07F-99D45331742E}">
      <dsp:nvSpPr>
        <dsp:cNvPr id="0" name=""/>
        <dsp:cNvSpPr/>
      </dsp:nvSpPr>
      <dsp:spPr>
        <a:xfrm>
          <a:off x="1961603" y="2733588"/>
          <a:ext cx="1185321" cy="361523"/>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智能指针</a:t>
          </a:r>
          <a:endParaRPr lang="en-US" altLang="zh-CN" sz="1400" kern="1200" dirty="0">
            <a:solidFill>
              <a:schemeClr val="tx1"/>
            </a:solidFill>
            <a:latin typeface="+mn-lt"/>
            <a:ea typeface="+mn-ea"/>
            <a:cs typeface="+mn-ea"/>
            <a:sym typeface="+mn-lt"/>
          </a:endParaRPr>
        </a:p>
      </dsp:txBody>
      <dsp:txXfrm>
        <a:off x="1961603" y="2733588"/>
        <a:ext cx="1185321" cy="361523"/>
      </dsp:txXfrm>
    </dsp:sp>
    <dsp:sp modelId="{DB445BA9-E8E2-4A81-B5C5-A085FC5091D0}">
      <dsp:nvSpPr>
        <dsp:cNvPr id="0" name=""/>
        <dsp:cNvSpPr/>
      </dsp:nvSpPr>
      <dsp:spPr>
        <a:xfrm>
          <a:off x="3383989" y="2478744"/>
          <a:ext cx="1185321" cy="361523"/>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mn-lt"/>
              <a:ea typeface="+mn-ea"/>
              <a:cs typeface="+mn-ea"/>
              <a:sym typeface="+mn-lt"/>
            </a:rPr>
            <a:t>Box&lt;T&gt;</a:t>
          </a:r>
        </a:p>
      </dsp:txBody>
      <dsp:txXfrm>
        <a:off x="3383989" y="2478744"/>
        <a:ext cx="1185321" cy="361523"/>
      </dsp:txXfrm>
    </dsp:sp>
    <dsp:sp modelId="{FFA3B8CC-2E84-441B-9EF6-C021F8893947}">
      <dsp:nvSpPr>
        <dsp:cNvPr id="0" name=""/>
        <dsp:cNvSpPr/>
      </dsp:nvSpPr>
      <dsp:spPr>
        <a:xfrm>
          <a:off x="3383989" y="2988432"/>
          <a:ext cx="1607153" cy="361523"/>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err="1">
              <a:solidFill>
                <a:schemeClr val="tx1"/>
              </a:solidFill>
              <a:latin typeface="+mn-lt"/>
              <a:ea typeface="+mn-ea"/>
              <a:cs typeface="+mn-ea"/>
              <a:sym typeface="+mn-lt"/>
            </a:rPr>
            <a:t>Rc</a:t>
          </a:r>
          <a:r>
            <a:rPr lang="en-US" altLang="zh-CN" sz="1400" kern="1200" dirty="0">
              <a:solidFill>
                <a:schemeClr val="tx1"/>
              </a:solidFill>
              <a:latin typeface="+mn-lt"/>
              <a:ea typeface="+mn-ea"/>
              <a:cs typeface="+mn-ea"/>
              <a:sym typeface="+mn-lt"/>
            </a:rPr>
            <a:t>&lt;T&gt;/Arc&lt;T&gt;</a:t>
          </a:r>
        </a:p>
      </dsp:txBody>
      <dsp:txXfrm>
        <a:off x="3383989" y="2988432"/>
        <a:ext cx="1607153" cy="361523"/>
      </dsp:txXfrm>
    </dsp:sp>
    <dsp:sp modelId="{F2F58EE8-A1D0-4C47-BEF5-AF4E946F487F}">
      <dsp:nvSpPr>
        <dsp:cNvPr id="0" name=""/>
        <dsp:cNvSpPr/>
      </dsp:nvSpPr>
      <dsp:spPr>
        <a:xfrm>
          <a:off x="1961603" y="3243276"/>
          <a:ext cx="1185321" cy="361523"/>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函数指针</a:t>
          </a:r>
          <a:endParaRPr lang="en-US" altLang="zh-CN" sz="1400" kern="1200" dirty="0">
            <a:solidFill>
              <a:schemeClr val="tx1"/>
            </a:solidFill>
            <a:latin typeface="+mn-lt"/>
            <a:ea typeface="+mn-ea"/>
            <a:cs typeface="+mn-ea"/>
            <a:sym typeface="+mn-lt"/>
          </a:endParaRPr>
        </a:p>
      </dsp:txBody>
      <dsp:txXfrm>
        <a:off x="1961603" y="3243276"/>
        <a:ext cx="1185321" cy="361523"/>
      </dsp:txXfrm>
    </dsp:sp>
    <dsp:sp modelId="{56D0C22D-CBB3-4895-877B-565BA4289B85}">
      <dsp:nvSpPr>
        <dsp:cNvPr id="0" name=""/>
        <dsp:cNvSpPr/>
      </dsp:nvSpPr>
      <dsp:spPr>
        <a:xfrm>
          <a:off x="1961603" y="3752964"/>
          <a:ext cx="2078805" cy="361523"/>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非空指针 </a:t>
          </a:r>
          <a:r>
            <a:rPr lang="en-US" altLang="zh-CN" sz="1400" kern="1200" dirty="0" err="1">
              <a:solidFill>
                <a:schemeClr val="tx1"/>
              </a:solidFill>
              <a:latin typeface="+mn-lt"/>
              <a:ea typeface="+mn-ea"/>
              <a:cs typeface="+mn-ea"/>
              <a:sym typeface="+mn-lt"/>
            </a:rPr>
            <a:t>NonNull</a:t>
          </a:r>
          <a:r>
            <a:rPr lang="en-US" altLang="zh-CN" sz="1400" kern="1200" dirty="0">
              <a:solidFill>
                <a:schemeClr val="tx1"/>
              </a:solidFill>
              <a:latin typeface="+mn-lt"/>
              <a:ea typeface="+mn-ea"/>
              <a:cs typeface="+mn-ea"/>
              <a:sym typeface="+mn-lt"/>
            </a:rPr>
            <a:t>&lt;T&gt;</a:t>
          </a:r>
        </a:p>
      </dsp:txBody>
      <dsp:txXfrm>
        <a:off x="1961603" y="3752964"/>
        <a:ext cx="2078805" cy="3615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1D5345-1964-4B66-A469-57BBC9B1C640}">
      <dsp:nvSpPr>
        <dsp:cNvPr id="0" name=""/>
        <dsp:cNvSpPr/>
      </dsp:nvSpPr>
      <dsp:spPr>
        <a:xfrm>
          <a:off x="1756733" y="1910360"/>
          <a:ext cx="350969" cy="455531"/>
        </a:xfrm>
        <a:custGeom>
          <a:avLst/>
          <a:gdLst/>
          <a:ahLst/>
          <a:cxnLst/>
          <a:rect l="0" t="0" r="0" b="0"/>
          <a:pathLst>
            <a:path>
              <a:moveTo>
                <a:pt x="0" y="0"/>
              </a:moveTo>
              <a:lnTo>
                <a:pt x="175484" y="0"/>
              </a:lnTo>
              <a:lnTo>
                <a:pt x="175484" y="455531"/>
              </a:lnTo>
              <a:lnTo>
                <a:pt x="350969" y="45553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A6A3A5-3D82-45A5-9E12-881F7136774B}">
      <dsp:nvSpPr>
        <dsp:cNvPr id="0" name=""/>
        <dsp:cNvSpPr/>
      </dsp:nvSpPr>
      <dsp:spPr>
        <a:xfrm>
          <a:off x="1756733" y="1241197"/>
          <a:ext cx="350969" cy="669162"/>
        </a:xfrm>
        <a:custGeom>
          <a:avLst/>
          <a:gdLst/>
          <a:ahLst/>
          <a:cxnLst/>
          <a:rect l="0" t="0" r="0" b="0"/>
          <a:pathLst>
            <a:path>
              <a:moveTo>
                <a:pt x="0" y="669162"/>
              </a:moveTo>
              <a:lnTo>
                <a:pt x="175484" y="669162"/>
              </a:lnTo>
              <a:lnTo>
                <a:pt x="175484" y="0"/>
              </a:lnTo>
              <a:lnTo>
                <a:pt x="350969"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035CD1-F042-4C68-B030-2B85E0204067}">
      <dsp:nvSpPr>
        <dsp:cNvPr id="0" name=""/>
        <dsp:cNvSpPr/>
      </dsp:nvSpPr>
      <dsp:spPr>
        <a:xfrm>
          <a:off x="1886" y="1642745"/>
          <a:ext cx="1754846" cy="535228"/>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原生指针类型</a:t>
          </a:r>
        </a:p>
      </dsp:txBody>
      <dsp:txXfrm>
        <a:off x="1886" y="1642745"/>
        <a:ext cx="1754846" cy="535228"/>
      </dsp:txXfrm>
    </dsp:sp>
    <dsp:sp modelId="{70851D8D-3031-43B7-9882-241C05D8D87F}">
      <dsp:nvSpPr>
        <dsp:cNvPr id="0" name=""/>
        <dsp:cNvSpPr/>
      </dsp:nvSpPr>
      <dsp:spPr>
        <a:xfrm>
          <a:off x="2107702" y="973583"/>
          <a:ext cx="1754846" cy="535228"/>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mn-lt"/>
              <a:ea typeface="+mn-ea"/>
              <a:cs typeface="+mn-ea"/>
              <a:sym typeface="+mn-lt"/>
            </a:rPr>
            <a:t>*const T</a:t>
          </a:r>
        </a:p>
      </dsp:txBody>
      <dsp:txXfrm>
        <a:off x="2107702" y="973583"/>
        <a:ext cx="1754846" cy="535228"/>
      </dsp:txXfrm>
    </dsp:sp>
    <dsp:sp modelId="{732E3C13-F8B2-457E-937C-80443CBD6457}">
      <dsp:nvSpPr>
        <dsp:cNvPr id="0" name=""/>
        <dsp:cNvSpPr/>
      </dsp:nvSpPr>
      <dsp:spPr>
        <a:xfrm>
          <a:off x="2107702" y="2098277"/>
          <a:ext cx="1754846" cy="535228"/>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mn-lt"/>
              <a:ea typeface="+mn-ea"/>
              <a:cs typeface="+mn-ea"/>
              <a:sym typeface="+mn-lt"/>
            </a:rPr>
            <a:t>*</a:t>
          </a:r>
          <a:r>
            <a:rPr lang="en-US" altLang="zh-CN" sz="1400" kern="1200" dirty="0" err="1">
              <a:solidFill>
                <a:schemeClr val="tx1"/>
              </a:solidFill>
              <a:latin typeface="+mn-lt"/>
              <a:ea typeface="+mn-ea"/>
              <a:cs typeface="+mn-ea"/>
              <a:sym typeface="+mn-lt"/>
            </a:rPr>
            <a:t>mut</a:t>
          </a:r>
          <a:r>
            <a:rPr lang="en-US" altLang="zh-CN" sz="1400" kern="1200" dirty="0">
              <a:solidFill>
                <a:schemeClr val="tx1"/>
              </a:solidFill>
              <a:latin typeface="+mn-lt"/>
              <a:ea typeface="+mn-ea"/>
              <a:cs typeface="+mn-ea"/>
              <a:sym typeface="+mn-lt"/>
            </a:rPr>
            <a:t> T</a:t>
          </a:r>
        </a:p>
      </dsp:txBody>
      <dsp:txXfrm>
        <a:off x="2107702" y="2098277"/>
        <a:ext cx="1754846" cy="5352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91A1CF-17B2-443A-80A0-2FDED7BF0FC5}">
      <dsp:nvSpPr>
        <dsp:cNvPr id="0" name=""/>
        <dsp:cNvSpPr/>
      </dsp:nvSpPr>
      <dsp:spPr>
        <a:xfrm>
          <a:off x="4248373" y="5225043"/>
          <a:ext cx="183533" cy="91440"/>
        </a:xfrm>
        <a:custGeom>
          <a:avLst/>
          <a:gdLst/>
          <a:ahLst/>
          <a:cxnLst/>
          <a:rect l="0" t="0" r="0" b="0"/>
          <a:pathLst>
            <a:path>
              <a:moveTo>
                <a:pt x="0" y="45720"/>
              </a:moveTo>
              <a:lnTo>
                <a:pt x="183533"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218BA7-670B-468A-9001-33994257F5E2}">
      <dsp:nvSpPr>
        <dsp:cNvPr id="0" name=""/>
        <dsp:cNvSpPr/>
      </dsp:nvSpPr>
      <dsp:spPr>
        <a:xfrm>
          <a:off x="3147170" y="4876165"/>
          <a:ext cx="183533" cy="394597"/>
        </a:xfrm>
        <a:custGeom>
          <a:avLst/>
          <a:gdLst/>
          <a:ahLst/>
          <a:cxnLst/>
          <a:rect l="0" t="0" r="0" b="0"/>
          <a:pathLst>
            <a:path>
              <a:moveTo>
                <a:pt x="0" y="0"/>
              </a:moveTo>
              <a:lnTo>
                <a:pt x="91766" y="0"/>
              </a:lnTo>
              <a:lnTo>
                <a:pt x="91766" y="394597"/>
              </a:lnTo>
              <a:lnTo>
                <a:pt x="183533" y="39459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AF8F16-045D-4F77-9CD3-F5BDD7AB180D}">
      <dsp:nvSpPr>
        <dsp:cNvPr id="0" name=""/>
        <dsp:cNvSpPr/>
      </dsp:nvSpPr>
      <dsp:spPr>
        <a:xfrm>
          <a:off x="4248373" y="4481568"/>
          <a:ext cx="183533" cy="394597"/>
        </a:xfrm>
        <a:custGeom>
          <a:avLst/>
          <a:gdLst/>
          <a:ahLst/>
          <a:cxnLst/>
          <a:rect l="0" t="0" r="0" b="0"/>
          <a:pathLst>
            <a:path>
              <a:moveTo>
                <a:pt x="0" y="0"/>
              </a:moveTo>
              <a:lnTo>
                <a:pt x="91766" y="0"/>
              </a:lnTo>
              <a:lnTo>
                <a:pt x="91766" y="394597"/>
              </a:lnTo>
              <a:lnTo>
                <a:pt x="183533" y="39459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607420-74ED-4E00-A971-CFB291DBEF96}">
      <dsp:nvSpPr>
        <dsp:cNvPr id="0" name=""/>
        <dsp:cNvSpPr/>
      </dsp:nvSpPr>
      <dsp:spPr>
        <a:xfrm>
          <a:off x="4248373" y="4435848"/>
          <a:ext cx="183533" cy="91440"/>
        </a:xfrm>
        <a:custGeom>
          <a:avLst/>
          <a:gdLst/>
          <a:ahLst/>
          <a:cxnLst/>
          <a:rect l="0" t="0" r="0" b="0"/>
          <a:pathLst>
            <a:path>
              <a:moveTo>
                <a:pt x="0" y="45720"/>
              </a:moveTo>
              <a:lnTo>
                <a:pt x="183533"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9CC6DB-C907-4B66-B0B9-9502828A239C}">
      <dsp:nvSpPr>
        <dsp:cNvPr id="0" name=""/>
        <dsp:cNvSpPr/>
      </dsp:nvSpPr>
      <dsp:spPr>
        <a:xfrm>
          <a:off x="4248373" y="4086970"/>
          <a:ext cx="183533" cy="394597"/>
        </a:xfrm>
        <a:custGeom>
          <a:avLst/>
          <a:gdLst/>
          <a:ahLst/>
          <a:cxnLst/>
          <a:rect l="0" t="0" r="0" b="0"/>
          <a:pathLst>
            <a:path>
              <a:moveTo>
                <a:pt x="0" y="394597"/>
              </a:moveTo>
              <a:lnTo>
                <a:pt x="91766" y="394597"/>
              </a:lnTo>
              <a:lnTo>
                <a:pt x="91766" y="0"/>
              </a:lnTo>
              <a:lnTo>
                <a:pt x="183533"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962702-7BD0-4F18-B99E-D74AA52A620E}">
      <dsp:nvSpPr>
        <dsp:cNvPr id="0" name=""/>
        <dsp:cNvSpPr/>
      </dsp:nvSpPr>
      <dsp:spPr>
        <a:xfrm>
          <a:off x="3147170" y="4481568"/>
          <a:ext cx="183533" cy="394597"/>
        </a:xfrm>
        <a:custGeom>
          <a:avLst/>
          <a:gdLst/>
          <a:ahLst/>
          <a:cxnLst/>
          <a:rect l="0" t="0" r="0" b="0"/>
          <a:pathLst>
            <a:path>
              <a:moveTo>
                <a:pt x="0" y="394597"/>
              </a:moveTo>
              <a:lnTo>
                <a:pt x="91766" y="394597"/>
              </a:lnTo>
              <a:lnTo>
                <a:pt x="91766" y="0"/>
              </a:lnTo>
              <a:lnTo>
                <a:pt x="183533"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CD1AE2-9D69-4158-97F2-8E1B8610C2CE}">
      <dsp:nvSpPr>
        <dsp:cNvPr id="0" name=""/>
        <dsp:cNvSpPr/>
      </dsp:nvSpPr>
      <dsp:spPr>
        <a:xfrm>
          <a:off x="4287438" y="3535987"/>
          <a:ext cx="183533" cy="156384"/>
        </a:xfrm>
        <a:custGeom>
          <a:avLst/>
          <a:gdLst/>
          <a:ahLst/>
          <a:cxnLst/>
          <a:rect l="0" t="0" r="0" b="0"/>
          <a:pathLst>
            <a:path>
              <a:moveTo>
                <a:pt x="0" y="0"/>
              </a:moveTo>
              <a:lnTo>
                <a:pt x="91766" y="0"/>
              </a:lnTo>
              <a:lnTo>
                <a:pt x="91766" y="156384"/>
              </a:lnTo>
              <a:lnTo>
                <a:pt x="183533" y="1563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4C852E-66DB-4F58-A12C-ABCB65D871A0}">
      <dsp:nvSpPr>
        <dsp:cNvPr id="0" name=""/>
        <dsp:cNvSpPr/>
      </dsp:nvSpPr>
      <dsp:spPr>
        <a:xfrm>
          <a:off x="4287438" y="3297774"/>
          <a:ext cx="183533" cy="238213"/>
        </a:xfrm>
        <a:custGeom>
          <a:avLst/>
          <a:gdLst/>
          <a:ahLst/>
          <a:cxnLst/>
          <a:rect l="0" t="0" r="0" b="0"/>
          <a:pathLst>
            <a:path>
              <a:moveTo>
                <a:pt x="0" y="238213"/>
              </a:moveTo>
              <a:lnTo>
                <a:pt x="91766" y="238213"/>
              </a:lnTo>
              <a:lnTo>
                <a:pt x="91766" y="0"/>
              </a:lnTo>
              <a:lnTo>
                <a:pt x="183533"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D5345-1964-4B66-A469-57BBC9B1C640}">
      <dsp:nvSpPr>
        <dsp:cNvPr id="0" name=""/>
        <dsp:cNvSpPr/>
      </dsp:nvSpPr>
      <dsp:spPr>
        <a:xfrm>
          <a:off x="3186235" y="2508579"/>
          <a:ext cx="183533" cy="1027408"/>
        </a:xfrm>
        <a:custGeom>
          <a:avLst/>
          <a:gdLst/>
          <a:ahLst/>
          <a:cxnLst/>
          <a:rect l="0" t="0" r="0" b="0"/>
          <a:pathLst>
            <a:path>
              <a:moveTo>
                <a:pt x="0" y="0"/>
              </a:moveTo>
              <a:lnTo>
                <a:pt x="91766" y="0"/>
              </a:lnTo>
              <a:lnTo>
                <a:pt x="91766" y="1027408"/>
              </a:lnTo>
              <a:lnTo>
                <a:pt x="183533" y="102740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95EAA2-DE8C-46BC-A36C-A554B50E4EB8}">
      <dsp:nvSpPr>
        <dsp:cNvPr id="0" name=""/>
        <dsp:cNvSpPr/>
      </dsp:nvSpPr>
      <dsp:spPr>
        <a:xfrm>
          <a:off x="4287438" y="1369455"/>
          <a:ext cx="183533" cy="1533721"/>
        </a:xfrm>
        <a:custGeom>
          <a:avLst/>
          <a:gdLst/>
          <a:ahLst/>
          <a:cxnLst/>
          <a:rect l="0" t="0" r="0" b="0"/>
          <a:pathLst>
            <a:path>
              <a:moveTo>
                <a:pt x="0" y="0"/>
              </a:moveTo>
              <a:lnTo>
                <a:pt x="91766" y="0"/>
              </a:lnTo>
              <a:lnTo>
                <a:pt x="91766" y="1533721"/>
              </a:lnTo>
              <a:lnTo>
                <a:pt x="183533" y="153372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FF6773-AAD0-4762-8796-EB6A3E60293F}">
      <dsp:nvSpPr>
        <dsp:cNvPr id="0" name=""/>
        <dsp:cNvSpPr/>
      </dsp:nvSpPr>
      <dsp:spPr>
        <a:xfrm>
          <a:off x="4287438" y="1369455"/>
          <a:ext cx="183533" cy="1139123"/>
        </a:xfrm>
        <a:custGeom>
          <a:avLst/>
          <a:gdLst/>
          <a:ahLst/>
          <a:cxnLst/>
          <a:rect l="0" t="0" r="0" b="0"/>
          <a:pathLst>
            <a:path>
              <a:moveTo>
                <a:pt x="0" y="0"/>
              </a:moveTo>
              <a:lnTo>
                <a:pt x="91766" y="0"/>
              </a:lnTo>
              <a:lnTo>
                <a:pt x="91766" y="1139123"/>
              </a:lnTo>
              <a:lnTo>
                <a:pt x="183533" y="113912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3D1B27-1697-401D-8EF2-15FA437B0D73}">
      <dsp:nvSpPr>
        <dsp:cNvPr id="0" name=""/>
        <dsp:cNvSpPr/>
      </dsp:nvSpPr>
      <dsp:spPr>
        <a:xfrm>
          <a:off x="4287438" y="1369455"/>
          <a:ext cx="183533" cy="744525"/>
        </a:xfrm>
        <a:custGeom>
          <a:avLst/>
          <a:gdLst/>
          <a:ahLst/>
          <a:cxnLst/>
          <a:rect l="0" t="0" r="0" b="0"/>
          <a:pathLst>
            <a:path>
              <a:moveTo>
                <a:pt x="0" y="0"/>
              </a:moveTo>
              <a:lnTo>
                <a:pt x="91766" y="0"/>
              </a:lnTo>
              <a:lnTo>
                <a:pt x="91766" y="744525"/>
              </a:lnTo>
              <a:lnTo>
                <a:pt x="183533" y="74452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5B7814-2F32-4A83-A164-7FA12A5B14A4}">
      <dsp:nvSpPr>
        <dsp:cNvPr id="0" name=""/>
        <dsp:cNvSpPr/>
      </dsp:nvSpPr>
      <dsp:spPr>
        <a:xfrm>
          <a:off x="4287438" y="1369455"/>
          <a:ext cx="183533" cy="349928"/>
        </a:xfrm>
        <a:custGeom>
          <a:avLst/>
          <a:gdLst/>
          <a:ahLst/>
          <a:cxnLst/>
          <a:rect l="0" t="0" r="0" b="0"/>
          <a:pathLst>
            <a:path>
              <a:moveTo>
                <a:pt x="0" y="0"/>
              </a:moveTo>
              <a:lnTo>
                <a:pt x="91766" y="0"/>
              </a:lnTo>
              <a:lnTo>
                <a:pt x="91766" y="349928"/>
              </a:lnTo>
              <a:lnTo>
                <a:pt x="183533" y="34992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0A9C2C-D92F-4CA5-96F9-10D30A399DD9}">
      <dsp:nvSpPr>
        <dsp:cNvPr id="0" name=""/>
        <dsp:cNvSpPr/>
      </dsp:nvSpPr>
      <dsp:spPr>
        <a:xfrm>
          <a:off x="4287438" y="1279065"/>
          <a:ext cx="183533" cy="91440"/>
        </a:xfrm>
        <a:custGeom>
          <a:avLst/>
          <a:gdLst/>
          <a:ahLst/>
          <a:cxnLst/>
          <a:rect l="0" t="0" r="0" b="0"/>
          <a:pathLst>
            <a:path>
              <a:moveTo>
                <a:pt x="0" y="90389"/>
              </a:moveTo>
              <a:lnTo>
                <a:pt x="91766" y="90389"/>
              </a:lnTo>
              <a:lnTo>
                <a:pt x="91766" y="45720"/>
              </a:lnTo>
              <a:lnTo>
                <a:pt x="183533"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E3F29A-A3B1-4DBB-812B-57737DA5CE59}">
      <dsp:nvSpPr>
        <dsp:cNvPr id="0" name=""/>
        <dsp:cNvSpPr/>
      </dsp:nvSpPr>
      <dsp:spPr>
        <a:xfrm>
          <a:off x="4287438" y="930187"/>
          <a:ext cx="183533" cy="439267"/>
        </a:xfrm>
        <a:custGeom>
          <a:avLst/>
          <a:gdLst/>
          <a:ahLst/>
          <a:cxnLst/>
          <a:rect l="0" t="0" r="0" b="0"/>
          <a:pathLst>
            <a:path>
              <a:moveTo>
                <a:pt x="0" y="439267"/>
              </a:moveTo>
              <a:lnTo>
                <a:pt x="91766" y="439267"/>
              </a:lnTo>
              <a:lnTo>
                <a:pt x="91766" y="0"/>
              </a:lnTo>
              <a:lnTo>
                <a:pt x="183533"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6D7E9E-9C7C-48D3-90AB-06489838A69B}">
      <dsp:nvSpPr>
        <dsp:cNvPr id="0" name=""/>
        <dsp:cNvSpPr/>
      </dsp:nvSpPr>
      <dsp:spPr>
        <a:xfrm>
          <a:off x="4287438" y="535590"/>
          <a:ext cx="183533" cy="833865"/>
        </a:xfrm>
        <a:custGeom>
          <a:avLst/>
          <a:gdLst/>
          <a:ahLst/>
          <a:cxnLst/>
          <a:rect l="0" t="0" r="0" b="0"/>
          <a:pathLst>
            <a:path>
              <a:moveTo>
                <a:pt x="0" y="833865"/>
              </a:moveTo>
              <a:lnTo>
                <a:pt x="91766" y="833865"/>
              </a:lnTo>
              <a:lnTo>
                <a:pt x="91766" y="0"/>
              </a:lnTo>
              <a:lnTo>
                <a:pt x="183533"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BA9919-46BA-4535-8415-2AC6B4AA13BA}">
      <dsp:nvSpPr>
        <dsp:cNvPr id="0" name=""/>
        <dsp:cNvSpPr/>
      </dsp:nvSpPr>
      <dsp:spPr>
        <a:xfrm>
          <a:off x="4287438" y="140992"/>
          <a:ext cx="183533" cy="1228463"/>
        </a:xfrm>
        <a:custGeom>
          <a:avLst/>
          <a:gdLst/>
          <a:ahLst/>
          <a:cxnLst/>
          <a:rect l="0" t="0" r="0" b="0"/>
          <a:pathLst>
            <a:path>
              <a:moveTo>
                <a:pt x="0" y="1228463"/>
              </a:moveTo>
              <a:lnTo>
                <a:pt x="91766" y="1228463"/>
              </a:lnTo>
              <a:lnTo>
                <a:pt x="91766" y="0"/>
              </a:lnTo>
              <a:lnTo>
                <a:pt x="183533"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A6A3A5-3D82-45A5-9E12-881F7136774B}">
      <dsp:nvSpPr>
        <dsp:cNvPr id="0" name=""/>
        <dsp:cNvSpPr/>
      </dsp:nvSpPr>
      <dsp:spPr>
        <a:xfrm>
          <a:off x="3186235" y="1369455"/>
          <a:ext cx="183533" cy="1139123"/>
        </a:xfrm>
        <a:custGeom>
          <a:avLst/>
          <a:gdLst/>
          <a:ahLst/>
          <a:cxnLst/>
          <a:rect l="0" t="0" r="0" b="0"/>
          <a:pathLst>
            <a:path>
              <a:moveTo>
                <a:pt x="0" y="1139123"/>
              </a:moveTo>
              <a:lnTo>
                <a:pt x="91766" y="1139123"/>
              </a:lnTo>
              <a:lnTo>
                <a:pt x="91766" y="0"/>
              </a:lnTo>
              <a:lnTo>
                <a:pt x="183533"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035CD1-F042-4C68-B030-2B85E0204067}">
      <dsp:nvSpPr>
        <dsp:cNvPr id="0" name=""/>
        <dsp:cNvSpPr/>
      </dsp:nvSpPr>
      <dsp:spPr>
        <a:xfrm>
          <a:off x="1846668" y="2368634"/>
          <a:ext cx="1339567"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原生指针类型</a:t>
          </a:r>
        </a:p>
      </dsp:txBody>
      <dsp:txXfrm>
        <a:off x="1846668" y="2368634"/>
        <a:ext cx="1339567" cy="279889"/>
      </dsp:txXfrm>
    </dsp:sp>
    <dsp:sp modelId="{70851D8D-3031-43B7-9882-241C05D8D87F}">
      <dsp:nvSpPr>
        <dsp:cNvPr id="0" name=""/>
        <dsp:cNvSpPr/>
      </dsp:nvSpPr>
      <dsp:spPr>
        <a:xfrm>
          <a:off x="3369769" y="1229510"/>
          <a:ext cx="917669"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方法分类</a:t>
          </a:r>
          <a:endParaRPr lang="en-US" altLang="zh-CN" sz="1400" kern="1200" dirty="0">
            <a:solidFill>
              <a:schemeClr val="tx1"/>
            </a:solidFill>
            <a:latin typeface="+mn-lt"/>
            <a:ea typeface="+mn-ea"/>
            <a:cs typeface="+mn-ea"/>
            <a:sym typeface="+mn-lt"/>
          </a:endParaRPr>
        </a:p>
      </dsp:txBody>
      <dsp:txXfrm>
        <a:off x="3369769" y="1229510"/>
        <a:ext cx="917669" cy="279889"/>
      </dsp:txXfrm>
    </dsp:sp>
    <dsp:sp modelId="{74BDB11B-C194-42A6-BCFE-B4CCBA0B3FFE}">
      <dsp:nvSpPr>
        <dsp:cNvPr id="0" name=""/>
        <dsp:cNvSpPr/>
      </dsp:nvSpPr>
      <dsp:spPr>
        <a:xfrm>
          <a:off x="4470972" y="1047"/>
          <a:ext cx="917669"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对齐访问</a:t>
          </a:r>
          <a:endParaRPr lang="en-US" altLang="zh-CN" sz="1400" kern="1200" dirty="0">
            <a:solidFill>
              <a:schemeClr val="tx1"/>
            </a:solidFill>
            <a:latin typeface="+mn-lt"/>
            <a:ea typeface="+mn-ea"/>
            <a:cs typeface="+mn-ea"/>
            <a:sym typeface="+mn-lt"/>
          </a:endParaRPr>
        </a:p>
      </dsp:txBody>
      <dsp:txXfrm>
        <a:off x="4470972" y="1047"/>
        <a:ext cx="917669" cy="279889"/>
      </dsp:txXfrm>
    </dsp:sp>
    <dsp:sp modelId="{C346D18F-BBAE-456D-9A57-E6D1E2D68325}">
      <dsp:nvSpPr>
        <dsp:cNvPr id="0" name=""/>
        <dsp:cNvSpPr/>
      </dsp:nvSpPr>
      <dsp:spPr>
        <a:xfrm>
          <a:off x="4470972" y="395645"/>
          <a:ext cx="917669"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分配对象</a:t>
          </a:r>
          <a:endParaRPr lang="en-US" altLang="zh-CN" sz="1400" kern="1200" dirty="0">
            <a:solidFill>
              <a:schemeClr val="tx1"/>
            </a:solidFill>
            <a:latin typeface="+mn-lt"/>
            <a:ea typeface="+mn-ea"/>
            <a:cs typeface="+mn-ea"/>
            <a:sym typeface="+mn-lt"/>
          </a:endParaRPr>
        </a:p>
      </dsp:txBody>
      <dsp:txXfrm>
        <a:off x="4470972" y="395645"/>
        <a:ext cx="917669" cy="279889"/>
      </dsp:txXfrm>
    </dsp:sp>
    <dsp:sp modelId="{B3B8F7A8-00B2-4D7E-904B-9A3C0B7E66F1}">
      <dsp:nvSpPr>
        <dsp:cNvPr id="0" name=""/>
        <dsp:cNvSpPr/>
      </dsp:nvSpPr>
      <dsp:spPr>
        <a:xfrm>
          <a:off x="4470972" y="790243"/>
          <a:ext cx="917669"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地址转换</a:t>
          </a:r>
          <a:endParaRPr lang="en-US" altLang="zh-CN" sz="1400" kern="1200" dirty="0">
            <a:solidFill>
              <a:schemeClr val="tx1"/>
            </a:solidFill>
            <a:latin typeface="+mn-lt"/>
            <a:ea typeface="+mn-ea"/>
            <a:cs typeface="+mn-ea"/>
            <a:sym typeface="+mn-lt"/>
          </a:endParaRPr>
        </a:p>
      </dsp:txBody>
      <dsp:txXfrm>
        <a:off x="4470972" y="790243"/>
        <a:ext cx="917669" cy="279889"/>
      </dsp:txXfrm>
    </dsp:sp>
    <dsp:sp modelId="{1B6804E9-75F9-46F6-B8C4-3E748FBF148E}">
      <dsp:nvSpPr>
        <dsp:cNvPr id="0" name=""/>
        <dsp:cNvSpPr/>
      </dsp:nvSpPr>
      <dsp:spPr>
        <a:xfrm>
          <a:off x="4470972" y="1184841"/>
          <a:ext cx="917669"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引用转换</a:t>
          </a:r>
          <a:endParaRPr lang="en-US" altLang="zh-CN" sz="1400" kern="1200" dirty="0">
            <a:solidFill>
              <a:schemeClr val="tx1"/>
            </a:solidFill>
            <a:latin typeface="+mn-lt"/>
            <a:ea typeface="+mn-ea"/>
            <a:cs typeface="+mn-ea"/>
            <a:sym typeface="+mn-lt"/>
          </a:endParaRPr>
        </a:p>
      </dsp:txBody>
      <dsp:txXfrm>
        <a:off x="4470972" y="1184841"/>
        <a:ext cx="917669" cy="279889"/>
      </dsp:txXfrm>
    </dsp:sp>
    <dsp:sp modelId="{F1244CEC-125B-43B7-B03A-9CEEDDF3396A}">
      <dsp:nvSpPr>
        <dsp:cNvPr id="0" name=""/>
        <dsp:cNvSpPr/>
      </dsp:nvSpPr>
      <dsp:spPr>
        <a:xfrm>
          <a:off x="4470972" y="1579438"/>
          <a:ext cx="1542537"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数据拷贝与析构</a:t>
          </a:r>
          <a:endParaRPr lang="en-US" altLang="zh-CN" sz="1400" kern="1200" dirty="0">
            <a:solidFill>
              <a:schemeClr val="tx1"/>
            </a:solidFill>
            <a:latin typeface="+mn-lt"/>
            <a:ea typeface="+mn-ea"/>
            <a:cs typeface="+mn-ea"/>
            <a:sym typeface="+mn-lt"/>
          </a:endParaRPr>
        </a:p>
      </dsp:txBody>
      <dsp:txXfrm>
        <a:off x="4470972" y="1579438"/>
        <a:ext cx="1542537" cy="279889"/>
      </dsp:txXfrm>
    </dsp:sp>
    <dsp:sp modelId="{A4AE33C9-7BC7-41E8-857C-527E9325CC25}">
      <dsp:nvSpPr>
        <dsp:cNvPr id="0" name=""/>
        <dsp:cNvSpPr/>
      </dsp:nvSpPr>
      <dsp:spPr>
        <a:xfrm>
          <a:off x="4470972" y="1974036"/>
          <a:ext cx="917669"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位掩码</a:t>
          </a:r>
          <a:endParaRPr lang="en-US" altLang="zh-CN" sz="1400" kern="1200" dirty="0">
            <a:solidFill>
              <a:schemeClr val="tx1"/>
            </a:solidFill>
            <a:latin typeface="+mn-lt"/>
            <a:ea typeface="+mn-ea"/>
            <a:cs typeface="+mn-ea"/>
            <a:sym typeface="+mn-lt"/>
          </a:endParaRPr>
        </a:p>
      </dsp:txBody>
      <dsp:txXfrm>
        <a:off x="4470972" y="1974036"/>
        <a:ext cx="917669" cy="279889"/>
      </dsp:txXfrm>
    </dsp:sp>
    <dsp:sp modelId="{032B5E81-481D-4C3B-BDAB-A68833EA0B89}">
      <dsp:nvSpPr>
        <dsp:cNvPr id="0" name=""/>
        <dsp:cNvSpPr/>
      </dsp:nvSpPr>
      <dsp:spPr>
        <a:xfrm>
          <a:off x="4470972" y="2368634"/>
          <a:ext cx="917669"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读写</a:t>
          </a:r>
          <a:endParaRPr lang="en-US" altLang="zh-CN" sz="1400" kern="1200" dirty="0">
            <a:solidFill>
              <a:schemeClr val="tx1"/>
            </a:solidFill>
            <a:latin typeface="+mn-lt"/>
            <a:ea typeface="+mn-ea"/>
            <a:cs typeface="+mn-ea"/>
            <a:sym typeface="+mn-lt"/>
          </a:endParaRPr>
        </a:p>
      </dsp:txBody>
      <dsp:txXfrm>
        <a:off x="4470972" y="2368634"/>
        <a:ext cx="917669" cy="279889"/>
      </dsp:txXfrm>
    </dsp:sp>
    <dsp:sp modelId="{43FFD952-41CF-4CDD-9197-268A1273A292}">
      <dsp:nvSpPr>
        <dsp:cNvPr id="0" name=""/>
        <dsp:cNvSpPr/>
      </dsp:nvSpPr>
      <dsp:spPr>
        <a:xfrm>
          <a:off x="4470972" y="2763232"/>
          <a:ext cx="917669"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位置计算</a:t>
          </a:r>
          <a:endParaRPr lang="en-US" altLang="zh-CN" sz="1400" kern="1200" dirty="0">
            <a:solidFill>
              <a:schemeClr val="tx1"/>
            </a:solidFill>
            <a:latin typeface="+mn-lt"/>
            <a:ea typeface="+mn-ea"/>
            <a:cs typeface="+mn-ea"/>
            <a:sym typeface="+mn-lt"/>
          </a:endParaRPr>
        </a:p>
      </dsp:txBody>
      <dsp:txXfrm>
        <a:off x="4470972" y="2763232"/>
        <a:ext cx="917669" cy="279889"/>
      </dsp:txXfrm>
    </dsp:sp>
    <dsp:sp modelId="{732E3C13-F8B2-457E-937C-80443CBD6457}">
      <dsp:nvSpPr>
        <dsp:cNvPr id="0" name=""/>
        <dsp:cNvSpPr/>
      </dsp:nvSpPr>
      <dsp:spPr>
        <a:xfrm>
          <a:off x="3369769" y="3396043"/>
          <a:ext cx="917669"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关键 </a:t>
          </a:r>
          <a:r>
            <a:rPr lang="en-US" altLang="zh-CN" sz="1400" kern="1200" dirty="0">
              <a:solidFill>
                <a:schemeClr val="tx1"/>
              </a:solidFill>
              <a:latin typeface="+mn-lt"/>
              <a:ea typeface="+mn-ea"/>
              <a:cs typeface="+mn-ea"/>
              <a:sym typeface="+mn-lt"/>
            </a:rPr>
            <a:t>trait</a:t>
          </a:r>
        </a:p>
      </dsp:txBody>
      <dsp:txXfrm>
        <a:off x="3369769" y="3396043"/>
        <a:ext cx="917669" cy="279889"/>
      </dsp:txXfrm>
    </dsp:sp>
    <dsp:sp modelId="{AC61FF1A-4E05-42BA-A483-086901D84447}">
      <dsp:nvSpPr>
        <dsp:cNvPr id="0" name=""/>
        <dsp:cNvSpPr/>
      </dsp:nvSpPr>
      <dsp:spPr>
        <a:xfrm>
          <a:off x="4470972" y="3157830"/>
          <a:ext cx="917669"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mn-lt"/>
              <a:ea typeface="+mn-ea"/>
              <a:cs typeface="+mn-ea"/>
              <a:sym typeface="+mn-lt"/>
            </a:rPr>
            <a:t>Copy</a:t>
          </a:r>
        </a:p>
      </dsp:txBody>
      <dsp:txXfrm>
        <a:off x="4470972" y="3157830"/>
        <a:ext cx="917669" cy="279889"/>
      </dsp:txXfrm>
    </dsp:sp>
    <dsp:sp modelId="{57ABFE60-079B-4F7D-BFE7-9D40B371BCA7}">
      <dsp:nvSpPr>
        <dsp:cNvPr id="0" name=""/>
        <dsp:cNvSpPr/>
      </dsp:nvSpPr>
      <dsp:spPr>
        <a:xfrm>
          <a:off x="4470972" y="3552427"/>
          <a:ext cx="1308789"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mn-lt"/>
              <a:ea typeface="+mn-ea"/>
              <a:cs typeface="+mn-ea"/>
              <a:sym typeface="+mn-lt"/>
            </a:rPr>
            <a:t>!Send/ !Sync</a:t>
          </a:r>
        </a:p>
      </dsp:txBody>
      <dsp:txXfrm>
        <a:off x="4470972" y="3552427"/>
        <a:ext cx="1308789" cy="279889"/>
      </dsp:txXfrm>
    </dsp:sp>
    <dsp:sp modelId="{6954C804-0D4A-47D8-BAC7-9F84B08DA549}">
      <dsp:nvSpPr>
        <dsp:cNvPr id="0" name=""/>
        <dsp:cNvSpPr/>
      </dsp:nvSpPr>
      <dsp:spPr>
        <a:xfrm>
          <a:off x="1846668" y="4736221"/>
          <a:ext cx="1300502"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mn-lt"/>
              <a:ea typeface="+mn-ea"/>
              <a:cs typeface="+mn-ea"/>
              <a:sym typeface="+mn-lt"/>
            </a:rPr>
            <a:t>std::</a:t>
          </a:r>
          <a:r>
            <a:rPr lang="en-US" altLang="zh-CN" sz="1400" kern="1200" dirty="0" err="1">
              <a:solidFill>
                <a:schemeClr val="tx1"/>
              </a:solidFill>
              <a:latin typeface="+mn-lt"/>
              <a:ea typeface="+mn-ea"/>
              <a:cs typeface="+mn-ea"/>
              <a:sym typeface="+mn-lt"/>
            </a:rPr>
            <a:t>ptr</a:t>
          </a:r>
          <a:r>
            <a:rPr lang="en-US" altLang="zh-CN" sz="1400" kern="1200" dirty="0">
              <a:solidFill>
                <a:schemeClr val="tx1"/>
              </a:solidFill>
              <a:latin typeface="+mn-lt"/>
              <a:ea typeface="+mn-ea"/>
              <a:cs typeface="+mn-ea"/>
              <a:sym typeface="+mn-lt"/>
            </a:rPr>
            <a:t> </a:t>
          </a:r>
          <a:r>
            <a:rPr lang="zh-CN" altLang="en-US" sz="1400" kern="1200" dirty="0">
              <a:solidFill>
                <a:schemeClr val="tx1"/>
              </a:solidFill>
              <a:latin typeface="+mn-lt"/>
              <a:ea typeface="+mn-ea"/>
              <a:cs typeface="+mn-ea"/>
              <a:sym typeface="+mn-lt"/>
            </a:rPr>
            <a:t>模块</a:t>
          </a:r>
          <a:endParaRPr lang="en-US" altLang="zh-CN" sz="1400" kern="1200" dirty="0">
            <a:solidFill>
              <a:schemeClr val="tx1"/>
            </a:solidFill>
            <a:latin typeface="+mn-lt"/>
            <a:ea typeface="+mn-ea"/>
            <a:cs typeface="+mn-ea"/>
            <a:sym typeface="+mn-lt"/>
          </a:endParaRPr>
        </a:p>
      </dsp:txBody>
      <dsp:txXfrm>
        <a:off x="1846668" y="4736221"/>
        <a:ext cx="1300502" cy="279889"/>
      </dsp:txXfrm>
    </dsp:sp>
    <dsp:sp modelId="{2A3093AB-61FF-4860-8F22-B4FBD5330123}">
      <dsp:nvSpPr>
        <dsp:cNvPr id="0" name=""/>
        <dsp:cNvSpPr/>
      </dsp:nvSpPr>
      <dsp:spPr>
        <a:xfrm>
          <a:off x="3330704" y="4341623"/>
          <a:ext cx="917669"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方法分类</a:t>
          </a:r>
          <a:endParaRPr lang="en-US" altLang="zh-CN" sz="1400" kern="1200" dirty="0">
            <a:solidFill>
              <a:schemeClr val="tx1"/>
            </a:solidFill>
            <a:latin typeface="+mn-lt"/>
            <a:ea typeface="+mn-ea"/>
            <a:cs typeface="+mn-ea"/>
            <a:sym typeface="+mn-lt"/>
          </a:endParaRPr>
        </a:p>
      </dsp:txBody>
      <dsp:txXfrm>
        <a:off x="3330704" y="4341623"/>
        <a:ext cx="917669" cy="279889"/>
      </dsp:txXfrm>
    </dsp:sp>
    <dsp:sp modelId="{F81CC281-84D7-472C-A1D6-58E04FC5A941}">
      <dsp:nvSpPr>
        <dsp:cNvPr id="0" name=""/>
        <dsp:cNvSpPr/>
      </dsp:nvSpPr>
      <dsp:spPr>
        <a:xfrm>
          <a:off x="4431907" y="3947025"/>
          <a:ext cx="1376118"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mn-lt"/>
              <a:ea typeface="+mn-ea"/>
              <a:cs typeface="+mn-ea"/>
              <a:sym typeface="+mn-lt"/>
            </a:rPr>
            <a:t>replace/swap</a:t>
          </a:r>
        </a:p>
      </dsp:txBody>
      <dsp:txXfrm>
        <a:off x="4431907" y="3947025"/>
        <a:ext cx="1376118" cy="279889"/>
      </dsp:txXfrm>
    </dsp:sp>
    <dsp:sp modelId="{71ADDBB6-8D23-4DE7-B0A7-A822746E0B0F}">
      <dsp:nvSpPr>
        <dsp:cNvPr id="0" name=""/>
        <dsp:cNvSpPr/>
      </dsp:nvSpPr>
      <dsp:spPr>
        <a:xfrm>
          <a:off x="4431907" y="4341623"/>
          <a:ext cx="2644328"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mn-lt"/>
              <a:ea typeface="+mn-ea"/>
              <a:cs typeface="+mn-ea"/>
              <a:sym typeface="+mn-lt"/>
            </a:rPr>
            <a:t>copy/</a:t>
          </a:r>
          <a:r>
            <a:rPr lang="en-US" altLang="zh-CN" sz="1400" kern="1200" dirty="0" err="1">
              <a:solidFill>
                <a:schemeClr val="tx1"/>
              </a:solidFill>
              <a:latin typeface="+mn-lt"/>
              <a:ea typeface="+mn-ea"/>
              <a:cs typeface="+mn-ea"/>
              <a:sym typeface="+mn-lt"/>
            </a:rPr>
            <a:t>copy_nonoverlapping</a:t>
          </a:r>
          <a:endParaRPr lang="en-US" altLang="zh-CN" sz="1400" kern="1200" dirty="0">
            <a:solidFill>
              <a:schemeClr val="tx1"/>
            </a:solidFill>
            <a:latin typeface="+mn-lt"/>
            <a:ea typeface="+mn-ea"/>
            <a:cs typeface="+mn-ea"/>
            <a:sym typeface="+mn-lt"/>
          </a:endParaRPr>
        </a:p>
      </dsp:txBody>
      <dsp:txXfrm>
        <a:off x="4431907" y="4341623"/>
        <a:ext cx="2644328" cy="279889"/>
      </dsp:txXfrm>
    </dsp:sp>
    <dsp:sp modelId="{BF6989C5-B2F4-4E0F-B012-5494262A4BD6}">
      <dsp:nvSpPr>
        <dsp:cNvPr id="0" name=""/>
        <dsp:cNvSpPr/>
      </dsp:nvSpPr>
      <dsp:spPr>
        <a:xfrm>
          <a:off x="4431907" y="4736221"/>
          <a:ext cx="1953855"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err="1">
              <a:solidFill>
                <a:schemeClr val="tx1"/>
              </a:solidFill>
              <a:latin typeface="+mn-lt"/>
              <a:ea typeface="+mn-ea"/>
              <a:cs typeface="+mn-ea"/>
              <a:sym typeface="+mn-lt"/>
            </a:rPr>
            <a:t>slice_from_raw_parts</a:t>
          </a:r>
          <a:endParaRPr lang="en-US" altLang="zh-CN" sz="1400" kern="1200" dirty="0">
            <a:solidFill>
              <a:schemeClr val="tx1"/>
            </a:solidFill>
            <a:latin typeface="+mn-lt"/>
            <a:ea typeface="+mn-ea"/>
            <a:cs typeface="+mn-ea"/>
            <a:sym typeface="+mn-lt"/>
          </a:endParaRPr>
        </a:p>
      </dsp:txBody>
      <dsp:txXfrm>
        <a:off x="4431907" y="4736221"/>
        <a:ext cx="1953855" cy="279889"/>
      </dsp:txXfrm>
    </dsp:sp>
    <dsp:sp modelId="{EAAB8251-9D38-4C56-A289-A303A2D4C079}">
      <dsp:nvSpPr>
        <dsp:cNvPr id="0" name=""/>
        <dsp:cNvSpPr/>
      </dsp:nvSpPr>
      <dsp:spPr>
        <a:xfrm>
          <a:off x="3330704" y="5130819"/>
          <a:ext cx="917669"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mn-lt"/>
              <a:ea typeface="+mn-ea"/>
              <a:cs typeface="+mn-ea"/>
              <a:sym typeface="+mn-lt"/>
            </a:rPr>
            <a:t>关键类型</a:t>
          </a:r>
          <a:endParaRPr lang="en-US" altLang="zh-CN" sz="1400" kern="1200" dirty="0">
            <a:solidFill>
              <a:schemeClr val="tx1"/>
            </a:solidFill>
            <a:latin typeface="+mn-lt"/>
            <a:ea typeface="+mn-ea"/>
            <a:cs typeface="+mn-ea"/>
            <a:sym typeface="+mn-lt"/>
          </a:endParaRPr>
        </a:p>
      </dsp:txBody>
      <dsp:txXfrm>
        <a:off x="3330704" y="5130819"/>
        <a:ext cx="917669" cy="279889"/>
      </dsp:txXfrm>
    </dsp:sp>
    <dsp:sp modelId="{B3694934-FBC3-4230-B810-36B69EE1EA6A}">
      <dsp:nvSpPr>
        <dsp:cNvPr id="0" name=""/>
        <dsp:cNvSpPr/>
      </dsp:nvSpPr>
      <dsp:spPr>
        <a:xfrm>
          <a:off x="4431907" y="5130819"/>
          <a:ext cx="917669" cy="279889"/>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err="1">
              <a:solidFill>
                <a:schemeClr val="tx1"/>
              </a:solidFill>
              <a:latin typeface="+mn-lt"/>
              <a:ea typeface="+mn-ea"/>
              <a:cs typeface="+mn-ea"/>
              <a:sym typeface="+mn-lt"/>
            </a:rPr>
            <a:t>NonNull</a:t>
          </a:r>
          <a:endParaRPr lang="en-US" altLang="zh-CN" sz="1400" kern="1200" dirty="0">
            <a:solidFill>
              <a:schemeClr val="tx1"/>
            </a:solidFill>
            <a:latin typeface="+mn-lt"/>
            <a:ea typeface="+mn-ea"/>
            <a:cs typeface="+mn-ea"/>
            <a:sym typeface="+mn-lt"/>
          </a:endParaRPr>
        </a:p>
      </dsp:txBody>
      <dsp:txXfrm>
        <a:off x="4431907" y="5130819"/>
        <a:ext cx="917669" cy="279889"/>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1">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linDir" val="fromL"/>
                      <dgm:param type="chAlign" val="t"/>
                    </dgm:alg>
                  </dgm:if>
                  <dgm:else name="Name31">
                    <dgm:alg type="hierChild">
                      <dgm:param type="linDir" val="fromR"/>
                      <dgm:param type="chAlign" val="t"/>
                    </dgm:alg>
                  </dgm:else>
                </dgm:choose>
              </dgm:if>
              <dgm:if name="Name32" func="var" arg="hierBranch" op="equ" val="r">
                <dgm:choose name="Name33">
                  <dgm:if name="Name34" func="var" arg="dir" op="equ" val="norm">
                    <dgm:alg type="hierChild">
                      <dgm:param type="linDir" val="fromL"/>
                      <dgm:param type="chAlign" val="b"/>
                    </dgm:alg>
                  </dgm:if>
                  <dgm:else name="Name35">
                    <dgm:alg type="hierChild">
                      <dgm:param type="linDir" val="fromR"/>
                      <dgm:param type="chAlign" val="b"/>
                    </dgm:alg>
                  </dgm:else>
                </dgm:choose>
              </dgm:if>
              <dgm:if name="Name36" func="var" arg="hierBranch" op="equ" val="hang">
                <dgm:choose name="Name37">
                  <dgm:if name="Name38" func="var" arg="dir" op="equ" val="norm">
                    <dgm:alg type="hierChild">
                      <dgm:param type="linDir" val="fromT"/>
                      <dgm:param type="chAlign" val="l"/>
                      <dgm:param type="secLinDir" val="fromL"/>
                      <dgm:param type="secChAlign" val="t"/>
                    </dgm:alg>
                  </dgm:if>
                  <dgm:else name="Name39">
                    <dgm:alg type="hierChild">
                      <dgm:param type="linDir" val="fromT"/>
                      <dgm:param type="chAlign" val="r"/>
                      <dgm:param type="secLinDir" val="fromR"/>
                      <dgm:param type="secChAlign" val="t"/>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dim" val="1D"/>
                            <dgm:param type="endSty" val="noArr"/>
                            <dgm:param type="connRout" val="bend"/>
                            <dgm:param type="begPts" val="midR"/>
                            <dgm:param type="endPts" val="bCtr tCtr"/>
                          </dgm:alg>
                        </dgm:if>
                        <dgm:else name="Name50">
                          <dgm:alg type="conn">
                            <dgm:param type="dim" val="1D"/>
                            <dgm:param type="endSty" val="noArr"/>
                            <dgm:param type="connRout" val="bend"/>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dim" val="1D"/>
                            <dgm:param type="endSty" val="noArr"/>
                            <dgm:param type="connRout" val="bend"/>
                            <dgm:param type="begPts" val="midR"/>
                            <dgm:param type="endPts" val="tCtr"/>
                          </dgm:alg>
                        </dgm:if>
                        <dgm:else name="Name55">
                          <dgm:alg type="conn">
                            <dgm:param type="dim" val="1D"/>
                            <dgm:param type="endSty" val="noArr"/>
                            <dgm:param type="connRout" val="bend"/>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dim" val="1D"/>
                            <dgm:param type="endSty" val="noArr"/>
                            <dgm:param type="connRout" val="bend"/>
                            <dgm:param type="begPts" val="midR"/>
                            <dgm:param type="endPts" val="bCtr"/>
                          </dgm:alg>
                        </dgm:if>
                        <dgm:else name="Name60">
                          <dgm:alg type="conn">
                            <dgm:param type="dim" val="1D"/>
                            <dgm:param type="endSty" val="noArr"/>
                            <dgm:param type="connRout" val="bend"/>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dim" val="1D"/>
                            <dgm:param type="endSty" val="noArr"/>
                            <dgm:param type="connRout" val="bend"/>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dim" val="1D"/>
                            <dgm:param type="endSty" val="noArr"/>
                            <dgm:param type="connRout" val="bend"/>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linDir" val="fromL"/>
                            <dgm:param type="chAlign" val="t"/>
                          </dgm:alg>
                        </dgm:if>
                        <dgm:else name="Name93">
                          <dgm:alg type="hierChild">
                            <dgm:param type="linDir" val="fromR"/>
                            <dgm:param type="chAlign" val="t"/>
                          </dgm:alg>
                        </dgm:else>
                      </dgm:choose>
                    </dgm:if>
                    <dgm:if name="Name94" func="var" arg="hierBranch" op="equ" val="r">
                      <dgm:choose name="Name95">
                        <dgm:if name="Name96" func="var" arg="dir" op="equ" val="norm">
                          <dgm:alg type="hierChild">
                            <dgm:param type="linDir" val="fromL"/>
                            <dgm:param type="chAlign" val="b"/>
                          </dgm:alg>
                        </dgm:if>
                        <dgm:else name="Name97">
                          <dgm:alg type="hierChild">
                            <dgm:param type="linDir" val="fromR"/>
                            <dgm:param type="chAlign" val="b"/>
                          </dgm:alg>
                        </dgm:else>
                      </dgm:choose>
                    </dgm:if>
                    <dgm:if name="Name98" func="var" arg="hierBranch" op="equ" val="hang">
                      <dgm:choose name="Name99">
                        <dgm:if name="Name100" func="var" arg="dir" op="equ" val="norm">
                          <dgm:alg type="hierChild">
                            <dgm:param type="linDir" val="fromT"/>
                            <dgm:param type="chAlign" val="l"/>
                            <dgm:param type="secLinDir" val="fromL"/>
                            <dgm:param type="secChAlign" val="t"/>
                          </dgm:alg>
                        </dgm:if>
                        <dgm:else name="Name101">
                          <dgm:alg type="hierChild">
                            <dgm:param type="linDir" val="fromT"/>
                            <dgm:param type="chAlign" val="r"/>
                            <dgm:param type="secLinDir" val="fromR"/>
                            <dgm:param type="secChAlign" val="t"/>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linDir" val="fromT"/>
                        <dgm:param type="chAlign" val="l"/>
                        <dgm:param type="secLinDir" val="fromL"/>
                        <dgm:param type="secChAlign" val="t"/>
                      </dgm:alg>
                    </dgm:if>
                    <dgm:else name="Name109">
                      <dgm:alg type="hierChild">
                        <dgm:param type="linDir" val="fromT"/>
                        <dgm:param type="chAlign" val="r"/>
                        <dgm:param type="secLinDir" val="fromR"/>
                        <dgm:param type="secChAlign" val="t"/>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linDir" val="fromT"/>
                  <dgm:param type="chAlign" val="l"/>
                  <dgm:param type="secLinDir" val="fromL"/>
                  <dgm:param type="secChAlign" val="t"/>
                </dgm:alg>
              </dgm:if>
              <dgm:else name="Name113">
                <dgm:alg type="hierChild">
                  <dgm:param type="linDir" val="fromT"/>
                  <dgm:param type="chAlign" val="r"/>
                  <dgm:param type="secLinDir" val="fromR"/>
                  <dgm:param type="secChAlign" val="t"/>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dim" val="1D"/>
                        <dgm:param type="endSty" val="noArr"/>
                        <dgm:param type="connRout" val="bend"/>
                        <dgm:param type="begPts" val="midR"/>
                        <dgm:param type="endPts" val="bCtr tCtr"/>
                      </dgm:alg>
                    </dgm:if>
                    <dgm:else name="Name118">
                      <dgm:alg type="conn">
                        <dgm:param type="dim" val="1D"/>
                        <dgm:param type="endSty" val="noArr"/>
                        <dgm:param type="connRout" val="bend"/>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linDir" val="fromL"/>
                            <dgm:param type="chAlign" val="t"/>
                          </dgm:alg>
                        </dgm:if>
                        <dgm:else name="Name145">
                          <dgm:alg type="hierChild">
                            <dgm:param type="linDir" val="fromR"/>
                            <dgm:param type="chAlign" val="t"/>
                          </dgm:alg>
                        </dgm:else>
                      </dgm:choose>
                    </dgm:if>
                    <dgm:if name="Name146" func="var" arg="hierBranch" op="equ" val="r">
                      <dgm:choose name="Name147">
                        <dgm:if name="Name148" func="var" arg="dir" op="equ" val="norm">
                          <dgm:alg type="hierChild">
                            <dgm:param type="linDir" val="fromL"/>
                            <dgm:param type="chAlign" val="b"/>
                          </dgm:alg>
                        </dgm:if>
                        <dgm:else name="Name149">
                          <dgm:alg type="hierChild">
                            <dgm:param type="linDir" val="fromR"/>
                            <dgm:param type="chAlign" val="b"/>
                          </dgm:alg>
                        </dgm:else>
                      </dgm:choose>
                    </dgm:if>
                    <dgm:if name="Name150" func="var" arg="hierBranch" op="equ" val="hang">
                      <dgm:choose name="Name151">
                        <dgm:if name="Name152" func="var" arg="dir" op="equ" val="norm">
                          <dgm:alg type="hierChild">
                            <dgm:param type="linDir" val="fromT"/>
                            <dgm:param type="chAlign" val="l"/>
                            <dgm:param type="secLinDir" val="fromL"/>
                            <dgm:param type="secChAlign" val="t"/>
                          </dgm:alg>
                        </dgm:if>
                        <dgm:else name="Name153">
                          <dgm:alg type="hierChild">
                            <dgm:param type="linDir" val="fromT"/>
                            <dgm:param type="chAlign" val="r"/>
                            <dgm:param type="secLinDir" val="fromR"/>
                            <dgm:param type="secChAlign" val="t"/>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linDir" val="fromT"/>
                        <dgm:param type="chAlign" val="l"/>
                        <dgm:param type="secLinDir" val="fromL"/>
                        <dgm:param type="secChAlign" val="t"/>
                      </dgm:alg>
                    </dgm:if>
                    <dgm:else name="Name161">
                      <dgm:alg type="hierChild">
                        <dgm:param type="linDir" val="fromT"/>
                        <dgm:param type="chAlign" val="r"/>
                        <dgm:param type="secLinDir" val="fromR"/>
                        <dgm:param type="secChAlign" val="t"/>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HorizontalOrganizationChart#2">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linDir" val="fromL"/>
                      <dgm:param type="chAlign" val="t"/>
                    </dgm:alg>
                  </dgm:if>
                  <dgm:else name="Name31">
                    <dgm:alg type="hierChild">
                      <dgm:param type="linDir" val="fromR"/>
                      <dgm:param type="chAlign" val="t"/>
                    </dgm:alg>
                  </dgm:else>
                </dgm:choose>
              </dgm:if>
              <dgm:if name="Name32" func="var" arg="hierBranch" op="equ" val="r">
                <dgm:choose name="Name33">
                  <dgm:if name="Name34" func="var" arg="dir" op="equ" val="norm">
                    <dgm:alg type="hierChild">
                      <dgm:param type="linDir" val="fromL"/>
                      <dgm:param type="chAlign" val="b"/>
                    </dgm:alg>
                  </dgm:if>
                  <dgm:else name="Name35">
                    <dgm:alg type="hierChild">
                      <dgm:param type="linDir" val="fromR"/>
                      <dgm:param type="chAlign" val="b"/>
                    </dgm:alg>
                  </dgm:else>
                </dgm:choose>
              </dgm:if>
              <dgm:if name="Name36" func="var" arg="hierBranch" op="equ" val="hang">
                <dgm:choose name="Name37">
                  <dgm:if name="Name38" func="var" arg="dir" op="equ" val="norm">
                    <dgm:alg type="hierChild">
                      <dgm:param type="linDir" val="fromT"/>
                      <dgm:param type="chAlign" val="l"/>
                      <dgm:param type="secLinDir" val="fromL"/>
                      <dgm:param type="secChAlign" val="t"/>
                    </dgm:alg>
                  </dgm:if>
                  <dgm:else name="Name39">
                    <dgm:alg type="hierChild">
                      <dgm:param type="linDir" val="fromT"/>
                      <dgm:param type="chAlign" val="r"/>
                      <dgm:param type="secLinDir" val="fromR"/>
                      <dgm:param type="secChAlign" val="t"/>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dim" val="1D"/>
                            <dgm:param type="endSty" val="noArr"/>
                            <dgm:param type="connRout" val="bend"/>
                            <dgm:param type="begPts" val="midR"/>
                            <dgm:param type="endPts" val="bCtr tCtr"/>
                          </dgm:alg>
                        </dgm:if>
                        <dgm:else name="Name50">
                          <dgm:alg type="conn">
                            <dgm:param type="dim" val="1D"/>
                            <dgm:param type="endSty" val="noArr"/>
                            <dgm:param type="connRout" val="bend"/>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dim" val="1D"/>
                            <dgm:param type="endSty" val="noArr"/>
                            <dgm:param type="connRout" val="bend"/>
                            <dgm:param type="begPts" val="midR"/>
                            <dgm:param type="endPts" val="tCtr"/>
                          </dgm:alg>
                        </dgm:if>
                        <dgm:else name="Name55">
                          <dgm:alg type="conn">
                            <dgm:param type="dim" val="1D"/>
                            <dgm:param type="endSty" val="noArr"/>
                            <dgm:param type="connRout" val="bend"/>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dim" val="1D"/>
                            <dgm:param type="endSty" val="noArr"/>
                            <dgm:param type="connRout" val="bend"/>
                            <dgm:param type="begPts" val="midR"/>
                            <dgm:param type="endPts" val="bCtr"/>
                          </dgm:alg>
                        </dgm:if>
                        <dgm:else name="Name60">
                          <dgm:alg type="conn">
                            <dgm:param type="dim" val="1D"/>
                            <dgm:param type="endSty" val="noArr"/>
                            <dgm:param type="connRout" val="bend"/>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dim" val="1D"/>
                            <dgm:param type="endSty" val="noArr"/>
                            <dgm:param type="connRout" val="bend"/>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dim" val="1D"/>
                            <dgm:param type="endSty" val="noArr"/>
                            <dgm:param type="connRout" val="bend"/>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linDir" val="fromL"/>
                            <dgm:param type="chAlign" val="t"/>
                          </dgm:alg>
                        </dgm:if>
                        <dgm:else name="Name93">
                          <dgm:alg type="hierChild">
                            <dgm:param type="linDir" val="fromR"/>
                            <dgm:param type="chAlign" val="t"/>
                          </dgm:alg>
                        </dgm:else>
                      </dgm:choose>
                    </dgm:if>
                    <dgm:if name="Name94" func="var" arg="hierBranch" op="equ" val="r">
                      <dgm:choose name="Name95">
                        <dgm:if name="Name96" func="var" arg="dir" op="equ" val="norm">
                          <dgm:alg type="hierChild">
                            <dgm:param type="linDir" val="fromL"/>
                            <dgm:param type="chAlign" val="b"/>
                          </dgm:alg>
                        </dgm:if>
                        <dgm:else name="Name97">
                          <dgm:alg type="hierChild">
                            <dgm:param type="linDir" val="fromR"/>
                            <dgm:param type="chAlign" val="b"/>
                          </dgm:alg>
                        </dgm:else>
                      </dgm:choose>
                    </dgm:if>
                    <dgm:if name="Name98" func="var" arg="hierBranch" op="equ" val="hang">
                      <dgm:choose name="Name99">
                        <dgm:if name="Name100" func="var" arg="dir" op="equ" val="norm">
                          <dgm:alg type="hierChild">
                            <dgm:param type="linDir" val="fromT"/>
                            <dgm:param type="chAlign" val="l"/>
                            <dgm:param type="secLinDir" val="fromL"/>
                            <dgm:param type="secChAlign" val="t"/>
                          </dgm:alg>
                        </dgm:if>
                        <dgm:else name="Name101">
                          <dgm:alg type="hierChild">
                            <dgm:param type="linDir" val="fromT"/>
                            <dgm:param type="chAlign" val="r"/>
                            <dgm:param type="secLinDir" val="fromR"/>
                            <dgm:param type="secChAlign" val="t"/>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linDir" val="fromT"/>
                        <dgm:param type="chAlign" val="l"/>
                        <dgm:param type="secLinDir" val="fromL"/>
                        <dgm:param type="secChAlign" val="t"/>
                      </dgm:alg>
                    </dgm:if>
                    <dgm:else name="Name109">
                      <dgm:alg type="hierChild">
                        <dgm:param type="linDir" val="fromT"/>
                        <dgm:param type="chAlign" val="r"/>
                        <dgm:param type="secLinDir" val="fromR"/>
                        <dgm:param type="secChAlign" val="t"/>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linDir" val="fromT"/>
                  <dgm:param type="chAlign" val="l"/>
                  <dgm:param type="secLinDir" val="fromL"/>
                  <dgm:param type="secChAlign" val="t"/>
                </dgm:alg>
              </dgm:if>
              <dgm:else name="Name113">
                <dgm:alg type="hierChild">
                  <dgm:param type="linDir" val="fromT"/>
                  <dgm:param type="chAlign" val="r"/>
                  <dgm:param type="secLinDir" val="fromR"/>
                  <dgm:param type="secChAlign" val="t"/>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dim" val="1D"/>
                        <dgm:param type="endSty" val="noArr"/>
                        <dgm:param type="connRout" val="bend"/>
                        <dgm:param type="begPts" val="midR"/>
                        <dgm:param type="endPts" val="bCtr tCtr"/>
                      </dgm:alg>
                    </dgm:if>
                    <dgm:else name="Name118">
                      <dgm:alg type="conn">
                        <dgm:param type="dim" val="1D"/>
                        <dgm:param type="endSty" val="noArr"/>
                        <dgm:param type="connRout" val="bend"/>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linDir" val="fromL"/>
                            <dgm:param type="chAlign" val="t"/>
                          </dgm:alg>
                        </dgm:if>
                        <dgm:else name="Name145">
                          <dgm:alg type="hierChild">
                            <dgm:param type="linDir" val="fromR"/>
                            <dgm:param type="chAlign" val="t"/>
                          </dgm:alg>
                        </dgm:else>
                      </dgm:choose>
                    </dgm:if>
                    <dgm:if name="Name146" func="var" arg="hierBranch" op="equ" val="r">
                      <dgm:choose name="Name147">
                        <dgm:if name="Name148" func="var" arg="dir" op="equ" val="norm">
                          <dgm:alg type="hierChild">
                            <dgm:param type="linDir" val="fromL"/>
                            <dgm:param type="chAlign" val="b"/>
                          </dgm:alg>
                        </dgm:if>
                        <dgm:else name="Name149">
                          <dgm:alg type="hierChild">
                            <dgm:param type="linDir" val="fromR"/>
                            <dgm:param type="chAlign" val="b"/>
                          </dgm:alg>
                        </dgm:else>
                      </dgm:choose>
                    </dgm:if>
                    <dgm:if name="Name150" func="var" arg="hierBranch" op="equ" val="hang">
                      <dgm:choose name="Name151">
                        <dgm:if name="Name152" func="var" arg="dir" op="equ" val="norm">
                          <dgm:alg type="hierChild">
                            <dgm:param type="linDir" val="fromT"/>
                            <dgm:param type="chAlign" val="l"/>
                            <dgm:param type="secLinDir" val="fromL"/>
                            <dgm:param type="secChAlign" val="t"/>
                          </dgm:alg>
                        </dgm:if>
                        <dgm:else name="Name153">
                          <dgm:alg type="hierChild">
                            <dgm:param type="linDir" val="fromT"/>
                            <dgm:param type="chAlign" val="r"/>
                            <dgm:param type="secLinDir" val="fromR"/>
                            <dgm:param type="secChAlign" val="t"/>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linDir" val="fromT"/>
                        <dgm:param type="chAlign" val="l"/>
                        <dgm:param type="secLinDir" val="fromL"/>
                        <dgm:param type="secChAlign" val="t"/>
                      </dgm:alg>
                    </dgm:if>
                    <dgm:else name="Name161">
                      <dgm:alg type="hierChild">
                        <dgm:param type="linDir" val="fromT"/>
                        <dgm:param type="chAlign" val="r"/>
                        <dgm:param type="secLinDir" val="fromR"/>
                        <dgm:param type="secChAlign" val="t"/>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HorizontalOrganizationChart#3">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linDir" val="fromL"/>
                      <dgm:param type="chAlign" val="t"/>
                    </dgm:alg>
                  </dgm:if>
                  <dgm:else name="Name31">
                    <dgm:alg type="hierChild">
                      <dgm:param type="linDir" val="fromR"/>
                      <dgm:param type="chAlign" val="t"/>
                    </dgm:alg>
                  </dgm:else>
                </dgm:choose>
              </dgm:if>
              <dgm:if name="Name32" func="var" arg="hierBranch" op="equ" val="r">
                <dgm:choose name="Name33">
                  <dgm:if name="Name34" func="var" arg="dir" op="equ" val="norm">
                    <dgm:alg type="hierChild">
                      <dgm:param type="linDir" val="fromL"/>
                      <dgm:param type="chAlign" val="b"/>
                    </dgm:alg>
                  </dgm:if>
                  <dgm:else name="Name35">
                    <dgm:alg type="hierChild">
                      <dgm:param type="linDir" val="fromR"/>
                      <dgm:param type="chAlign" val="b"/>
                    </dgm:alg>
                  </dgm:else>
                </dgm:choose>
              </dgm:if>
              <dgm:if name="Name36" func="var" arg="hierBranch" op="equ" val="hang">
                <dgm:choose name="Name37">
                  <dgm:if name="Name38" func="var" arg="dir" op="equ" val="norm">
                    <dgm:alg type="hierChild">
                      <dgm:param type="linDir" val="fromT"/>
                      <dgm:param type="chAlign" val="l"/>
                      <dgm:param type="secLinDir" val="fromL"/>
                      <dgm:param type="secChAlign" val="t"/>
                    </dgm:alg>
                  </dgm:if>
                  <dgm:else name="Name39">
                    <dgm:alg type="hierChild">
                      <dgm:param type="linDir" val="fromT"/>
                      <dgm:param type="chAlign" val="r"/>
                      <dgm:param type="secLinDir" val="fromR"/>
                      <dgm:param type="secChAlign" val="t"/>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dim" val="1D"/>
                            <dgm:param type="endSty" val="noArr"/>
                            <dgm:param type="connRout" val="bend"/>
                            <dgm:param type="begPts" val="midR"/>
                            <dgm:param type="endPts" val="bCtr tCtr"/>
                          </dgm:alg>
                        </dgm:if>
                        <dgm:else name="Name50">
                          <dgm:alg type="conn">
                            <dgm:param type="dim" val="1D"/>
                            <dgm:param type="endSty" val="noArr"/>
                            <dgm:param type="connRout" val="bend"/>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dim" val="1D"/>
                            <dgm:param type="endSty" val="noArr"/>
                            <dgm:param type="connRout" val="bend"/>
                            <dgm:param type="begPts" val="midR"/>
                            <dgm:param type="endPts" val="tCtr"/>
                          </dgm:alg>
                        </dgm:if>
                        <dgm:else name="Name55">
                          <dgm:alg type="conn">
                            <dgm:param type="dim" val="1D"/>
                            <dgm:param type="endSty" val="noArr"/>
                            <dgm:param type="connRout" val="bend"/>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dim" val="1D"/>
                            <dgm:param type="endSty" val="noArr"/>
                            <dgm:param type="connRout" val="bend"/>
                            <dgm:param type="begPts" val="midR"/>
                            <dgm:param type="endPts" val="bCtr"/>
                          </dgm:alg>
                        </dgm:if>
                        <dgm:else name="Name60">
                          <dgm:alg type="conn">
                            <dgm:param type="dim" val="1D"/>
                            <dgm:param type="endSty" val="noArr"/>
                            <dgm:param type="connRout" val="bend"/>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dim" val="1D"/>
                            <dgm:param type="endSty" val="noArr"/>
                            <dgm:param type="connRout" val="bend"/>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dim" val="1D"/>
                            <dgm:param type="endSty" val="noArr"/>
                            <dgm:param type="connRout" val="bend"/>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linDir" val="fromL"/>
                            <dgm:param type="chAlign" val="t"/>
                          </dgm:alg>
                        </dgm:if>
                        <dgm:else name="Name93">
                          <dgm:alg type="hierChild">
                            <dgm:param type="linDir" val="fromR"/>
                            <dgm:param type="chAlign" val="t"/>
                          </dgm:alg>
                        </dgm:else>
                      </dgm:choose>
                    </dgm:if>
                    <dgm:if name="Name94" func="var" arg="hierBranch" op="equ" val="r">
                      <dgm:choose name="Name95">
                        <dgm:if name="Name96" func="var" arg="dir" op="equ" val="norm">
                          <dgm:alg type="hierChild">
                            <dgm:param type="linDir" val="fromL"/>
                            <dgm:param type="chAlign" val="b"/>
                          </dgm:alg>
                        </dgm:if>
                        <dgm:else name="Name97">
                          <dgm:alg type="hierChild">
                            <dgm:param type="linDir" val="fromR"/>
                            <dgm:param type="chAlign" val="b"/>
                          </dgm:alg>
                        </dgm:else>
                      </dgm:choose>
                    </dgm:if>
                    <dgm:if name="Name98" func="var" arg="hierBranch" op="equ" val="hang">
                      <dgm:choose name="Name99">
                        <dgm:if name="Name100" func="var" arg="dir" op="equ" val="norm">
                          <dgm:alg type="hierChild">
                            <dgm:param type="linDir" val="fromT"/>
                            <dgm:param type="chAlign" val="l"/>
                            <dgm:param type="secLinDir" val="fromL"/>
                            <dgm:param type="secChAlign" val="t"/>
                          </dgm:alg>
                        </dgm:if>
                        <dgm:else name="Name101">
                          <dgm:alg type="hierChild">
                            <dgm:param type="linDir" val="fromT"/>
                            <dgm:param type="chAlign" val="r"/>
                            <dgm:param type="secLinDir" val="fromR"/>
                            <dgm:param type="secChAlign" val="t"/>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linDir" val="fromT"/>
                        <dgm:param type="chAlign" val="l"/>
                        <dgm:param type="secLinDir" val="fromL"/>
                        <dgm:param type="secChAlign" val="t"/>
                      </dgm:alg>
                    </dgm:if>
                    <dgm:else name="Name109">
                      <dgm:alg type="hierChild">
                        <dgm:param type="linDir" val="fromT"/>
                        <dgm:param type="chAlign" val="r"/>
                        <dgm:param type="secLinDir" val="fromR"/>
                        <dgm:param type="secChAlign" val="t"/>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linDir" val="fromT"/>
                  <dgm:param type="chAlign" val="l"/>
                  <dgm:param type="secLinDir" val="fromL"/>
                  <dgm:param type="secChAlign" val="t"/>
                </dgm:alg>
              </dgm:if>
              <dgm:else name="Name113">
                <dgm:alg type="hierChild">
                  <dgm:param type="linDir" val="fromT"/>
                  <dgm:param type="chAlign" val="r"/>
                  <dgm:param type="secLinDir" val="fromR"/>
                  <dgm:param type="secChAlign" val="t"/>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dim" val="1D"/>
                        <dgm:param type="endSty" val="noArr"/>
                        <dgm:param type="connRout" val="bend"/>
                        <dgm:param type="begPts" val="midR"/>
                        <dgm:param type="endPts" val="bCtr tCtr"/>
                      </dgm:alg>
                    </dgm:if>
                    <dgm:else name="Name118">
                      <dgm:alg type="conn">
                        <dgm:param type="dim" val="1D"/>
                        <dgm:param type="endSty" val="noArr"/>
                        <dgm:param type="connRout" val="bend"/>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linDir" val="fromL"/>
                            <dgm:param type="chAlign" val="t"/>
                          </dgm:alg>
                        </dgm:if>
                        <dgm:else name="Name145">
                          <dgm:alg type="hierChild">
                            <dgm:param type="linDir" val="fromR"/>
                            <dgm:param type="chAlign" val="t"/>
                          </dgm:alg>
                        </dgm:else>
                      </dgm:choose>
                    </dgm:if>
                    <dgm:if name="Name146" func="var" arg="hierBranch" op="equ" val="r">
                      <dgm:choose name="Name147">
                        <dgm:if name="Name148" func="var" arg="dir" op="equ" val="norm">
                          <dgm:alg type="hierChild">
                            <dgm:param type="linDir" val="fromL"/>
                            <dgm:param type="chAlign" val="b"/>
                          </dgm:alg>
                        </dgm:if>
                        <dgm:else name="Name149">
                          <dgm:alg type="hierChild">
                            <dgm:param type="linDir" val="fromR"/>
                            <dgm:param type="chAlign" val="b"/>
                          </dgm:alg>
                        </dgm:else>
                      </dgm:choose>
                    </dgm:if>
                    <dgm:if name="Name150" func="var" arg="hierBranch" op="equ" val="hang">
                      <dgm:choose name="Name151">
                        <dgm:if name="Name152" func="var" arg="dir" op="equ" val="norm">
                          <dgm:alg type="hierChild">
                            <dgm:param type="linDir" val="fromT"/>
                            <dgm:param type="chAlign" val="l"/>
                            <dgm:param type="secLinDir" val="fromL"/>
                            <dgm:param type="secChAlign" val="t"/>
                          </dgm:alg>
                        </dgm:if>
                        <dgm:else name="Name153">
                          <dgm:alg type="hierChild">
                            <dgm:param type="linDir" val="fromT"/>
                            <dgm:param type="chAlign" val="r"/>
                            <dgm:param type="secLinDir" val="fromR"/>
                            <dgm:param type="secChAlign" val="t"/>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linDir" val="fromT"/>
                        <dgm:param type="chAlign" val="l"/>
                        <dgm:param type="secLinDir" val="fromL"/>
                        <dgm:param type="secChAlign" val="t"/>
                      </dgm:alg>
                    </dgm:if>
                    <dgm:else name="Name161">
                      <dgm:alg type="hierChild">
                        <dgm:param type="linDir" val="fromT"/>
                        <dgm:param type="chAlign" val="r"/>
                        <dgm:param type="secLinDir" val="fromR"/>
                        <dgm:param type="secChAlign" val="t"/>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t>11/20/2024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t>11/20/2024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en-US" altLang="zh-CN" sz="1600" dirty="0"/>
          </a:p>
          <a:p>
            <a:pPr>
              <a:lnSpc>
                <a:spcPct val="150000"/>
              </a:lnSpc>
            </a:pPr>
            <a:r>
              <a:rPr lang="zh-CN" altLang="en-US" sz="1600" dirty="0"/>
              <a:t>举个例子，比如标准库中 </a:t>
            </a:r>
            <a:r>
              <a:rPr lang="en-US" altLang="zh-CN" sz="1600" dirty="0"/>
              <a:t>slice </a:t>
            </a:r>
            <a:r>
              <a:rPr lang="zh-CN" altLang="en-US" sz="1600" dirty="0"/>
              <a:t>的 </a:t>
            </a:r>
            <a:r>
              <a:rPr lang="en-US" altLang="zh-CN" sz="1600" dirty="0" err="1"/>
              <a:t>split_at_mut</a:t>
            </a:r>
            <a:r>
              <a:rPr lang="en-US" altLang="zh-CN" sz="1600" dirty="0"/>
              <a:t> </a:t>
            </a:r>
            <a:r>
              <a:rPr lang="zh-CN" altLang="en-US" sz="1600" dirty="0"/>
              <a:t>函数，需要调用 </a:t>
            </a:r>
            <a:r>
              <a:rPr lang="en-US" altLang="zh-CN" sz="1600" dirty="0"/>
              <a:t>unsafe </a:t>
            </a:r>
            <a:r>
              <a:rPr lang="zh-CN" altLang="en-US" sz="1600" dirty="0"/>
              <a:t>的 </a:t>
            </a:r>
            <a:r>
              <a:rPr lang="en-US" altLang="zh-CN" sz="1600" dirty="0" err="1"/>
              <a:t>split_at_mut_unchecked</a:t>
            </a:r>
            <a:r>
              <a:rPr lang="en-US" altLang="zh-CN" sz="1600" dirty="0"/>
              <a:t> </a:t>
            </a:r>
            <a:r>
              <a:rPr lang="zh-CN" altLang="en-US" sz="1600" dirty="0"/>
              <a:t>函数。这个函数要求调用方保证 </a:t>
            </a:r>
            <a:r>
              <a:rPr lang="en-US" altLang="zh-CN" sz="1600" dirty="0"/>
              <a:t>mid </a:t>
            </a:r>
            <a:r>
              <a:rPr lang="zh-CN" altLang="en-US" sz="1600" dirty="0"/>
              <a:t>参数的合法性。所以在 </a:t>
            </a:r>
            <a:r>
              <a:rPr lang="en-US" altLang="zh-CN" sz="1600" dirty="0" err="1"/>
              <a:t>split_at_mut</a:t>
            </a:r>
            <a:r>
              <a:rPr lang="en-US" altLang="zh-CN" sz="1600" dirty="0"/>
              <a:t> </a:t>
            </a:r>
            <a:r>
              <a:rPr lang="zh-CN" altLang="en-US" sz="1600" dirty="0"/>
              <a:t>中，只要先用 </a:t>
            </a:r>
            <a:r>
              <a:rPr lang="en-US" altLang="zh-CN" sz="1600" dirty="0"/>
              <a:t>assert! </a:t>
            </a:r>
            <a:r>
              <a:rPr lang="zh-CN" altLang="en-US" sz="1600" dirty="0"/>
              <a:t>保证了 </a:t>
            </a:r>
            <a:r>
              <a:rPr lang="en-US" altLang="zh-CN" sz="1600" dirty="0"/>
              <a:t>mid </a:t>
            </a:r>
            <a:r>
              <a:rPr lang="zh-CN" altLang="en-US" sz="1600" dirty="0"/>
              <a:t>的合法性，就可以用 </a:t>
            </a:r>
            <a:r>
              <a:rPr lang="en-US" altLang="zh-CN" sz="1600" dirty="0"/>
              <a:t>unsafe block </a:t>
            </a:r>
            <a:r>
              <a:rPr lang="zh-CN" altLang="en-US" sz="1600" dirty="0"/>
              <a:t>来调用 </a:t>
            </a:r>
            <a:r>
              <a:rPr lang="en-US" altLang="zh-CN" sz="1600" dirty="0"/>
              <a:t>unsafe </a:t>
            </a:r>
            <a:r>
              <a:rPr lang="zh-CN" altLang="en-US" sz="1600" dirty="0"/>
              <a:t>函数了。这个 </a:t>
            </a:r>
            <a:r>
              <a:rPr lang="en-US" altLang="zh-CN" sz="1600" dirty="0" err="1"/>
              <a:t>split_at_mut</a:t>
            </a:r>
            <a:r>
              <a:rPr lang="en-US" altLang="zh-CN" sz="1600" dirty="0"/>
              <a:t> </a:t>
            </a:r>
            <a:r>
              <a:rPr lang="zh-CN" altLang="en-US" sz="1600" dirty="0"/>
              <a:t>对外可以是安全的接口。</a:t>
            </a:r>
          </a:p>
          <a:p>
            <a:endParaRPr 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600" b="0" i="0" kern="120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F07326F3-4732-B74B-9C70-D0992466E499}" type="slidenum">
              <a:rPr lang="en-US" smtClean="0"/>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07326F3-4732-B74B-9C70-D0992466E499}" type="slidenum">
              <a:rPr lang="en-US" smtClean="0"/>
              <a:t>27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探索">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0" name="Title 1"/>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6"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攀登">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extLst>
              <a:ext uri="{28A0092B-C50C-407E-A947-70E740481C1C}">
                <a14:useLocalDpi xmlns:a14="http://schemas.microsoft.com/office/drawing/2010/main" val="0"/>
              </a:ext>
            </a:extLst>
          </a:blip>
          <a:srcRect t="13825" r="2034" b="5607"/>
          <a:stretch>
            <a:fillRect/>
          </a:stretch>
        </p:blipFill>
        <p:spPr>
          <a:xfrm>
            <a:off x="1" y="-36206"/>
            <a:ext cx="12196763" cy="5638471"/>
          </a:xfrm>
          <a:prstGeom prst="rect">
            <a:avLst/>
          </a:prstGeom>
        </p:spPr>
      </p:pic>
      <p:sp>
        <p:nvSpPr>
          <p:cNvPr id="2"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探索">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154" y="-57144"/>
            <a:ext cx="12243078" cy="5625189"/>
          </a:xfrm>
          <a:prstGeom prst="rect">
            <a:avLst/>
          </a:prstGeom>
        </p:spPr>
      </p:pic>
      <p:sp>
        <p:nvSpPr>
          <p:cNvPr id="10" name="Title 1"/>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6"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智能">
    <p:spTree>
      <p:nvGrpSpPr>
        <p:cNvPr id="1" name=""/>
        <p:cNvGrpSpPr/>
        <p:nvPr/>
      </p:nvGrpSpPr>
      <p:grpSpPr>
        <a:xfrm>
          <a:off x="0" y="0"/>
          <a:ext cx="0" cy="0"/>
          <a:chOff x="0" y="0"/>
          <a:chExt cx="0" cy="0"/>
        </a:xfrm>
      </p:grpSpPr>
      <p:pic>
        <p:nvPicPr>
          <p:cNvPr id="14" name="图片 1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18" name="L 形 17"/>
          <p:cNvSpPr/>
          <p:nvPr userDrawn="1"/>
        </p:nvSpPr>
        <p:spPr>
          <a:xfrm rot="5400000">
            <a:off x="5824025" y="256863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创新">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0363" cy="1325563"/>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智能">
    <p:spTree>
      <p:nvGrpSpPr>
        <p:cNvPr id="1" name=""/>
        <p:cNvGrpSpPr/>
        <p:nvPr/>
      </p:nvGrpSpPr>
      <p:grpSpPr>
        <a:xfrm>
          <a:off x="0" y="0"/>
          <a:ext cx="0" cy="0"/>
          <a:chOff x="0" y="0"/>
          <a:chExt cx="0" cy="0"/>
        </a:xfrm>
      </p:grpSpPr>
      <p:pic>
        <p:nvPicPr>
          <p:cNvPr id="14" name="图片 1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18" name="L 形 17"/>
          <p:cNvSpPr/>
          <p:nvPr userDrawn="1"/>
        </p:nvSpPr>
        <p:spPr>
          <a:xfrm rot="5400000">
            <a:off x="5824025" y="256863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创新">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攀登">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extLst>
              <a:ext uri="{28A0092B-C50C-407E-A947-70E740481C1C}">
                <a14:useLocalDpi xmlns:a14="http://schemas.microsoft.com/office/drawing/2010/main" val="0"/>
              </a:ext>
            </a:extLst>
          </a:blip>
          <a:srcRect t="13825" r="2034" b="5607"/>
          <a:stretch>
            <a:fillRect/>
          </a:stretch>
        </p:blipFill>
        <p:spPr>
          <a:xfrm>
            <a:off x="1" y="-36206"/>
            <a:ext cx="12196763" cy="5638471"/>
          </a:xfrm>
          <a:prstGeom prst="rect">
            <a:avLst/>
          </a:prstGeom>
        </p:spPr>
      </p:pic>
      <p:sp>
        <p:nvSpPr>
          <p:cNvPr id="2"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08" y="1501989"/>
            <a:ext cx="10733557" cy="4690459"/>
          </a:xfrm>
          <a:prstGeom prst="rect">
            <a:avLst/>
          </a:prstGeom>
        </p:spPr>
        <p:txBody>
          <a:bodyPr lIns="0" tIns="0" rIns="0" bIns="0"/>
          <a:lstStyle>
            <a:lvl1pPr marL="12065" indent="0">
              <a:lnSpc>
                <a:spcPct val="100000"/>
              </a:lnSpc>
              <a:spcBef>
                <a:spcPts val="0"/>
              </a:spcBef>
              <a:buFontTx/>
              <a:buNone/>
              <a:tabLst>
                <a:tab pos="1208405"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780" indent="-171450">
              <a:buFont typeface="Arial" panose="020B0604020202020204" pitchFamily="34" charset="0"/>
              <a:buChar char="•"/>
              <a:tabLst>
                <a:tab pos="1208405" algn="ctr"/>
              </a:tabLst>
              <a:defRPr sz="1300" baseline="0"/>
            </a:lvl2pPr>
            <a:lvl3pPr marL="525780" indent="-171450">
              <a:buFont typeface="Arial" panose="020B0604020202020204" pitchFamily="34" charset="0"/>
              <a:buChar char="•"/>
              <a:tabLst>
                <a:tab pos="1208405" algn="ctr"/>
              </a:tabLst>
              <a:defRPr sz="1300" baseline="0"/>
            </a:lvl3pPr>
            <a:lvl4pPr marL="525780" indent="-171450">
              <a:buFont typeface="Arial" panose="020B0604020202020204" pitchFamily="34" charset="0"/>
              <a:buChar char="•"/>
              <a:tabLst>
                <a:tab pos="1208405" algn="ctr"/>
              </a:tabLst>
              <a:defRPr sz="1300" baseline="0"/>
            </a:lvl4pPr>
            <a:lvl5pPr marL="525780" indent="-171450">
              <a:buFont typeface="Arial" panose="020B0604020202020204" pitchFamily="34" charset="0"/>
              <a:buChar char="•"/>
              <a:tabLst>
                <a:tab pos="1208405" algn="ctr"/>
              </a:tabLst>
              <a:defRPr sz="1300" baseline="0"/>
            </a:lvl5pPr>
          </a:lstStyle>
          <a:p>
            <a:pPr lvl="0"/>
            <a:r>
              <a:rPr lang="zh-CN" altLang="en-US" dirty="0"/>
              <a:t>单击此处添加文本</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nd page">
    <p:bg>
      <p:bgPr>
        <a:solidFill>
          <a:srgbClr val="FFFFFF"/>
        </a:solidFill>
        <a:effectLst/>
      </p:bgPr>
    </p:bg>
    <p:spTree>
      <p:nvGrpSpPr>
        <p:cNvPr id="1" name=""/>
        <p:cNvGrpSpPr/>
        <p:nvPr/>
      </p:nvGrpSpPr>
      <p:grpSpPr>
        <a:xfrm>
          <a:off x="0" y="0"/>
          <a:ext cx="0" cy="0"/>
          <a:chOff x="0" y="0"/>
          <a:chExt cx="0" cy="0"/>
        </a:xfrm>
      </p:grpSpPr>
      <p:sp>
        <p:nvSpPr>
          <p:cNvPr id="4" name="TextBox 3"/>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theme" Target="../theme/theme4.xml"/><Relationship Id="rId1"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theme" Target="../theme/theme5.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5" name="Text Placeholder 14"/>
          <p:cNvSpPr>
            <a:spLocks noGrp="1"/>
          </p:cNvSpPr>
          <p:nvPr>
            <p:ph type="body" idx="1"/>
          </p:nvPr>
        </p:nvSpPr>
        <p:spPr>
          <a:xfrm>
            <a:off x="909309" y="6270651"/>
            <a:ext cx="1982316" cy="153611"/>
          </a:xfrm>
          <a:prstGeom prst="rect">
            <a:avLst/>
          </a:prstGeom>
        </p:spPr>
        <p:txBody>
          <a:bodyPr vert="horz" lIns="0" tIns="0" rIns="0" bIns="0" rtlCol="0">
            <a:noAutofit/>
          </a:bodyPr>
          <a:lstStyle/>
          <a:p>
            <a:pPr lvl="0"/>
            <a:r>
              <a:rPr lang="en-US" dirty="0"/>
              <a:t>Edit Master text styles</a:t>
            </a:r>
          </a:p>
        </p:txBody>
      </p:sp>
      <p:pic>
        <p:nvPicPr>
          <p:cNvPr id="4" name="图片 3"/>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206684" y="5970030"/>
            <a:ext cx="2256665" cy="49353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5" name="Text Placeholder 14"/>
          <p:cNvSpPr>
            <a:spLocks noGrp="1"/>
          </p:cNvSpPr>
          <p:nvPr>
            <p:ph type="body" idx="1"/>
          </p:nvPr>
        </p:nvSpPr>
        <p:spPr>
          <a:xfrm>
            <a:off x="909309" y="6270651"/>
            <a:ext cx="1982316" cy="153611"/>
          </a:xfrm>
          <a:prstGeom prst="rect">
            <a:avLst/>
          </a:prstGeom>
        </p:spPr>
        <p:txBody>
          <a:bodyPr vert="horz" lIns="0" tIns="0" rIns="0" bIns="0" rtlCol="0">
            <a:noAutofit/>
          </a:bodyPr>
          <a:lstStyle/>
          <a:p>
            <a:pPr lvl="0"/>
            <a:r>
              <a:rPr lang="en-US" dirty="0"/>
              <a:t>Edit Master text styles</a:t>
            </a:r>
          </a:p>
        </p:txBody>
      </p:sp>
      <p:pic>
        <p:nvPicPr>
          <p:cNvPr id="4" name="图片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206684" y="5970030"/>
            <a:ext cx="2256665" cy="493531"/>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2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2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1463467" cy="246221"/>
          </a:xfrm>
          <a:prstGeom prst="rect">
            <a:avLst/>
          </a:prstGeom>
          <a:noFill/>
        </p:spPr>
        <p:txBody>
          <a:bodyPr wrap="square" rtlCol="0">
            <a:spAutoFit/>
          </a:bodyPr>
          <a:lstStyle/>
          <a:p>
            <a:r>
              <a:rPr lang="en-US" sz="1000" b="0" baseline="0">
                <a:solidFill>
                  <a:srgbClr val="1D1D1B"/>
                </a:solidFill>
                <a:latin typeface="Arial" panose="020B0604020202020204" pitchFamily="34" charset="0"/>
                <a:cs typeface="Arial" panose="020B0604020202020204" pitchFamily="34" charset="0"/>
              </a:rPr>
              <a:t>Huawei Confidential</a:t>
            </a:r>
          </a:p>
        </p:txBody>
      </p:sp>
      <p:sp>
        <p:nvSpPr>
          <p:cNvPr id="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smtClean="0">
                <a:solidFill>
                  <a:srgbClr val="1D1D1B"/>
                </a:solidFill>
                <a:latin typeface="Arial" panose="020B0604020202020204" pitchFamily="34" charset="0"/>
                <a:cs typeface="Arial" panose="020B0604020202020204" pitchFamily="34" charset="0"/>
              </a:rPr>
              <a:t>‹#›</a:t>
            </a:fld>
            <a:endParaRPr lang="en-US" sz="975">
              <a:solidFill>
                <a:srgbClr val="1D1D1B"/>
              </a:solidFill>
              <a:latin typeface="Arial" panose="020B0604020202020204" pitchFamily="34" charset="0"/>
              <a:cs typeface="Arial" panose="020B0604020202020204" pitchFamily="34" charset="0"/>
            </a:endParaRPr>
          </a:p>
        </p:txBody>
      </p:sp>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P</a:t>
                </a:r>
                <a:r>
                  <a:rPr kumimoji="1" lang="en-US" altLang="en-US" sz="700" b="1">
                    <a:solidFill>
                      <a:schemeClr val="tx2"/>
                    </a:solidFill>
                    <a:latin typeface="Arial" panose="020B0604020202020204" pitchFamily="34" charset="0"/>
                    <a:ea typeface="Arial" panose="020B0604020202020204" pitchFamily="34" charset="0"/>
                    <a:cs typeface="Arial" panose="020B0604020202020204" pitchFamily="34" charset="0"/>
                  </a:rPr>
                  <a:t>ANTONE</a:t>
                </a: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 186C</a:t>
                </a:r>
              </a:p>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200/16/46</a:t>
                </a:r>
              </a:p>
            </p:txBody>
          </p:sp>
          <p:sp>
            <p:nvSpPr>
              <p:cNvPr id="45" name="矩形 9"/>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P</a:t>
                </a:r>
                <a:r>
                  <a:rPr kumimoji="1" lang="en-US" altLang="en-US" sz="700" b="1">
                    <a:solidFill>
                      <a:schemeClr val="tx2"/>
                    </a:solidFill>
                    <a:latin typeface="Arial" panose="020B0604020202020204" pitchFamily="34" charset="0"/>
                    <a:ea typeface="Arial" panose="020B0604020202020204" pitchFamily="34" charset="0"/>
                    <a:cs typeface="Arial" panose="020B0604020202020204" pitchFamily="34" charset="0"/>
                  </a:rPr>
                  <a:t>ANTONE</a:t>
                </a: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 185C</a:t>
                </a:r>
              </a:p>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199/0/11</a:t>
                </a:r>
              </a:p>
            </p:txBody>
          </p:sp>
          <p:sp>
            <p:nvSpPr>
              <p:cNvPr id="46" name="文本框 31"/>
              <p:cNvSpPr txBox="1"/>
              <p:nvPr userDrawn="1"/>
            </p:nvSpPr>
            <p:spPr>
              <a:xfrm>
                <a:off x="12326898" y="2207613"/>
                <a:ext cx="384721" cy="153888"/>
              </a:xfrm>
              <a:prstGeom prst="rect">
                <a:avLst/>
              </a:prstGeom>
              <a:noFill/>
            </p:spPr>
            <p:txBody>
              <a:bodyPr wrap="none" lIns="0" tIns="0" rIns="0" bIns="0" rtlCol="0">
                <a:spAutoFit/>
              </a:bodyPr>
              <a:lstStyle/>
              <a:p>
                <a:pPr algn="ctr">
                  <a:lnSpc>
                    <a:spcPct val="100000"/>
                  </a:lnSpc>
                </a:pPr>
                <a:r>
                  <a:rPr kumimoji="1" lang="zh-CN" altLang="en-US" sz="1000">
                    <a:solidFill>
                      <a:schemeClr val="tx1"/>
                    </a:solidFill>
                    <a:latin typeface="Microsoft YaHei" panose="020B0503020204020204" pitchFamily="34" charset="-122"/>
                    <a:ea typeface="Microsoft YaHei" panose="020B0503020204020204" pitchFamily="34" charset="-122"/>
                  </a:rPr>
                  <a:t>品牌色</a:t>
                </a:r>
              </a:p>
            </p:txBody>
          </p:sp>
        </p:grpSp>
        <p:grpSp>
          <p:nvGrpSpPr>
            <p:cNvPr id="27" name="组合 26"/>
            <p:cNvGrpSpPr/>
            <p:nvPr userDrawn="1"/>
          </p:nvGrpSpPr>
          <p:grpSpPr>
            <a:xfrm>
              <a:off x="12216278" y="3080825"/>
              <a:ext cx="1982912" cy="3785795"/>
              <a:chOff x="12216278" y="3080825"/>
              <a:chExt cx="1982912" cy="3785795"/>
            </a:xfrm>
          </p:grpSpPr>
          <p:sp>
            <p:nvSpPr>
              <p:cNvPr id="28" name="矩形 12"/>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234/90/79</a:t>
                </a:r>
              </a:p>
            </p:txBody>
          </p:sp>
          <p:sp>
            <p:nvSpPr>
              <p:cNvPr id="29" name="矩形 13"/>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120/0/15</a:t>
                </a:r>
              </a:p>
            </p:txBody>
          </p:sp>
          <p:sp>
            <p:nvSpPr>
              <p:cNvPr id="30" name="文本框 15"/>
              <p:cNvSpPr txBox="1"/>
              <p:nvPr userDrawn="1"/>
            </p:nvSpPr>
            <p:spPr>
              <a:xfrm>
                <a:off x="12216278" y="3080825"/>
                <a:ext cx="569387" cy="153888"/>
              </a:xfrm>
              <a:prstGeom prst="rect">
                <a:avLst/>
              </a:prstGeom>
              <a:noFill/>
            </p:spPr>
            <p:txBody>
              <a:bodyPr wrap="square" lIns="0" tIns="0" rIns="0" bIns="0" rtlCol="0" anchor="b" anchorCtr="0">
                <a:spAutoFit/>
              </a:bodyPr>
              <a:lstStyle/>
              <a:p>
                <a:pPr algn="ctr">
                  <a:lnSpc>
                    <a:spcPct val="100000"/>
                  </a:lnSpc>
                </a:pPr>
                <a:r>
                  <a:rPr kumimoji="1" lang="zh-CN" altLang="en-US" sz="1000">
                    <a:solidFill>
                      <a:schemeClr val="tx1"/>
                    </a:solidFill>
                    <a:latin typeface="Microsoft YaHei" panose="020B0503020204020204" pitchFamily="34" charset="-122"/>
                    <a:ea typeface="Microsoft YaHei" panose="020B0503020204020204" pitchFamily="34" charset="-122"/>
                  </a:rPr>
                  <a:t>辅助色</a:t>
                </a:r>
              </a:p>
            </p:txBody>
          </p:sp>
          <p:sp>
            <p:nvSpPr>
              <p:cNvPr id="31" name="矩形 16"/>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248/181/60</a:t>
                </a:r>
              </a:p>
            </p:txBody>
          </p:sp>
          <p:sp>
            <p:nvSpPr>
              <p:cNvPr id="32" name="矩形 17"/>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235/92/1</a:t>
                </a:r>
              </a:p>
            </p:txBody>
          </p:sp>
          <p:sp>
            <p:nvSpPr>
              <p:cNvPr id="33" name="矩形 18"/>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137/137/137</a:t>
                </a:r>
              </a:p>
            </p:txBody>
          </p:sp>
          <p:sp>
            <p:nvSpPr>
              <p:cNvPr id="34" name="矩形 19"/>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35/24/21</a:t>
                </a:r>
              </a:p>
            </p:txBody>
          </p:sp>
          <p:sp>
            <p:nvSpPr>
              <p:cNvPr id="35" name="矩形 22"/>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bg1"/>
                    </a:solidFill>
                    <a:latin typeface="Arial" panose="020B0604020202020204" pitchFamily="34" charset="0"/>
                    <a:ea typeface="Arial" panose="020B0604020202020204" pitchFamily="34" charset="0"/>
                    <a:cs typeface="Arial" panose="020B0604020202020204" pitchFamily="34" charset="0"/>
                  </a:rPr>
                  <a:t>RGB 221/221/221</a:t>
                </a:r>
              </a:p>
            </p:txBody>
          </p:sp>
          <p:sp>
            <p:nvSpPr>
              <p:cNvPr id="36" name="矩形 12"/>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233/140/128</a:t>
                </a:r>
              </a:p>
            </p:txBody>
          </p:sp>
          <p:sp>
            <p:nvSpPr>
              <p:cNvPr id="37" name="矩形 13"/>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159/0/1</a:t>
                </a:r>
              </a:p>
            </p:txBody>
          </p:sp>
          <p:sp>
            <p:nvSpPr>
              <p:cNvPr id="38" name="矩形 16"/>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bg1"/>
                    </a:solidFill>
                    <a:latin typeface="Arial" panose="020B0604020202020204" pitchFamily="34" charset="0"/>
                    <a:ea typeface="Arial" panose="020B0604020202020204" pitchFamily="34" charset="0"/>
                    <a:cs typeface="Arial" panose="020B0604020202020204" pitchFamily="34" charset="0"/>
                  </a:rPr>
                  <a:t>RGB 245/220/87</a:t>
                </a:r>
              </a:p>
            </p:txBody>
          </p:sp>
          <p:sp>
            <p:nvSpPr>
              <p:cNvPr id="39" name="矩形 17"/>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240/133/0</a:t>
                </a:r>
              </a:p>
            </p:txBody>
          </p:sp>
          <p:sp>
            <p:nvSpPr>
              <p:cNvPr id="40" name="矩形 18"/>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181/181/181</a:t>
                </a:r>
              </a:p>
            </p:txBody>
          </p:sp>
          <p:sp>
            <p:nvSpPr>
              <p:cNvPr id="42" name="矩形 19"/>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89/87/87</a:t>
                </a:r>
              </a:p>
            </p:txBody>
          </p:sp>
          <p:sp>
            <p:nvSpPr>
              <p:cNvPr id="43" name="矩形 22"/>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bg1"/>
                    </a:solidFill>
                    <a:latin typeface="Arial" panose="020B0604020202020204" pitchFamily="34" charset="0"/>
                    <a:ea typeface="Arial" panose="020B0604020202020204" pitchFamily="34" charset="0"/>
                    <a:cs typeface="Arial" panose="020B0604020202020204" pitchFamily="34" charset="0"/>
                  </a:rPr>
                  <a:t>RGB 255/255/255</a:t>
                </a:r>
              </a:p>
            </p:txBody>
          </p:sp>
        </p:grpSp>
      </p:grpSp>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5998" y="6321130"/>
            <a:ext cx="1269075" cy="277546"/>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2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2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5" name="Text Placeholder 1"/>
          <p:cNvSpPr txBox="1"/>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a:solidFill>
                  <a:srgbClr val="1D1D1B"/>
                </a:solidFill>
                <a:latin typeface="+mj-lt"/>
              </a:rPr>
              <a:t>Copyright©2018 Huawei Technologies Co., Ltd.</a:t>
            </a:r>
            <a:br>
              <a:rPr kumimoji="1" lang="en-US" altLang="zh-CN" sz="850" b="1" baseline="0">
                <a:solidFill>
                  <a:srgbClr val="1D1D1B"/>
                </a:solidFill>
                <a:latin typeface="+mj-lt"/>
              </a:rPr>
            </a:br>
            <a:r>
              <a:rPr kumimoji="1" lang="en-US" altLang="zh-CN" sz="850" b="1" baseline="0">
                <a:solidFill>
                  <a:srgbClr val="1D1D1B"/>
                </a:solidFill>
                <a:latin typeface="+mj-lt"/>
              </a:rPr>
              <a:t>All Rights Reserved.</a:t>
            </a:r>
            <a:br>
              <a:rPr kumimoji="1" lang="en-US" altLang="zh-CN" sz="780">
                <a:solidFill>
                  <a:srgbClr val="1D1D1B"/>
                </a:solidFill>
                <a:latin typeface="+mn-lt"/>
              </a:rPr>
            </a:br>
            <a:br>
              <a:rPr kumimoji="1" lang="en-US" altLang="zh-CN" sz="780">
                <a:solidFill>
                  <a:srgbClr val="1D1D1B"/>
                </a:solidFill>
                <a:latin typeface="+mn-lt"/>
              </a:rPr>
            </a:br>
            <a:r>
              <a:rPr kumimoji="1" lang="en-US" altLang="zh-CN" sz="850" baseline="0">
                <a:solidFill>
                  <a:srgbClr val="1D1D1B"/>
                </a:solidFill>
                <a:latin typeface="+mn-lt"/>
                <a:cs typeface="Arial" panose="020B0604020202020204" pitchFamily="34" charset="0"/>
              </a:rPr>
              <a:t>The information in this document may contain predictive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statements including, without limitation, statements regarding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the future financial and operating results, future product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portfolio, new technology, etc. There are a number of factors that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could cause actual results and developments to differ materially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from those expressed or implied in the predictive statements.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Therefore, such information is provided for reference purpose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only and constitutes neither an offer nor an acceptance. Huawei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80">
              <a:solidFill>
                <a:srgbClr val="1D1D1B"/>
              </a:solidFill>
              <a:latin typeface="+mn-lt"/>
            </a:endParaRPr>
          </a:p>
        </p:txBody>
      </p:sp>
      <p:sp>
        <p:nvSpPr>
          <p:cNvPr id="6" name="Subtitle 6"/>
          <p:cNvSpPr txBox="1"/>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0"/>
              </a:lnSpc>
              <a:spcBef>
                <a:spcPts val="0"/>
              </a:spcBef>
            </a:pPr>
            <a:r>
              <a:rPr kumimoji="1" lang="zh-CN" altLang="en-US" sz="1300">
                <a:solidFill>
                  <a:srgbClr val="1D1D1B"/>
                </a:solidFill>
                <a:latin typeface="Microsoft YaHei" panose="020B0503020204020204" pitchFamily="34" charset="-122"/>
                <a:ea typeface="Microsoft YaHei" panose="020B0503020204020204" pitchFamily="34" charset="-122"/>
                <a:cs typeface="Microsoft YaHei" panose="020B0503020204020204" pitchFamily="34" charset="-122"/>
              </a:rPr>
              <a:t>把数字世界带入每个人、每个家庭、</a:t>
            </a:r>
            <a:br>
              <a:rPr kumimoji="1" lang="en-US" altLang="zh-CN" sz="1300">
                <a:solidFill>
                  <a:srgbClr val="1D1D1B"/>
                </a:solidFill>
                <a:latin typeface="Microsoft YaHei" panose="020B0503020204020204" pitchFamily="34" charset="-122"/>
                <a:ea typeface="Microsoft YaHei" panose="020B0503020204020204" pitchFamily="34" charset="-122"/>
                <a:cs typeface="Microsoft YaHei" panose="020B0503020204020204" pitchFamily="34" charset="-122"/>
              </a:rPr>
            </a:br>
            <a:r>
              <a:rPr kumimoji="1" lang="zh-CN" altLang="en-US" sz="1300">
                <a:solidFill>
                  <a:srgbClr val="1D1D1B"/>
                </a:solidFill>
                <a:latin typeface="Microsoft YaHei" panose="020B0503020204020204" pitchFamily="34" charset="-122"/>
                <a:ea typeface="Microsoft YaHei" panose="020B0503020204020204" pitchFamily="34" charset="-122"/>
                <a:cs typeface="Microsoft YaHei" panose="020B0503020204020204" pitchFamily="34" charset="-122"/>
              </a:rPr>
              <a:t>每个组织，构建万物互联的智能世界。</a:t>
            </a:r>
          </a:p>
        </p:txBody>
      </p:sp>
      <p:sp>
        <p:nvSpPr>
          <p:cNvPr id="7" name="Subtitle 6"/>
          <p:cNvSpPr txBox="1"/>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5"/>
              </a:lnSpc>
            </a:pPr>
            <a:r>
              <a:rPr kumimoji="1" lang="en-US" altLang="zh-CN" sz="1200">
                <a:solidFill>
                  <a:srgbClr val="1D1D1B"/>
                </a:solidFill>
                <a:latin typeface="+mn-lt"/>
                <a:cs typeface="Arial" panose="020B0604020202020204" pitchFamily="34" charset="0"/>
              </a:rPr>
              <a:t>Bring digital to every person, home and </a:t>
            </a:r>
            <a:br>
              <a:rPr kumimoji="1" lang="en-US" altLang="zh-CN" sz="1200">
                <a:solidFill>
                  <a:srgbClr val="1D1D1B"/>
                </a:solidFill>
                <a:latin typeface="+mn-lt"/>
                <a:cs typeface="Arial" panose="020B0604020202020204" pitchFamily="34" charset="0"/>
              </a:rPr>
            </a:br>
            <a:r>
              <a:rPr kumimoji="1" lang="en-US" altLang="zh-CN" sz="1200">
                <a:solidFill>
                  <a:srgbClr val="1D1D1B"/>
                </a:solidFill>
                <a:latin typeface="+mn-lt"/>
                <a:cs typeface="Arial" panose="020B0604020202020204" pitchFamily="34" charset="0"/>
              </a:rPr>
              <a:t>organization for a fully connected, </a:t>
            </a:r>
            <a:br>
              <a:rPr kumimoji="1" lang="en-US" altLang="zh-CN" sz="1200">
                <a:solidFill>
                  <a:srgbClr val="1D1D1B"/>
                </a:solidFill>
                <a:latin typeface="+mn-lt"/>
                <a:cs typeface="Arial" panose="020B0604020202020204" pitchFamily="34" charset="0"/>
              </a:rPr>
            </a:br>
            <a:r>
              <a:rPr kumimoji="1" lang="en-US" altLang="zh-CN" sz="1200">
                <a:solidFill>
                  <a:srgbClr val="1D1D1B"/>
                </a:solidFill>
                <a:latin typeface="+mn-lt"/>
                <a:cs typeface="Arial" panose="020B0604020202020204" pitchFamily="34" charset="0"/>
              </a:rPr>
              <a:t>intelligent world.</a:t>
            </a:r>
            <a:endParaRPr kumimoji="1" lang="zh-CN" altLang="en-US" sz="1200">
              <a:solidFill>
                <a:srgbClr val="1D1D1B"/>
              </a:solidFill>
              <a:latin typeface="+mn-lt"/>
              <a:ea typeface="Microsoft YaHei" panose="020B0503020204020204" pitchFamily="34" charset="-122"/>
              <a:cs typeface="Microsoft YaHei" panose="020B0503020204020204" pitchFamily="34" charset="-122"/>
            </a:endParaRPr>
          </a:p>
        </p:txBody>
      </p:sp>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8" y="5237637"/>
            <a:ext cx="1869596" cy="408880"/>
          </a:xfrm>
          <a:prstGeom prst="rect">
            <a:avLst/>
          </a:prstGeom>
        </p:spPr>
      </p:pic>
    </p:spTree>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l" defTabSz="1188085" rtl="0" eaLnBrk="1" latinLnBrk="0" hangingPunct="1">
        <a:lnSpc>
          <a:spcPct val="90000"/>
        </a:lnSpc>
        <a:spcBef>
          <a:spcPct val="0"/>
        </a:spcBef>
        <a:buNone/>
        <a:defRPr sz="5000"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8085" rtl="0" eaLnBrk="1" latinLnBrk="0" hangingPunct="1">
        <a:lnSpc>
          <a:spcPct val="90000"/>
        </a:lnSpc>
        <a:spcBef>
          <a:spcPts val="1300"/>
        </a:spcBef>
        <a:buFont typeface="Arial" panose="020B0604020202020204" pitchFamily="34" charset="0"/>
        <a:buNone/>
        <a:defRPr sz="1820" kern="1200">
          <a:solidFill>
            <a:srgbClr val="FFFFFF"/>
          </a:solidFill>
          <a:latin typeface="Microsoft YaHei" panose="020B0503020204020204" pitchFamily="34" charset="-122"/>
          <a:ea typeface="Microsoft YaHei" panose="020B0503020204020204" pitchFamily="34" charset="-122"/>
          <a:cs typeface="+mn-cs"/>
        </a:defRPr>
      </a:lvl1pPr>
      <a:lvl2pPr marL="593725" indent="0" algn="l" defTabSz="1188085" rtl="0" eaLnBrk="1" latinLnBrk="0" hangingPunct="1">
        <a:lnSpc>
          <a:spcPct val="90000"/>
        </a:lnSpc>
        <a:spcBef>
          <a:spcPts val="650"/>
        </a:spcBef>
        <a:buFont typeface="Arial" panose="020B0604020202020204" pitchFamily="34" charset="0"/>
        <a:buNone/>
        <a:defRPr sz="3120" kern="1200">
          <a:solidFill>
            <a:schemeClr val="tx1"/>
          </a:solidFill>
          <a:latin typeface="+mn-lt"/>
          <a:ea typeface="+mn-ea"/>
          <a:cs typeface="+mn-cs"/>
        </a:defRPr>
      </a:lvl2pPr>
      <a:lvl3pPr marL="1188085" indent="0" algn="l" defTabSz="1188085" rtl="0" eaLnBrk="1" latinLnBrk="0" hangingPunct="1">
        <a:lnSpc>
          <a:spcPct val="90000"/>
        </a:lnSpc>
        <a:spcBef>
          <a:spcPts val="650"/>
        </a:spcBef>
        <a:buFont typeface="Arial" panose="020B0604020202020204" pitchFamily="34" charset="0"/>
        <a:buNone/>
        <a:defRPr sz="2600" kern="1200">
          <a:solidFill>
            <a:schemeClr val="tx1"/>
          </a:solidFill>
          <a:latin typeface="+mn-lt"/>
          <a:ea typeface="+mn-ea"/>
          <a:cs typeface="+mn-cs"/>
        </a:defRPr>
      </a:lvl3pPr>
      <a:lvl4pPr marL="1781810" indent="0" algn="l" defTabSz="1188085" rtl="0" eaLnBrk="1" latinLnBrk="0" hangingPunct="1">
        <a:lnSpc>
          <a:spcPct val="90000"/>
        </a:lnSpc>
        <a:spcBef>
          <a:spcPts val="650"/>
        </a:spcBef>
        <a:buFont typeface="Arial" panose="020B0604020202020204" pitchFamily="34" charset="0"/>
        <a:buNone/>
        <a:defRPr sz="2340" kern="1200">
          <a:solidFill>
            <a:schemeClr val="tx1"/>
          </a:solidFill>
          <a:latin typeface="+mn-lt"/>
          <a:ea typeface="+mn-ea"/>
          <a:cs typeface="+mn-cs"/>
        </a:defRPr>
      </a:lvl4pPr>
      <a:lvl5pPr marL="2375535" indent="0" algn="l" defTabSz="1188085" rtl="0" eaLnBrk="1" latinLnBrk="0" hangingPunct="1">
        <a:lnSpc>
          <a:spcPct val="90000"/>
        </a:lnSpc>
        <a:spcBef>
          <a:spcPts val="650"/>
        </a:spcBef>
        <a:buFont typeface="Arial" panose="020B0604020202020204" pitchFamily="34" charset="0"/>
        <a:buNone/>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hyperlink" Target="https://doc.rust-lang.org/stable/std/primitive.pointer.html#method.offset" TargetMode="External"/><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hyperlink" Target="https://doc.rust-lang.org/stable/std/primitive.pointer.html#method.offset-1" TargetMode="External"/><Relationship Id="rId5" Type="http://schemas.openxmlformats.org/officeDocument/2006/relationships/hyperlink" Target="https://doc.rust-lang.org/stable/std/primitive.pointer.html" TargetMode="External"/><Relationship Id="rId4" Type="http://schemas.openxmlformats.org/officeDocument/2006/relationships/hyperlink" Target="https://doc.rust-lang.org/stable/std/primitive.isize.html"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doc.rust-lang.org/stable/std/primitive.pointer.html#method.add" TargetMode="External"/><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openxmlformats.org/officeDocument/2006/relationships/hyperlink" Target="https://doc.rust-lang.org/stable/std/primitive.pointer.html#method.add-1" TargetMode="External"/><Relationship Id="rId5" Type="http://schemas.openxmlformats.org/officeDocument/2006/relationships/hyperlink" Target="https://doc.rust-lang.org/stable/std/primitive.pointer.html" TargetMode="External"/><Relationship Id="rId4" Type="http://schemas.openxmlformats.org/officeDocument/2006/relationships/hyperlink" Target="https://doc.rust-lang.org/stable/std/primitive.usize.html"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doc.rust-lang.org/stable/std/primitive.pointer.html" TargetMode="External"/><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hyperlink" Target="https://doc.rust-lang.org/stable/std/primitive.usize.html"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doc.rust-lang.org/stable/std/primitive.pointer.html" TargetMode="External"/><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hyperlink" Target="https://doc.rust-lang.org/stable/std/primitive.pointer.html" TargetMode="External"/><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hyperlink" Target="https://doc.rust-lang.org/stable/std/primitive.pointer.html" TargetMode="External"/><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hyperlink" Target="https://doc.rust-lang.org/stable/std/primitive.pointer.html" TargetMode="External"/><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ctrTitle"/>
          </p:nvPr>
        </p:nvSpPr>
        <p:spPr>
          <a:xfrm>
            <a:off x="948808" y="1066890"/>
            <a:ext cx="6559809" cy="690255"/>
          </a:xfrm>
        </p:spPr>
        <p:txBody>
          <a:bodyPr>
            <a:noAutofit/>
          </a:bodyPr>
          <a:lstStyle/>
          <a:p>
            <a:r>
              <a:rPr lang="zh-CN" altLang="en-US" b="1">
                <a:solidFill>
                  <a:srgbClr val="C00000"/>
                </a:solidFill>
                <a:latin typeface="+mn-lt"/>
                <a:ea typeface="+mn-ea"/>
                <a:cs typeface="+mn-ea"/>
                <a:sym typeface="+mn-lt"/>
              </a:rPr>
              <a:t>裸指针和</a:t>
            </a:r>
            <a:r>
              <a:rPr lang="en-US" altLang="zh-CN" b="1">
                <a:solidFill>
                  <a:srgbClr val="C00000"/>
                </a:solidFill>
                <a:latin typeface="+mn-lt"/>
                <a:ea typeface="+mn-ea"/>
                <a:cs typeface="+mn-ea"/>
                <a:sym typeface="+mn-lt"/>
              </a:rPr>
              <a:t>Unsafe Rust</a:t>
            </a:r>
            <a:endParaRPr lang="zh-CN" altLang="en-US" b="1" dirty="0">
              <a:solidFill>
                <a:srgbClr val="C00000"/>
              </a:solidFill>
              <a:latin typeface="+mn-lt"/>
              <a:ea typeface="+mn-ea"/>
              <a:cs typeface="+mn-ea"/>
              <a:sym typeface="+mn-lt"/>
            </a:endParaRPr>
          </a:p>
        </p:txBody>
      </p:sp>
      <p:sp>
        <p:nvSpPr>
          <p:cNvPr id="4" name="Text Placeholder 3"/>
          <p:cNvSpPr txBox="1"/>
          <p:nvPr/>
        </p:nvSpPr>
        <p:spPr>
          <a:xfrm>
            <a:off x="948808" y="6264112"/>
            <a:ext cx="2606870" cy="136693"/>
          </a:xfrm>
          <a:prstGeom prst="rect">
            <a:avLst/>
          </a:prstGeom>
        </p:spPr>
        <p:txBody>
          <a:bodyPr vert="horz"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kumimoji="1" lang="en-US" altLang="zh-CN" sz="1000">
                <a:cs typeface="+mn-ea"/>
                <a:sym typeface="+mn-lt"/>
              </a:rPr>
              <a:t>Security Level:</a:t>
            </a:r>
            <a:endParaRPr lang="en-US" sz="1000">
              <a:cs typeface="+mn-ea"/>
              <a:sym typeface="+mn-lt"/>
            </a:endParaRPr>
          </a:p>
        </p:txBody>
      </p:sp>
      <p:sp>
        <p:nvSpPr>
          <p:cNvPr id="6" name="矩形 5"/>
          <p:cNvSpPr/>
          <p:nvPr/>
        </p:nvSpPr>
        <p:spPr>
          <a:xfrm>
            <a:off x="9001663" y="5858894"/>
            <a:ext cx="2794958" cy="888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r>
              <a:rPr lang="zh-CN" altLang="en-US" b="1" dirty="0">
                <a:solidFill>
                  <a:srgbClr val="C00000"/>
                </a:solidFill>
                <a:latin typeface="+mn-lt"/>
                <a:ea typeface="+mn-ea"/>
                <a:cs typeface="+mn-ea"/>
                <a:sym typeface="+mn-lt"/>
              </a:rPr>
              <a:t>关于本章</a:t>
            </a:r>
            <a:endParaRPr lang="en-US" b="1" dirty="0">
              <a:solidFill>
                <a:srgbClr val="C00000"/>
              </a:solidFill>
              <a:latin typeface="+mn-lt"/>
              <a:ea typeface="+mn-ea"/>
              <a:cs typeface="+mn-ea"/>
              <a:sym typeface="+mn-lt"/>
            </a:endParaRPr>
          </a:p>
        </p:txBody>
      </p:sp>
      <p:sp>
        <p:nvSpPr>
          <p:cNvPr id="3" name="内容占位符 2"/>
          <p:cNvSpPr>
            <a:spLocks noGrp="1"/>
          </p:cNvSpPr>
          <p:nvPr>
            <p:ph idx="10"/>
          </p:nvPr>
        </p:nvSpPr>
        <p:spPr>
          <a:xfrm>
            <a:off x="729175" y="1377391"/>
            <a:ext cx="10733557" cy="878130"/>
          </a:xfrm>
        </p:spPr>
        <p:txBody>
          <a:bodyPr/>
          <a:lstStyle/>
          <a:p>
            <a:pPr>
              <a:lnSpc>
                <a:spcPct val="150000"/>
              </a:lnSpc>
            </a:pPr>
            <a:r>
              <a:rPr lang="zh-CN" altLang="en-US" b="1" dirty="0">
                <a:solidFill>
                  <a:srgbClr val="C00000"/>
                </a:solidFill>
                <a:latin typeface="+mn-lt"/>
                <a:ea typeface="+mn-ea"/>
                <a:cs typeface="+mn-ea"/>
                <a:sym typeface="+mn-lt"/>
              </a:rPr>
              <a:t>章节目标</a:t>
            </a:r>
            <a:endParaRPr lang="en-US" altLang="zh-CN" b="1" dirty="0">
              <a:solidFill>
                <a:srgbClr val="C00000"/>
              </a:solidFill>
              <a:latin typeface="+mn-lt"/>
              <a:ea typeface="+mn-ea"/>
              <a:cs typeface="+mn-ea"/>
              <a:sym typeface="+mn-lt"/>
            </a:endParaRPr>
          </a:p>
          <a:p>
            <a:pPr>
              <a:lnSpc>
                <a:spcPct val="150000"/>
              </a:lnSpc>
            </a:pPr>
            <a:r>
              <a:rPr lang="zh-CN" altLang="en-US" dirty="0">
                <a:latin typeface="+mn-lt"/>
                <a:ea typeface="+mn-ea"/>
                <a:cs typeface="+mn-ea"/>
                <a:sym typeface="+mn-lt"/>
              </a:rPr>
              <a:t>通过本章节的学习，掌握</a:t>
            </a:r>
            <a:r>
              <a:rPr lang="en-US" altLang="zh-CN" dirty="0">
                <a:latin typeface="+mn-lt"/>
                <a:ea typeface="+mn-ea"/>
                <a:cs typeface="+mn-ea"/>
                <a:sym typeface="+mn-lt"/>
              </a:rPr>
              <a:t>Rust</a:t>
            </a:r>
            <a:r>
              <a:rPr lang="zh-CN" altLang="en-US" dirty="0">
                <a:latin typeface="+mn-lt"/>
                <a:ea typeface="+mn-ea"/>
                <a:cs typeface="+mn-ea"/>
                <a:sym typeface="+mn-lt"/>
              </a:rPr>
              <a:t>的裸指针 和</a:t>
            </a:r>
            <a:r>
              <a:rPr lang="en-US" altLang="zh-CN" dirty="0">
                <a:latin typeface="+mn-lt"/>
                <a:ea typeface="+mn-ea"/>
                <a:cs typeface="+mn-ea"/>
                <a:sym typeface="+mn-lt"/>
              </a:rPr>
              <a:t> unsafe </a:t>
            </a:r>
            <a:r>
              <a:rPr lang="zh-CN" altLang="en-US">
                <a:latin typeface="+mn-lt"/>
                <a:ea typeface="+mn-ea"/>
                <a:cs typeface="+mn-ea"/>
                <a:sym typeface="+mn-lt"/>
              </a:rPr>
              <a:t>相关的知识</a:t>
            </a:r>
            <a:r>
              <a:rPr lang="zh-CN" altLang="en-US" dirty="0">
                <a:latin typeface="+mn-lt"/>
                <a:ea typeface="+mn-ea"/>
                <a:cs typeface="+mn-ea"/>
                <a:sym typeface="+mn-lt"/>
              </a:rPr>
              <a:t>。</a:t>
            </a:r>
            <a:endParaRPr lang="en-US" altLang="zh-CN" dirty="0">
              <a:latin typeface="+mn-lt"/>
              <a:ea typeface="+mn-ea"/>
              <a:cs typeface="+mn-ea"/>
              <a:sym typeface="+mn-lt"/>
            </a:endParaRPr>
          </a:p>
          <a:p>
            <a:pPr>
              <a:lnSpc>
                <a:spcPct val="150000"/>
              </a:lnSpc>
            </a:pPr>
            <a:endParaRPr lang="en-US" altLang="zh-CN" b="1" dirty="0">
              <a:solidFill>
                <a:srgbClr val="C00000"/>
              </a:solidFill>
              <a:latin typeface="+mn-lt"/>
              <a:ea typeface="+mn-ea"/>
              <a:cs typeface="+mn-ea"/>
              <a:sym typeface="+mn-lt"/>
            </a:endParaRPr>
          </a:p>
        </p:txBody>
      </p:sp>
      <p:cxnSp>
        <p:nvCxnSpPr>
          <p:cNvPr id="6" name="直接连接符 5"/>
          <p:cNvCxnSpPr/>
          <p:nvPr/>
        </p:nvCxnSpPr>
        <p:spPr>
          <a:xfrm>
            <a:off x="729175" y="1811383"/>
            <a:ext cx="90658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729175" y="3243628"/>
            <a:ext cx="207366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419122" y="3282823"/>
            <a:ext cx="4196421" cy="2584450"/>
          </a:xfrm>
          <a:prstGeom prst="rect">
            <a:avLst/>
          </a:prstGeom>
        </p:spPr>
        <p:txBody>
          <a:bodyPr wrap="square">
            <a:spAutoFit/>
          </a:bodyPr>
          <a:lstStyle/>
          <a:p>
            <a:pPr marL="354330" indent="-285750">
              <a:lnSpc>
                <a:spcPct val="150000"/>
              </a:lnSpc>
              <a:buFont typeface="Wingdings" panose="05000000000000000000" pitchFamily="2" charset="2"/>
              <a:buChar char="ü"/>
            </a:pPr>
            <a:r>
              <a:rPr lang="zh-CN" altLang="en-US">
                <a:cs typeface="+mn-ea"/>
                <a:sym typeface="+mn-lt"/>
              </a:rPr>
              <a:t>指针</a:t>
            </a:r>
            <a:r>
              <a:rPr lang="zh-CN" altLang="en-US" dirty="0">
                <a:cs typeface="+mn-ea"/>
                <a:sym typeface="+mn-lt"/>
              </a:rPr>
              <a:t>分类；</a:t>
            </a:r>
            <a:endParaRPr lang="en-US" altLang="zh-CN" dirty="0">
              <a:cs typeface="+mn-ea"/>
              <a:sym typeface="+mn-lt"/>
            </a:endParaRPr>
          </a:p>
          <a:p>
            <a:pPr marL="354330" lvl="0" indent="-285750">
              <a:lnSpc>
                <a:spcPct val="150000"/>
              </a:lnSpc>
              <a:buFont typeface="Wingdings" panose="05000000000000000000" pitchFamily="2" charset="2"/>
              <a:buChar char="ü"/>
            </a:pPr>
            <a:r>
              <a:rPr lang="zh-CN" altLang="en-US">
                <a:cs typeface="+mn-ea"/>
                <a:sym typeface="+mn-lt"/>
              </a:rPr>
              <a:t>裸指针；</a:t>
            </a:r>
            <a:endParaRPr lang="en-US" altLang="zh-CN" dirty="0">
              <a:cs typeface="+mn-ea"/>
              <a:sym typeface="+mn-lt"/>
            </a:endParaRPr>
          </a:p>
          <a:p>
            <a:pPr marL="354330" lvl="0" indent="-285750">
              <a:lnSpc>
                <a:spcPct val="150000"/>
              </a:lnSpc>
              <a:buFont typeface="Wingdings" panose="05000000000000000000" pitchFamily="2" charset="2"/>
              <a:buChar char="ü"/>
            </a:pPr>
            <a:r>
              <a:rPr lang="zh-CN" altLang="en-US">
                <a:cs typeface="+mn-ea"/>
                <a:sym typeface="+mn-lt"/>
              </a:rPr>
              <a:t>指针安全抽象；</a:t>
            </a:r>
          </a:p>
          <a:p>
            <a:pPr marL="354330" lvl="0" indent="-285750">
              <a:lnSpc>
                <a:spcPct val="150000"/>
              </a:lnSpc>
              <a:buFont typeface="Wingdings" panose="05000000000000000000" pitchFamily="2" charset="2"/>
              <a:buChar char="ü"/>
            </a:pPr>
            <a:r>
              <a:rPr lang="en-US" altLang="zh-CN">
                <a:cs typeface="+mn-ea"/>
                <a:sym typeface="+mn-lt"/>
              </a:rPr>
              <a:t>std::ptr </a:t>
            </a:r>
            <a:r>
              <a:rPr lang="zh-CN" altLang="en-US">
                <a:cs typeface="+mn-ea"/>
                <a:sym typeface="+mn-lt"/>
              </a:rPr>
              <a:t>模块；</a:t>
            </a:r>
            <a:endParaRPr lang="en-US" altLang="zh-CN">
              <a:cs typeface="+mn-ea"/>
              <a:sym typeface="+mn-lt"/>
            </a:endParaRPr>
          </a:p>
          <a:p>
            <a:pPr marL="354330" lvl="0" indent="-285750">
              <a:lnSpc>
                <a:spcPct val="150000"/>
              </a:lnSpc>
              <a:buFont typeface="Wingdings" panose="05000000000000000000" pitchFamily="2" charset="2"/>
              <a:buChar char="ü"/>
            </a:pPr>
            <a:r>
              <a:rPr lang="en-US" altLang="zh-CN">
                <a:cs typeface="+mn-ea"/>
                <a:sym typeface="+mn-lt"/>
              </a:rPr>
              <a:t>unsafe </a:t>
            </a:r>
            <a:r>
              <a:rPr lang="zh-CN" altLang="en-US">
                <a:cs typeface="+mn-ea"/>
                <a:sym typeface="+mn-lt"/>
              </a:rPr>
              <a:t>关键字基本用法；</a:t>
            </a:r>
            <a:endParaRPr lang="en-US" altLang="zh-CN">
              <a:cs typeface="+mn-ea"/>
              <a:sym typeface="+mn-lt"/>
            </a:endParaRPr>
          </a:p>
          <a:p>
            <a:pPr marL="811530" lvl="1" indent="-285750">
              <a:lnSpc>
                <a:spcPct val="150000"/>
              </a:lnSpc>
              <a:buFont typeface="Wingdings" panose="05000000000000000000" pitchFamily="2" charset="2"/>
              <a:buChar char="ü"/>
            </a:pPr>
            <a:endParaRPr lang="zh-CN" altLang="en-US" dirty="0">
              <a:cs typeface="+mn-ea"/>
              <a:sym typeface="+mn-lt"/>
            </a:endParaRPr>
          </a:p>
        </p:txBody>
      </p:sp>
      <p:sp>
        <p:nvSpPr>
          <p:cNvPr id="4" name="矩形 3"/>
          <p:cNvSpPr/>
          <p:nvPr/>
        </p:nvSpPr>
        <p:spPr>
          <a:xfrm>
            <a:off x="634926" y="2795455"/>
            <a:ext cx="2276585" cy="466666"/>
          </a:xfrm>
          <a:prstGeom prst="rect">
            <a:avLst/>
          </a:prstGeom>
        </p:spPr>
        <p:txBody>
          <a:bodyPr wrap="none">
            <a:spAutoFit/>
          </a:bodyPr>
          <a:lstStyle/>
          <a:p>
            <a:pPr>
              <a:lnSpc>
                <a:spcPct val="150000"/>
              </a:lnSpc>
            </a:pPr>
            <a:r>
              <a:rPr lang="zh-CN" altLang="en-US" b="1" dirty="0">
                <a:solidFill>
                  <a:srgbClr val="C00000"/>
                </a:solidFill>
                <a:cs typeface="+mn-ea"/>
                <a:sym typeface="+mn-lt"/>
              </a:rPr>
              <a:t>本章预期掌握知识点</a:t>
            </a:r>
            <a:endParaRPr lang="en-US" altLang="zh-CN" b="1" dirty="0">
              <a:solidFill>
                <a:srgbClr val="C00000"/>
              </a:solidFill>
              <a:cs typeface="+mn-ea"/>
              <a:sym typeface="+mn-lt"/>
            </a:endParaRPr>
          </a:p>
        </p:txBody>
      </p:sp>
      <p:cxnSp>
        <p:nvCxnSpPr>
          <p:cNvPr id="8" name="直接连接符 7"/>
          <p:cNvCxnSpPr/>
          <p:nvPr/>
        </p:nvCxnSpPr>
        <p:spPr>
          <a:xfrm>
            <a:off x="722092" y="962165"/>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624474" y="0"/>
            <a:ext cx="36000" cy="6840000"/>
          </a:xfrm>
          <a:prstGeom prst="rect">
            <a:avLst/>
          </a:prstGeom>
          <a:gradFill>
            <a:gsLst>
              <a:gs pos="4000">
                <a:schemeClr val="tx2">
                  <a:lumMod val="85000"/>
                </a:schemeClr>
              </a:gs>
              <a:gs pos="54000">
                <a:schemeClr val="tx2">
                  <a:lumMod val="85000"/>
                </a:schemeClr>
              </a:gs>
              <a:gs pos="100000">
                <a:schemeClr val="tx2">
                  <a:lumMod val="85000"/>
                  <a:alpha val="7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副标题 1"/>
          <p:cNvSpPr>
            <a:spLocks noGrp="1"/>
          </p:cNvSpPr>
          <p:nvPr>
            <p:ph type="subTitle" idx="1"/>
          </p:nvPr>
        </p:nvSpPr>
        <p:spPr/>
        <p:txBody>
          <a:bodyPr/>
          <a:lstStyle/>
          <a:p>
            <a:r>
              <a:rPr lang="zh-CN" altLang="en-US" b="1" dirty="0">
                <a:solidFill>
                  <a:srgbClr val="C00000"/>
                </a:solidFill>
                <a:latin typeface="+mn-lt"/>
                <a:ea typeface="+mn-ea"/>
                <a:cs typeface="+mn-ea"/>
                <a:sym typeface="+mn-lt"/>
              </a:rPr>
              <a:t>目录</a:t>
            </a:r>
            <a:endParaRPr lang="en-US" b="1" dirty="0">
              <a:solidFill>
                <a:srgbClr val="C00000"/>
              </a:solidFill>
              <a:latin typeface="+mn-lt"/>
              <a:ea typeface="+mn-ea"/>
              <a:cs typeface="+mn-ea"/>
              <a:sym typeface="+mn-lt"/>
            </a:endParaRPr>
          </a:p>
        </p:txBody>
      </p:sp>
      <p:sp>
        <p:nvSpPr>
          <p:cNvPr id="3" name="内容占位符 2"/>
          <p:cNvSpPr>
            <a:spLocks noGrp="1"/>
          </p:cNvSpPr>
          <p:nvPr>
            <p:ph idx="10"/>
          </p:nvPr>
        </p:nvSpPr>
        <p:spPr>
          <a:xfrm>
            <a:off x="729175" y="1090007"/>
            <a:ext cx="10733557" cy="4690459"/>
          </a:xfrm>
        </p:spPr>
        <p:txBody>
          <a:bodyPr/>
          <a:lstStyle/>
          <a:p>
            <a:pPr marL="354330" indent="-285750">
              <a:lnSpc>
                <a:spcPct val="150000"/>
              </a:lnSpc>
              <a:buFont typeface="Wingdings" panose="05000000000000000000" pitchFamily="2" charset="2"/>
              <a:buChar char="ü"/>
            </a:pPr>
            <a:r>
              <a:rPr lang="zh-CN" altLang="en-US">
                <a:latin typeface="+mn-lt"/>
                <a:ea typeface="+mn-ea"/>
                <a:cs typeface="+mn-ea"/>
                <a:sym typeface="+mn-lt"/>
              </a:rPr>
              <a:t>指针</a:t>
            </a:r>
            <a:r>
              <a:rPr lang="zh-CN" altLang="en-US" dirty="0">
                <a:latin typeface="+mn-lt"/>
                <a:ea typeface="+mn-ea"/>
                <a:cs typeface="+mn-ea"/>
                <a:sym typeface="+mn-lt"/>
              </a:rPr>
              <a:t>分类；</a:t>
            </a:r>
            <a:endParaRPr lang="en-US" altLang="zh-CN" dirty="0">
              <a:latin typeface="+mn-lt"/>
              <a:ea typeface="+mn-ea"/>
              <a:cs typeface="+mn-ea"/>
              <a:sym typeface="+mn-lt"/>
            </a:endParaRPr>
          </a:p>
          <a:p>
            <a:pPr marL="354330" lvl="0" indent="-285750">
              <a:lnSpc>
                <a:spcPct val="150000"/>
              </a:lnSpc>
              <a:buFont typeface="Wingdings" panose="05000000000000000000" pitchFamily="2" charset="2"/>
              <a:buChar char="ü"/>
            </a:pPr>
            <a:r>
              <a:rPr lang="zh-CN" altLang="en-US">
                <a:latin typeface="+mn-lt"/>
                <a:ea typeface="+mn-ea"/>
                <a:cs typeface="+mn-ea"/>
                <a:sym typeface="+mn-lt"/>
              </a:rPr>
              <a:t>裸指针；</a:t>
            </a:r>
            <a:endParaRPr lang="en-US" altLang="zh-CN" dirty="0">
              <a:latin typeface="+mn-lt"/>
              <a:ea typeface="+mn-ea"/>
              <a:cs typeface="+mn-ea"/>
              <a:sym typeface="+mn-lt"/>
            </a:endParaRPr>
          </a:p>
          <a:p>
            <a:pPr marL="354330" lvl="0" indent="-285750">
              <a:lnSpc>
                <a:spcPct val="150000"/>
              </a:lnSpc>
              <a:buFont typeface="Wingdings" panose="05000000000000000000" pitchFamily="2" charset="2"/>
              <a:buChar char="ü"/>
            </a:pPr>
            <a:r>
              <a:rPr lang="zh-CN" altLang="en-US">
                <a:latin typeface="+mn-lt"/>
                <a:ea typeface="+mn-ea"/>
                <a:cs typeface="+mn-ea"/>
                <a:sym typeface="+mn-lt"/>
              </a:rPr>
              <a:t>指针安全抽象；</a:t>
            </a:r>
          </a:p>
          <a:p>
            <a:pPr marL="354330" lvl="0" indent="-285750">
              <a:lnSpc>
                <a:spcPct val="150000"/>
              </a:lnSpc>
              <a:buFont typeface="Wingdings" panose="05000000000000000000" pitchFamily="2" charset="2"/>
              <a:buChar char="ü"/>
            </a:pPr>
            <a:r>
              <a:rPr lang="en-US" altLang="zh-CN">
                <a:latin typeface="+mn-lt"/>
                <a:ea typeface="+mn-ea"/>
                <a:cs typeface="+mn-ea"/>
                <a:sym typeface="+mn-lt"/>
              </a:rPr>
              <a:t>std::ptr </a:t>
            </a:r>
            <a:r>
              <a:rPr lang="zh-CN" altLang="en-US">
                <a:latin typeface="+mn-lt"/>
                <a:ea typeface="+mn-ea"/>
                <a:cs typeface="+mn-ea"/>
                <a:sym typeface="+mn-lt"/>
              </a:rPr>
              <a:t>模块；</a:t>
            </a:r>
            <a:endParaRPr lang="en-US" altLang="zh-CN">
              <a:latin typeface="+mn-lt"/>
              <a:ea typeface="+mn-ea"/>
              <a:cs typeface="+mn-ea"/>
              <a:sym typeface="+mn-lt"/>
            </a:endParaRPr>
          </a:p>
          <a:p>
            <a:pPr marL="354330" lvl="0" indent="-285750">
              <a:lnSpc>
                <a:spcPct val="150000"/>
              </a:lnSpc>
              <a:buFont typeface="Wingdings" panose="05000000000000000000" pitchFamily="2" charset="2"/>
              <a:buChar char="ü"/>
            </a:pPr>
            <a:r>
              <a:rPr lang="en-US" altLang="zh-CN">
                <a:latin typeface="+mn-lt"/>
                <a:ea typeface="+mn-ea"/>
                <a:cs typeface="+mn-ea"/>
                <a:sym typeface="+mn-lt"/>
              </a:rPr>
              <a:t>unsafe </a:t>
            </a:r>
            <a:r>
              <a:rPr lang="zh-CN" altLang="en-US">
                <a:latin typeface="+mn-lt"/>
                <a:ea typeface="+mn-ea"/>
                <a:cs typeface="+mn-ea"/>
                <a:sym typeface="+mn-lt"/>
              </a:rPr>
              <a:t>基本用法；</a:t>
            </a:r>
            <a:endParaRPr lang="en-US" altLang="zh-CN" dirty="0">
              <a:latin typeface="+mn-lt"/>
              <a:ea typeface="+mn-ea"/>
              <a:cs typeface="+mn-ea"/>
              <a:sym typeface="+mn-lt"/>
            </a:endParaRPr>
          </a:p>
        </p:txBody>
      </p:sp>
      <p:cxnSp>
        <p:nvCxnSpPr>
          <p:cNvPr id="5" name="直接连接符 4"/>
          <p:cNvCxnSpPr/>
          <p:nvPr/>
        </p:nvCxnSpPr>
        <p:spPr>
          <a:xfrm>
            <a:off x="729175" y="952834"/>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91532"/>
            <a:ext cx="10740640" cy="589603"/>
          </a:xfrm>
        </p:spPr>
        <p:txBody>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指针分类</a:t>
            </a:r>
            <a:endParaRPr lang="zh-CN" altLang="en-US" b="1" dirty="0">
              <a:solidFill>
                <a:srgbClr val="C00000"/>
              </a:solidFill>
              <a:latin typeface="+mn-lt"/>
              <a:ea typeface="+mn-ea"/>
              <a:cs typeface="+mn-ea"/>
              <a:sym typeface="+mn-lt"/>
            </a:endParaRPr>
          </a:p>
        </p:txBody>
      </p:sp>
      <p:sp>
        <p:nvSpPr>
          <p:cNvPr id="3" name="文本框 2"/>
          <p:cNvSpPr txBox="1"/>
          <p:nvPr/>
        </p:nvSpPr>
        <p:spPr>
          <a:xfrm>
            <a:off x="777642" y="752408"/>
            <a:ext cx="4222393" cy="425053"/>
          </a:xfrm>
          <a:prstGeom prst="rect">
            <a:avLst/>
          </a:prstGeom>
          <a:noFill/>
        </p:spPr>
        <p:txBody>
          <a:bodyPr vert="horz" wrap="square" rtlCol="0">
            <a:spAutoFit/>
          </a:bodyPr>
          <a:lstStyle/>
          <a:p>
            <a:pPr algn="l">
              <a:lnSpc>
                <a:spcPct val="150000"/>
              </a:lnSpc>
            </a:pPr>
            <a:r>
              <a:rPr lang="en-US" altLang="zh-CN" sz="1600" dirty="0">
                <a:cs typeface="+mn-ea"/>
                <a:sym typeface="+mn-lt"/>
              </a:rPr>
              <a:t>Rust </a:t>
            </a:r>
            <a:r>
              <a:rPr lang="zh-CN" altLang="en-US" sz="1600" dirty="0">
                <a:cs typeface="+mn-ea"/>
                <a:sym typeface="+mn-lt"/>
              </a:rPr>
              <a:t>中指针广义上包含很多种：</a:t>
            </a:r>
            <a:endParaRPr lang="en-US" altLang="zh-CN" sz="1600" dirty="0">
              <a:cs typeface="+mn-ea"/>
              <a:sym typeface="+mn-lt"/>
            </a:endParaRPr>
          </a:p>
        </p:txBody>
      </p:sp>
      <p:graphicFrame>
        <p:nvGraphicFramePr>
          <p:cNvPr id="10" name="图示 9"/>
          <p:cNvGraphicFramePr/>
          <p:nvPr>
            <p:extLst>
              <p:ext uri="{D42A27DB-BD31-4B8C-83A1-F6EECF244321}">
                <p14:modId xmlns:p14="http://schemas.microsoft.com/office/powerpoint/2010/main" val="605315868"/>
              </p:ext>
            </p:extLst>
          </p:nvPr>
        </p:nvGraphicFramePr>
        <p:xfrm>
          <a:off x="450370" y="1379431"/>
          <a:ext cx="4992367" cy="45544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文本框 14"/>
          <p:cNvSpPr txBox="1"/>
          <p:nvPr/>
        </p:nvSpPr>
        <p:spPr>
          <a:xfrm>
            <a:off x="5779040" y="752408"/>
            <a:ext cx="4739203" cy="425053"/>
          </a:xfrm>
          <a:prstGeom prst="rect">
            <a:avLst/>
          </a:prstGeom>
          <a:noFill/>
        </p:spPr>
        <p:txBody>
          <a:bodyPr vert="horz" wrap="square" rtlCol="0">
            <a:spAutoFit/>
          </a:bodyPr>
          <a:lstStyle/>
          <a:p>
            <a:pPr algn="l">
              <a:lnSpc>
                <a:spcPct val="150000"/>
              </a:lnSpc>
            </a:pPr>
            <a:r>
              <a:rPr lang="en-US" altLang="zh-CN" sz="1600" dirty="0">
                <a:cs typeface="+mn-ea"/>
                <a:sym typeface="+mn-lt"/>
              </a:rPr>
              <a:t>Rust </a:t>
            </a:r>
            <a:r>
              <a:rPr lang="zh-CN" altLang="en-US" sz="1600" dirty="0">
                <a:cs typeface="+mn-ea"/>
                <a:sym typeface="+mn-lt"/>
              </a:rPr>
              <a:t>中指针相关术语：</a:t>
            </a:r>
            <a:endParaRPr lang="en-US" altLang="zh-CN" sz="1600" dirty="0">
              <a:cs typeface="+mn-ea"/>
              <a:sym typeface="+mn-lt"/>
            </a:endParaRPr>
          </a:p>
        </p:txBody>
      </p:sp>
      <p:grpSp>
        <p:nvGrpSpPr>
          <p:cNvPr id="20" name="组合 19"/>
          <p:cNvGrpSpPr/>
          <p:nvPr/>
        </p:nvGrpSpPr>
        <p:grpSpPr>
          <a:xfrm>
            <a:off x="5796661" y="1393041"/>
            <a:ext cx="1215792" cy="370816"/>
            <a:chOff x="429336" y="2091831"/>
            <a:chExt cx="1215792" cy="370816"/>
          </a:xfrm>
        </p:grpSpPr>
        <p:sp>
          <p:nvSpPr>
            <p:cNvPr id="22" name="矩形 21"/>
            <p:cNvSpPr/>
            <p:nvPr/>
          </p:nvSpPr>
          <p:spPr>
            <a:xfrm>
              <a:off x="429336" y="2091831"/>
              <a:ext cx="1215792" cy="370816"/>
            </a:xfrm>
            <a:prstGeom prst="rect">
              <a:avLst/>
            </a:prstGeom>
            <a:solidFill>
              <a:schemeClr val="accent3">
                <a:lumMod val="40000"/>
                <a:lumOff val="6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cs typeface="+mn-ea"/>
                <a:sym typeface="+mn-lt"/>
              </a:endParaRPr>
            </a:p>
          </p:txBody>
        </p:sp>
        <p:sp>
          <p:nvSpPr>
            <p:cNvPr id="23" name="文本框 22"/>
            <p:cNvSpPr txBox="1"/>
            <p:nvPr/>
          </p:nvSpPr>
          <p:spPr>
            <a:xfrm>
              <a:off x="429336" y="2091831"/>
              <a:ext cx="1215792" cy="37081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zh-CN" altLang="en-US" sz="1400" dirty="0">
                  <a:solidFill>
                    <a:srgbClr val="FF0000"/>
                  </a:solidFill>
                  <a:cs typeface="+mn-ea"/>
                  <a:sym typeface="+mn-lt"/>
                </a:rPr>
                <a:t>裸指针</a:t>
              </a:r>
              <a:endParaRPr lang="zh-CN" altLang="en-US" sz="1400" kern="1200" dirty="0">
                <a:solidFill>
                  <a:srgbClr val="FF0000"/>
                </a:solidFill>
                <a:cs typeface="+mn-ea"/>
                <a:sym typeface="+mn-lt"/>
              </a:endParaRPr>
            </a:p>
          </p:txBody>
        </p:sp>
      </p:grpSp>
      <p:grpSp>
        <p:nvGrpSpPr>
          <p:cNvPr id="24" name="组合 23"/>
          <p:cNvGrpSpPr/>
          <p:nvPr/>
        </p:nvGrpSpPr>
        <p:grpSpPr>
          <a:xfrm>
            <a:off x="5779041" y="2208866"/>
            <a:ext cx="1215792" cy="370816"/>
            <a:chOff x="429336" y="2091831"/>
            <a:chExt cx="1215792" cy="370816"/>
          </a:xfrm>
        </p:grpSpPr>
        <p:sp>
          <p:nvSpPr>
            <p:cNvPr id="25" name="矩形 24"/>
            <p:cNvSpPr/>
            <p:nvPr/>
          </p:nvSpPr>
          <p:spPr>
            <a:xfrm>
              <a:off x="429336" y="2091831"/>
              <a:ext cx="1215792" cy="370816"/>
            </a:xfrm>
            <a:prstGeom prst="rect">
              <a:avLst/>
            </a:prstGeom>
            <a:solidFill>
              <a:schemeClr val="accent3">
                <a:lumMod val="40000"/>
                <a:lumOff val="6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cs typeface="+mn-ea"/>
                <a:sym typeface="+mn-lt"/>
              </a:endParaRPr>
            </a:p>
          </p:txBody>
        </p:sp>
        <p:sp>
          <p:nvSpPr>
            <p:cNvPr id="26" name="文本框 25"/>
            <p:cNvSpPr txBox="1"/>
            <p:nvPr/>
          </p:nvSpPr>
          <p:spPr>
            <a:xfrm>
              <a:off x="429336" y="2091831"/>
              <a:ext cx="1215792" cy="37081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zh-CN" altLang="en-US" sz="1400" kern="1200" dirty="0">
                  <a:solidFill>
                    <a:schemeClr val="tx1"/>
                  </a:solidFill>
                  <a:cs typeface="+mn-ea"/>
                  <a:sym typeface="+mn-lt"/>
                </a:rPr>
                <a:t>宽指针</a:t>
              </a:r>
            </a:p>
          </p:txBody>
        </p:sp>
      </p:grpSp>
      <p:grpSp>
        <p:nvGrpSpPr>
          <p:cNvPr id="27" name="组合 26"/>
          <p:cNvGrpSpPr/>
          <p:nvPr/>
        </p:nvGrpSpPr>
        <p:grpSpPr>
          <a:xfrm>
            <a:off x="5779041" y="3024691"/>
            <a:ext cx="1215792" cy="370816"/>
            <a:chOff x="429336" y="2091831"/>
            <a:chExt cx="1215792" cy="370816"/>
          </a:xfrm>
        </p:grpSpPr>
        <p:sp>
          <p:nvSpPr>
            <p:cNvPr id="28" name="矩形 27"/>
            <p:cNvSpPr/>
            <p:nvPr/>
          </p:nvSpPr>
          <p:spPr>
            <a:xfrm>
              <a:off x="429336" y="2091831"/>
              <a:ext cx="1215792" cy="370816"/>
            </a:xfrm>
            <a:prstGeom prst="rect">
              <a:avLst/>
            </a:prstGeom>
            <a:solidFill>
              <a:schemeClr val="accent3">
                <a:lumMod val="40000"/>
                <a:lumOff val="6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cs typeface="+mn-ea"/>
                <a:sym typeface="+mn-lt"/>
              </a:endParaRPr>
            </a:p>
          </p:txBody>
        </p:sp>
        <p:sp>
          <p:nvSpPr>
            <p:cNvPr id="29" name="文本框 28"/>
            <p:cNvSpPr txBox="1"/>
            <p:nvPr/>
          </p:nvSpPr>
          <p:spPr>
            <a:xfrm>
              <a:off x="429336" y="2091831"/>
              <a:ext cx="1215792" cy="37081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zh-CN" altLang="en-US" sz="1400" dirty="0">
                  <a:solidFill>
                    <a:schemeClr val="tx1"/>
                  </a:solidFill>
                  <a:cs typeface="+mn-ea"/>
                  <a:sym typeface="+mn-lt"/>
                </a:rPr>
                <a:t>胖</a:t>
              </a:r>
              <a:r>
                <a:rPr lang="zh-CN" altLang="en-US" sz="1400" kern="1200" dirty="0">
                  <a:solidFill>
                    <a:schemeClr val="tx1"/>
                  </a:solidFill>
                  <a:cs typeface="+mn-ea"/>
                  <a:sym typeface="+mn-lt"/>
                </a:rPr>
                <a:t>指针</a:t>
              </a:r>
            </a:p>
          </p:txBody>
        </p:sp>
      </p:grpSp>
      <p:pic>
        <p:nvPicPr>
          <p:cNvPr id="8" name="图片 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51635" y="1971179"/>
            <a:ext cx="2044805" cy="628682"/>
          </a:xfrm>
          <a:prstGeom prst="rect">
            <a:avLst/>
          </a:prstGeom>
        </p:spPr>
      </p:pic>
      <p:pic>
        <p:nvPicPr>
          <p:cNvPr id="11" name="图片 1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349430" y="2814038"/>
            <a:ext cx="3168813" cy="2590933"/>
          </a:xfrm>
          <a:prstGeom prst="rect">
            <a:avLst/>
          </a:prstGeom>
        </p:spPr>
      </p:pic>
      <p:sp>
        <p:nvSpPr>
          <p:cNvPr id="30" name="文本框 29"/>
          <p:cNvSpPr txBox="1"/>
          <p:nvPr/>
        </p:nvSpPr>
        <p:spPr>
          <a:xfrm>
            <a:off x="7451635" y="1278104"/>
            <a:ext cx="1552402" cy="468141"/>
          </a:xfrm>
          <a:prstGeom prst="rect">
            <a:avLst/>
          </a:prstGeom>
          <a:noFill/>
        </p:spPr>
        <p:txBody>
          <a:bodyPr vert="horz" wrap="square" rtlCol="0">
            <a:spAutoFit/>
          </a:bodyPr>
          <a:lstStyle/>
          <a:p>
            <a:pPr algn="l">
              <a:lnSpc>
                <a:spcPts val="3440"/>
              </a:lnSpc>
            </a:pPr>
            <a:r>
              <a:rPr lang="zh-CN" altLang="en-US" sz="1400" dirty="0">
                <a:cs typeface="+mn-ea"/>
                <a:sym typeface="+mn-lt"/>
              </a:rPr>
              <a:t>本课程重点</a:t>
            </a:r>
            <a:endParaRPr lang="en-US" altLang="zh-CN" sz="1400" dirty="0">
              <a:cs typeface="+mn-ea"/>
              <a:sym typeface="+mn-lt"/>
            </a:endParaRPr>
          </a:p>
        </p:txBody>
      </p:sp>
      <p:sp>
        <p:nvSpPr>
          <p:cNvPr id="12" name="箭头: 右 11"/>
          <p:cNvSpPr/>
          <p:nvPr/>
        </p:nvSpPr>
        <p:spPr>
          <a:xfrm flipH="1">
            <a:off x="7140389" y="1429663"/>
            <a:ext cx="311246" cy="310491"/>
          </a:xfrm>
          <a:prstGeom prst="rightArrow">
            <a:avLst/>
          </a:prstGeom>
          <a:no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 name="直接连接符 20"/>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87963"/>
            <a:ext cx="10740640" cy="546519"/>
          </a:xfrm>
        </p:spPr>
        <p:txBody>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裸指针的概念</a:t>
            </a:r>
            <a:endParaRPr lang="zh-CN" altLang="en-US" b="1" dirty="0">
              <a:solidFill>
                <a:srgbClr val="C00000"/>
              </a:solidFill>
              <a:latin typeface="+mn-lt"/>
              <a:ea typeface="+mn-ea"/>
              <a:cs typeface="+mn-ea"/>
              <a:sym typeface="+mn-lt"/>
            </a:endParaRPr>
          </a:p>
        </p:txBody>
      </p:sp>
      <p:sp>
        <p:nvSpPr>
          <p:cNvPr id="3" name="文本框 2"/>
          <p:cNvSpPr txBox="1"/>
          <p:nvPr/>
        </p:nvSpPr>
        <p:spPr>
          <a:xfrm>
            <a:off x="281305" y="762162"/>
            <a:ext cx="9674458" cy="1938992"/>
          </a:xfrm>
          <a:prstGeom prst="rect">
            <a:avLst/>
          </a:prstGeom>
          <a:noFill/>
        </p:spPr>
        <p:txBody>
          <a:bodyPr vert="horz" wrap="square" rtlCol="0">
            <a:spAutoFit/>
          </a:bodyPr>
          <a:lstStyle/>
          <a:p>
            <a:pPr marL="285750" indent="-285750" algn="l">
              <a:lnSpc>
                <a:spcPct val="150000"/>
              </a:lnSpc>
              <a:buFont typeface="Arial" panose="020B0604020202020204" pitchFamily="34" charset="0"/>
              <a:buChar char="•"/>
            </a:pPr>
            <a:r>
              <a:rPr lang="en-US" altLang="zh-CN" sz="1600" dirty="0">
                <a:cs typeface="+mn-ea"/>
                <a:sym typeface="+mn-lt"/>
              </a:rPr>
              <a:t>Rust </a:t>
            </a:r>
            <a:r>
              <a:rPr lang="zh-CN" altLang="en-US" sz="1600" dirty="0">
                <a:cs typeface="+mn-ea"/>
                <a:sym typeface="+mn-lt"/>
              </a:rPr>
              <a:t>中裸指针类型为基本原生类型，可以指向任意内存地址；</a:t>
            </a:r>
            <a:endParaRPr lang="en-US" altLang="zh-CN" sz="1600" dirty="0">
              <a:cs typeface="+mn-ea"/>
              <a:sym typeface="+mn-lt"/>
            </a:endParaRPr>
          </a:p>
          <a:p>
            <a:pPr marL="285750" indent="-285750">
              <a:lnSpc>
                <a:spcPct val="150000"/>
              </a:lnSpc>
              <a:buFont typeface="Arial" panose="020B0604020202020204" pitchFamily="34" charset="0"/>
              <a:buChar char="•"/>
            </a:pPr>
            <a:r>
              <a:rPr lang="zh-CN" altLang="en-US" sz="1600" dirty="0">
                <a:cs typeface="+mn-ea"/>
                <a:sym typeface="+mn-lt"/>
              </a:rPr>
              <a:t>不会自动执行任何内存安全检查，不保证指向有效的内存；</a:t>
            </a:r>
            <a:endParaRPr lang="en-US" altLang="zh-CN" sz="1600" dirty="0">
              <a:cs typeface="+mn-ea"/>
              <a:sym typeface="+mn-lt"/>
            </a:endParaRPr>
          </a:p>
          <a:p>
            <a:pPr marL="285750" indent="-285750">
              <a:lnSpc>
                <a:spcPct val="150000"/>
              </a:lnSpc>
              <a:buFont typeface="Arial" panose="020B0604020202020204" pitchFamily="34" charset="0"/>
              <a:buChar char="•"/>
            </a:pPr>
            <a:r>
              <a:rPr lang="zh-CN" altLang="en-US" sz="1600" dirty="0">
                <a:cs typeface="+mn-ea"/>
                <a:sym typeface="+mn-lt"/>
              </a:rPr>
              <a:t>允许为空；</a:t>
            </a:r>
            <a:endParaRPr lang="en-US" altLang="zh-CN" sz="1600" dirty="0">
              <a:cs typeface="+mn-ea"/>
              <a:sym typeface="+mn-lt"/>
            </a:endParaRPr>
          </a:p>
          <a:p>
            <a:pPr marL="285750" indent="-285750">
              <a:lnSpc>
                <a:spcPct val="150000"/>
              </a:lnSpc>
              <a:buFont typeface="Arial" panose="020B0604020202020204" pitchFamily="34" charset="0"/>
              <a:buChar char="•"/>
            </a:pPr>
            <a:r>
              <a:rPr lang="zh-CN" altLang="en-US" sz="1600" dirty="0">
                <a:cs typeface="+mn-ea"/>
                <a:sym typeface="+mn-lt"/>
              </a:rPr>
              <a:t>不能实现任何自动清理功能；</a:t>
            </a:r>
            <a:endParaRPr lang="en-US" altLang="zh-CN" sz="1600" dirty="0">
              <a:cs typeface="+mn-ea"/>
              <a:sym typeface="+mn-lt"/>
            </a:endParaRPr>
          </a:p>
          <a:p>
            <a:pPr marL="285750" indent="-285750">
              <a:lnSpc>
                <a:spcPct val="150000"/>
              </a:lnSpc>
              <a:buFont typeface="Arial" panose="020B0604020202020204" pitchFamily="34" charset="0"/>
              <a:buChar char="•"/>
            </a:pPr>
            <a:r>
              <a:rPr lang="zh-CN" altLang="en-US" sz="1600" dirty="0">
                <a:cs typeface="+mn-ea"/>
                <a:sym typeface="+mn-lt"/>
              </a:rPr>
              <a:t>可以在</a:t>
            </a:r>
            <a:r>
              <a:rPr lang="en-US" altLang="zh-CN" sz="1600" dirty="0">
                <a:cs typeface="+mn-ea"/>
                <a:sym typeface="+mn-lt"/>
              </a:rPr>
              <a:t>safe</a:t>
            </a:r>
            <a:r>
              <a:rPr lang="zh-CN" altLang="en-US" sz="1600" dirty="0">
                <a:cs typeface="+mn-ea"/>
                <a:sym typeface="+mn-lt"/>
              </a:rPr>
              <a:t>代码中创建裸指针，只是必须在</a:t>
            </a:r>
            <a:r>
              <a:rPr lang="en-US" altLang="zh-CN" sz="1600" dirty="0">
                <a:cs typeface="+mn-ea"/>
                <a:sym typeface="+mn-lt"/>
              </a:rPr>
              <a:t>unsafe</a:t>
            </a:r>
            <a:r>
              <a:rPr lang="zh-CN" altLang="en-US" sz="1600" dirty="0">
                <a:cs typeface="+mn-ea"/>
                <a:sym typeface="+mn-lt"/>
              </a:rPr>
              <a:t>上下文内解引用裸指针；</a:t>
            </a:r>
          </a:p>
        </p:txBody>
      </p:sp>
      <p:graphicFrame>
        <p:nvGraphicFramePr>
          <p:cNvPr id="10" name="图示 9"/>
          <p:cNvGraphicFramePr/>
          <p:nvPr>
            <p:extLst>
              <p:ext uri="{D42A27DB-BD31-4B8C-83A1-F6EECF244321}">
                <p14:modId xmlns:p14="http://schemas.microsoft.com/office/powerpoint/2010/main" val="2808581145"/>
              </p:ext>
            </p:extLst>
          </p:nvPr>
        </p:nvGraphicFramePr>
        <p:xfrm>
          <a:off x="3357459" y="2464531"/>
          <a:ext cx="3864436" cy="38207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7" name="直接连接符 6"/>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187998" y="93153"/>
            <a:ext cx="10740640" cy="993400"/>
          </a:xfrm>
        </p:spPr>
        <p:txBody>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裸指针</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获取裸指针的方式</a:t>
            </a:r>
            <a:endParaRPr lang="zh-CN" altLang="en-US" b="1" dirty="0">
              <a:solidFill>
                <a:srgbClr val="C00000"/>
              </a:solidFill>
              <a:latin typeface="+mn-lt"/>
              <a:ea typeface="+mn-ea"/>
              <a:cs typeface="+mn-ea"/>
              <a:sym typeface="+mn-lt"/>
            </a:endParaRPr>
          </a:p>
        </p:txBody>
      </p:sp>
      <p:cxnSp>
        <p:nvCxnSpPr>
          <p:cNvPr id="13" name="直接连接符 12"/>
          <p:cNvCxnSpPr/>
          <p:nvPr/>
        </p:nvCxnSpPr>
        <p:spPr>
          <a:xfrm>
            <a:off x="384474"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5165020" y="785894"/>
            <a:ext cx="5526653" cy="2229503"/>
            <a:chOff x="215988" y="678899"/>
            <a:chExt cx="5526653" cy="2229503"/>
          </a:xfrm>
        </p:grpSpPr>
        <p:sp>
          <p:nvSpPr>
            <p:cNvPr id="3" name="文本框 2"/>
            <p:cNvSpPr txBox="1"/>
            <p:nvPr/>
          </p:nvSpPr>
          <p:spPr>
            <a:xfrm>
              <a:off x="225318" y="678899"/>
              <a:ext cx="5517323" cy="425053"/>
            </a:xfrm>
            <a:prstGeom prst="rect">
              <a:avLst/>
            </a:prstGeom>
            <a:noFill/>
          </p:spPr>
          <p:txBody>
            <a:bodyPr vert="horz" wrap="square" rtlCol="0">
              <a:spAutoFit/>
            </a:bodyPr>
            <a:lstStyle/>
            <a:p>
              <a:pPr algn="l">
                <a:lnSpc>
                  <a:spcPct val="150000"/>
                </a:lnSpc>
              </a:pPr>
              <a:r>
                <a:rPr lang="en-US" altLang="zh-CN" sz="1600">
                  <a:cs typeface="+mn-ea"/>
                  <a:sym typeface="+mn-lt"/>
                </a:rPr>
                <a:t>2.</a:t>
              </a:r>
              <a:r>
                <a:rPr lang="zh-CN" altLang="en-US" sz="1600">
                  <a:cs typeface="+mn-ea"/>
                  <a:sym typeface="+mn-lt"/>
                </a:rPr>
                <a:t>通过 </a:t>
              </a:r>
              <a:r>
                <a:rPr lang="en-US" altLang="zh-CN" sz="1600" dirty="0">
                  <a:cs typeface="+mn-ea"/>
                  <a:sym typeface="+mn-lt"/>
                </a:rPr>
                <a:t>Box::</a:t>
              </a:r>
              <a:r>
                <a:rPr lang="en-US" altLang="zh-CN" sz="1600" dirty="0" err="1">
                  <a:cs typeface="+mn-ea"/>
                  <a:sym typeface="+mn-lt"/>
                </a:rPr>
                <a:t>into_raw</a:t>
              </a:r>
              <a:r>
                <a:rPr lang="en-US" altLang="zh-CN" sz="1600" dirty="0">
                  <a:cs typeface="+mn-ea"/>
                  <a:sym typeface="+mn-lt"/>
                </a:rPr>
                <a:t> </a:t>
              </a:r>
              <a:r>
                <a:rPr lang="zh-CN" altLang="en-US" sz="1600" dirty="0">
                  <a:cs typeface="+mn-ea"/>
                  <a:sym typeface="+mn-lt"/>
                </a:rPr>
                <a:t>获取裸指针 ：</a:t>
              </a:r>
              <a:endParaRPr lang="en-US" altLang="zh-CN" sz="1600" dirty="0">
                <a:cs typeface="+mn-ea"/>
                <a:sym typeface="+mn-lt"/>
              </a:endParaRPr>
            </a:p>
          </p:txBody>
        </p:sp>
        <p:sp>
          <p:nvSpPr>
            <p:cNvPr id="4" name="矩形 3"/>
            <p:cNvSpPr/>
            <p:nvPr/>
          </p:nvSpPr>
          <p:spPr>
            <a:xfrm>
              <a:off x="215988" y="1092520"/>
              <a:ext cx="5517322" cy="1815882"/>
            </a:xfrm>
            <a:prstGeom prst="rect">
              <a:avLst/>
            </a:prstGeom>
            <a:solidFill>
              <a:schemeClr val="tx1"/>
            </a:solidFill>
          </p:spPr>
          <p:txBody>
            <a:bodyPr wrap="square">
              <a:spAutoFit/>
            </a:bodyPr>
            <a:lstStyle/>
            <a:p>
              <a:r>
                <a:rPr lang="en-US" altLang="zh-CN" sz="1400">
                  <a:solidFill>
                    <a:schemeClr val="bg2"/>
                  </a:solidFill>
                  <a:cs typeface="+mn-ea"/>
                  <a:sym typeface="+mn-lt"/>
                </a:rPr>
                <a:t>// </a:t>
              </a:r>
              <a:r>
                <a:rPr lang="zh-CN" altLang="en-US" sz="1400" b="1">
                  <a:solidFill>
                    <a:srgbClr val="00B050"/>
                  </a:solidFill>
                  <a:cs typeface="+mn-ea"/>
                  <a:sym typeface="+mn-lt"/>
                </a:rPr>
                <a:t>代码示例</a:t>
              </a:r>
              <a:endParaRPr lang="en-US" altLang="zh-CN" sz="1400">
                <a:solidFill>
                  <a:srgbClr val="C678DD"/>
                </a:solidFill>
                <a:cs typeface="+mn-ea"/>
                <a:sym typeface="+mn-lt"/>
              </a:endParaRPr>
            </a:p>
            <a:p>
              <a:r>
                <a:rPr lang="en-US" altLang="zh-CN" sz="1400">
                  <a:solidFill>
                    <a:srgbClr val="C678DD"/>
                  </a:solidFill>
                  <a:cs typeface="+mn-ea"/>
                  <a:sym typeface="+mn-lt"/>
                </a:rPr>
                <a:t>fn</a:t>
              </a:r>
              <a:r>
                <a:rPr lang="en-US" altLang="zh-CN" sz="1400">
                  <a:solidFill>
                    <a:srgbClr val="ABB2BF"/>
                  </a:solidFill>
                  <a:cs typeface="+mn-ea"/>
                  <a:sym typeface="+mn-lt"/>
                </a:rPr>
                <a:t> </a:t>
              </a:r>
              <a:r>
                <a:rPr lang="en-US" altLang="zh-CN" sz="1400">
                  <a:solidFill>
                    <a:srgbClr val="61AFEF"/>
                  </a:solidFill>
                  <a:cs typeface="+mn-ea"/>
                  <a:sym typeface="+mn-lt"/>
                </a:rPr>
                <a:t>main</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my_speed</a:t>
              </a:r>
              <a:r>
                <a:rPr lang="en-US" altLang="zh-CN" sz="1400">
                  <a:solidFill>
                    <a:srgbClr val="ABB2BF"/>
                  </a:solidFill>
                  <a:cs typeface="+mn-ea"/>
                  <a:sym typeface="+mn-lt"/>
                </a:rPr>
                <a:t>: </a:t>
              </a:r>
              <a:r>
                <a:rPr lang="en-US" altLang="zh-CN" sz="1400">
                  <a:solidFill>
                    <a:srgbClr val="E5C07B"/>
                  </a:solidFill>
                  <a:cs typeface="+mn-ea"/>
                  <a:sym typeface="+mn-lt"/>
                </a:rPr>
                <a:t>Box</a:t>
              </a:r>
              <a:r>
                <a:rPr lang="en-US" altLang="zh-CN" sz="1400">
                  <a:solidFill>
                    <a:srgbClr val="ABB2BF"/>
                  </a:solidFill>
                  <a:cs typeface="+mn-ea"/>
                  <a:sym typeface="+mn-lt"/>
                </a:rPr>
                <a:t>&lt;</a:t>
              </a:r>
              <a:r>
                <a:rPr lang="en-US" altLang="zh-CN" sz="1400">
                  <a:solidFill>
                    <a:srgbClr val="E5C07B"/>
                  </a:solidFill>
                  <a:cs typeface="+mn-ea"/>
                  <a:sym typeface="+mn-lt"/>
                </a:rPr>
                <a:t>i32</a:t>
              </a:r>
              <a:r>
                <a:rPr lang="en-US" altLang="zh-CN" sz="1400">
                  <a:solidFill>
                    <a:srgbClr val="ABB2BF"/>
                  </a:solidFill>
                  <a:cs typeface="+mn-ea"/>
                  <a:sym typeface="+mn-lt"/>
                </a:rPr>
                <a:t>&gt;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5C07B"/>
                  </a:solidFill>
                  <a:cs typeface="+mn-ea"/>
                  <a:sym typeface="+mn-lt"/>
                </a:rPr>
                <a:t>Box</a:t>
              </a:r>
              <a:r>
                <a:rPr lang="en-US" altLang="zh-CN" sz="1400">
                  <a:solidFill>
                    <a:srgbClr val="ABB2BF"/>
                  </a:solidFill>
                  <a:cs typeface="+mn-ea"/>
                  <a:sym typeface="+mn-lt"/>
                </a:rPr>
                <a:t>::</a:t>
              </a:r>
              <a:r>
                <a:rPr lang="en-US" altLang="zh-CN" sz="1400">
                  <a:solidFill>
                    <a:srgbClr val="61AFEF"/>
                  </a:solidFill>
                  <a:cs typeface="+mn-ea"/>
                  <a:sym typeface="+mn-lt"/>
                </a:rPr>
                <a:t>new</a:t>
              </a:r>
              <a:r>
                <a:rPr lang="en-US" altLang="zh-CN" sz="1400">
                  <a:solidFill>
                    <a:srgbClr val="ABB2BF"/>
                  </a:solidFill>
                  <a:cs typeface="+mn-ea"/>
                  <a:sym typeface="+mn-lt"/>
                </a:rPr>
                <a:t>(</a:t>
              </a:r>
              <a:r>
                <a:rPr lang="en-US" altLang="zh-CN" sz="1400">
                  <a:solidFill>
                    <a:srgbClr val="D19A66"/>
                  </a:solidFill>
                  <a:cs typeface="+mn-ea"/>
                  <a:sym typeface="+mn-lt"/>
                </a:rPr>
                <a:t>88</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my_speed</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i32</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5C07B"/>
                  </a:solidFill>
                  <a:cs typeface="+mn-ea"/>
                  <a:sym typeface="+mn-lt"/>
                </a:rPr>
                <a:t>Box</a:t>
              </a:r>
              <a:r>
                <a:rPr lang="en-US" altLang="zh-CN" sz="1400">
                  <a:solidFill>
                    <a:srgbClr val="ABB2BF"/>
                  </a:solidFill>
                  <a:cs typeface="+mn-ea"/>
                  <a:sym typeface="+mn-lt"/>
                </a:rPr>
                <a:t>::</a:t>
              </a:r>
              <a:r>
                <a:rPr lang="en-US" altLang="zh-CN" sz="1400">
                  <a:solidFill>
                    <a:srgbClr val="61AFEF"/>
                  </a:solidFill>
                  <a:cs typeface="+mn-ea"/>
                  <a:sym typeface="+mn-lt"/>
                </a:rPr>
                <a:t>into_raw</a:t>
              </a:r>
              <a:r>
                <a:rPr lang="en-US" altLang="zh-CN" sz="1400">
                  <a:solidFill>
                    <a:srgbClr val="ABB2BF"/>
                  </a:solidFill>
                  <a:cs typeface="+mn-ea"/>
                  <a:sym typeface="+mn-lt"/>
                </a:rPr>
                <a:t>(</a:t>
              </a:r>
              <a:r>
                <a:rPr lang="en-US" altLang="zh-CN" sz="1400">
                  <a:solidFill>
                    <a:srgbClr val="E06C75"/>
                  </a:solidFill>
                  <a:cs typeface="+mn-ea"/>
                  <a:sym typeface="+mn-lt"/>
                </a:rPr>
                <a:t>my_speed</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unsafe</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61AFEF"/>
                  </a:solidFill>
                  <a:cs typeface="+mn-ea"/>
                  <a:sym typeface="+mn-lt"/>
                </a:rPr>
                <a:t>drop</a:t>
              </a:r>
              <a:r>
                <a:rPr lang="en-US" altLang="zh-CN" sz="1400">
                  <a:solidFill>
                    <a:srgbClr val="ABB2BF"/>
                  </a:solidFill>
                  <a:cs typeface="+mn-ea"/>
                  <a:sym typeface="+mn-lt"/>
                </a:rPr>
                <a:t>(</a:t>
              </a:r>
              <a:r>
                <a:rPr lang="en-US" altLang="zh-CN" sz="1400">
                  <a:solidFill>
                    <a:srgbClr val="E5C07B"/>
                  </a:solidFill>
                  <a:cs typeface="+mn-ea"/>
                  <a:sym typeface="+mn-lt"/>
                </a:rPr>
                <a:t>Box</a:t>
              </a:r>
              <a:r>
                <a:rPr lang="en-US" altLang="zh-CN" sz="1400">
                  <a:solidFill>
                    <a:srgbClr val="ABB2BF"/>
                  </a:solidFill>
                  <a:cs typeface="+mn-ea"/>
                  <a:sym typeface="+mn-lt"/>
                </a:rPr>
                <a:t>::</a:t>
              </a:r>
              <a:r>
                <a:rPr lang="en-US" altLang="zh-CN" sz="1400">
                  <a:solidFill>
                    <a:srgbClr val="61AFEF"/>
                  </a:solidFill>
                  <a:cs typeface="+mn-ea"/>
                  <a:sym typeface="+mn-lt"/>
                </a:rPr>
                <a:t>from_raw</a:t>
              </a:r>
              <a:r>
                <a:rPr lang="en-US" altLang="zh-CN" sz="1400">
                  <a:solidFill>
                    <a:srgbClr val="ABB2BF"/>
                  </a:solidFill>
                  <a:cs typeface="+mn-ea"/>
                  <a:sym typeface="+mn-lt"/>
                </a:rPr>
                <a:t>(</a:t>
              </a:r>
              <a:r>
                <a:rPr lang="en-US" altLang="zh-CN" sz="1400">
                  <a:solidFill>
                    <a:srgbClr val="E06C75"/>
                  </a:solidFill>
                  <a:cs typeface="+mn-ea"/>
                  <a:sym typeface="+mn-lt"/>
                </a:rPr>
                <a:t>my_speed</a:t>
              </a:r>
              <a:r>
                <a:rPr lang="en-US" altLang="zh-CN" sz="1400">
                  <a:solidFill>
                    <a:srgbClr val="ABB2BF"/>
                  </a:solidFill>
                  <a:cs typeface="+mn-ea"/>
                  <a:sym typeface="+mn-lt"/>
                </a:rPr>
                <a:t>));</a:t>
              </a:r>
            </a:p>
            <a:p>
              <a:r>
                <a:rPr lang="en-US" altLang="zh-CN" sz="1400">
                  <a:solidFill>
                    <a:srgbClr val="ABB2BF"/>
                  </a:solidFill>
                  <a:cs typeface="+mn-ea"/>
                  <a:sym typeface="+mn-lt"/>
                </a:rPr>
                <a:t>    }</a:t>
              </a:r>
            </a:p>
            <a:p>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grpSp>
      <p:grpSp>
        <p:nvGrpSpPr>
          <p:cNvPr id="8" name="组合 7"/>
          <p:cNvGrpSpPr/>
          <p:nvPr/>
        </p:nvGrpSpPr>
        <p:grpSpPr>
          <a:xfrm>
            <a:off x="373221" y="3455456"/>
            <a:ext cx="4493580" cy="2880404"/>
            <a:chOff x="6923311" y="674329"/>
            <a:chExt cx="4493580" cy="2880404"/>
          </a:xfrm>
        </p:grpSpPr>
        <p:sp>
          <p:nvSpPr>
            <p:cNvPr id="11" name="文本框 10"/>
            <p:cNvSpPr txBox="1"/>
            <p:nvPr/>
          </p:nvSpPr>
          <p:spPr>
            <a:xfrm>
              <a:off x="6923311" y="674329"/>
              <a:ext cx="4493579" cy="425053"/>
            </a:xfrm>
            <a:prstGeom prst="rect">
              <a:avLst/>
            </a:prstGeom>
            <a:noFill/>
          </p:spPr>
          <p:txBody>
            <a:bodyPr vert="horz" wrap="square" rtlCol="0">
              <a:spAutoFit/>
            </a:bodyPr>
            <a:lstStyle/>
            <a:p>
              <a:pPr algn="l">
                <a:lnSpc>
                  <a:spcPct val="150000"/>
                </a:lnSpc>
              </a:pPr>
              <a:r>
                <a:rPr lang="en-US" altLang="zh-CN" sz="1600">
                  <a:cs typeface="+mn-ea"/>
                  <a:sym typeface="+mn-lt"/>
                </a:rPr>
                <a:t>3.</a:t>
              </a:r>
              <a:r>
                <a:rPr lang="zh-CN" altLang="en-US" sz="1600">
                  <a:cs typeface="+mn-ea"/>
                  <a:sym typeface="+mn-lt"/>
                </a:rPr>
                <a:t>通过 </a:t>
              </a:r>
              <a:r>
                <a:rPr lang="en-US" altLang="zh-CN" sz="1600" dirty="0">
                  <a:cs typeface="+mn-ea"/>
                  <a:sym typeface="+mn-lt"/>
                </a:rPr>
                <a:t>std::</a:t>
              </a:r>
              <a:r>
                <a:rPr lang="en-US" altLang="zh-CN" sz="1600" dirty="0" err="1">
                  <a:cs typeface="+mn-ea"/>
                  <a:sym typeface="+mn-lt"/>
                </a:rPr>
                <a:t>ptr</a:t>
              </a:r>
              <a:r>
                <a:rPr lang="en-US" altLang="zh-CN" sz="1600" dirty="0">
                  <a:cs typeface="+mn-ea"/>
                  <a:sym typeface="+mn-lt"/>
                </a:rPr>
                <a:t>::</a:t>
              </a:r>
              <a:r>
                <a:rPr lang="en-US" altLang="zh-CN" sz="1600" dirty="0" err="1">
                  <a:cs typeface="+mn-ea"/>
                  <a:sym typeface="+mn-lt"/>
                </a:rPr>
                <a:t>addr_of</a:t>
              </a:r>
              <a:r>
                <a:rPr lang="en-US" altLang="zh-CN" sz="1600" dirty="0">
                  <a:cs typeface="+mn-ea"/>
                  <a:sym typeface="+mn-lt"/>
                </a:rPr>
                <a:t>! </a:t>
              </a:r>
              <a:r>
                <a:rPr lang="zh-CN" altLang="en-US" sz="1600" dirty="0">
                  <a:cs typeface="+mn-ea"/>
                  <a:sym typeface="+mn-lt"/>
                </a:rPr>
                <a:t>宏：</a:t>
              </a:r>
              <a:endParaRPr lang="en-US" altLang="zh-CN" sz="1600" dirty="0">
                <a:cs typeface="+mn-ea"/>
                <a:sym typeface="+mn-lt"/>
              </a:endParaRPr>
            </a:p>
          </p:txBody>
        </p:sp>
        <p:sp>
          <p:nvSpPr>
            <p:cNvPr id="6" name="矩形 5"/>
            <p:cNvSpPr/>
            <p:nvPr/>
          </p:nvSpPr>
          <p:spPr>
            <a:xfrm>
              <a:off x="6923313" y="1092520"/>
              <a:ext cx="4493578" cy="2462213"/>
            </a:xfrm>
            <a:prstGeom prst="rect">
              <a:avLst/>
            </a:prstGeom>
            <a:solidFill>
              <a:schemeClr val="tx1"/>
            </a:solidFill>
          </p:spPr>
          <p:txBody>
            <a:bodyPr wrap="square">
              <a:spAutoFit/>
            </a:bodyPr>
            <a:lstStyle/>
            <a:p>
              <a:r>
                <a:rPr lang="en-US" altLang="zh-CN" sz="1400">
                  <a:solidFill>
                    <a:schemeClr val="bg2"/>
                  </a:solidFill>
                  <a:cs typeface="+mn-ea"/>
                  <a:sym typeface="+mn-lt"/>
                </a:rPr>
                <a:t>// </a:t>
              </a:r>
              <a:r>
                <a:rPr lang="zh-CN" altLang="en-US" sz="1400" b="1">
                  <a:solidFill>
                    <a:srgbClr val="00B050"/>
                  </a:solidFill>
                  <a:cs typeface="+mn-ea"/>
                  <a:sym typeface="+mn-lt"/>
                </a:rPr>
                <a:t>代码示例</a:t>
              </a:r>
              <a:endParaRPr lang="en-US" altLang="zh-CN" sz="1400" b="1">
                <a:solidFill>
                  <a:srgbClr val="00B050"/>
                </a:solidFill>
                <a:cs typeface="+mn-ea"/>
                <a:sym typeface="+mn-lt"/>
              </a:endParaRPr>
            </a:p>
            <a:p>
              <a:r>
                <a:rPr lang="en-US" altLang="zh-CN" sz="1400">
                  <a:solidFill>
                    <a:srgbClr val="C678DD"/>
                  </a:solidFill>
                  <a:cs typeface="+mn-ea"/>
                  <a:sym typeface="+mn-lt"/>
                </a:rPr>
                <a:t>fn</a:t>
              </a:r>
              <a:r>
                <a:rPr lang="en-US" altLang="zh-CN" sz="1400">
                  <a:solidFill>
                    <a:srgbClr val="ABB2BF"/>
                  </a:solidFill>
                  <a:cs typeface="+mn-ea"/>
                  <a:sym typeface="+mn-lt"/>
                </a:rPr>
                <a:t> </a:t>
              </a:r>
              <a:r>
                <a:rPr lang="en-US" altLang="zh-CN" sz="1400">
                  <a:solidFill>
                    <a:srgbClr val="61AFEF"/>
                  </a:solidFill>
                  <a:cs typeface="+mn-ea"/>
                  <a:sym typeface="+mn-lt"/>
                </a:rPr>
                <a:t>main</a:t>
              </a:r>
              <a:r>
                <a:rPr lang="en-US" altLang="zh-CN" sz="1400">
                  <a:solidFill>
                    <a:srgbClr val="ABB2BF"/>
                  </a:solidFill>
                  <a:cs typeface="+mn-ea"/>
                  <a:sym typeface="+mn-lt"/>
                </a:rPr>
                <a:t>() {</a:t>
              </a:r>
            </a:p>
            <a:p>
              <a:r>
                <a:rPr lang="en-US" altLang="zh-CN" sz="1400">
                  <a:solidFill>
                    <a:srgbClr val="ABB2BF"/>
                  </a:solidFill>
                  <a:cs typeface="+mn-ea"/>
                  <a:sym typeface="+mn-lt"/>
                </a:rPr>
                <a:t>    #[derive(</a:t>
              </a:r>
              <a:r>
                <a:rPr lang="en-US" altLang="zh-CN" sz="1400">
                  <a:solidFill>
                    <a:srgbClr val="E5C07B"/>
                  </a:solidFill>
                  <a:cs typeface="+mn-ea"/>
                  <a:sym typeface="+mn-lt"/>
                </a:rPr>
                <a:t>Debug</a:t>
              </a:r>
              <a:r>
                <a:rPr lang="en-US" altLang="zh-CN" sz="1400">
                  <a:solidFill>
                    <a:srgbClr val="ABB2BF"/>
                  </a:solidFill>
                  <a:cs typeface="+mn-ea"/>
                  <a:sym typeface="+mn-lt"/>
                </a:rPr>
                <a:t>, </a:t>
              </a:r>
              <a:r>
                <a:rPr lang="en-US" altLang="zh-CN" sz="1400">
                  <a:solidFill>
                    <a:srgbClr val="E5C07B"/>
                  </a:solidFill>
                  <a:cs typeface="+mn-ea"/>
                  <a:sym typeface="+mn-lt"/>
                </a:rPr>
                <a:t>Default</a:t>
              </a:r>
              <a:r>
                <a:rPr lang="en-US" altLang="zh-CN" sz="1400">
                  <a:solidFill>
                    <a:srgbClr val="ABB2BF"/>
                  </a:solidFill>
                  <a:cs typeface="+mn-ea"/>
                  <a:sym typeface="+mn-lt"/>
                </a:rPr>
                <a:t>, </a:t>
              </a:r>
              <a:r>
                <a:rPr lang="en-US" altLang="zh-CN" sz="1400">
                  <a:solidFill>
                    <a:srgbClr val="E5C07B"/>
                  </a:solidFill>
                  <a:cs typeface="+mn-ea"/>
                  <a:sym typeface="+mn-lt"/>
                </a:rPr>
                <a:t>Copy</a:t>
              </a:r>
              <a:r>
                <a:rPr lang="en-US" altLang="zh-CN" sz="1400">
                  <a:solidFill>
                    <a:srgbClr val="ABB2BF"/>
                  </a:solidFill>
                  <a:cs typeface="+mn-ea"/>
                  <a:sym typeface="+mn-lt"/>
                </a:rPr>
                <a:t>, </a:t>
              </a:r>
              <a:r>
                <a:rPr lang="en-US" altLang="zh-CN" sz="1400">
                  <a:solidFill>
                    <a:srgbClr val="E5C07B"/>
                  </a:solidFill>
                  <a:cs typeface="+mn-ea"/>
                  <a:sym typeface="+mn-lt"/>
                </a:rPr>
                <a:t>Clone</a:t>
              </a:r>
              <a:r>
                <a:rPr lang="en-US" altLang="zh-CN" sz="1400">
                  <a:solidFill>
                    <a:srgbClr val="ABB2BF"/>
                  </a:solidFill>
                  <a:cs typeface="+mn-ea"/>
                  <a:sym typeface="+mn-lt"/>
                </a:rPr>
                <a:t>)]</a:t>
              </a:r>
            </a:p>
            <a:p>
              <a:r>
                <a:rPr lang="en-US" altLang="zh-CN" sz="1400">
                  <a:solidFill>
                    <a:srgbClr val="ABB2BF"/>
                  </a:solidFill>
                  <a:cs typeface="+mn-ea"/>
                  <a:sym typeface="+mn-lt"/>
                </a:rPr>
                <a:t>    #[repr(</a:t>
              </a:r>
              <a:r>
                <a:rPr lang="en-US" altLang="zh-CN" sz="1400">
                  <a:solidFill>
                    <a:srgbClr val="E5C07B"/>
                  </a:solidFill>
                  <a:cs typeface="+mn-ea"/>
                  <a:sym typeface="+mn-lt"/>
                </a:rPr>
                <a:t>C</a:t>
              </a:r>
              <a:r>
                <a:rPr lang="en-US" altLang="zh-CN" sz="1400">
                  <a:solidFill>
                    <a:srgbClr val="ABB2BF"/>
                  </a:solidFill>
                  <a:cs typeface="+mn-ea"/>
                  <a:sym typeface="+mn-lt"/>
                </a:rPr>
                <a:t>, packed)]</a:t>
              </a:r>
            </a:p>
            <a:p>
              <a:r>
                <a:rPr lang="en-US" altLang="zh-CN" sz="1400">
                  <a:solidFill>
                    <a:srgbClr val="ABB2BF"/>
                  </a:solidFill>
                  <a:cs typeface="+mn-ea"/>
                  <a:sym typeface="+mn-lt"/>
                </a:rPr>
                <a:t>    </a:t>
              </a:r>
              <a:r>
                <a:rPr lang="en-US" altLang="zh-CN" sz="1400">
                  <a:solidFill>
                    <a:srgbClr val="C678DD"/>
                  </a:solidFill>
                  <a:cs typeface="+mn-ea"/>
                  <a:sym typeface="+mn-lt"/>
                </a:rPr>
                <a:t>struct</a:t>
              </a:r>
              <a:r>
                <a:rPr lang="en-US" altLang="zh-CN" sz="1400">
                  <a:solidFill>
                    <a:srgbClr val="ABB2BF"/>
                  </a:solidFill>
                  <a:cs typeface="+mn-ea"/>
                  <a:sym typeface="+mn-lt"/>
                </a:rPr>
                <a:t> </a:t>
              </a:r>
              <a:r>
                <a:rPr lang="en-US" altLang="zh-CN" sz="1400">
                  <a:solidFill>
                    <a:srgbClr val="E5C07B"/>
                  </a:solidFill>
                  <a:cs typeface="+mn-ea"/>
                  <a:sym typeface="+mn-lt"/>
                </a:rPr>
                <a:t>S</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E06C75"/>
                  </a:solidFill>
                  <a:cs typeface="+mn-ea"/>
                  <a:sym typeface="+mn-lt"/>
                </a:rPr>
                <a:t>aligned</a:t>
              </a:r>
              <a:r>
                <a:rPr lang="en-US" altLang="zh-CN" sz="1400">
                  <a:solidFill>
                    <a:srgbClr val="ABB2BF"/>
                  </a:solidFill>
                  <a:cs typeface="+mn-ea"/>
                  <a:sym typeface="+mn-lt"/>
                </a:rPr>
                <a:t>: </a:t>
              </a:r>
              <a:r>
                <a:rPr lang="en-US" altLang="zh-CN" sz="1400">
                  <a:solidFill>
                    <a:srgbClr val="E5C07B"/>
                  </a:solidFill>
                  <a:cs typeface="+mn-ea"/>
                  <a:sym typeface="+mn-lt"/>
                </a:rPr>
                <a:t>u8</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E06C75"/>
                  </a:solidFill>
                  <a:cs typeface="+mn-ea"/>
                  <a:sym typeface="+mn-lt"/>
                </a:rPr>
                <a:t>unaligned</a:t>
              </a:r>
              <a:r>
                <a:rPr lang="en-US" altLang="zh-CN" sz="1400">
                  <a:solidFill>
                    <a:srgbClr val="ABB2BF"/>
                  </a:solidFill>
                  <a:cs typeface="+mn-ea"/>
                  <a:sym typeface="+mn-lt"/>
                </a:rPr>
                <a:t>: </a:t>
              </a:r>
              <a:r>
                <a:rPr lang="en-US" altLang="zh-CN" sz="1400">
                  <a:solidFill>
                    <a:srgbClr val="E5C07B"/>
                  </a:solidFill>
                  <a:cs typeface="+mn-ea"/>
                  <a:sym typeface="+mn-lt"/>
                </a:rPr>
                <a:t>u32</a:t>
              </a:r>
              <a:r>
                <a:rPr lang="en-US" altLang="zh-CN" sz="1400">
                  <a:solidFill>
                    <a:srgbClr val="ABB2BF"/>
                  </a:solidFill>
                  <a:cs typeface="+mn-ea"/>
                  <a:sym typeface="+mn-lt"/>
                </a:rPr>
                <a:t>,</a:t>
              </a:r>
            </a:p>
            <a:p>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s</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5C07B"/>
                  </a:solidFill>
                  <a:cs typeface="+mn-ea"/>
                  <a:sym typeface="+mn-lt"/>
                </a:rPr>
                <a:t>S</a:t>
              </a:r>
              <a:r>
                <a:rPr lang="en-US" altLang="zh-CN" sz="1400">
                  <a:solidFill>
                    <a:srgbClr val="ABB2BF"/>
                  </a:solidFill>
                  <a:cs typeface="+mn-ea"/>
                  <a:sym typeface="+mn-lt"/>
                </a:rPr>
                <a:t>::</a:t>
              </a:r>
              <a:r>
                <a:rPr lang="en-US" altLang="zh-CN" sz="1400">
                  <a:solidFill>
                    <a:srgbClr val="61AFEF"/>
                  </a:solidFill>
                  <a:cs typeface="+mn-ea"/>
                  <a:sym typeface="+mn-lt"/>
                </a:rPr>
                <a:t>default</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p</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a:t>
              </a:r>
              <a:r>
                <a:rPr lang="en-US" altLang="zh-CN" sz="1400">
                  <a:solidFill>
                    <a:srgbClr val="E5C07B"/>
                  </a:solidFill>
                  <a:cs typeface="+mn-ea"/>
                  <a:sym typeface="+mn-lt"/>
                </a:rPr>
                <a:t>ptr</a:t>
              </a:r>
              <a:r>
                <a:rPr lang="en-US" altLang="zh-CN" sz="1400">
                  <a:solidFill>
                    <a:srgbClr val="ABB2BF"/>
                  </a:solidFill>
                  <a:cs typeface="+mn-ea"/>
                  <a:sym typeface="+mn-lt"/>
                </a:rPr>
                <a:t>::</a:t>
              </a:r>
              <a:r>
                <a:rPr lang="en-US" altLang="zh-CN" sz="1400">
                  <a:solidFill>
                    <a:srgbClr val="61AFEF"/>
                  </a:solidFill>
                  <a:cs typeface="+mn-ea"/>
                  <a:sym typeface="+mn-lt"/>
                </a:rPr>
                <a:t>addr_of!</a:t>
              </a:r>
              <a:r>
                <a:rPr lang="en-US" altLang="zh-CN" sz="1400">
                  <a:solidFill>
                    <a:srgbClr val="ABB2BF"/>
                  </a:solidFill>
                  <a:cs typeface="+mn-ea"/>
                  <a:sym typeface="+mn-lt"/>
                </a:rPr>
                <a:t>(</a:t>
              </a:r>
              <a:r>
                <a:rPr lang="en-US" altLang="zh-CN" sz="1400">
                  <a:solidFill>
                    <a:srgbClr val="E06C75"/>
                  </a:solidFill>
                  <a:cs typeface="+mn-ea"/>
                  <a:sym typeface="+mn-lt"/>
                </a:rPr>
                <a:t>s</a:t>
              </a:r>
              <a:r>
                <a:rPr lang="en-US" altLang="zh-CN" sz="1400">
                  <a:solidFill>
                    <a:srgbClr val="ABB2BF"/>
                  </a:solidFill>
                  <a:cs typeface="+mn-ea"/>
                  <a:sym typeface="+mn-lt"/>
                </a:rPr>
                <a:t>.unaligned);</a:t>
              </a:r>
            </a:p>
            <a:p>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grpSp>
      <p:grpSp>
        <p:nvGrpSpPr>
          <p:cNvPr id="10" name="组合 9"/>
          <p:cNvGrpSpPr/>
          <p:nvPr/>
        </p:nvGrpSpPr>
        <p:grpSpPr>
          <a:xfrm>
            <a:off x="5165019" y="3455456"/>
            <a:ext cx="6251872" cy="2664960"/>
            <a:chOff x="271973" y="3631735"/>
            <a:chExt cx="6251872" cy="2664960"/>
          </a:xfrm>
        </p:grpSpPr>
        <p:sp>
          <p:nvSpPr>
            <p:cNvPr id="14" name="文本框 13"/>
            <p:cNvSpPr txBox="1"/>
            <p:nvPr/>
          </p:nvSpPr>
          <p:spPr>
            <a:xfrm>
              <a:off x="271973" y="3631735"/>
              <a:ext cx="6251871" cy="425053"/>
            </a:xfrm>
            <a:prstGeom prst="rect">
              <a:avLst/>
            </a:prstGeom>
            <a:noFill/>
          </p:spPr>
          <p:txBody>
            <a:bodyPr vert="horz" wrap="square" rtlCol="0">
              <a:spAutoFit/>
            </a:bodyPr>
            <a:lstStyle/>
            <a:p>
              <a:pPr algn="l">
                <a:lnSpc>
                  <a:spcPct val="150000"/>
                </a:lnSpc>
              </a:pPr>
              <a:r>
                <a:rPr lang="en-US" altLang="zh-CN" sz="1600">
                  <a:cs typeface="+mn-ea"/>
                  <a:sym typeface="+mn-lt"/>
                </a:rPr>
                <a:t>4.</a:t>
              </a:r>
              <a:r>
                <a:rPr lang="zh-CN" altLang="en-US" sz="1600">
                  <a:cs typeface="+mn-ea"/>
                  <a:sym typeface="+mn-lt"/>
                </a:rPr>
                <a:t>从 </a:t>
              </a:r>
              <a:r>
                <a:rPr lang="en-US" altLang="zh-CN" sz="1600" dirty="0">
                  <a:cs typeface="+mn-ea"/>
                  <a:sym typeface="+mn-lt"/>
                </a:rPr>
                <a:t>C </a:t>
              </a:r>
              <a:r>
                <a:rPr lang="zh-CN" altLang="en-US" sz="1600" dirty="0">
                  <a:cs typeface="+mn-ea"/>
                  <a:sym typeface="+mn-lt"/>
                </a:rPr>
                <a:t>中传递裸指针 ：</a:t>
              </a:r>
              <a:endParaRPr lang="en-US" altLang="zh-CN" sz="1600" dirty="0">
                <a:cs typeface="+mn-ea"/>
                <a:sym typeface="+mn-lt"/>
              </a:endParaRPr>
            </a:p>
          </p:txBody>
        </p:sp>
        <p:sp>
          <p:nvSpPr>
            <p:cNvPr id="7" name="矩形 6"/>
            <p:cNvSpPr/>
            <p:nvPr/>
          </p:nvSpPr>
          <p:spPr>
            <a:xfrm>
              <a:off x="271974" y="4049926"/>
              <a:ext cx="6251871" cy="2246769"/>
            </a:xfrm>
            <a:prstGeom prst="rect">
              <a:avLst/>
            </a:prstGeom>
            <a:solidFill>
              <a:schemeClr val="tx1"/>
            </a:solidFill>
          </p:spPr>
          <p:txBody>
            <a:bodyPr wrap="square">
              <a:spAutoFit/>
            </a:bodyPr>
            <a:lstStyle/>
            <a:p>
              <a:r>
                <a:rPr lang="en-US" altLang="zh-CN" sz="1400">
                  <a:solidFill>
                    <a:schemeClr val="bg2"/>
                  </a:solidFill>
                  <a:cs typeface="+mn-ea"/>
                  <a:sym typeface="+mn-lt"/>
                </a:rPr>
                <a:t>// </a:t>
              </a:r>
              <a:r>
                <a:rPr lang="zh-CN" altLang="en-US" sz="1400" b="1">
                  <a:solidFill>
                    <a:srgbClr val="00B050"/>
                  </a:solidFill>
                  <a:cs typeface="+mn-ea"/>
                  <a:sym typeface="+mn-lt"/>
                </a:rPr>
                <a:t>代码示例</a:t>
              </a:r>
              <a:endParaRPr lang="en-US" altLang="zh-CN" sz="1400" b="1">
                <a:solidFill>
                  <a:srgbClr val="00B050"/>
                </a:solidFill>
                <a:cs typeface="+mn-ea"/>
                <a:sym typeface="+mn-lt"/>
              </a:endParaRPr>
            </a:p>
            <a:p>
              <a:r>
                <a:rPr lang="en-US" altLang="zh-CN" sz="1400">
                  <a:solidFill>
                    <a:srgbClr val="C678DD"/>
                  </a:solidFill>
                  <a:cs typeface="+mn-ea"/>
                  <a:sym typeface="+mn-lt"/>
                </a:rPr>
                <a:t>use</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::mem;</a:t>
              </a:r>
            </a:p>
            <a:p>
              <a:br>
                <a:rPr lang="en-US" altLang="zh-CN" sz="1400">
                  <a:solidFill>
                    <a:srgbClr val="ABB2BF"/>
                  </a:solidFill>
                  <a:cs typeface="+mn-ea"/>
                  <a:sym typeface="+mn-lt"/>
                </a:rPr>
              </a:br>
              <a:r>
                <a:rPr lang="en-US" altLang="zh-CN" sz="1400">
                  <a:solidFill>
                    <a:srgbClr val="C678DD"/>
                  </a:solidFill>
                  <a:cs typeface="+mn-ea"/>
                  <a:sym typeface="+mn-lt"/>
                </a:rPr>
                <a:t>unsafe</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my_num</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i32</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5C07B"/>
                  </a:solidFill>
                  <a:cs typeface="+mn-ea"/>
                  <a:sym typeface="+mn-lt"/>
                </a:rPr>
                <a:t>libc</a:t>
              </a:r>
              <a:r>
                <a:rPr lang="en-US" altLang="zh-CN" sz="1400">
                  <a:solidFill>
                    <a:srgbClr val="ABB2BF"/>
                  </a:solidFill>
                  <a:cs typeface="+mn-ea"/>
                  <a:sym typeface="+mn-lt"/>
                </a:rPr>
                <a:t>::</a:t>
              </a:r>
              <a:r>
                <a:rPr lang="en-US" altLang="zh-CN" sz="1400">
                  <a:solidFill>
                    <a:srgbClr val="61AFEF"/>
                  </a:solidFill>
                  <a:cs typeface="+mn-ea"/>
                  <a:sym typeface="+mn-lt"/>
                </a:rPr>
                <a:t>malloc</a:t>
              </a:r>
              <a:r>
                <a:rPr lang="en-US" altLang="zh-CN" sz="1400">
                  <a:solidFill>
                    <a:srgbClr val="ABB2BF"/>
                  </a:solidFill>
                  <a:cs typeface="+mn-ea"/>
                  <a:sym typeface="+mn-lt"/>
                </a:rPr>
                <a:t>(</a:t>
              </a:r>
              <a:r>
                <a:rPr lang="en-US" altLang="zh-CN" sz="1400">
                  <a:solidFill>
                    <a:srgbClr val="E5C07B"/>
                  </a:solidFill>
                  <a:cs typeface="+mn-ea"/>
                  <a:sym typeface="+mn-lt"/>
                </a:rPr>
                <a:t>mem</a:t>
              </a:r>
              <a:r>
                <a:rPr lang="en-US" altLang="zh-CN" sz="1400">
                  <a:solidFill>
                    <a:srgbClr val="ABB2BF"/>
                  </a:solidFill>
                  <a:cs typeface="+mn-ea"/>
                  <a:sym typeface="+mn-lt"/>
                </a:rPr>
                <a:t>::</a:t>
              </a:r>
              <a:r>
                <a:rPr lang="en-US" altLang="zh-CN" sz="1400">
                  <a:solidFill>
                    <a:srgbClr val="61AFEF"/>
                  </a:solidFill>
                  <a:cs typeface="+mn-ea"/>
                  <a:sym typeface="+mn-lt"/>
                </a:rPr>
                <a:t>size_of</a:t>
              </a:r>
              <a:r>
                <a:rPr lang="en-US" altLang="zh-CN" sz="1400">
                  <a:solidFill>
                    <a:srgbClr val="ABB2BF"/>
                  </a:solidFill>
                  <a:cs typeface="+mn-ea"/>
                  <a:sym typeface="+mn-lt"/>
                </a:rPr>
                <a:t>::&lt;</a:t>
              </a:r>
              <a:r>
                <a:rPr lang="en-US" altLang="zh-CN" sz="1400">
                  <a:solidFill>
                    <a:srgbClr val="E5C07B"/>
                  </a:solidFill>
                  <a:cs typeface="+mn-ea"/>
                  <a:sym typeface="+mn-lt"/>
                </a:rPr>
                <a:t>i32</a:t>
              </a:r>
              <a:r>
                <a:rPr lang="en-US" altLang="zh-CN" sz="1400">
                  <a:solidFill>
                    <a:srgbClr val="ABB2BF"/>
                  </a:solidFill>
                  <a:cs typeface="+mn-ea"/>
                  <a:sym typeface="+mn-lt"/>
                </a:rPr>
                <a:t>&gt;()) </a:t>
              </a:r>
              <a:r>
                <a:rPr lang="en-US" altLang="zh-CN" sz="1400">
                  <a:solidFill>
                    <a:srgbClr val="C678DD"/>
                  </a:solidFill>
                  <a:cs typeface="+mn-ea"/>
                  <a:sym typeface="+mn-lt"/>
                </a:rPr>
                <a:t>as</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i32</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if</a:t>
              </a:r>
              <a:r>
                <a:rPr lang="en-US" altLang="zh-CN" sz="1400">
                  <a:solidFill>
                    <a:srgbClr val="ABB2BF"/>
                  </a:solidFill>
                  <a:cs typeface="+mn-ea"/>
                  <a:sym typeface="+mn-lt"/>
                </a:rPr>
                <a:t> </a:t>
              </a:r>
              <a:r>
                <a:rPr lang="en-US" altLang="zh-CN" sz="1400">
                  <a:solidFill>
                    <a:srgbClr val="E06C75"/>
                  </a:solidFill>
                  <a:cs typeface="+mn-ea"/>
                  <a:sym typeface="+mn-lt"/>
                </a:rPr>
                <a:t>my_num</a:t>
              </a:r>
              <a:r>
                <a:rPr lang="en-US" altLang="zh-CN" sz="1400">
                  <a:solidFill>
                    <a:srgbClr val="ABB2BF"/>
                  </a:solidFill>
                  <a:cs typeface="+mn-ea"/>
                  <a:sym typeface="+mn-lt"/>
                </a:rPr>
                <a:t>.</a:t>
              </a:r>
              <a:r>
                <a:rPr lang="en-US" altLang="zh-CN" sz="1400">
                  <a:solidFill>
                    <a:srgbClr val="61AFEF"/>
                  </a:solidFill>
                  <a:cs typeface="+mn-ea"/>
                  <a:sym typeface="+mn-lt"/>
                </a:rPr>
                <a:t>is_null</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61AFEF"/>
                  </a:solidFill>
                  <a:cs typeface="+mn-ea"/>
                  <a:sym typeface="+mn-lt"/>
                </a:rPr>
                <a:t>panic!</a:t>
              </a:r>
              <a:r>
                <a:rPr lang="en-US" altLang="zh-CN" sz="1400">
                  <a:solidFill>
                    <a:srgbClr val="ABB2BF"/>
                  </a:solidFill>
                  <a:cs typeface="+mn-ea"/>
                  <a:sym typeface="+mn-lt"/>
                </a:rPr>
                <a:t>(</a:t>
              </a:r>
              <a:r>
                <a:rPr lang="en-US" altLang="zh-CN" sz="1400">
                  <a:solidFill>
                    <a:srgbClr val="98C379"/>
                  </a:solidFill>
                  <a:cs typeface="+mn-ea"/>
                  <a:sym typeface="+mn-lt"/>
                </a:rPr>
                <a:t>"faiLed to allocate memory"</a:t>
              </a:r>
              <a:r>
                <a:rPr lang="en-US" altLang="zh-CN" sz="1400">
                  <a:solidFill>
                    <a:srgbClr val="ABB2BF"/>
                  </a:solidFill>
                  <a:cs typeface="+mn-ea"/>
                  <a:sym typeface="+mn-lt"/>
                </a:rPr>
                <a:t>);</a:t>
              </a:r>
            </a:p>
            <a:p>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E5C07B"/>
                  </a:solidFill>
                  <a:cs typeface="+mn-ea"/>
                  <a:sym typeface="+mn-lt"/>
                </a:rPr>
                <a:t>libc</a:t>
              </a:r>
              <a:r>
                <a:rPr lang="en-US" altLang="zh-CN" sz="1400">
                  <a:solidFill>
                    <a:srgbClr val="ABB2BF"/>
                  </a:solidFill>
                  <a:cs typeface="+mn-ea"/>
                  <a:sym typeface="+mn-lt"/>
                </a:rPr>
                <a:t>::</a:t>
              </a:r>
              <a:r>
                <a:rPr lang="en-US" altLang="zh-CN" sz="1400">
                  <a:solidFill>
                    <a:srgbClr val="61AFEF"/>
                  </a:solidFill>
                  <a:cs typeface="+mn-ea"/>
                  <a:sym typeface="+mn-lt"/>
                </a:rPr>
                <a:t>free</a:t>
              </a:r>
              <a:r>
                <a:rPr lang="en-US" altLang="zh-CN" sz="1400">
                  <a:solidFill>
                    <a:srgbClr val="ABB2BF"/>
                  </a:solidFill>
                  <a:cs typeface="+mn-ea"/>
                  <a:sym typeface="+mn-lt"/>
                </a:rPr>
                <a:t>(</a:t>
              </a:r>
              <a:r>
                <a:rPr lang="en-US" altLang="zh-CN" sz="1400">
                  <a:solidFill>
                    <a:srgbClr val="E06C75"/>
                  </a:solidFill>
                  <a:cs typeface="+mn-ea"/>
                  <a:sym typeface="+mn-lt"/>
                </a:rPr>
                <a:t>my_num</a:t>
              </a:r>
              <a:r>
                <a:rPr lang="en-US" altLang="zh-CN" sz="1400">
                  <a:solidFill>
                    <a:srgbClr val="ABB2BF"/>
                  </a:solidFill>
                  <a:cs typeface="+mn-ea"/>
                  <a:sym typeface="+mn-lt"/>
                </a:rPr>
                <a:t> </a:t>
              </a:r>
              <a:r>
                <a:rPr lang="en-US" altLang="zh-CN" sz="1400">
                  <a:solidFill>
                    <a:srgbClr val="C678DD"/>
                  </a:solidFill>
                  <a:cs typeface="+mn-ea"/>
                  <a:sym typeface="+mn-lt"/>
                </a:rPr>
                <a:t>as</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libc</a:t>
              </a:r>
              <a:r>
                <a:rPr lang="en-US" altLang="zh-CN" sz="1400">
                  <a:solidFill>
                    <a:srgbClr val="ABB2BF"/>
                  </a:solidFill>
                  <a:cs typeface="+mn-ea"/>
                  <a:sym typeface="+mn-lt"/>
                </a:rPr>
                <a:t>::</a:t>
              </a:r>
              <a:r>
                <a:rPr lang="en-US" altLang="zh-CN" sz="1400">
                  <a:solidFill>
                    <a:srgbClr val="E06C75"/>
                  </a:solidFill>
                  <a:cs typeface="+mn-ea"/>
                  <a:sym typeface="+mn-lt"/>
                </a:rPr>
                <a:t>c_void</a:t>
              </a:r>
              <a:r>
                <a:rPr lang="en-US" altLang="zh-CN" sz="1400">
                  <a:solidFill>
                    <a:srgbClr val="ABB2BF"/>
                  </a:solidFill>
                  <a:cs typeface="+mn-ea"/>
                  <a:sym typeface="+mn-lt"/>
                </a:rPr>
                <a:t>);</a:t>
              </a:r>
            </a:p>
            <a:p>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grpSp>
      <p:grpSp>
        <p:nvGrpSpPr>
          <p:cNvPr id="12" name="组合 11"/>
          <p:cNvGrpSpPr/>
          <p:nvPr/>
        </p:nvGrpSpPr>
        <p:grpSpPr>
          <a:xfrm>
            <a:off x="373221" y="785894"/>
            <a:ext cx="4424633" cy="1587742"/>
            <a:chOff x="6715239" y="3612677"/>
            <a:chExt cx="4983028" cy="1587742"/>
          </a:xfrm>
        </p:grpSpPr>
        <p:sp>
          <p:nvSpPr>
            <p:cNvPr id="15" name="文本框 14"/>
            <p:cNvSpPr txBox="1"/>
            <p:nvPr/>
          </p:nvSpPr>
          <p:spPr>
            <a:xfrm>
              <a:off x="6727912" y="3612677"/>
              <a:ext cx="4970355" cy="425053"/>
            </a:xfrm>
            <a:prstGeom prst="rect">
              <a:avLst/>
            </a:prstGeom>
            <a:noFill/>
          </p:spPr>
          <p:txBody>
            <a:bodyPr vert="horz" wrap="square" rtlCol="0">
              <a:spAutoFit/>
            </a:bodyPr>
            <a:lstStyle/>
            <a:p>
              <a:pPr algn="l">
                <a:lnSpc>
                  <a:spcPct val="150000"/>
                </a:lnSpc>
              </a:pPr>
              <a:r>
                <a:rPr lang="en-US" altLang="zh-CN" sz="1600">
                  <a:cs typeface="+mn-ea"/>
                  <a:sym typeface="+mn-lt"/>
                </a:rPr>
                <a:t>1.</a:t>
              </a:r>
              <a:r>
                <a:rPr lang="zh-CN" altLang="en-US" sz="1600">
                  <a:cs typeface="+mn-ea"/>
                  <a:sym typeface="+mn-lt"/>
                </a:rPr>
                <a:t>强制引用</a:t>
              </a:r>
              <a:r>
                <a:rPr lang="en-US" altLang="zh-CN" sz="1600">
                  <a:cs typeface="+mn-ea"/>
                  <a:sym typeface="+mn-lt"/>
                </a:rPr>
                <a:t>(&amp;T)</a:t>
              </a:r>
              <a:r>
                <a:rPr lang="zh-CN" altLang="en-US" sz="1600">
                  <a:cs typeface="+mn-ea"/>
                  <a:sym typeface="+mn-lt"/>
                </a:rPr>
                <a:t>或可变引用</a:t>
              </a:r>
              <a:r>
                <a:rPr lang="en-US" altLang="zh-CN" sz="1600">
                  <a:cs typeface="+mn-ea"/>
                  <a:sym typeface="+mn-lt"/>
                </a:rPr>
                <a:t>(&amp;mut T)</a:t>
              </a:r>
              <a:r>
                <a:rPr lang="zh-CN" altLang="en-US" sz="1600">
                  <a:cs typeface="+mn-ea"/>
                  <a:sym typeface="+mn-lt"/>
                </a:rPr>
                <a:t>：</a:t>
              </a:r>
              <a:endParaRPr lang="en-US" altLang="zh-CN" sz="1600" dirty="0">
                <a:cs typeface="+mn-ea"/>
                <a:sym typeface="+mn-lt"/>
              </a:endParaRPr>
            </a:p>
          </p:txBody>
        </p:sp>
        <p:sp>
          <p:nvSpPr>
            <p:cNvPr id="9" name="矩形 8"/>
            <p:cNvSpPr/>
            <p:nvPr/>
          </p:nvSpPr>
          <p:spPr>
            <a:xfrm>
              <a:off x="6715239" y="4030868"/>
              <a:ext cx="4962011" cy="1169551"/>
            </a:xfrm>
            <a:prstGeom prst="rect">
              <a:avLst/>
            </a:prstGeom>
            <a:solidFill>
              <a:schemeClr val="tx1"/>
            </a:solidFill>
          </p:spPr>
          <p:txBody>
            <a:bodyPr wrap="square">
              <a:spAutoFit/>
            </a:bodyPr>
            <a:lstStyle/>
            <a:p>
              <a:r>
                <a:rPr lang="en-US" altLang="zh-CN" sz="1400">
                  <a:solidFill>
                    <a:schemeClr val="bg2"/>
                  </a:solidFill>
                  <a:cs typeface="+mn-ea"/>
                  <a:sym typeface="+mn-lt"/>
                </a:rPr>
                <a:t>// </a:t>
              </a:r>
              <a:r>
                <a:rPr lang="zh-CN" altLang="en-US" sz="1400" b="1">
                  <a:solidFill>
                    <a:srgbClr val="00B050"/>
                  </a:solidFill>
                  <a:cs typeface="+mn-ea"/>
                  <a:sym typeface="+mn-lt"/>
                </a:rPr>
                <a:t>代码示例</a:t>
              </a:r>
              <a:endParaRPr lang="en-US" altLang="zh-CN" sz="1400" b="1">
                <a:solidFill>
                  <a:srgbClr val="00B050"/>
                </a:solidFill>
                <a:cs typeface="+mn-ea"/>
                <a:sym typeface="+mn-lt"/>
              </a:endParaRPr>
            </a:p>
            <a:p>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my_num</a:t>
              </a:r>
              <a:r>
                <a:rPr lang="en-US" altLang="zh-CN" sz="1400">
                  <a:solidFill>
                    <a:srgbClr val="ABB2BF"/>
                  </a:solidFill>
                  <a:cs typeface="+mn-ea"/>
                  <a:sym typeface="+mn-lt"/>
                </a:rPr>
                <a:t>: </a:t>
              </a:r>
              <a:r>
                <a:rPr lang="en-US" altLang="zh-CN" sz="1400">
                  <a:solidFill>
                    <a:srgbClr val="E5C07B"/>
                  </a:solidFill>
                  <a:cs typeface="+mn-ea"/>
                  <a:sym typeface="+mn-lt"/>
                </a:rPr>
                <a:t>i32</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D19A66"/>
                  </a:solidFill>
                  <a:cs typeface="+mn-ea"/>
                  <a:sym typeface="+mn-lt"/>
                </a:rPr>
                <a:t>10</a:t>
              </a:r>
              <a:r>
                <a:rPr lang="en-US" altLang="zh-CN" sz="1400">
                  <a:solidFill>
                    <a:srgbClr val="ABB2BF"/>
                  </a:solidFill>
                  <a:cs typeface="+mn-ea"/>
                  <a:sym typeface="+mn-lt"/>
                </a:rPr>
                <a:t>;</a:t>
              </a:r>
            </a:p>
            <a:p>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my_num_ptr</a:t>
              </a:r>
              <a:r>
                <a:rPr lang="en-US" altLang="zh-CN" sz="1400">
                  <a:solidFill>
                    <a:srgbClr val="ABB2BF"/>
                  </a:solidFill>
                  <a:cs typeface="+mn-ea"/>
                  <a:sym typeface="+mn-lt"/>
                </a:rPr>
                <a:t>: *</a:t>
              </a:r>
              <a:r>
                <a:rPr lang="en-US" altLang="zh-CN" sz="1400">
                  <a:solidFill>
                    <a:srgbClr val="C678DD"/>
                  </a:solidFill>
                  <a:cs typeface="+mn-ea"/>
                  <a:sym typeface="+mn-lt"/>
                </a:rPr>
                <a:t>const</a:t>
              </a:r>
              <a:r>
                <a:rPr lang="en-US" altLang="zh-CN" sz="1400">
                  <a:solidFill>
                    <a:srgbClr val="ABB2BF"/>
                  </a:solidFill>
                  <a:cs typeface="+mn-ea"/>
                  <a:sym typeface="+mn-lt"/>
                </a:rPr>
                <a:t> </a:t>
              </a:r>
              <a:r>
                <a:rPr lang="en-US" altLang="zh-CN" sz="1400">
                  <a:solidFill>
                    <a:srgbClr val="E5C07B"/>
                  </a:solidFill>
                  <a:cs typeface="+mn-ea"/>
                  <a:sym typeface="+mn-lt"/>
                </a:rPr>
                <a:t>i32</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&amp;</a:t>
              </a:r>
              <a:r>
                <a:rPr lang="en-US" altLang="zh-CN" sz="1400">
                  <a:solidFill>
                    <a:srgbClr val="E06C75"/>
                  </a:solidFill>
                  <a:cs typeface="+mn-ea"/>
                  <a:sym typeface="+mn-lt"/>
                </a:rPr>
                <a:t>my_num</a:t>
              </a:r>
              <a:r>
                <a:rPr lang="en-US" altLang="zh-CN" sz="1400">
                  <a:solidFill>
                    <a:srgbClr val="ABB2BF"/>
                  </a:solidFill>
                  <a:cs typeface="+mn-ea"/>
                  <a:sym typeface="+mn-lt"/>
                </a:rPr>
                <a:t>;</a:t>
              </a:r>
            </a:p>
            <a:p>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06C75"/>
                  </a:solidFill>
                  <a:cs typeface="+mn-ea"/>
                  <a:sym typeface="+mn-lt"/>
                </a:rPr>
                <a:t>my_speed</a:t>
              </a:r>
              <a:r>
                <a:rPr lang="en-US" altLang="zh-CN" sz="1400">
                  <a:solidFill>
                    <a:srgbClr val="ABB2BF"/>
                  </a:solidFill>
                  <a:cs typeface="+mn-ea"/>
                  <a:sym typeface="+mn-lt"/>
                </a:rPr>
                <a:t>: </a:t>
              </a:r>
              <a:r>
                <a:rPr lang="en-US" altLang="zh-CN" sz="1400">
                  <a:solidFill>
                    <a:srgbClr val="E5C07B"/>
                  </a:solidFill>
                  <a:cs typeface="+mn-ea"/>
                  <a:sym typeface="+mn-lt"/>
                </a:rPr>
                <a:t>i32</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D19A66"/>
                  </a:solidFill>
                  <a:cs typeface="+mn-ea"/>
                  <a:sym typeface="+mn-lt"/>
                </a:rPr>
                <a:t>88</a:t>
              </a:r>
              <a:r>
                <a:rPr lang="en-US" altLang="zh-CN" sz="1400">
                  <a:solidFill>
                    <a:srgbClr val="ABB2BF"/>
                  </a:solidFill>
                  <a:cs typeface="+mn-ea"/>
                  <a:sym typeface="+mn-lt"/>
                </a:rPr>
                <a:t>;</a:t>
              </a:r>
            </a:p>
            <a:p>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my_speed_ptr</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i32</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&amp;</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06C75"/>
                  </a:solidFill>
                  <a:cs typeface="+mn-ea"/>
                  <a:sym typeface="+mn-lt"/>
                </a:rPr>
                <a:t>my_speed</a:t>
              </a:r>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88269"/>
            <a:ext cx="10740640" cy="615021"/>
          </a:xfrm>
        </p:spPr>
        <p:txBody>
          <a:bodyPr>
            <a:normAutofit/>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裸指针</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解引用与指针偏移</a:t>
            </a:r>
            <a:endParaRPr lang="zh-CN" altLang="en-US" sz="1800" b="1" dirty="0">
              <a:solidFill>
                <a:srgbClr val="C00000"/>
              </a:solidFill>
              <a:latin typeface="+mn-lt"/>
              <a:ea typeface="+mn-ea"/>
              <a:cs typeface="+mn-ea"/>
              <a:sym typeface="+mn-lt"/>
            </a:endParaRPr>
          </a:p>
        </p:txBody>
      </p:sp>
      <p:sp>
        <p:nvSpPr>
          <p:cNvPr id="3" name="文本框 2"/>
          <p:cNvSpPr txBox="1"/>
          <p:nvPr/>
        </p:nvSpPr>
        <p:spPr>
          <a:xfrm>
            <a:off x="457202" y="2997132"/>
            <a:ext cx="10490098" cy="787523"/>
          </a:xfrm>
          <a:prstGeom prst="rect">
            <a:avLst/>
          </a:prstGeom>
          <a:noFill/>
        </p:spPr>
        <p:txBody>
          <a:bodyPr vert="horz" wrap="square" rtlCol="0">
            <a:spAutoFit/>
          </a:bodyPr>
          <a:lstStyle/>
          <a:p>
            <a:pPr>
              <a:lnSpc>
                <a:spcPct val="150000"/>
              </a:lnSpc>
            </a:pPr>
            <a:r>
              <a:rPr lang="zh-CN" altLang="en-US" sz="1600">
                <a:cs typeface="+mn-ea"/>
                <a:sym typeface="+mn-lt"/>
              </a:rPr>
              <a:t>裸指针定义了</a:t>
            </a:r>
            <a:r>
              <a:rPr lang="en-US" altLang="zh-CN" sz="1600">
                <a:cs typeface="+mn-ea"/>
                <a:sym typeface="+mn-lt"/>
              </a:rPr>
              <a:t>offset</a:t>
            </a:r>
            <a:r>
              <a:rPr lang="zh-CN" altLang="en-US" sz="1600">
                <a:cs typeface="+mn-ea"/>
                <a:sym typeface="+mn-lt"/>
              </a:rPr>
              <a:t>的方法，用于计算指针偏移量。这个方法接受一个参数，表示偏移量，并返回一个新的指针，该指针指向原始指针加上偏移量后的位置。</a:t>
            </a:r>
          </a:p>
        </p:txBody>
      </p:sp>
      <p:sp>
        <p:nvSpPr>
          <p:cNvPr id="10" name="文本框 9"/>
          <p:cNvSpPr txBox="1"/>
          <p:nvPr/>
        </p:nvSpPr>
        <p:spPr>
          <a:xfrm>
            <a:off x="457201" y="3870165"/>
            <a:ext cx="4851918" cy="2031325"/>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pPr defTabSz="914400" eaLnBrk="0" fontAlgn="base" hangingPunct="0">
              <a:spcBef>
                <a:spcPct val="0"/>
              </a:spcBef>
              <a:spcAft>
                <a:spcPct val="0"/>
              </a:spcAft>
            </a:pPr>
            <a:r>
              <a:rPr lang="en-US" altLang="zh-CN" sz="1400" dirty="0">
                <a:solidFill>
                  <a:srgbClr val="FFFFFF"/>
                </a:solidFill>
                <a:cs typeface="+mn-ea"/>
                <a:sym typeface="+mn-lt"/>
              </a:rPr>
              <a:t>// </a:t>
            </a:r>
            <a:r>
              <a:rPr lang="zh-CN" altLang="en-US" sz="1400" b="1" dirty="0">
                <a:solidFill>
                  <a:srgbClr val="00B050"/>
                </a:solidFill>
                <a:cs typeface="+mn-ea"/>
                <a:sym typeface="+mn-lt"/>
              </a:rPr>
              <a:t>正确示例</a:t>
            </a:r>
            <a:endParaRPr lang="en-US" altLang="zh-CN" sz="1400" b="1" dirty="0">
              <a:solidFill>
                <a:srgbClr val="00B050"/>
              </a:solidFill>
              <a:cs typeface="+mn-ea"/>
              <a:sym typeface="+mn-lt"/>
            </a:endParaRPr>
          </a:p>
          <a:p>
            <a:r>
              <a:rPr lang="en-US" altLang="zh-CN" sz="1400">
                <a:solidFill>
                  <a:srgbClr val="C678DD"/>
                </a:solidFill>
                <a:cs typeface="+mn-ea"/>
                <a:sym typeface="+mn-lt"/>
              </a:rPr>
              <a:t>fn</a:t>
            </a:r>
            <a:r>
              <a:rPr lang="en-US" altLang="zh-CN" sz="1400">
                <a:solidFill>
                  <a:srgbClr val="ABB2BF"/>
                </a:solidFill>
                <a:cs typeface="+mn-ea"/>
                <a:sym typeface="+mn-lt"/>
              </a:rPr>
              <a:t> </a:t>
            </a:r>
            <a:r>
              <a:rPr lang="en-US" altLang="zh-CN" sz="1400">
                <a:solidFill>
                  <a:srgbClr val="61AFEF"/>
                </a:solidFill>
                <a:cs typeface="+mn-ea"/>
                <a:sym typeface="+mn-lt"/>
              </a:rPr>
              <a:t>main</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s</a:t>
            </a:r>
            <a:r>
              <a:rPr lang="en-US" altLang="zh-CN" sz="1400">
                <a:solidFill>
                  <a:srgbClr val="ABB2BF"/>
                </a:solidFill>
                <a:cs typeface="+mn-ea"/>
                <a:sym typeface="+mn-lt"/>
              </a:rPr>
              <a:t>: &amp;</a:t>
            </a:r>
            <a:r>
              <a:rPr lang="en-US" altLang="zh-CN" sz="1400">
                <a:solidFill>
                  <a:srgbClr val="E5C07B"/>
                </a:solidFill>
                <a:cs typeface="+mn-ea"/>
                <a:sym typeface="+mn-lt"/>
              </a:rPr>
              <a:t>str</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98C379"/>
                </a:solidFill>
                <a:cs typeface="+mn-ea"/>
                <a:sym typeface="+mn-lt"/>
              </a:rPr>
              <a:t>"123"</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ptr</a:t>
            </a:r>
            <a:r>
              <a:rPr lang="en-US" altLang="zh-CN" sz="1400">
                <a:solidFill>
                  <a:srgbClr val="ABB2BF"/>
                </a:solidFill>
                <a:cs typeface="+mn-ea"/>
                <a:sym typeface="+mn-lt"/>
              </a:rPr>
              <a:t>: *</a:t>
            </a:r>
            <a:r>
              <a:rPr lang="en-US" altLang="zh-CN" sz="1400">
                <a:solidFill>
                  <a:srgbClr val="C678DD"/>
                </a:solidFill>
                <a:cs typeface="+mn-ea"/>
                <a:sym typeface="+mn-lt"/>
              </a:rPr>
              <a:t>const</a:t>
            </a:r>
            <a:r>
              <a:rPr lang="en-US" altLang="zh-CN" sz="1400">
                <a:solidFill>
                  <a:srgbClr val="ABB2BF"/>
                </a:solidFill>
                <a:cs typeface="+mn-ea"/>
                <a:sym typeface="+mn-lt"/>
              </a:rPr>
              <a:t> </a:t>
            </a:r>
            <a:r>
              <a:rPr lang="en-US" altLang="zh-CN" sz="1400">
                <a:solidFill>
                  <a:srgbClr val="E5C07B"/>
                </a:solidFill>
                <a:cs typeface="+mn-ea"/>
                <a:sym typeface="+mn-lt"/>
              </a:rPr>
              <a:t>u8</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06C75"/>
                </a:solidFill>
                <a:cs typeface="+mn-ea"/>
                <a:sym typeface="+mn-lt"/>
              </a:rPr>
              <a:t>s</a:t>
            </a:r>
            <a:r>
              <a:rPr lang="en-US" altLang="zh-CN" sz="1400">
                <a:solidFill>
                  <a:srgbClr val="ABB2BF"/>
                </a:solidFill>
                <a:cs typeface="+mn-ea"/>
                <a:sym typeface="+mn-lt"/>
              </a:rPr>
              <a:t>.</a:t>
            </a:r>
            <a:r>
              <a:rPr lang="en-US" altLang="zh-CN" sz="1400">
                <a:solidFill>
                  <a:srgbClr val="61AFEF"/>
                </a:solidFill>
                <a:cs typeface="+mn-ea"/>
                <a:sym typeface="+mn-lt"/>
              </a:rPr>
              <a:t>as_ptr</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unsafe</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61AFEF"/>
                </a:solidFill>
                <a:cs typeface="+mn-ea"/>
                <a:sym typeface="+mn-lt"/>
              </a:rPr>
              <a:t>println!</a:t>
            </a:r>
            <a:r>
              <a:rPr lang="en-US" altLang="zh-CN" sz="1400">
                <a:solidFill>
                  <a:srgbClr val="ABB2BF"/>
                </a:solidFill>
                <a:cs typeface="+mn-ea"/>
                <a:sym typeface="+mn-lt"/>
              </a:rPr>
              <a:t>(</a:t>
            </a:r>
            <a:r>
              <a:rPr lang="en-US" altLang="zh-CN" sz="1400">
                <a:solidFill>
                  <a:srgbClr val="98C379"/>
                </a:solidFill>
                <a:cs typeface="+mn-ea"/>
                <a:sym typeface="+mn-lt"/>
              </a:rPr>
              <a:t>"{}"</a:t>
            </a:r>
            <a:r>
              <a:rPr lang="en-US" altLang="zh-CN" sz="1400">
                <a:solidFill>
                  <a:srgbClr val="ABB2BF"/>
                </a:solidFill>
                <a:cs typeface="+mn-ea"/>
                <a:sym typeface="+mn-lt"/>
              </a:rPr>
              <a:t>, *</a:t>
            </a:r>
            <a:r>
              <a:rPr lang="en-US" altLang="zh-CN" sz="1400">
                <a:solidFill>
                  <a:srgbClr val="E06C75"/>
                </a:solidFill>
                <a:cs typeface="+mn-ea"/>
                <a:sym typeface="+mn-lt"/>
              </a:rPr>
              <a:t>ptr</a:t>
            </a:r>
            <a:r>
              <a:rPr lang="en-US" altLang="zh-CN" sz="1400">
                <a:solidFill>
                  <a:srgbClr val="ABB2BF"/>
                </a:solidFill>
                <a:cs typeface="+mn-ea"/>
                <a:sym typeface="+mn-lt"/>
              </a:rPr>
              <a:t>.</a:t>
            </a:r>
            <a:r>
              <a:rPr lang="en-US" altLang="zh-CN" sz="1400">
                <a:solidFill>
                  <a:srgbClr val="61AFEF"/>
                </a:solidFill>
                <a:cs typeface="+mn-ea"/>
                <a:sym typeface="+mn-lt"/>
              </a:rPr>
              <a:t>offset</a:t>
            </a:r>
            <a:r>
              <a:rPr lang="en-US" altLang="zh-CN" sz="1400">
                <a:solidFill>
                  <a:srgbClr val="ABB2BF"/>
                </a:solidFill>
                <a:cs typeface="+mn-ea"/>
                <a:sym typeface="+mn-lt"/>
              </a:rPr>
              <a:t>(</a:t>
            </a:r>
            <a:r>
              <a:rPr lang="en-US" altLang="zh-CN" sz="1400">
                <a:solidFill>
                  <a:srgbClr val="D19A66"/>
                </a:solidFill>
                <a:cs typeface="+mn-ea"/>
                <a:sym typeface="+mn-lt"/>
              </a:rPr>
              <a:t>1</a:t>
            </a:r>
            <a:r>
              <a:rPr lang="en-US" altLang="zh-CN" sz="1400">
                <a:solidFill>
                  <a:srgbClr val="ABB2BF"/>
                </a:solidFill>
                <a:cs typeface="+mn-ea"/>
                <a:sym typeface="+mn-lt"/>
              </a:rPr>
              <a:t>) </a:t>
            </a:r>
            <a:r>
              <a:rPr lang="en-US" altLang="zh-CN" sz="1400">
                <a:solidFill>
                  <a:srgbClr val="C678DD"/>
                </a:solidFill>
                <a:cs typeface="+mn-ea"/>
                <a:sym typeface="+mn-lt"/>
              </a:rPr>
              <a:t>as</a:t>
            </a:r>
            <a:r>
              <a:rPr lang="en-US" altLang="zh-CN" sz="1400">
                <a:solidFill>
                  <a:srgbClr val="ABB2BF"/>
                </a:solidFill>
                <a:cs typeface="+mn-ea"/>
                <a:sym typeface="+mn-lt"/>
              </a:rPr>
              <a:t> </a:t>
            </a:r>
            <a:r>
              <a:rPr lang="en-US" altLang="zh-CN" sz="1400">
                <a:solidFill>
                  <a:srgbClr val="E5C07B"/>
                </a:solidFill>
                <a:cs typeface="+mn-ea"/>
                <a:sym typeface="+mn-lt"/>
              </a:rPr>
              <a:t>char</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61AFEF"/>
                </a:solidFill>
                <a:cs typeface="+mn-ea"/>
                <a:sym typeface="+mn-lt"/>
              </a:rPr>
              <a:t>println!</a:t>
            </a:r>
            <a:r>
              <a:rPr lang="en-US" altLang="zh-CN" sz="1400">
                <a:solidFill>
                  <a:srgbClr val="ABB2BF"/>
                </a:solidFill>
                <a:cs typeface="+mn-ea"/>
                <a:sym typeface="+mn-lt"/>
              </a:rPr>
              <a:t>(</a:t>
            </a:r>
            <a:r>
              <a:rPr lang="en-US" altLang="zh-CN" sz="1400">
                <a:solidFill>
                  <a:srgbClr val="98C379"/>
                </a:solidFill>
                <a:cs typeface="+mn-ea"/>
                <a:sym typeface="+mn-lt"/>
              </a:rPr>
              <a:t>"{}"</a:t>
            </a:r>
            <a:r>
              <a:rPr lang="en-US" altLang="zh-CN" sz="1400">
                <a:solidFill>
                  <a:srgbClr val="ABB2BF"/>
                </a:solidFill>
                <a:cs typeface="+mn-ea"/>
                <a:sym typeface="+mn-lt"/>
              </a:rPr>
              <a:t>, *</a:t>
            </a:r>
            <a:r>
              <a:rPr lang="en-US" altLang="zh-CN" sz="1400">
                <a:solidFill>
                  <a:srgbClr val="E06C75"/>
                </a:solidFill>
                <a:cs typeface="+mn-ea"/>
                <a:sym typeface="+mn-lt"/>
              </a:rPr>
              <a:t>ptr</a:t>
            </a:r>
            <a:r>
              <a:rPr lang="en-US" altLang="zh-CN" sz="1400">
                <a:solidFill>
                  <a:srgbClr val="ABB2BF"/>
                </a:solidFill>
                <a:cs typeface="+mn-ea"/>
                <a:sym typeface="+mn-lt"/>
              </a:rPr>
              <a:t>.</a:t>
            </a:r>
            <a:r>
              <a:rPr lang="en-US" altLang="zh-CN" sz="1400">
                <a:solidFill>
                  <a:srgbClr val="61AFEF"/>
                </a:solidFill>
                <a:cs typeface="+mn-ea"/>
                <a:sym typeface="+mn-lt"/>
              </a:rPr>
              <a:t>offset</a:t>
            </a:r>
            <a:r>
              <a:rPr lang="en-US" altLang="zh-CN" sz="1400">
                <a:solidFill>
                  <a:srgbClr val="ABB2BF"/>
                </a:solidFill>
                <a:cs typeface="+mn-ea"/>
                <a:sym typeface="+mn-lt"/>
              </a:rPr>
              <a:t>(</a:t>
            </a:r>
            <a:r>
              <a:rPr lang="en-US" altLang="zh-CN" sz="1400">
                <a:solidFill>
                  <a:srgbClr val="D19A66"/>
                </a:solidFill>
                <a:cs typeface="+mn-ea"/>
                <a:sym typeface="+mn-lt"/>
              </a:rPr>
              <a:t>2</a:t>
            </a:r>
            <a:r>
              <a:rPr lang="en-US" altLang="zh-CN" sz="1400">
                <a:solidFill>
                  <a:srgbClr val="ABB2BF"/>
                </a:solidFill>
                <a:cs typeface="+mn-ea"/>
                <a:sym typeface="+mn-lt"/>
              </a:rPr>
              <a:t>) </a:t>
            </a:r>
            <a:r>
              <a:rPr lang="en-US" altLang="zh-CN" sz="1400">
                <a:solidFill>
                  <a:srgbClr val="C678DD"/>
                </a:solidFill>
                <a:cs typeface="+mn-ea"/>
                <a:sym typeface="+mn-lt"/>
              </a:rPr>
              <a:t>as</a:t>
            </a:r>
            <a:r>
              <a:rPr lang="en-US" altLang="zh-CN" sz="1400">
                <a:solidFill>
                  <a:srgbClr val="ABB2BF"/>
                </a:solidFill>
                <a:cs typeface="+mn-ea"/>
                <a:sym typeface="+mn-lt"/>
              </a:rPr>
              <a:t> </a:t>
            </a:r>
            <a:r>
              <a:rPr lang="en-US" altLang="zh-CN" sz="1400">
                <a:solidFill>
                  <a:srgbClr val="E5C07B"/>
                </a:solidFill>
                <a:cs typeface="+mn-ea"/>
                <a:sym typeface="+mn-lt"/>
              </a:rPr>
              <a:t>char</a:t>
            </a:r>
            <a:r>
              <a:rPr lang="en-US" altLang="zh-CN" sz="1400">
                <a:solidFill>
                  <a:srgbClr val="ABB2BF"/>
                </a:solidFill>
                <a:cs typeface="+mn-ea"/>
                <a:sym typeface="+mn-lt"/>
              </a:rPr>
              <a:t>);</a:t>
            </a:r>
          </a:p>
          <a:p>
            <a:r>
              <a:rPr lang="en-US" altLang="zh-CN" sz="1400">
                <a:solidFill>
                  <a:srgbClr val="ABB2BF"/>
                </a:solidFill>
                <a:cs typeface="+mn-ea"/>
                <a:sym typeface="+mn-lt"/>
              </a:rPr>
              <a:t>    }</a:t>
            </a:r>
          </a:p>
          <a:p>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sp>
        <p:nvSpPr>
          <p:cNvPr id="5" name="右箭头 4"/>
          <p:cNvSpPr/>
          <p:nvPr/>
        </p:nvSpPr>
        <p:spPr>
          <a:xfrm>
            <a:off x="5614282" y="5089434"/>
            <a:ext cx="326572" cy="681135"/>
          </a:xfrm>
          <a:prstGeom prst="rightArrow">
            <a:avLst>
              <a:gd name="adj1" fmla="val 50000"/>
              <a:gd name="adj2" fmla="val 47143"/>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8" name="直接连接符 7"/>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457202" y="630393"/>
            <a:ext cx="10490098" cy="423065"/>
          </a:xfrm>
          <a:prstGeom prst="rect">
            <a:avLst/>
          </a:prstGeom>
          <a:noFill/>
        </p:spPr>
        <p:txBody>
          <a:bodyPr vert="horz" wrap="square" rtlCol="0">
            <a:spAutoFit/>
          </a:bodyPr>
          <a:lstStyle/>
          <a:p>
            <a:pPr>
              <a:lnSpc>
                <a:spcPct val="150000"/>
              </a:lnSpc>
            </a:pPr>
            <a:r>
              <a:rPr lang="zh-CN" altLang="en-US" sz="1600">
                <a:cs typeface="+mn-ea"/>
                <a:sym typeface="+mn-lt"/>
              </a:rPr>
              <a:t>要解引用裸指针，你需要使用 </a:t>
            </a:r>
            <a:r>
              <a:rPr lang="en-US" altLang="zh-CN" sz="1600">
                <a:cs typeface="+mn-ea"/>
                <a:sym typeface="+mn-lt"/>
              </a:rPr>
              <a:t>unsafe </a:t>
            </a:r>
            <a:r>
              <a:rPr lang="zh-CN" altLang="en-US" sz="1600">
                <a:cs typeface="+mn-ea"/>
                <a:sym typeface="+mn-lt"/>
              </a:rPr>
              <a:t>块来执行不安全的操作。</a:t>
            </a:r>
          </a:p>
        </p:txBody>
      </p:sp>
      <p:sp>
        <p:nvSpPr>
          <p:cNvPr id="11" name="文本框 10"/>
          <p:cNvSpPr txBox="1"/>
          <p:nvPr/>
        </p:nvSpPr>
        <p:spPr>
          <a:xfrm>
            <a:off x="457201" y="1150742"/>
            <a:ext cx="4851918" cy="1600438"/>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pPr defTabSz="914400" eaLnBrk="0" fontAlgn="base" hangingPunct="0">
              <a:spcBef>
                <a:spcPct val="0"/>
              </a:spcBef>
              <a:spcAft>
                <a:spcPct val="0"/>
              </a:spcAft>
            </a:pPr>
            <a:r>
              <a:rPr lang="en-US" altLang="zh-CN" sz="1400" dirty="0">
                <a:solidFill>
                  <a:srgbClr val="FFFFFF"/>
                </a:solidFill>
                <a:cs typeface="+mn-ea"/>
                <a:sym typeface="+mn-lt"/>
              </a:rPr>
              <a:t>// </a:t>
            </a:r>
            <a:r>
              <a:rPr lang="zh-CN" altLang="en-US" sz="1400" b="1" dirty="0">
                <a:solidFill>
                  <a:srgbClr val="00B050"/>
                </a:solidFill>
                <a:cs typeface="+mn-ea"/>
                <a:sym typeface="+mn-lt"/>
              </a:rPr>
              <a:t>正确示例</a:t>
            </a:r>
            <a:endParaRPr lang="en-US" altLang="zh-CN" sz="1400" b="1" dirty="0">
              <a:solidFill>
                <a:srgbClr val="00B050"/>
              </a:solidFill>
              <a:cs typeface="+mn-ea"/>
              <a:sym typeface="+mn-lt"/>
            </a:endParaRPr>
          </a:p>
          <a:p>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x</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D19A66"/>
                </a:solidFill>
                <a:cs typeface="+mn-ea"/>
                <a:sym typeface="+mn-lt"/>
              </a:rPr>
              <a:t>5</a:t>
            </a:r>
            <a:r>
              <a:rPr lang="en-US" altLang="zh-CN" sz="1400">
                <a:solidFill>
                  <a:srgbClr val="ABB2BF"/>
                </a:solidFill>
                <a:cs typeface="+mn-ea"/>
                <a:sym typeface="+mn-lt"/>
              </a:rPr>
              <a:t>;</a:t>
            </a:r>
          </a:p>
          <a:p>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raw</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&amp;</a:t>
            </a:r>
            <a:r>
              <a:rPr lang="en-US" altLang="zh-CN" sz="1400">
                <a:solidFill>
                  <a:srgbClr val="E06C75"/>
                </a:solidFill>
                <a:cs typeface="+mn-ea"/>
                <a:sym typeface="+mn-lt"/>
              </a:rPr>
              <a:t>x</a:t>
            </a:r>
            <a:r>
              <a:rPr lang="en-US" altLang="zh-CN" sz="1400">
                <a:solidFill>
                  <a:srgbClr val="ABB2BF"/>
                </a:solidFill>
                <a:cs typeface="+mn-ea"/>
                <a:sym typeface="+mn-lt"/>
              </a:rPr>
              <a:t> </a:t>
            </a:r>
            <a:r>
              <a:rPr lang="en-US" altLang="zh-CN" sz="1400">
                <a:solidFill>
                  <a:srgbClr val="C678DD"/>
                </a:solidFill>
                <a:cs typeface="+mn-ea"/>
                <a:sym typeface="+mn-lt"/>
              </a:rPr>
              <a:t>as</a:t>
            </a:r>
            <a:r>
              <a:rPr lang="en-US" altLang="zh-CN" sz="1400">
                <a:solidFill>
                  <a:srgbClr val="ABB2BF"/>
                </a:solidFill>
                <a:cs typeface="+mn-ea"/>
                <a:sym typeface="+mn-lt"/>
              </a:rPr>
              <a:t> *</a:t>
            </a:r>
            <a:r>
              <a:rPr lang="en-US" altLang="zh-CN" sz="1400">
                <a:solidFill>
                  <a:srgbClr val="C678DD"/>
                </a:solidFill>
                <a:cs typeface="+mn-ea"/>
                <a:sym typeface="+mn-lt"/>
              </a:rPr>
              <a:t>const</a:t>
            </a:r>
            <a:r>
              <a:rPr lang="en-US" altLang="zh-CN" sz="1400">
                <a:solidFill>
                  <a:srgbClr val="ABB2BF"/>
                </a:solidFill>
                <a:cs typeface="+mn-ea"/>
                <a:sym typeface="+mn-lt"/>
              </a:rPr>
              <a:t> </a:t>
            </a:r>
            <a:r>
              <a:rPr lang="en-US" altLang="zh-CN" sz="1400">
                <a:solidFill>
                  <a:srgbClr val="E5C07B"/>
                </a:solidFill>
                <a:cs typeface="+mn-ea"/>
                <a:sym typeface="+mn-lt"/>
              </a:rPr>
              <a:t>i32</a:t>
            </a:r>
            <a:r>
              <a:rPr lang="en-US" altLang="zh-CN" sz="1400">
                <a:solidFill>
                  <a:srgbClr val="ABB2BF"/>
                </a:solidFill>
                <a:cs typeface="+mn-ea"/>
                <a:sym typeface="+mn-lt"/>
              </a:rPr>
              <a:t>;</a:t>
            </a:r>
          </a:p>
          <a:p>
            <a:br>
              <a:rPr lang="en-US" altLang="zh-CN" sz="1400">
                <a:solidFill>
                  <a:srgbClr val="ABB2BF"/>
                </a:solidFill>
                <a:cs typeface="+mn-ea"/>
                <a:sym typeface="+mn-lt"/>
              </a:rPr>
            </a:br>
            <a:r>
              <a:rPr lang="en-US" altLang="zh-CN" sz="1400">
                <a:solidFill>
                  <a:srgbClr val="C678DD"/>
                </a:solidFill>
                <a:cs typeface="+mn-ea"/>
                <a:sym typeface="+mn-lt"/>
              </a:rPr>
              <a:t>unsafe</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61AFEF"/>
                </a:solidFill>
                <a:cs typeface="+mn-ea"/>
                <a:sym typeface="+mn-lt"/>
              </a:rPr>
              <a:t>assert_eq!</a:t>
            </a:r>
            <a:r>
              <a:rPr lang="en-US" altLang="zh-CN" sz="1400">
                <a:solidFill>
                  <a:srgbClr val="ABB2BF"/>
                </a:solidFill>
                <a:cs typeface="+mn-ea"/>
                <a:sym typeface="+mn-lt"/>
              </a:rPr>
              <a:t>(*</a:t>
            </a:r>
            <a:r>
              <a:rPr lang="en-US" altLang="zh-CN" sz="1400">
                <a:solidFill>
                  <a:srgbClr val="E06C75"/>
                </a:solidFill>
                <a:cs typeface="+mn-ea"/>
                <a:sym typeface="+mn-lt"/>
              </a:rPr>
              <a:t>raw</a:t>
            </a:r>
            <a:r>
              <a:rPr lang="en-US" altLang="zh-CN" sz="1400">
                <a:solidFill>
                  <a:srgbClr val="ABB2BF"/>
                </a:solidFill>
                <a:cs typeface="+mn-ea"/>
                <a:sym typeface="+mn-lt"/>
              </a:rPr>
              <a:t>, </a:t>
            </a:r>
            <a:r>
              <a:rPr lang="en-US" altLang="zh-CN" sz="1400">
                <a:solidFill>
                  <a:srgbClr val="D19A66"/>
                </a:solidFill>
                <a:cs typeface="+mn-ea"/>
                <a:sym typeface="+mn-lt"/>
              </a:rPr>
              <a:t>5</a:t>
            </a:r>
            <a:r>
              <a:rPr lang="en-US" altLang="zh-CN" sz="1400">
                <a:solidFill>
                  <a:srgbClr val="ABB2BF"/>
                </a:solidFill>
                <a:cs typeface="+mn-ea"/>
                <a:sym typeface="+mn-lt"/>
              </a:rPr>
              <a:t>);</a:t>
            </a:r>
          </a:p>
          <a:p>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sp>
        <p:nvSpPr>
          <p:cNvPr id="12" name="矩形 11"/>
          <p:cNvSpPr/>
          <p:nvPr/>
        </p:nvSpPr>
        <p:spPr>
          <a:xfrm>
            <a:off x="5845738" y="1323985"/>
            <a:ext cx="4979419" cy="1200329"/>
          </a:xfrm>
          <a:prstGeom prst="rect">
            <a:avLst/>
          </a:prstGeom>
        </p:spPr>
        <p:txBody>
          <a:bodyPr wrap="square">
            <a:spAutoFit/>
          </a:bodyPr>
          <a:lstStyle/>
          <a:p>
            <a:pPr>
              <a:lnSpc>
                <a:spcPct val="150000"/>
              </a:lnSpc>
            </a:pPr>
            <a:r>
              <a:rPr lang="zh-CN" altLang="en-US" sz="1600">
                <a:cs typeface="+mn-ea"/>
                <a:sym typeface="+mn-lt"/>
              </a:rPr>
              <a:t>示例中，创建了一个整数变量 </a:t>
            </a:r>
            <a:r>
              <a:rPr lang="en-US" altLang="zh-CN" sz="1600">
                <a:cs typeface="+mn-ea"/>
                <a:sym typeface="+mn-lt"/>
              </a:rPr>
              <a:t>x</a:t>
            </a:r>
            <a:r>
              <a:rPr lang="zh-CN" altLang="en-US" sz="1600">
                <a:cs typeface="+mn-ea"/>
                <a:sym typeface="+mn-lt"/>
              </a:rPr>
              <a:t>，并使用 </a:t>
            </a:r>
            <a:r>
              <a:rPr lang="en-US" altLang="zh-CN" sz="1600">
                <a:cs typeface="+mn-ea"/>
                <a:sym typeface="+mn-lt"/>
              </a:rPr>
              <a:t>as</a:t>
            </a:r>
            <a:r>
              <a:rPr lang="zh-CN" altLang="en-US" sz="1600">
                <a:cs typeface="+mn-ea"/>
                <a:sym typeface="+mn-lt"/>
              </a:rPr>
              <a:t> 关键字将它的引用转换为一个裸指针 </a:t>
            </a:r>
            <a:r>
              <a:rPr lang="en-US" altLang="zh-CN" sz="1600">
                <a:cs typeface="+mn-ea"/>
                <a:sym typeface="+mn-lt"/>
              </a:rPr>
              <a:t>raw</a:t>
            </a:r>
            <a:r>
              <a:rPr lang="zh-CN" altLang="en-US" sz="1600">
                <a:cs typeface="+mn-ea"/>
                <a:sym typeface="+mn-lt"/>
              </a:rPr>
              <a:t>。然后使用</a:t>
            </a:r>
            <a:r>
              <a:rPr lang="en-US" altLang="zh-CN" sz="1600">
                <a:cs typeface="+mn-ea"/>
                <a:sym typeface="+mn-lt"/>
              </a:rPr>
              <a:t>unsafe</a:t>
            </a:r>
            <a:r>
              <a:rPr lang="zh-CN" altLang="en-US" sz="1600">
                <a:cs typeface="+mn-ea"/>
                <a:sym typeface="+mn-lt"/>
              </a:rPr>
              <a:t> 块来解引用裸指针，并访问它所指向的数据。</a:t>
            </a:r>
            <a:endParaRPr lang="en-US" altLang="zh-CN" sz="1600">
              <a:cs typeface="+mn-ea"/>
              <a:sym typeface="+mn-lt"/>
            </a:endParaRPr>
          </a:p>
        </p:txBody>
      </p:sp>
      <p:pic>
        <p:nvPicPr>
          <p:cNvPr id="13" name="图片 12"/>
          <p:cNvPicPr>
            <a:picLocks noChangeAspect="1"/>
          </p:cNvPicPr>
          <p:nvPr/>
        </p:nvPicPr>
        <p:blipFill>
          <a:blip r:embed="rId3"/>
          <a:stretch>
            <a:fillRect/>
          </a:stretch>
        </p:blipFill>
        <p:spPr>
          <a:xfrm>
            <a:off x="6246018" y="4958515"/>
            <a:ext cx="3362325" cy="9429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99276"/>
            <a:ext cx="10740640" cy="462050"/>
          </a:xfrm>
        </p:spPr>
        <p:txBody>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裸指针</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对比</a:t>
            </a:r>
            <a:r>
              <a:rPr lang="en-US" altLang="zh-CN" b="1">
                <a:solidFill>
                  <a:srgbClr val="C00000"/>
                </a:solidFill>
                <a:latin typeface="+mn-lt"/>
                <a:ea typeface="+mn-ea"/>
                <a:cs typeface="+mn-ea"/>
                <a:sym typeface="+mn-lt"/>
              </a:rPr>
              <a:t>C/CPP</a:t>
            </a:r>
            <a:r>
              <a:rPr lang="zh-CN" altLang="en-US" b="1">
                <a:solidFill>
                  <a:srgbClr val="C00000"/>
                </a:solidFill>
                <a:latin typeface="+mn-lt"/>
                <a:ea typeface="+mn-ea"/>
                <a:cs typeface="+mn-ea"/>
                <a:sym typeface="+mn-lt"/>
              </a:rPr>
              <a:t>指针</a:t>
            </a:r>
            <a:endParaRPr lang="zh-CN" altLang="en-US" b="1" dirty="0">
              <a:solidFill>
                <a:srgbClr val="C00000"/>
              </a:solidFill>
              <a:latin typeface="+mn-lt"/>
              <a:ea typeface="+mn-ea"/>
              <a:cs typeface="+mn-ea"/>
              <a:sym typeface="+mn-lt"/>
            </a:endParaRPr>
          </a:p>
        </p:txBody>
      </p:sp>
      <p:sp>
        <p:nvSpPr>
          <p:cNvPr id="3" name="文本框 2"/>
          <p:cNvSpPr txBox="1"/>
          <p:nvPr/>
        </p:nvSpPr>
        <p:spPr>
          <a:xfrm>
            <a:off x="347714" y="718990"/>
            <a:ext cx="4838927" cy="4822218"/>
          </a:xfrm>
          <a:prstGeom prst="rect">
            <a:avLst/>
          </a:prstGeom>
          <a:noFill/>
        </p:spPr>
        <p:txBody>
          <a:bodyPr vert="horz" wrap="square" rtlCol="0">
            <a:spAutoFit/>
          </a:bodyPr>
          <a:lstStyle/>
          <a:p>
            <a:pPr>
              <a:lnSpc>
                <a:spcPts val="3440"/>
              </a:lnSpc>
            </a:pPr>
            <a:r>
              <a:rPr lang="en-US" altLang="zh-CN" sz="1600" b="1" dirty="0">
                <a:cs typeface="+mn-ea"/>
                <a:sym typeface="+mn-lt"/>
              </a:rPr>
              <a:t>Rust </a:t>
            </a:r>
            <a:r>
              <a:rPr lang="zh-CN" altLang="en-US" sz="1600" b="1" dirty="0">
                <a:cs typeface="+mn-ea"/>
                <a:sym typeface="+mn-lt"/>
              </a:rPr>
              <a:t>中裸指针基本属性：</a:t>
            </a:r>
            <a:endParaRPr lang="en-US" altLang="zh-CN" sz="1600" dirty="0">
              <a:solidFill>
                <a:schemeClr val="accent2"/>
              </a:solidFill>
              <a:cs typeface="+mn-ea"/>
              <a:sym typeface="+mn-lt"/>
            </a:endParaRPr>
          </a:p>
          <a:p>
            <a:pPr marL="285750" indent="-285750" algn="l">
              <a:lnSpc>
                <a:spcPts val="3440"/>
              </a:lnSpc>
              <a:buFont typeface="Arial" panose="020B0604020202020204" pitchFamily="34" charset="0"/>
              <a:buChar char="•"/>
            </a:pPr>
            <a:r>
              <a:rPr lang="zh-CN" altLang="en-US" sz="1400" dirty="0">
                <a:cs typeface="+mn-ea"/>
                <a:sym typeface="+mn-lt"/>
              </a:rPr>
              <a:t>都分为可变和不可变</a:t>
            </a:r>
            <a:endParaRPr lang="en-US" altLang="zh-CN" sz="1400" dirty="0">
              <a:cs typeface="+mn-ea"/>
              <a:sym typeface="+mn-lt"/>
            </a:endParaRPr>
          </a:p>
          <a:p>
            <a:pPr marL="285750" indent="-285750" algn="l">
              <a:lnSpc>
                <a:spcPts val="3440"/>
              </a:lnSpc>
              <a:buFont typeface="Arial" panose="020B0604020202020204" pitchFamily="34" charset="0"/>
              <a:buChar char="•"/>
            </a:pPr>
            <a:r>
              <a:rPr lang="zh-CN" altLang="en-US" sz="1400" dirty="0">
                <a:cs typeface="+mn-ea"/>
                <a:sym typeface="+mn-lt"/>
              </a:rPr>
              <a:t>可以为空，尝试对空指针解引用会引起 </a:t>
            </a:r>
            <a:r>
              <a:rPr lang="en-US" altLang="zh-CN" sz="1400" dirty="0">
                <a:cs typeface="+mn-ea"/>
                <a:sym typeface="+mn-lt"/>
              </a:rPr>
              <a:t>UB</a:t>
            </a:r>
          </a:p>
          <a:p>
            <a:pPr marL="285750" indent="-285750" algn="l">
              <a:lnSpc>
                <a:spcPts val="3440"/>
              </a:lnSpc>
              <a:buFont typeface="Arial" panose="020B0604020202020204" pitchFamily="34" charset="0"/>
              <a:buChar char="•"/>
            </a:pPr>
            <a:r>
              <a:rPr lang="zh-CN" altLang="en-US" sz="1400" dirty="0">
                <a:cs typeface="+mn-ea"/>
                <a:sym typeface="+mn-lt"/>
              </a:rPr>
              <a:t>没有生命周期，与 </a:t>
            </a:r>
            <a:r>
              <a:rPr lang="en-US" altLang="zh-CN" sz="1400" dirty="0">
                <a:cs typeface="+mn-ea"/>
                <a:sym typeface="+mn-lt"/>
              </a:rPr>
              <a:t>Rust </a:t>
            </a:r>
            <a:r>
              <a:rPr lang="zh-CN" altLang="en-US" sz="1400" dirty="0">
                <a:cs typeface="+mn-ea"/>
                <a:sym typeface="+mn-lt"/>
              </a:rPr>
              <a:t>引用不同</a:t>
            </a:r>
            <a:endParaRPr lang="en-US" altLang="zh-CN" sz="1400" dirty="0">
              <a:cs typeface="+mn-ea"/>
              <a:sym typeface="+mn-lt"/>
            </a:endParaRPr>
          </a:p>
          <a:p>
            <a:pPr marL="285750" indent="-285750" algn="l">
              <a:lnSpc>
                <a:spcPts val="3440"/>
              </a:lnSpc>
              <a:buFont typeface="Arial" panose="020B0604020202020204" pitchFamily="34" charset="0"/>
              <a:buChar char="•"/>
            </a:pPr>
            <a:r>
              <a:rPr lang="zh-CN" altLang="en-US" sz="1400" dirty="0">
                <a:cs typeface="+mn-ea"/>
                <a:sym typeface="+mn-lt"/>
              </a:rPr>
              <a:t>裸指针不一定是安全的，可能指向无效内存</a:t>
            </a:r>
            <a:endParaRPr lang="en-US" altLang="zh-CN" sz="1400" dirty="0">
              <a:cs typeface="+mn-ea"/>
              <a:sym typeface="+mn-lt"/>
            </a:endParaRPr>
          </a:p>
          <a:p>
            <a:pPr marL="285750" indent="-285750" algn="l">
              <a:lnSpc>
                <a:spcPts val="3440"/>
              </a:lnSpc>
              <a:buFont typeface="Arial" panose="020B0604020202020204" pitchFamily="34" charset="0"/>
              <a:buChar char="•"/>
            </a:pPr>
            <a:r>
              <a:rPr lang="zh-CN" altLang="en-US" sz="1400" dirty="0">
                <a:cs typeface="+mn-ea"/>
                <a:sym typeface="+mn-lt"/>
              </a:rPr>
              <a:t>不能自动管理内存</a:t>
            </a:r>
            <a:endParaRPr lang="en-US" altLang="zh-CN" sz="1400" dirty="0">
              <a:cs typeface="+mn-ea"/>
              <a:sym typeface="+mn-lt"/>
            </a:endParaRPr>
          </a:p>
          <a:p>
            <a:pPr marL="285750" indent="-285750" algn="l">
              <a:lnSpc>
                <a:spcPts val="3440"/>
              </a:lnSpc>
              <a:buFont typeface="Arial" panose="020B0604020202020204" pitchFamily="34" charset="0"/>
              <a:buChar char="•"/>
            </a:pPr>
            <a:r>
              <a:rPr lang="zh-CN" altLang="en-US" sz="1400" dirty="0">
                <a:cs typeface="+mn-ea"/>
                <a:sym typeface="+mn-lt"/>
              </a:rPr>
              <a:t>无类型安全保证</a:t>
            </a:r>
            <a:endParaRPr lang="en-US" altLang="zh-CN" sz="1400" dirty="0">
              <a:cs typeface="+mn-ea"/>
              <a:sym typeface="+mn-lt"/>
            </a:endParaRPr>
          </a:p>
          <a:p>
            <a:pPr marL="285750" indent="-285750">
              <a:lnSpc>
                <a:spcPts val="3440"/>
              </a:lnSpc>
              <a:buFont typeface="Arial" panose="020B0604020202020204" pitchFamily="34" charset="0"/>
              <a:buChar char="•"/>
            </a:pPr>
            <a:r>
              <a:rPr lang="zh-CN" altLang="en-US" sz="1400" dirty="0">
                <a:solidFill>
                  <a:schemeClr val="accent2"/>
                </a:solidFill>
                <a:cs typeface="+mn-ea"/>
                <a:sym typeface="+mn-lt"/>
              </a:rPr>
              <a:t>裸指针不支持隐式类型转换</a:t>
            </a:r>
            <a:endParaRPr lang="en-US" altLang="zh-CN" sz="1400" dirty="0">
              <a:solidFill>
                <a:schemeClr val="accent2"/>
              </a:solidFill>
              <a:cs typeface="+mn-ea"/>
              <a:sym typeface="+mn-lt"/>
            </a:endParaRPr>
          </a:p>
          <a:p>
            <a:pPr marL="285750" indent="-285750">
              <a:lnSpc>
                <a:spcPts val="3440"/>
              </a:lnSpc>
              <a:buFont typeface="Arial" panose="020B0604020202020204" pitchFamily="34" charset="0"/>
              <a:buChar char="•"/>
            </a:pPr>
            <a:r>
              <a:rPr lang="zh-CN" altLang="en-US" sz="1400" dirty="0">
                <a:solidFill>
                  <a:schemeClr val="accent2"/>
                </a:solidFill>
                <a:cs typeface="+mn-ea"/>
                <a:sym typeface="+mn-lt"/>
              </a:rPr>
              <a:t>只能在 </a:t>
            </a:r>
            <a:r>
              <a:rPr lang="en-US" altLang="zh-CN" sz="1400" dirty="0">
                <a:solidFill>
                  <a:schemeClr val="accent2"/>
                </a:solidFill>
                <a:cs typeface="+mn-ea"/>
                <a:sym typeface="+mn-lt"/>
              </a:rPr>
              <a:t>unsafe </a:t>
            </a:r>
            <a:r>
              <a:rPr lang="zh-CN" altLang="en-US" sz="1400" dirty="0">
                <a:solidFill>
                  <a:schemeClr val="accent2"/>
                </a:solidFill>
                <a:cs typeface="+mn-ea"/>
                <a:sym typeface="+mn-lt"/>
              </a:rPr>
              <a:t>上下文中解引用</a:t>
            </a:r>
            <a:endParaRPr lang="en-US" altLang="zh-CN" sz="1400" dirty="0">
              <a:solidFill>
                <a:schemeClr val="accent2"/>
              </a:solidFill>
              <a:cs typeface="+mn-ea"/>
              <a:sym typeface="+mn-lt"/>
            </a:endParaRPr>
          </a:p>
          <a:p>
            <a:pPr marL="285750" indent="-285750">
              <a:lnSpc>
                <a:spcPts val="3440"/>
              </a:lnSpc>
              <a:buFont typeface="Arial" panose="020B0604020202020204" pitchFamily="34" charset="0"/>
              <a:buChar char="•"/>
            </a:pPr>
            <a:r>
              <a:rPr lang="zh-CN" altLang="en-US" sz="1400" dirty="0">
                <a:solidFill>
                  <a:schemeClr val="accent2"/>
                </a:solidFill>
                <a:cs typeface="+mn-ea"/>
                <a:sym typeface="+mn-lt"/>
              </a:rPr>
              <a:t>像 </a:t>
            </a:r>
            <a:r>
              <a:rPr lang="en-US" altLang="zh-CN" sz="1400" dirty="0">
                <a:solidFill>
                  <a:schemeClr val="accent2"/>
                </a:solidFill>
                <a:cs typeface="+mn-ea"/>
                <a:sym typeface="+mn-lt"/>
              </a:rPr>
              <a:t>Rust </a:t>
            </a:r>
            <a:r>
              <a:rPr lang="zh-CN" altLang="en-US" sz="1400" dirty="0">
                <a:solidFill>
                  <a:schemeClr val="accent2"/>
                </a:solidFill>
                <a:cs typeface="+mn-ea"/>
                <a:sym typeface="+mn-lt"/>
              </a:rPr>
              <a:t>中其他指针类型一样，裸指针也可以是胖指针</a:t>
            </a:r>
            <a:endParaRPr lang="en-US" altLang="zh-CN" sz="1400" dirty="0">
              <a:solidFill>
                <a:schemeClr val="accent2"/>
              </a:solidFill>
              <a:cs typeface="+mn-ea"/>
              <a:sym typeface="+mn-lt"/>
            </a:endParaRPr>
          </a:p>
          <a:p>
            <a:pPr marL="285750" indent="-285750" algn="l">
              <a:lnSpc>
                <a:spcPts val="3440"/>
              </a:lnSpc>
              <a:buFont typeface="Arial" panose="020B0604020202020204" pitchFamily="34" charset="0"/>
              <a:buChar char="•"/>
            </a:pPr>
            <a:r>
              <a:rPr lang="en-US" altLang="zh-CN" sz="1400" dirty="0">
                <a:solidFill>
                  <a:schemeClr val="accent2"/>
                </a:solidFill>
                <a:cs typeface="+mn-ea"/>
                <a:sym typeface="+mn-lt"/>
              </a:rPr>
              <a:t>*</a:t>
            </a:r>
            <a:r>
              <a:rPr lang="en-US" altLang="zh-CN" sz="1400" dirty="0" err="1">
                <a:solidFill>
                  <a:schemeClr val="accent2"/>
                </a:solidFill>
                <a:cs typeface="+mn-ea"/>
                <a:sym typeface="+mn-lt"/>
              </a:rPr>
              <a:t>ptr</a:t>
            </a:r>
            <a:r>
              <a:rPr lang="en-US" altLang="zh-CN" sz="1400" dirty="0">
                <a:solidFill>
                  <a:schemeClr val="accent2"/>
                </a:solidFill>
                <a:cs typeface="+mn-ea"/>
                <a:sym typeface="+mn-lt"/>
              </a:rPr>
              <a:t> = data </a:t>
            </a:r>
            <a:r>
              <a:rPr lang="zh-CN" altLang="en-US" sz="1400" dirty="0">
                <a:solidFill>
                  <a:schemeClr val="accent2"/>
                </a:solidFill>
                <a:cs typeface="+mn-ea"/>
                <a:sym typeface="+mn-lt"/>
              </a:rPr>
              <a:t>会调用旧值的 </a:t>
            </a:r>
            <a:r>
              <a:rPr lang="en-US" altLang="zh-CN" sz="1400" dirty="0">
                <a:solidFill>
                  <a:schemeClr val="accent2"/>
                </a:solidFill>
                <a:cs typeface="+mn-ea"/>
                <a:sym typeface="+mn-lt"/>
              </a:rPr>
              <a:t>Drop </a:t>
            </a:r>
            <a:r>
              <a:rPr lang="zh-CN" altLang="en-US" sz="1400" dirty="0">
                <a:solidFill>
                  <a:schemeClr val="accent2"/>
                </a:solidFill>
                <a:cs typeface="+mn-ea"/>
                <a:sym typeface="+mn-lt"/>
              </a:rPr>
              <a:t>（所有权相关）</a:t>
            </a:r>
            <a:endParaRPr lang="en-US" altLang="zh-CN" sz="1400" dirty="0">
              <a:solidFill>
                <a:schemeClr val="accent2"/>
              </a:solidFill>
              <a:cs typeface="+mn-ea"/>
              <a:sym typeface="+mn-lt"/>
            </a:endParaRPr>
          </a:p>
        </p:txBody>
      </p:sp>
      <p:sp>
        <p:nvSpPr>
          <p:cNvPr id="16" name="文本框 15"/>
          <p:cNvSpPr txBox="1"/>
          <p:nvPr/>
        </p:nvSpPr>
        <p:spPr>
          <a:xfrm>
            <a:off x="5770577" y="718990"/>
            <a:ext cx="5310868" cy="5258234"/>
          </a:xfrm>
          <a:prstGeom prst="rect">
            <a:avLst/>
          </a:prstGeom>
          <a:noFill/>
        </p:spPr>
        <p:txBody>
          <a:bodyPr vert="horz" wrap="square" rtlCol="0">
            <a:spAutoFit/>
          </a:bodyPr>
          <a:lstStyle/>
          <a:p>
            <a:pPr>
              <a:lnSpc>
                <a:spcPts val="3440"/>
              </a:lnSpc>
            </a:pPr>
            <a:r>
              <a:rPr lang="en-US" altLang="zh-CN" sz="1600" b="1" dirty="0">
                <a:cs typeface="+mn-ea"/>
                <a:sym typeface="+mn-lt"/>
              </a:rPr>
              <a:t>C/</a:t>
            </a:r>
            <a:r>
              <a:rPr lang="en-US" altLang="zh-CN" sz="1600" b="1" dirty="0" err="1">
                <a:cs typeface="+mn-ea"/>
                <a:sym typeface="+mn-lt"/>
              </a:rPr>
              <a:t>Cpp</a:t>
            </a:r>
            <a:r>
              <a:rPr lang="zh-CN" altLang="en-US" sz="1600" b="1" dirty="0">
                <a:cs typeface="+mn-ea"/>
                <a:sym typeface="+mn-lt"/>
              </a:rPr>
              <a:t> 中指针：</a:t>
            </a:r>
            <a:endParaRPr lang="en-US" altLang="zh-CN" sz="1600" dirty="0">
              <a:solidFill>
                <a:schemeClr val="accent2"/>
              </a:solidFill>
              <a:cs typeface="+mn-ea"/>
              <a:sym typeface="+mn-lt"/>
            </a:endParaRPr>
          </a:p>
          <a:p>
            <a:pPr marL="285750" indent="-285750" algn="l">
              <a:lnSpc>
                <a:spcPts val="3440"/>
              </a:lnSpc>
              <a:buFont typeface="Arial" panose="020B0604020202020204" pitchFamily="34" charset="0"/>
              <a:buChar char="•"/>
            </a:pPr>
            <a:r>
              <a:rPr lang="en-US" altLang="zh-CN" sz="1400" dirty="0">
                <a:cs typeface="+mn-ea"/>
                <a:sym typeface="+mn-lt"/>
              </a:rPr>
              <a:t>C/</a:t>
            </a:r>
            <a:r>
              <a:rPr lang="en-US" altLang="zh-CN" sz="1400" dirty="0" err="1">
                <a:cs typeface="+mn-ea"/>
                <a:sym typeface="+mn-lt"/>
              </a:rPr>
              <a:t>Cpp</a:t>
            </a:r>
            <a:r>
              <a:rPr lang="en-US" altLang="zh-CN" sz="1400" dirty="0">
                <a:cs typeface="+mn-ea"/>
                <a:sym typeface="+mn-lt"/>
              </a:rPr>
              <a:t> </a:t>
            </a:r>
            <a:r>
              <a:rPr lang="zh-CN" altLang="en-US" sz="1400" dirty="0">
                <a:cs typeface="+mn-ea"/>
                <a:sym typeface="+mn-lt"/>
              </a:rPr>
              <a:t>中指针可以通过 </a:t>
            </a:r>
            <a:r>
              <a:rPr lang="en-US" altLang="zh-CN" sz="1400" dirty="0">
                <a:cs typeface="+mn-ea"/>
                <a:sym typeface="+mn-lt"/>
              </a:rPr>
              <a:t>const </a:t>
            </a:r>
            <a:r>
              <a:rPr lang="zh-CN" altLang="en-US" sz="1400" dirty="0">
                <a:cs typeface="+mn-ea"/>
                <a:sym typeface="+mn-lt"/>
              </a:rPr>
              <a:t>修饰表示不可变，默认可变</a:t>
            </a:r>
            <a:endParaRPr lang="en-US" altLang="zh-CN" sz="1400" dirty="0">
              <a:cs typeface="+mn-ea"/>
              <a:sym typeface="+mn-lt"/>
            </a:endParaRPr>
          </a:p>
          <a:p>
            <a:pPr marL="285750" indent="-285750" algn="l">
              <a:lnSpc>
                <a:spcPts val="3440"/>
              </a:lnSpc>
              <a:buFont typeface="Arial" panose="020B0604020202020204" pitchFamily="34" charset="0"/>
              <a:buChar char="•"/>
            </a:pPr>
            <a:r>
              <a:rPr lang="zh-CN" altLang="en-US" sz="1400" dirty="0">
                <a:cs typeface="+mn-ea"/>
                <a:sym typeface="+mn-lt"/>
              </a:rPr>
              <a:t>可以为空，尝试对空指针解引用会引起 </a:t>
            </a:r>
            <a:r>
              <a:rPr lang="en-US" altLang="zh-CN" sz="1400" dirty="0">
                <a:cs typeface="+mn-ea"/>
                <a:sym typeface="+mn-lt"/>
              </a:rPr>
              <a:t>UB</a:t>
            </a:r>
          </a:p>
          <a:p>
            <a:pPr marL="285750" indent="-285750" algn="l">
              <a:lnSpc>
                <a:spcPts val="3440"/>
              </a:lnSpc>
              <a:buFont typeface="Arial" panose="020B0604020202020204" pitchFamily="34" charset="0"/>
              <a:buChar char="•"/>
            </a:pPr>
            <a:r>
              <a:rPr lang="zh-CN" altLang="en-US" sz="1400" dirty="0">
                <a:cs typeface="+mn-ea"/>
                <a:sym typeface="+mn-lt"/>
              </a:rPr>
              <a:t>没有生命周期</a:t>
            </a:r>
            <a:endParaRPr lang="en-US" altLang="zh-CN" sz="1400" dirty="0">
              <a:cs typeface="+mn-ea"/>
              <a:sym typeface="+mn-lt"/>
            </a:endParaRPr>
          </a:p>
          <a:p>
            <a:pPr marL="285750" indent="-285750" algn="l">
              <a:lnSpc>
                <a:spcPts val="3440"/>
              </a:lnSpc>
              <a:buFont typeface="Arial" panose="020B0604020202020204" pitchFamily="34" charset="0"/>
              <a:buChar char="•"/>
            </a:pPr>
            <a:r>
              <a:rPr lang="zh-CN" altLang="en-US" sz="1400" dirty="0">
                <a:cs typeface="+mn-ea"/>
                <a:sym typeface="+mn-lt"/>
              </a:rPr>
              <a:t>指针不一定是安全的，可能指向无效内存</a:t>
            </a:r>
            <a:endParaRPr lang="en-US" altLang="zh-CN" sz="1400" dirty="0">
              <a:cs typeface="+mn-ea"/>
              <a:sym typeface="+mn-lt"/>
            </a:endParaRPr>
          </a:p>
          <a:p>
            <a:pPr marL="285750" indent="-285750" algn="l">
              <a:lnSpc>
                <a:spcPts val="3440"/>
              </a:lnSpc>
              <a:buFont typeface="Arial" panose="020B0604020202020204" pitchFamily="34" charset="0"/>
              <a:buChar char="•"/>
            </a:pPr>
            <a:r>
              <a:rPr lang="zh-CN" altLang="en-US" sz="1400" dirty="0">
                <a:cs typeface="+mn-ea"/>
                <a:sym typeface="+mn-lt"/>
              </a:rPr>
              <a:t>不能自动管理内存</a:t>
            </a:r>
            <a:endParaRPr lang="en-US" altLang="zh-CN" sz="1400" dirty="0">
              <a:cs typeface="+mn-ea"/>
              <a:sym typeface="+mn-lt"/>
            </a:endParaRPr>
          </a:p>
          <a:p>
            <a:pPr marL="285750" indent="-285750" algn="l">
              <a:lnSpc>
                <a:spcPts val="3440"/>
              </a:lnSpc>
              <a:buFont typeface="Arial" panose="020B0604020202020204" pitchFamily="34" charset="0"/>
              <a:buChar char="•"/>
            </a:pPr>
            <a:r>
              <a:rPr lang="zh-CN" altLang="en-US" sz="1400" dirty="0">
                <a:cs typeface="+mn-ea"/>
                <a:sym typeface="+mn-lt"/>
              </a:rPr>
              <a:t>无类型安全保证</a:t>
            </a:r>
            <a:endParaRPr lang="en-US" altLang="zh-CN" sz="1400" dirty="0">
              <a:cs typeface="+mn-ea"/>
              <a:sym typeface="+mn-lt"/>
            </a:endParaRPr>
          </a:p>
          <a:p>
            <a:pPr marL="285750" indent="-285750">
              <a:lnSpc>
                <a:spcPts val="3440"/>
              </a:lnSpc>
              <a:buFont typeface="Arial" panose="020B0604020202020204" pitchFamily="34" charset="0"/>
              <a:buChar char="•"/>
            </a:pPr>
            <a:r>
              <a:rPr lang="zh-CN" altLang="en-US" sz="1400" dirty="0">
                <a:solidFill>
                  <a:schemeClr val="accent2"/>
                </a:solidFill>
                <a:cs typeface="+mn-ea"/>
                <a:sym typeface="+mn-lt"/>
              </a:rPr>
              <a:t>支持隐式类型转换</a:t>
            </a:r>
            <a:endParaRPr lang="en-US" altLang="zh-CN" sz="1400" dirty="0">
              <a:solidFill>
                <a:schemeClr val="accent2"/>
              </a:solidFill>
              <a:cs typeface="+mn-ea"/>
              <a:sym typeface="+mn-lt"/>
            </a:endParaRPr>
          </a:p>
          <a:p>
            <a:pPr marL="285750" indent="-285750">
              <a:lnSpc>
                <a:spcPts val="3440"/>
              </a:lnSpc>
              <a:buFont typeface="Arial" panose="020B0604020202020204" pitchFamily="34" charset="0"/>
              <a:buChar char="•"/>
            </a:pPr>
            <a:r>
              <a:rPr lang="zh-CN" altLang="en-US" sz="1400" dirty="0">
                <a:solidFill>
                  <a:schemeClr val="accent2"/>
                </a:solidFill>
                <a:cs typeface="+mn-ea"/>
                <a:sym typeface="+mn-lt"/>
              </a:rPr>
              <a:t>没有特殊限制，任何地方都可以解引用</a:t>
            </a:r>
            <a:endParaRPr lang="en-US" altLang="zh-CN" sz="1400" dirty="0">
              <a:solidFill>
                <a:schemeClr val="accent2"/>
              </a:solidFill>
              <a:cs typeface="+mn-ea"/>
              <a:sym typeface="+mn-lt"/>
            </a:endParaRPr>
          </a:p>
          <a:p>
            <a:pPr marL="285750" indent="-285750">
              <a:lnSpc>
                <a:spcPts val="3440"/>
              </a:lnSpc>
              <a:buFont typeface="Arial" panose="020B0604020202020204" pitchFamily="34" charset="0"/>
              <a:buChar char="•"/>
            </a:pPr>
            <a:r>
              <a:rPr lang="zh-CN" altLang="en-US" sz="1400" dirty="0">
                <a:solidFill>
                  <a:schemeClr val="accent2"/>
                </a:solidFill>
                <a:cs typeface="+mn-ea"/>
                <a:sym typeface="+mn-lt"/>
              </a:rPr>
              <a:t>不包含元数据</a:t>
            </a:r>
            <a:endParaRPr lang="en-US" altLang="zh-CN" sz="1400" dirty="0">
              <a:solidFill>
                <a:schemeClr val="accent2"/>
              </a:solidFill>
              <a:cs typeface="+mn-ea"/>
              <a:sym typeface="+mn-lt"/>
            </a:endParaRPr>
          </a:p>
          <a:p>
            <a:pPr marL="285750" indent="-285750">
              <a:lnSpc>
                <a:spcPts val="3440"/>
              </a:lnSpc>
              <a:buFont typeface="Arial" panose="020B0604020202020204" pitchFamily="34" charset="0"/>
              <a:buChar char="•"/>
            </a:pPr>
            <a:r>
              <a:rPr lang="en-US" altLang="zh-CN" sz="1400" dirty="0">
                <a:solidFill>
                  <a:schemeClr val="accent2"/>
                </a:solidFill>
                <a:cs typeface="+mn-ea"/>
                <a:sym typeface="+mn-lt"/>
              </a:rPr>
              <a:t>*</a:t>
            </a:r>
            <a:r>
              <a:rPr lang="en-US" altLang="zh-CN" sz="1400" dirty="0" err="1">
                <a:solidFill>
                  <a:schemeClr val="accent2"/>
                </a:solidFill>
                <a:cs typeface="+mn-ea"/>
                <a:sym typeface="+mn-lt"/>
              </a:rPr>
              <a:t>ptr</a:t>
            </a:r>
            <a:r>
              <a:rPr lang="en-US" altLang="zh-CN" sz="1400" dirty="0">
                <a:solidFill>
                  <a:schemeClr val="accent2"/>
                </a:solidFill>
                <a:cs typeface="+mn-ea"/>
                <a:sym typeface="+mn-lt"/>
              </a:rPr>
              <a:t> = data </a:t>
            </a:r>
            <a:r>
              <a:rPr lang="zh-CN" altLang="en-US" sz="1400" dirty="0">
                <a:solidFill>
                  <a:schemeClr val="accent2"/>
                </a:solidFill>
                <a:cs typeface="+mn-ea"/>
                <a:sym typeface="+mn-lt"/>
              </a:rPr>
              <a:t>只会调用赋值运算符重载，跟析构无关</a:t>
            </a:r>
            <a:endParaRPr lang="en-US" altLang="zh-CN" sz="1400" dirty="0">
              <a:solidFill>
                <a:schemeClr val="accent2"/>
              </a:solidFill>
              <a:cs typeface="+mn-ea"/>
              <a:sym typeface="+mn-lt"/>
            </a:endParaRPr>
          </a:p>
          <a:p>
            <a:pPr marL="285750" indent="-285750" algn="l">
              <a:lnSpc>
                <a:spcPts val="3440"/>
              </a:lnSpc>
              <a:buFont typeface="Arial" panose="020B0604020202020204" pitchFamily="34" charset="0"/>
              <a:buChar char="•"/>
            </a:pPr>
            <a:endParaRPr lang="en-US" altLang="zh-CN" sz="1400" dirty="0">
              <a:cs typeface="+mn-ea"/>
              <a:sym typeface="+mn-lt"/>
            </a:endParaRPr>
          </a:p>
        </p:txBody>
      </p:sp>
      <p:sp>
        <p:nvSpPr>
          <p:cNvPr id="19" name="箭头: 右 18"/>
          <p:cNvSpPr/>
          <p:nvPr/>
        </p:nvSpPr>
        <p:spPr>
          <a:xfrm>
            <a:off x="5083590" y="2555266"/>
            <a:ext cx="715391" cy="779947"/>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cs typeface="+mn-ea"/>
                <a:sym typeface="+mn-lt"/>
              </a:rPr>
              <a:t>VS</a:t>
            </a:r>
            <a:endParaRPr lang="zh-CN" altLang="en-US">
              <a:cs typeface="+mn-ea"/>
              <a:sym typeface="+mn-lt"/>
            </a:endParaRPr>
          </a:p>
        </p:txBody>
      </p:sp>
      <p:cxnSp>
        <p:nvCxnSpPr>
          <p:cNvPr id="8" name="直接连接符 7"/>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125535"/>
            <a:ext cx="10740640" cy="615021"/>
          </a:xfrm>
        </p:spPr>
        <p:txBody>
          <a:bodyPr>
            <a:normAutofit/>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裸指针</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对比引用</a:t>
            </a:r>
            <a:endParaRPr lang="zh-CN" altLang="en-US" sz="1800" b="1" dirty="0">
              <a:solidFill>
                <a:srgbClr val="C00000"/>
              </a:solidFill>
              <a:latin typeface="+mn-lt"/>
              <a:ea typeface="+mn-ea"/>
              <a:cs typeface="+mn-ea"/>
              <a:sym typeface="+mn-lt"/>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070" y="1052128"/>
            <a:ext cx="6302326" cy="5652995"/>
          </a:xfrm>
          <a:prstGeom prst="rect">
            <a:avLst/>
          </a:prstGeom>
        </p:spPr>
      </p:pic>
      <p:sp>
        <p:nvSpPr>
          <p:cNvPr id="5" name="矩形 4"/>
          <p:cNvSpPr/>
          <p:nvPr/>
        </p:nvSpPr>
        <p:spPr>
          <a:xfrm>
            <a:off x="206660" y="590463"/>
            <a:ext cx="5895560" cy="423899"/>
          </a:xfrm>
          <a:prstGeom prst="rect">
            <a:avLst/>
          </a:prstGeom>
        </p:spPr>
        <p:txBody>
          <a:bodyPr wrap="square">
            <a:spAutoFit/>
          </a:bodyPr>
          <a:lstStyle/>
          <a:p>
            <a:pPr>
              <a:lnSpc>
                <a:spcPct val="150000"/>
              </a:lnSpc>
            </a:pPr>
            <a:r>
              <a:rPr lang="zh-CN" altLang="en-US" sz="1600" dirty="0">
                <a:cs typeface="+mn-ea"/>
                <a:sym typeface="+mn-lt"/>
              </a:rPr>
              <a:t>裸指针不如引用</a:t>
            </a:r>
            <a:r>
              <a:rPr lang="zh-CN" altLang="en-US" sz="1600">
                <a:cs typeface="+mn-ea"/>
                <a:sym typeface="+mn-lt"/>
              </a:rPr>
              <a:t>安全，所以</a:t>
            </a:r>
            <a:r>
              <a:rPr lang="zh-CN" altLang="en-US" sz="1600" dirty="0">
                <a:cs typeface="+mn-ea"/>
                <a:sym typeface="+mn-lt"/>
              </a:rPr>
              <a:t>在使用的时候需要注意</a:t>
            </a:r>
            <a:r>
              <a:rPr lang="zh-CN" altLang="en-US" sz="1600">
                <a:cs typeface="+mn-ea"/>
                <a:sym typeface="+mn-lt"/>
              </a:rPr>
              <a:t>安全规范。</a:t>
            </a:r>
            <a:endParaRPr lang="zh-CN" altLang="en-US" sz="1600" dirty="0">
              <a:cs typeface="+mn-ea"/>
              <a:sym typeface="+mn-lt"/>
            </a:endParaRPr>
          </a:p>
        </p:txBody>
      </p:sp>
      <p:cxnSp>
        <p:nvCxnSpPr>
          <p:cNvPr id="6" name="直接连接符 5"/>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89517"/>
            <a:ext cx="10740640" cy="615021"/>
          </a:xfrm>
        </p:spPr>
        <p:txBody>
          <a:bodyPr>
            <a:normAutofit/>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a:t>
            </a:r>
            <a:r>
              <a:rPr lang="zh-CN" altLang="en-US" b="1" dirty="0">
                <a:solidFill>
                  <a:srgbClr val="C00000"/>
                </a:solidFill>
                <a:latin typeface="+mn-lt"/>
                <a:ea typeface="+mn-ea"/>
                <a:cs typeface="+mn-ea"/>
                <a:sym typeface="+mn-lt"/>
              </a:rPr>
              <a:t>指针</a:t>
            </a:r>
            <a:r>
              <a:rPr lang="zh-CN" altLang="en-US" b="1">
                <a:solidFill>
                  <a:srgbClr val="C00000"/>
                </a:solidFill>
                <a:latin typeface="+mn-lt"/>
                <a:ea typeface="+mn-ea"/>
                <a:cs typeface="+mn-ea"/>
                <a:sym typeface="+mn-lt"/>
              </a:rPr>
              <a:t>安全抽象</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使用裸指针规则</a:t>
            </a:r>
            <a:endParaRPr lang="zh-CN" altLang="en-US" b="1" dirty="0">
              <a:solidFill>
                <a:srgbClr val="C00000"/>
              </a:solidFill>
              <a:latin typeface="+mn-lt"/>
              <a:ea typeface="+mn-ea"/>
              <a:cs typeface="+mn-ea"/>
              <a:sym typeface="+mn-lt"/>
            </a:endParaRPr>
          </a:p>
        </p:txBody>
      </p:sp>
      <p:sp>
        <p:nvSpPr>
          <p:cNvPr id="4" name="文本框 3"/>
          <p:cNvSpPr txBox="1"/>
          <p:nvPr/>
        </p:nvSpPr>
        <p:spPr>
          <a:xfrm>
            <a:off x="534326" y="936704"/>
            <a:ext cx="4838927" cy="2354491"/>
          </a:xfrm>
          <a:prstGeom prst="rect">
            <a:avLst/>
          </a:prstGeom>
          <a:noFill/>
        </p:spPr>
        <p:txBody>
          <a:bodyPr vert="horz" wrap="square" rtlCol="0">
            <a:spAutoFit/>
          </a:bodyPr>
          <a:lstStyle/>
          <a:p>
            <a:pPr>
              <a:lnSpc>
                <a:spcPct val="150000"/>
              </a:lnSpc>
            </a:pPr>
            <a:r>
              <a:rPr lang="zh-CN" altLang="en-US">
                <a:cs typeface="+mn-ea"/>
                <a:sym typeface="+mn-lt"/>
              </a:rPr>
              <a:t>使用裸指针时要注意安全性和有效性：</a:t>
            </a:r>
            <a:endParaRPr lang="en-US" altLang="zh-CN">
              <a:cs typeface="+mn-ea"/>
              <a:sym typeface="+mn-lt"/>
            </a:endParaRPr>
          </a:p>
          <a:p>
            <a:pPr marL="285750" indent="-285750" algn="l">
              <a:lnSpc>
                <a:spcPct val="150000"/>
              </a:lnSpc>
              <a:buFont typeface="Arial" panose="020B0604020202020204" pitchFamily="34" charset="0"/>
              <a:buChar char="•"/>
            </a:pPr>
            <a:r>
              <a:rPr lang="zh-CN" altLang="en-US" sz="1600">
                <a:cs typeface="+mn-ea"/>
                <a:sym typeface="+mn-lt"/>
              </a:rPr>
              <a:t>避免</a:t>
            </a:r>
            <a:r>
              <a:rPr lang="zh-CN" altLang="en-US" sz="1600" dirty="0">
                <a:cs typeface="+mn-ea"/>
                <a:sym typeface="+mn-lt"/>
              </a:rPr>
              <a:t>空指针</a:t>
            </a:r>
            <a:endParaRPr lang="en-US" altLang="zh-CN" sz="1600" dirty="0">
              <a:cs typeface="+mn-ea"/>
              <a:sym typeface="+mn-lt"/>
            </a:endParaRPr>
          </a:p>
          <a:p>
            <a:pPr marL="285750" indent="-285750" algn="l">
              <a:lnSpc>
                <a:spcPct val="150000"/>
              </a:lnSpc>
              <a:buFont typeface="Arial" panose="020B0604020202020204" pitchFamily="34" charset="0"/>
              <a:buChar char="•"/>
            </a:pPr>
            <a:r>
              <a:rPr lang="zh-CN" altLang="en-US" sz="1600" dirty="0">
                <a:cs typeface="+mn-ea"/>
                <a:sym typeface="+mn-lt"/>
              </a:rPr>
              <a:t>小心悬垂指针</a:t>
            </a:r>
            <a:endParaRPr lang="en-US" altLang="zh-CN" sz="1600" dirty="0">
              <a:cs typeface="+mn-ea"/>
              <a:sym typeface="+mn-lt"/>
            </a:endParaRPr>
          </a:p>
          <a:p>
            <a:pPr marL="285750" indent="-285750" algn="l">
              <a:lnSpc>
                <a:spcPct val="150000"/>
              </a:lnSpc>
              <a:buFont typeface="Arial" panose="020B0604020202020204" pitchFamily="34" charset="0"/>
              <a:buChar char="•"/>
            </a:pPr>
            <a:r>
              <a:rPr lang="zh-CN" altLang="en-US" sz="1600" dirty="0">
                <a:cs typeface="+mn-ea"/>
                <a:sym typeface="+mn-lt"/>
              </a:rPr>
              <a:t>不要越界访问</a:t>
            </a:r>
            <a:endParaRPr lang="en-US" altLang="zh-CN" sz="1600" dirty="0">
              <a:cs typeface="+mn-ea"/>
              <a:sym typeface="+mn-lt"/>
            </a:endParaRPr>
          </a:p>
          <a:p>
            <a:pPr marL="285750" indent="-285750" algn="l">
              <a:lnSpc>
                <a:spcPct val="150000"/>
              </a:lnSpc>
              <a:buFont typeface="Arial" panose="020B0604020202020204" pitchFamily="34" charset="0"/>
              <a:buChar char="•"/>
            </a:pPr>
            <a:r>
              <a:rPr lang="zh-CN" altLang="en-US" sz="1600" dirty="0">
                <a:cs typeface="+mn-ea"/>
                <a:sym typeface="+mn-lt"/>
              </a:rPr>
              <a:t>警惕</a:t>
            </a:r>
            <a:r>
              <a:rPr lang="zh-CN" altLang="en-US" sz="1600">
                <a:cs typeface="+mn-ea"/>
                <a:sym typeface="+mn-lt"/>
              </a:rPr>
              <a:t>数据竞争</a:t>
            </a:r>
            <a:endParaRPr lang="en-US" altLang="zh-CN" sz="1600">
              <a:cs typeface="+mn-ea"/>
              <a:sym typeface="+mn-lt"/>
            </a:endParaRPr>
          </a:p>
          <a:p>
            <a:pPr marL="285750" indent="-285750" algn="l">
              <a:lnSpc>
                <a:spcPct val="150000"/>
              </a:lnSpc>
              <a:buFont typeface="Arial" panose="020B0604020202020204" pitchFamily="34" charset="0"/>
              <a:buChar char="•"/>
            </a:pPr>
            <a:r>
              <a:rPr lang="zh-CN" altLang="en-US" sz="1600">
                <a:cs typeface="+mn-ea"/>
                <a:sym typeface="+mn-lt"/>
              </a:rPr>
              <a:t>重复释放</a:t>
            </a:r>
            <a:endParaRPr lang="en-US" altLang="zh-CN" sz="1600" dirty="0">
              <a:cs typeface="+mn-ea"/>
              <a:sym typeface="+mn-lt"/>
            </a:endParaRPr>
          </a:p>
        </p:txBody>
      </p:sp>
      <p:sp>
        <p:nvSpPr>
          <p:cNvPr id="6" name="文本框 5"/>
          <p:cNvSpPr txBox="1"/>
          <p:nvPr/>
        </p:nvSpPr>
        <p:spPr>
          <a:xfrm>
            <a:off x="4952447" y="933409"/>
            <a:ext cx="5994853" cy="2723823"/>
          </a:xfrm>
          <a:prstGeom prst="rect">
            <a:avLst/>
          </a:prstGeom>
          <a:noFill/>
        </p:spPr>
        <p:txBody>
          <a:bodyPr vert="horz" wrap="square" rtlCol="0">
            <a:spAutoFit/>
          </a:bodyPr>
          <a:lstStyle/>
          <a:p>
            <a:pPr>
              <a:lnSpc>
                <a:spcPct val="150000"/>
              </a:lnSpc>
            </a:pPr>
            <a:r>
              <a:rPr lang="zh-CN" altLang="en-US">
                <a:cs typeface="+mn-ea"/>
                <a:sym typeface="+mn-lt"/>
              </a:rPr>
              <a:t>使用裸指针时要遵循以下规则：</a:t>
            </a:r>
            <a:endParaRPr lang="en-US" altLang="zh-CN">
              <a:cs typeface="+mn-ea"/>
              <a:sym typeface="+mn-lt"/>
            </a:endParaRPr>
          </a:p>
          <a:p>
            <a:pPr marL="285750" indent="-285750" algn="l">
              <a:lnSpc>
                <a:spcPct val="150000"/>
              </a:lnSpc>
              <a:buFont typeface="Arial" panose="020B0604020202020204" pitchFamily="34" charset="0"/>
              <a:buChar char="•"/>
            </a:pPr>
            <a:r>
              <a:rPr lang="zh-CN" altLang="en-US" sz="1600">
                <a:cs typeface="+mn-ea"/>
                <a:sym typeface="+mn-lt"/>
              </a:rPr>
              <a:t>解</a:t>
            </a:r>
            <a:r>
              <a:rPr lang="zh-CN" altLang="en-US" sz="1600" dirty="0">
                <a:cs typeface="+mn-ea"/>
                <a:sym typeface="+mn-lt"/>
              </a:rPr>
              <a:t>引用裸指针时，要确保指针指向的内存是有效的，即，非空且对齐，并且在整个解引用期间内存是</a:t>
            </a:r>
            <a:r>
              <a:rPr lang="zh-CN" altLang="en-US" sz="1600">
                <a:cs typeface="+mn-ea"/>
                <a:sym typeface="+mn-lt"/>
              </a:rPr>
              <a:t>有效的；</a:t>
            </a:r>
            <a:endParaRPr lang="en-US" altLang="zh-CN" sz="1600" dirty="0">
              <a:cs typeface="+mn-ea"/>
              <a:sym typeface="+mn-lt"/>
            </a:endParaRPr>
          </a:p>
          <a:p>
            <a:pPr marL="285750" indent="-285750" algn="l">
              <a:lnSpc>
                <a:spcPct val="150000"/>
              </a:lnSpc>
              <a:buFont typeface="Arial" panose="020B0604020202020204" pitchFamily="34" charset="0"/>
              <a:buChar char="•"/>
            </a:pPr>
            <a:r>
              <a:rPr lang="zh-CN" altLang="en-US" sz="1600" dirty="0">
                <a:cs typeface="+mn-ea"/>
                <a:sym typeface="+mn-lt"/>
              </a:rPr>
              <a:t>检查空指针。在解引用之前，要检查指针是否</a:t>
            </a:r>
            <a:r>
              <a:rPr lang="zh-CN" altLang="en-US" sz="1600">
                <a:cs typeface="+mn-ea"/>
                <a:sym typeface="+mn-lt"/>
              </a:rPr>
              <a:t>为空；</a:t>
            </a:r>
            <a:endParaRPr lang="en-US" altLang="zh-CN" sz="1600" dirty="0">
              <a:cs typeface="+mn-ea"/>
              <a:sym typeface="+mn-lt"/>
            </a:endParaRPr>
          </a:p>
          <a:p>
            <a:pPr marL="285750" indent="-285750" algn="l">
              <a:lnSpc>
                <a:spcPct val="150000"/>
              </a:lnSpc>
              <a:buFont typeface="Arial" panose="020B0604020202020204" pitchFamily="34" charset="0"/>
              <a:buChar char="•"/>
            </a:pPr>
            <a:r>
              <a:rPr lang="zh-CN" altLang="en-US" sz="1600" dirty="0">
                <a:cs typeface="+mn-ea"/>
                <a:sym typeface="+mn-lt"/>
              </a:rPr>
              <a:t>多线程下要确保内存访问同步，谨慎使用裸指针，以防止</a:t>
            </a:r>
            <a:r>
              <a:rPr lang="zh-CN" altLang="en-US" sz="1600">
                <a:cs typeface="+mn-ea"/>
                <a:sym typeface="+mn-lt"/>
              </a:rPr>
              <a:t>数据竞争；</a:t>
            </a:r>
            <a:endParaRPr lang="en-US" altLang="zh-CN" sz="1600" dirty="0">
              <a:cs typeface="+mn-ea"/>
              <a:sym typeface="+mn-lt"/>
            </a:endParaRPr>
          </a:p>
          <a:p>
            <a:pPr marL="285750" indent="-285750" algn="l">
              <a:lnSpc>
                <a:spcPct val="150000"/>
              </a:lnSpc>
              <a:buFont typeface="Arial" panose="020B0604020202020204" pitchFamily="34" charset="0"/>
              <a:buChar char="•"/>
            </a:pPr>
            <a:r>
              <a:rPr lang="zh-CN" altLang="en-US" sz="1600" dirty="0">
                <a:cs typeface="+mn-ea"/>
                <a:sym typeface="+mn-lt"/>
              </a:rPr>
              <a:t>尽可能少使用裸指针，优先</a:t>
            </a:r>
            <a:r>
              <a:rPr lang="zh-CN" altLang="en-US" sz="1600">
                <a:cs typeface="+mn-ea"/>
                <a:sym typeface="+mn-lt"/>
              </a:rPr>
              <a:t>使用引用；</a:t>
            </a:r>
            <a:endParaRPr lang="en-US" altLang="zh-CN" sz="1600" dirty="0">
              <a:cs typeface="+mn-ea"/>
              <a:sym typeface="+mn-lt"/>
            </a:endParaRPr>
          </a:p>
        </p:txBody>
      </p:sp>
      <p:cxnSp>
        <p:nvCxnSpPr>
          <p:cNvPr id="7" name="直接连接符 6"/>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110674"/>
            <a:ext cx="10740640" cy="615021"/>
          </a:xfrm>
        </p:spPr>
        <p:txBody>
          <a:bodyPr>
            <a:normAutofit/>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a:t>
            </a:r>
            <a:r>
              <a:rPr lang="zh-CN" altLang="en-US" b="1" dirty="0">
                <a:solidFill>
                  <a:srgbClr val="C00000"/>
                </a:solidFill>
                <a:latin typeface="+mn-lt"/>
                <a:ea typeface="+mn-ea"/>
                <a:cs typeface="+mn-ea"/>
                <a:sym typeface="+mn-lt"/>
              </a:rPr>
              <a:t>指针</a:t>
            </a:r>
            <a:r>
              <a:rPr lang="zh-CN" altLang="en-US" b="1">
                <a:solidFill>
                  <a:srgbClr val="C00000"/>
                </a:solidFill>
                <a:latin typeface="+mn-lt"/>
                <a:ea typeface="+mn-ea"/>
                <a:cs typeface="+mn-ea"/>
                <a:sym typeface="+mn-lt"/>
              </a:rPr>
              <a:t>安全抽象</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常用方法</a:t>
            </a:r>
            <a:endParaRPr lang="zh-CN" altLang="en-US" b="1" dirty="0">
              <a:solidFill>
                <a:srgbClr val="C00000"/>
              </a:solidFill>
              <a:latin typeface="+mn-lt"/>
              <a:ea typeface="+mn-ea"/>
              <a:cs typeface="+mn-ea"/>
              <a:sym typeface="+mn-lt"/>
            </a:endParaRPr>
          </a:p>
        </p:txBody>
      </p:sp>
      <p:graphicFrame>
        <p:nvGraphicFramePr>
          <p:cNvPr id="4" name="图示 3"/>
          <p:cNvGraphicFramePr/>
          <p:nvPr>
            <p:extLst>
              <p:ext uri="{D42A27DB-BD31-4B8C-83A1-F6EECF244321}">
                <p14:modId xmlns:p14="http://schemas.microsoft.com/office/powerpoint/2010/main" val="2621850102"/>
              </p:ext>
            </p:extLst>
          </p:nvPr>
        </p:nvGraphicFramePr>
        <p:xfrm>
          <a:off x="2887997" y="1264106"/>
          <a:ext cx="8922904" cy="54117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文本框 4"/>
          <p:cNvSpPr txBox="1"/>
          <p:nvPr/>
        </p:nvSpPr>
        <p:spPr>
          <a:xfrm>
            <a:off x="468534" y="828705"/>
            <a:ext cx="4838927" cy="1200329"/>
          </a:xfrm>
          <a:prstGeom prst="rect">
            <a:avLst/>
          </a:prstGeom>
          <a:noFill/>
        </p:spPr>
        <p:txBody>
          <a:bodyPr vert="horz" wrap="square" rtlCol="0">
            <a:spAutoFit/>
          </a:bodyPr>
          <a:lstStyle/>
          <a:p>
            <a:pPr>
              <a:lnSpc>
                <a:spcPct val="150000"/>
              </a:lnSpc>
            </a:pPr>
            <a:r>
              <a:rPr lang="zh-CN" altLang="en-US" sz="1600">
                <a:solidFill>
                  <a:schemeClr val="accent1"/>
                </a:solidFill>
                <a:cs typeface="+mn-ea"/>
                <a:sym typeface="+mn-lt"/>
              </a:rPr>
              <a:t>裸指针标准库中的方法分类：</a:t>
            </a:r>
            <a:endParaRPr lang="en-US" altLang="zh-CN" sz="1600">
              <a:cs typeface="+mn-ea"/>
              <a:sym typeface="+mn-lt"/>
            </a:endParaRPr>
          </a:p>
          <a:p>
            <a:pPr marL="285750" indent="-285750" algn="l">
              <a:lnSpc>
                <a:spcPct val="150000"/>
              </a:lnSpc>
              <a:buFont typeface="Arial" panose="020B0604020202020204" pitchFamily="34" charset="0"/>
              <a:buChar char="•"/>
            </a:pPr>
            <a:r>
              <a:rPr lang="zh-CN" altLang="en-US" sz="1600">
                <a:cs typeface="+mn-ea"/>
                <a:sym typeface="+mn-lt"/>
              </a:rPr>
              <a:t>原</a:t>
            </a:r>
            <a:r>
              <a:rPr lang="zh-CN" altLang="en-US" sz="1600" dirty="0">
                <a:cs typeface="+mn-ea"/>
                <a:sym typeface="+mn-lt"/>
              </a:rPr>
              <a:t>生指针类型</a:t>
            </a:r>
            <a:endParaRPr lang="en-US" altLang="zh-CN" sz="1600" dirty="0">
              <a:cs typeface="+mn-ea"/>
              <a:sym typeface="+mn-lt"/>
            </a:endParaRPr>
          </a:p>
          <a:p>
            <a:pPr marL="285750" indent="-285750" algn="l">
              <a:lnSpc>
                <a:spcPct val="150000"/>
              </a:lnSpc>
              <a:buFont typeface="Arial" panose="020B0604020202020204" pitchFamily="34" charset="0"/>
              <a:buChar char="•"/>
            </a:pPr>
            <a:r>
              <a:rPr lang="en-US" altLang="zh-CN" sz="1600" dirty="0">
                <a:cs typeface="+mn-ea"/>
                <a:sym typeface="+mn-lt"/>
              </a:rPr>
              <a:t>std::</a:t>
            </a:r>
            <a:r>
              <a:rPr lang="en-US" altLang="zh-CN" sz="1600" dirty="0" err="1">
                <a:cs typeface="+mn-ea"/>
                <a:sym typeface="+mn-lt"/>
              </a:rPr>
              <a:t>ptr</a:t>
            </a:r>
            <a:r>
              <a:rPr lang="en-US" altLang="zh-CN" sz="1600" dirty="0">
                <a:cs typeface="+mn-ea"/>
                <a:sym typeface="+mn-lt"/>
              </a:rPr>
              <a:t> </a:t>
            </a:r>
            <a:r>
              <a:rPr lang="zh-CN" altLang="en-US" sz="1600" dirty="0">
                <a:cs typeface="+mn-ea"/>
                <a:sym typeface="+mn-lt"/>
              </a:rPr>
              <a:t>指针模块</a:t>
            </a:r>
            <a:endParaRPr lang="en-US" altLang="zh-CN" sz="1600" dirty="0">
              <a:cs typeface="+mn-ea"/>
              <a:sym typeface="+mn-lt"/>
            </a:endParaRPr>
          </a:p>
        </p:txBody>
      </p:sp>
      <p:cxnSp>
        <p:nvCxnSpPr>
          <p:cNvPr id="7" name="直接连接符 6"/>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4709503" y="725695"/>
            <a:ext cx="3672800" cy="425053"/>
          </a:xfrm>
          <a:prstGeom prst="rect">
            <a:avLst/>
          </a:prstGeom>
        </p:spPr>
        <p:txBody>
          <a:bodyPr wrap="none">
            <a:spAutoFit/>
          </a:bodyPr>
          <a:lstStyle/>
          <a:p>
            <a:pPr>
              <a:lnSpc>
                <a:spcPct val="150000"/>
              </a:lnSpc>
            </a:pPr>
            <a:r>
              <a:rPr lang="zh-CN" altLang="en-US" sz="1600">
                <a:cs typeface="+mn-ea"/>
                <a:sym typeface="+mn-lt"/>
              </a:rPr>
              <a:t>下图是对这些方法或函数的一个分类：</a:t>
            </a:r>
            <a:endParaRPr lang="en-US" altLang="zh-CN" sz="1600" dirty="0">
              <a:cs typeface="+mn-ea"/>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72656"/>
            <a:ext cx="10740640" cy="615021"/>
          </a:xfrm>
        </p:spPr>
        <p:txBody>
          <a:bodyPr>
            <a:normAutofit/>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a:t>
            </a:r>
            <a:r>
              <a:rPr lang="zh-CN" altLang="en-US" b="1" dirty="0">
                <a:solidFill>
                  <a:srgbClr val="C00000"/>
                </a:solidFill>
                <a:latin typeface="+mn-lt"/>
                <a:ea typeface="+mn-ea"/>
                <a:cs typeface="+mn-ea"/>
                <a:sym typeface="+mn-lt"/>
              </a:rPr>
              <a:t>指针</a:t>
            </a:r>
            <a:r>
              <a:rPr lang="zh-CN" altLang="en-US" b="1">
                <a:solidFill>
                  <a:srgbClr val="C00000"/>
                </a:solidFill>
                <a:latin typeface="+mn-lt"/>
                <a:ea typeface="+mn-ea"/>
                <a:cs typeface="+mn-ea"/>
                <a:sym typeface="+mn-lt"/>
              </a:rPr>
              <a:t>安全抽象</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常用方法</a:t>
            </a:r>
            <a:endParaRPr lang="zh-CN" altLang="en-US" sz="2400" b="1" dirty="0">
              <a:solidFill>
                <a:srgbClr val="C00000"/>
              </a:solidFill>
              <a:latin typeface="+mn-lt"/>
              <a:ea typeface="+mn-ea"/>
              <a:cs typeface="+mn-ea"/>
              <a:sym typeface="+mn-lt"/>
            </a:endParaRPr>
          </a:p>
        </p:txBody>
      </p:sp>
      <p:sp>
        <p:nvSpPr>
          <p:cNvPr id="5" name="文本框 4"/>
          <p:cNvSpPr txBox="1"/>
          <p:nvPr/>
        </p:nvSpPr>
        <p:spPr>
          <a:xfrm>
            <a:off x="366375" y="850958"/>
            <a:ext cx="9682694" cy="4031873"/>
          </a:xfrm>
          <a:prstGeom prst="rect">
            <a:avLst/>
          </a:prstGeom>
          <a:noFill/>
        </p:spPr>
        <p:txBody>
          <a:bodyPr vert="horz" wrap="square" rtlCol="0">
            <a:spAutoFit/>
          </a:bodyPr>
          <a:lstStyle/>
          <a:p>
            <a:pPr>
              <a:lnSpc>
                <a:spcPct val="200000"/>
              </a:lnSpc>
            </a:pPr>
            <a:r>
              <a:rPr lang="zh-CN" altLang="en-US" sz="1600" b="1">
                <a:solidFill>
                  <a:schemeClr val="accent1"/>
                </a:solidFill>
                <a:cs typeface="+mn-ea"/>
                <a:sym typeface="+mn-lt"/>
              </a:rPr>
              <a:t>重点依次介绍 </a:t>
            </a:r>
            <a:r>
              <a:rPr lang="en-US" altLang="zh-CN" sz="1600" b="1">
                <a:solidFill>
                  <a:schemeClr val="accent1"/>
                </a:solidFill>
                <a:cs typeface="+mn-ea"/>
                <a:sym typeface="+mn-lt"/>
              </a:rPr>
              <a:t>pointer </a:t>
            </a:r>
            <a:r>
              <a:rPr lang="zh-CN" altLang="en-US" sz="1600" b="1">
                <a:solidFill>
                  <a:schemeClr val="accent1"/>
                </a:solidFill>
                <a:cs typeface="+mn-ea"/>
                <a:sym typeface="+mn-lt"/>
              </a:rPr>
              <a:t>和 </a:t>
            </a:r>
            <a:r>
              <a:rPr lang="en-US" altLang="zh-CN" sz="1600" b="1">
                <a:solidFill>
                  <a:schemeClr val="accent1"/>
                </a:solidFill>
                <a:cs typeface="+mn-ea"/>
                <a:sym typeface="+mn-lt"/>
              </a:rPr>
              <a:t>std::ptr </a:t>
            </a:r>
            <a:r>
              <a:rPr lang="zh-CN" altLang="en-US" sz="1600" b="1">
                <a:solidFill>
                  <a:schemeClr val="accent1"/>
                </a:solidFill>
                <a:cs typeface="+mn-ea"/>
                <a:sym typeface="+mn-lt"/>
              </a:rPr>
              <a:t>模块中的部分 </a:t>
            </a:r>
            <a:r>
              <a:rPr lang="en-US" altLang="zh-CN" sz="1600" b="1">
                <a:solidFill>
                  <a:schemeClr val="accent1"/>
                </a:solidFill>
                <a:cs typeface="+mn-ea"/>
                <a:sym typeface="+mn-lt"/>
              </a:rPr>
              <a:t>unsafe </a:t>
            </a:r>
            <a:r>
              <a:rPr lang="zh-CN" altLang="en-US" sz="1600" b="1">
                <a:solidFill>
                  <a:schemeClr val="accent1"/>
                </a:solidFill>
                <a:cs typeface="+mn-ea"/>
                <a:sym typeface="+mn-lt"/>
              </a:rPr>
              <a:t>函数：</a:t>
            </a:r>
            <a:endParaRPr lang="en-US" altLang="zh-CN" sz="1600">
              <a:cs typeface="+mn-ea"/>
              <a:sym typeface="+mn-lt"/>
            </a:endParaRPr>
          </a:p>
          <a:p>
            <a:pPr marL="285750" indent="-285750" algn="l">
              <a:lnSpc>
                <a:spcPct val="200000"/>
              </a:lnSpc>
              <a:buFont typeface="Arial" panose="020B0604020202020204" pitchFamily="34" charset="0"/>
              <a:buChar char="•"/>
            </a:pPr>
            <a:r>
              <a:rPr lang="en-US" altLang="zh-CN" sz="1600">
                <a:cs typeface="+mn-ea"/>
                <a:sym typeface="+mn-lt"/>
              </a:rPr>
              <a:t>pointer</a:t>
            </a:r>
            <a:r>
              <a:rPr lang="en-US" altLang="zh-CN" sz="1600" dirty="0">
                <a:cs typeface="+mn-ea"/>
                <a:sym typeface="+mn-lt"/>
              </a:rPr>
              <a:t>::offset</a:t>
            </a:r>
            <a:r>
              <a:rPr lang="zh-CN" altLang="en-US" sz="1600" dirty="0">
                <a:cs typeface="+mn-ea"/>
                <a:sym typeface="+mn-lt"/>
              </a:rPr>
              <a:t>， 用于计算指针</a:t>
            </a:r>
            <a:r>
              <a:rPr lang="zh-CN" altLang="en-US" sz="1600">
                <a:cs typeface="+mn-ea"/>
                <a:sym typeface="+mn-lt"/>
              </a:rPr>
              <a:t>偏移量；</a:t>
            </a:r>
            <a:endParaRPr lang="zh-CN" altLang="en-US" sz="1600" dirty="0">
              <a:cs typeface="+mn-ea"/>
              <a:sym typeface="+mn-lt"/>
            </a:endParaRPr>
          </a:p>
          <a:p>
            <a:pPr marL="285750" indent="-285750">
              <a:lnSpc>
                <a:spcPct val="200000"/>
              </a:lnSpc>
              <a:buFont typeface="Arial" panose="020B0604020202020204" pitchFamily="34" charset="0"/>
              <a:buChar char="•"/>
            </a:pPr>
            <a:r>
              <a:rPr lang="en-US" altLang="zh-CN" sz="1600" dirty="0">
                <a:cs typeface="+mn-ea"/>
                <a:sym typeface="+mn-lt"/>
              </a:rPr>
              <a:t>pointer::add</a:t>
            </a:r>
            <a:r>
              <a:rPr lang="zh-CN" altLang="en-US" sz="1600" dirty="0">
                <a:cs typeface="+mn-ea"/>
                <a:sym typeface="+mn-lt"/>
              </a:rPr>
              <a:t>，用于计算指针</a:t>
            </a:r>
            <a:r>
              <a:rPr lang="zh-CN" altLang="en-US" sz="1600">
                <a:cs typeface="+mn-ea"/>
                <a:sym typeface="+mn-lt"/>
              </a:rPr>
              <a:t>偏移量；</a:t>
            </a:r>
            <a:endParaRPr lang="en-US" altLang="zh-CN" sz="1600" dirty="0">
              <a:cs typeface="+mn-ea"/>
              <a:sym typeface="+mn-lt"/>
            </a:endParaRPr>
          </a:p>
          <a:p>
            <a:pPr marL="285750" indent="-285750" algn="l">
              <a:lnSpc>
                <a:spcPct val="200000"/>
              </a:lnSpc>
              <a:buFont typeface="Arial" panose="020B0604020202020204" pitchFamily="34" charset="0"/>
              <a:buChar char="•"/>
            </a:pPr>
            <a:r>
              <a:rPr lang="en-US" altLang="zh-CN" sz="1600" dirty="0" err="1">
                <a:cs typeface="+mn-ea"/>
                <a:sym typeface="+mn-lt"/>
              </a:rPr>
              <a:t>ptr</a:t>
            </a:r>
            <a:r>
              <a:rPr lang="en-US" altLang="zh-CN" sz="1600" dirty="0">
                <a:cs typeface="+mn-ea"/>
                <a:sym typeface="+mn-lt"/>
              </a:rPr>
              <a:t>::copy</a:t>
            </a:r>
            <a:r>
              <a:rPr lang="zh-CN" altLang="en-US" sz="1600" dirty="0">
                <a:cs typeface="+mn-ea"/>
                <a:sym typeface="+mn-lt"/>
              </a:rPr>
              <a:t>， 用于按</a:t>
            </a:r>
            <a:r>
              <a:rPr lang="zh-CN" altLang="en-US" sz="1600">
                <a:cs typeface="+mn-ea"/>
                <a:sym typeface="+mn-lt"/>
              </a:rPr>
              <a:t>位复制；</a:t>
            </a:r>
            <a:endParaRPr lang="en-US" altLang="zh-CN" sz="1600" dirty="0">
              <a:cs typeface="+mn-ea"/>
              <a:sym typeface="+mn-lt"/>
            </a:endParaRPr>
          </a:p>
          <a:p>
            <a:pPr marL="285750" indent="-285750">
              <a:lnSpc>
                <a:spcPct val="200000"/>
              </a:lnSpc>
              <a:buFont typeface="Arial" panose="020B0604020202020204" pitchFamily="34" charset="0"/>
              <a:buChar char="•"/>
            </a:pPr>
            <a:r>
              <a:rPr lang="en-US" altLang="zh-CN" sz="1600" dirty="0" err="1">
                <a:cs typeface="+mn-ea"/>
                <a:sym typeface="+mn-lt"/>
              </a:rPr>
              <a:t>ptr</a:t>
            </a:r>
            <a:r>
              <a:rPr lang="en-US" altLang="zh-CN" sz="1600" dirty="0">
                <a:cs typeface="+mn-ea"/>
                <a:sym typeface="+mn-lt"/>
              </a:rPr>
              <a:t>::write</a:t>
            </a:r>
            <a:r>
              <a:rPr lang="zh-CN" altLang="en-US" sz="1600" dirty="0">
                <a:cs typeface="+mn-ea"/>
                <a:sym typeface="+mn-lt"/>
              </a:rPr>
              <a:t>，用于</a:t>
            </a:r>
            <a:r>
              <a:rPr lang="zh-CN" altLang="en-US" sz="1600">
                <a:cs typeface="+mn-ea"/>
                <a:sym typeface="+mn-lt"/>
              </a:rPr>
              <a:t>写内存；</a:t>
            </a:r>
            <a:endParaRPr lang="en-US" altLang="zh-CN" sz="1600" dirty="0">
              <a:cs typeface="+mn-ea"/>
              <a:sym typeface="+mn-lt"/>
            </a:endParaRPr>
          </a:p>
          <a:p>
            <a:pPr marL="285750" indent="-285750">
              <a:lnSpc>
                <a:spcPct val="200000"/>
              </a:lnSpc>
              <a:buFont typeface="Arial" panose="020B0604020202020204" pitchFamily="34" charset="0"/>
              <a:buChar char="•"/>
            </a:pPr>
            <a:r>
              <a:rPr lang="en-US" altLang="zh-CN" sz="1600" dirty="0" err="1">
                <a:cs typeface="+mn-ea"/>
                <a:sym typeface="+mn-lt"/>
              </a:rPr>
              <a:t>ptr</a:t>
            </a:r>
            <a:r>
              <a:rPr lang="en-US" altLang="zh-CN" sz="1600" dirty="0">
                <a:cs typeface="+mn-ea"/>
                <a:sym typeface="+mn-lt"/>
              </a:rPr>
              <a:t>::read</a:t>
            </a:r>
            <a:r>
              <a:rPr lang="zh-CN" altLang="en-US" sz="1600" dirty="0">
                <a:cs typeface="+mn-ea"/>
                <a:sym typeface="+mn-lt"/>
              </a:rPr>
              <a:t>，用于</a:t>
            </a:r>
            <a:r>
              <a:rPr lang="zh-CN" altLang="en-US" sz="1600">
                <a:cs typeface="+mn-ea"/>
                <a:sym typeface="+mn-lt"/>
              </a:rPr>
              <a:t>读内存；</a:t>
            </a:r>
            <a:endParaRPr lang="en-US" altLang="zh-CN" sz="1600" dirty="0">
              <a:cs typeface="+mn-ea"/>
              <a:sym typeface="+mn-lt"/>
            </a:endParaRPr>
          </a:p>
          <a:p>
            <a:pPr marL="285750" indent="-285750">
              <a:lnSpc>
                <a:spcPct val="200000"/>
              </a:lnSpc>
              <a:buFont typeface="Arial" panose="020B0604020202020204" pitchFamily="34" charset="0"/>
              <a:buChar char="•"/>
            </a:pPr>
            <a:r>
              <a:rPr lang="en-US" altLang="zh-CN" sz="1600" dirty="0" err="1">
                <a:cs typeface="+mn-ea"/>
                <a:sym typeface="+mn-lt"/>
              </a:rPr>
              <a:t>ptr</a:t>
            </a:r>
            <a:r>
              <a:rPr lang="en-US" altLang="zh-CN" sz="1600" dirty="0">
                <a:cs typeface="+mn-ea"/>
                <a:sym typeface="+mn-lt"/>
              </a:rPr>
              <a:t>::replace</a:t>
            </a:r>
            <a:r>
              <a:rPr lang="zh-CN" altLang="en-US" sz="1600" dirty="0">
                <a:cs typeface="+mn-ea"/>
                <a:sym typeface="+mn-lt"/>
              </a:rPr>
              <a:t>，用于替换</a:t>
            </a:r>
            <a:r>
              <a:rPr lang="zh-CN" altLang="en-US" sz="1600">
                <a:cs typeface="+mn-ea"/>
                <a:sym typeface="+mn-lt"/>
              </a:rPr>
              <a:t>内存数据；</a:t>
            </a:r>
            <a:endParaRPr lang="en-US" altLang="zh-CN" sz="1600" dirty="0">
              <a:cs typeface="+mn-ea"/>
              <a:sym typeface="+mn-lt"/>
            </a:endParaRPr>
          </a:p>
          <a:p>
            <a:pPr marL="285750" indent="-285750">
              <a:lnSpc>
                <a:spcPct val="200000"/>
              </a:lnSpc>
              <a:buFont typeface="Arial" panose="020B0604020202020204" pitchFamily="34" charset="0"/>
              <a:buChar char="•"/>
            </a:pPr>
            <a:r>
              <a:rPr lang="en-US" altLang="zh-CN" sz="1600" dirty="0" err="1">
                <a:cs typeface="+mn-ea"/>
                <a:sym typeface="+mn-lt"/>
              </a:rPr>
              <a:t>ptr</a:t>
            </a:r>
            <a:r>
              <a:rPr lang="en-US" altLang="zh-CN" sz="1600" dirty="0">
                <a:cs typeface="+mn-ea"/>
                <a:sym typeface="+mn-lt"/>
              </a:rPr>
              <a:t>::swap</a:t>
            </a:r>
            <a:r>
              <a:rPr lang="zh-CN" altLang="en-US" sz="1600" dirty="0">
                <a:cs typeface="+mn-ea"/>
                <a:sym typeface="+mn-lt"/>
              </a:rPr>
              <a:t>，用于替换</a:t>
            </a:r>
            <a:r>
              <a:rPr lang="zh-CN" altLang="en-US" sz="1600">
                <a:cs typeface="+mn-ea"/>
                <a:sym typeface="+mn-lt"/>
              </a:rPr>
              <a:t>内存数据；</a:t>
            </a:r>
            <a:endParaRPr lang="en-US" altLang="zh-CN" sz="1600" dirty="0">
              <a:cs typeface="+mn-ea"/>
              <a:sym typeface="+mn-lt"/>
            </a:endParaRPr>
          </a:p>
        </p:txBody>
      </p:sp>
      <p:cxnSp>
        <p:nvCxnSpPr>
          <p:cNvPr id="6" name="直接连接符 5"/>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101199"/>
            <a:ext cx="10740640" cy="615021"/>
          </a:xfrm>
        </p:spPr>
        <p:txBody>
          <a:bodyPr>
            <a:normAutofit/>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a:t>
            </a:r>
            <a:r>
              <a:rPr lang="zh-CN" altLang="en-US" b="1" dirty="0">
                <a:solidFill>
                  <a:srgbClr val="C00000"/>
                </a:solidFill>
                <a:latin typeface="+mn-lt"/>
                <a:ea typeface="+mn-ea"/>
                <a:cs typeface="+mn-ea"/>
                <a:sym typeface="+mn-lt"/>
              </a:rPr>
              <a:t>指针</a:t>
            </a:r>
            <a:r>
              <a:rPr lang="zh-CN" altLang="en-US" b="1">
                <a:solidFill>
                  <a:srgbClr val="C00000"/>
                </a:solidFill>
                <a:latin typeface="+mn-lt"/>
                <a:ea typeface="+mn-ea"/>
                <a:cs typeface="+mn-ea"/>
                <a:sym typeface="+mn-lt"/>
              </a:rPr>
              <a:t>安全抽象</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常用方法</a:t>
            </a:r>
            <a:endParaRPr lang="zh-CN" altLang="en-US" b="1" dirty="0">
              <a:solidFill>
                <a:srgbClr val="C00000"/>
              </a:solidFill>
              <a:latin typeface="+mn-lt"/>
              <a:ea typeface="+mn-ea"/>
              <a:cs typeface="+mn-ea"/>
              <a:sym typeface="+mn-lt"/>
            </a:endParaRPr>
          </a:p>
        </p:txBody>
      </p:sp>
      <p:sp>
        <p:nvSpPr>
          <p:cNvPr id="5" name="文本框 4"/>
          <p:cNvSpPr txBox="1"/>
          <p:nvPr/>
        </p:nvSpPr>
        <p:spPr>
          <a:xfrm>
            <a:off x="459205" y="2206176"/>
            <a:ext cx="5755328" cy="4016484"/>
          </a:xfrm>
          <a:prstGeom prst="rect">
            <a:avLst/>
          </a:prstGeom>
          <a:noFill/>
        </p:spPr>
        <p:txBody>
          <a:bodyPr vert="horz" wrap="square" rtlCol="0">
            <a:spAutoFit/>
          </a:bodyPr>
          <a:lstStyle/>
          <a:p>
            <a:pPr marL="285750" indent="-285750" algn="l">
              <a:lnSpc>
                <a:spcPts val="3440"/>
              </a:lnSpc>
              <a:buFont typeface="Arial" panose="020B0604020202020204" pitchFamily="34" charset="0"/>
              <a:buChar char="•"/>
            </a:pPr>
            <a:r>
              <a:rPr lang="zh-CN" altLang="en-US" sz="1400" dirty="0">
                <a:cs typeface="+mn-ea"/>
                <a:sym typeface="+mn-lt"/>
              </a:rPr>
              <a:t>用于计算指针位置偏移量，注意其参数</a:t>
            </a:r>
            <a:r>
              <a:rPr lang="zh-CN" altLang="en-US" sz="1400">
                <a:cs typeface="+mn-ea"/>
                <a:sym typeface="+mn-lt"/>
              </a:rPr>
              <a:t>为 </a:t>
            </a:r>
            <a:r>
              <a:rPr lang="en-US" altLang="zh-CN" sz="1400">
                <a:cs typeface="+mn-ea"/>
                <a:sym typeface="+mn-lt"/>
              </a:rPr>
              <a:t>isize</a:t>
            </a:r>
            <a:r>
              <a:rPr lang="zh-CN" altLang="en-US" sz="1400">
                <a:cs typeface="+mn-ea"/>
                <a:sym typeface="+mn-lt"/>
              </a:rPr>
              <a:t>；</a:t>
            </a:r>
            <a:endParaRPr lang="en-US" altLang="zh-CN" sz="1400" dirty="0">
              <a:cs typeface="+mn-ea"/>
              <a:sym typeface="+mn-lt"/>
            </a:endParaRPr>
          </a:p>
          <a:p>
            <a:pPr marL="285750" indent="-285750">
              <a:lnSpc>
                <a:spcPts val="3440"/>
              </a:lnSpc>
              <a:buFont typeface="Arial" panose="020B0604020202020204" pitchFamily="34" charset="0"/>
              <a:buChar char="•"/>
            </a:pPr>
            <a:r>
              <a:rPr lang="zh-CN" altLang="en-US" sz="1400" dirty="0">
                <a:cs typeface="+mn-ea"/>
                <a:sym typeface="+mn-lt"/>
              </a:rPr>
              <a:t>会按字节对齐的 </a:t>
            </a:r>
            <a:r>
              <a:rPr lang="en-US" altLang="zh-CN" sz="1400" dirty="0">
                <a:cs typeface="+mn-ea"/>
                <a:sym typeface="+mn-lt"/>
              </a:rPr>
              <a:t>T </a:t>
            </a:r>
            <a:r>
              <a:rPr lang="zh-CN" altLang="en-US" sz="1400" dirty="0">
                <a:cs typeface="+mn-ea"/>
                <a:sym typeface="+mn-lt"/>
              </a:rPr>
              <a:t>的大小计算偏移量： </a:t>
            </a:r>
            <a:r>
              <a:rPr lang="en-US" altLang="zh-CN" sz="1400" dirty="0">
                <a:cs typeface="+mn-ea"/>
                <a:sym typeface="+mn-lt"/>
              </a:rPr>
              <a:t>count * </a:t>
            </a:r>
            <a:r>
              <a:rPr lang="en-US" altLang="zh-CN" sz="1400" dirty="0" err="1">
                <a:cs typeface="+mn-ea"/>
                <a:sym typeface="+mn-lt"/>
              </a:rPr>
              <a:t>size_of</a:t>
            </a:r>
            <a:r>
              <a:rPr lang="en-US" altLang="zh-CN" sz="1400" dirty="0">
                <a:cs typeface="+mn-ea"/>
                <a:sym typeface="+mn-lt"/>
              </a:rPr>
              <a:t>::&lt;</a:t>
            </a:r>
            <a:r>
              <a:rPr lang="en-US" altLang="zh-CN" sz="1400">
                <a:cs typeface="+mn-ea"/>
                <a:sym typeface="+mn-lt"/>
              </a:rPr>
              <a:t>T&gt;()</a:t>
            </a:r>
            <a:r>
              <a:rPr lang="zh-CN" altLang="en-US" sz="1400">
                <a:cs typeface="+mn-ea"/>
                <a:sym typeface="+mn-lt"/>
              </a:rPr>
              <a:t>；</a:t>
            </a:r>
            <a:endParaRPr lang="en-US" altLang="zh-CN" sz="1400" dirty="0">
              <a:cs typeface="+mn-ea"/>
              <a:sym typeface="+mn-lt"/>
            </a:endParaRPr>
          </a:p>
          <a:p>
            <a:pPr marL="285750" indent="-285750">
              <a:lnSpc>
                <a:spcPts val="3440"/>
              </a:lnSpc>
              <a:buFont typeface="Arial" panose="020B0604020202020204" pitchFamily="34" charset="0"/>
              <a:buChar char="•"/>
            </a:pPr>
            <a:r>
              <a:rPr lang="zh-CN" altLang="en-US" sz="1400" dirty="0">
                <a:cs typeface="+mn-ea"/>
                <a:sym typeface="+mn-lt"/>
              </a:rPr>
              <a:t>该方法内部没有做任何边界检查，所以它被标注</a:t>
            </a:r>
            <a:r>
              <a:rPr lang="zh-CN" altLang="en-US" sz="1400">
                <a:cs typeface="+mn-ea"/>
                <a:sym typeface="+mn-lt"/>
              </a:rPr>
              <a:t>为 </a:t>
            </a:r>
            <a:r>
              <a:rPr lang="en-US" altLang="zh-CN" sz="1400">
                <a:cs typeface="+mn-ea"/>
                <a:sym typeface="+mn-lt"/>
              </a:rPr>
              <a:t>unsafe</a:t>
            </a:r>
            <a:r>
              <a:rPr lang="zh-CN" altLang="en-US" sz="1400">
                <a:cs typeface="+mn-ea"/>
                <a:sym typeface="+mn-lt"/>
              </a:rPr>
              <a:t>；</a:t>
            </a:r>
            <a:endParaRPr lang="en-US" altLang="zh-CN" sz="1400" dirty="0">
              <a:cs typeface="+mn-ea"/>
              <a:sym typeface="+mn-lt"/>
            </a:endParaRPr>
          </a:p>
          <a:p>
            <a:pPr marL="285750" indent="-285750">
              <a:lnSpc>
                <a:spcPts val="3440"/>
              </a:lnSpc>
              <a:buFont typeface="Arial" panose="020B0604020202020204" pitchFamily="34" charset="0"/>
              <a:buChar char="•"/>
            </a:pPr>
            <a:r>
              <a:rPr lang="zh-CN" altLang="en-US" sz="1400" dirty="0">
                <a:cs typeface="+mn-ea"/>
                <a:sym typeface="+mn-lt"/>
              </a:rPr>
              <a:t>使用该函数应该满足其安全条件：</a:t>
            </a:r>
            <a:endParaRPr lang="en-US" altLang="zh-CN" sz="1400" dirty="0">
              <a:cs typeface="+mn-ea"/>
              <a:sym typeface="+mn-lt"/>
            </a:endParaRPr>
          </a:p>
          <a:p>
            <a:pPr marL="742950" lvl="1" indent="-285750">
              <a:lnSpc>
                <a:spcPts val="3440"/>
              </a:lnSpc>
              <a:buFont typeface="Arial" panose="020B0604020202020204" pitchFamily="34" charset="0"/>
              <a:buChar char="•"/>
            </a:pPr>
            <a:r>
              <a:rPr lang="zh-CN" altLang="en-US" sz="1400" dirty="0">
                <a:cs typeface="+mn-ea"/>
                <a:sym typeface="+mn-lt"/>
              </a:rPr>
              <a:t>起始指针和结果指针必须在同一个分配对象的内存边界内或超出一个字节</a:t>
            </a:r>
            <a:r>
              <a:rPr lang="zh-CN" altLang="en-US" sz="1400">
                <a:cs typeface="+mn-ea"/>
                <a:sym typeface="+mn-lt"/>
              </a:rPr>
              <a:t>的末尾；</a:t>
            </a:r>
            <a:endParaRPr lang="en-US" altLang="zh-CN" sz="1400" dirty="0">
              <a:cs typeface="+mn-ea"/>
              <a:sym typeface="+mn-lt"/>
            </a:endParaRPr>
          </a:p>
          <a:p>
            <a:pPr marL="742950" lvl="1" indent="-285750">
              <a:lnSpc>
                <a:spcPts val="3440"/>
              </a:lnSpc>
              <a:buFont typeface="Arial" panose="020B0604020202020204" pitchFamily="34" charset="0"/>
              <a:buChar char="•"/>
            </a:pPr>
            <a:r>
              <a:rPr lang="zh-CN" altLang="en-US" sz="1400" dirty="0">
                <a:cs typeface="+mn-ea"/>
                <a:sym typeface="+mn-lt"/>
              </a:rPr>
              <a:t>偏移量（字节）计算结果不能超过 </a:t>
            </a:r>
            <a:r>
              <a:rPr lang="en-US" altLang="zh-CN" sz="1400" dirty="0" err="1">
                <a:cs typeface="+mn-ea"/>
                <a:sym typeface="+mn-lt"/>
              </a:rPr>
              <a:t>isize</a:t>
            </a:r>
            <a:r>
              <a:rPr lang="en-US" altLang="zh-CN" sz="1400">
                <a:cs typeface="+mn-ea"/>
                <a:sym typeface="+mn-lt"/>
              </a:rPr>
              <a:t>::MAX</a:t>
            </a:r>
            <a:r>
              <a:rPr lang="zh-CN" altLang="en-US" sz="1400">
                <a:cs typeface="+mn-ea"/>
                <a:sym typeface="+mn-lt"/>
              </a:rPr>
              <a:t>；</a:t>
            </a:r>
            <a:endParaRPr lang="en-US" altLang="zh-CN" sz="1400" dirty="0">
              <a:cs typeface="+mn-ea"/>
              <a:sym typeface="+mn-lt"/>
            </a:endParaRPr>
          </a:p>
          <a:p>
            <a:pPr marL="742950" lvl="1" indent="-285750">
              <a:lnSpc>
                <a:spcPts val="3440"/>
              </a:lnSpc>
              <a:buFont typeface="Arial" panose="020B0604020202020204" pitchFamily="34" charset="0"/>
              <a:buChar char="•"/>
            </a:pPr>
            <a:r>
              <a:rPr lang="zh-CN" altLang="en-US" sz="1400" dirty="0">
                <a:cs typeface="+mn-ea"/>
                <a:sym typeface="+mn-lt"/>
              </a:rPr>
              <a:t>不能依赖空间地址的环绕（</a:t>
            </a:r>
            <a:r>
              <a:rPr lang="en-US" altLang="zh-CN" sz="1400" dirty="0">
                <a:cs typeface="+mn-ea"/>
                <a:sym typeface="+mn-lt"/>
              </a:rPr>
              <a:t>wrapping around</a:t>
            </a:r>
            <a:r>
              <a:rPr lang="zh-CN" altLang="en-US" sz="1400" dirty="0">
                <a:cs typeface="+mn-ea"/>
                <a:sym typeface="+mn-lt"/>
              </a:rPr>
              <a:t>），否则使用 </a:t>
            </a:r>
            <a:r>
              <a:rPr lang="en-US" altLang="zh-CN" sz="1400" err="1">
                <a:cs typeface="+mn-ea"/>
                <a:sym typeface="+mn-lt"/>
              </a:rPr>
              <a:t>wrapping_offset</a:t>
            </a:r>
            <a:r>
              <a:rPr lang="en-US" altLang="zh-CN" sz="1400">
                <a:cs typeface="+mn-ea"/>
                <a:sym typeface="+mn-lt"/>
              </a:rPr>
              <a:t> </a:t>
            </a:r>
            <a:r>
              <a:rPr lang="zh-CN" altLang="en-US" sz="1400">
                <a:cs typeface="+mn-ea"/>
                <a:sym typeface="+mn-lt"/>
              </a:rPr>
              <a:t>方法；</a:t>
            </a:r>
            <a:endParaRPr lang="en-US" altLang="zh-CN" sz="1400" dirty="0">
              <a:cs typeface="+mn-ea"/>
              <a:sym typeface="+mn-lt"/>
            </a:endParaRPr>
          </a:p>
        </p:txBody>
      </p:sp>
      <p:sp>
        <p:nvSpPr>
          <p:cNvPr id="6" name="矩形 5"/>
          <p:cNvSpPr/>
          <p:nvPr/>
        </p:nvSpPr>
        <p:spPr>
          <a:xfrm>
            <a:off x="206660" y="629622"/>
            <a:ext cx="8253412" cy="1291892"/>
          </a:xfrm>
          <a:prstGeom prst="rect">
            <a:avLst/>
          </a:prstGeom>
        </p:spPr>
        <p:txBody>
          <a:bodyPr wrap="square">
            <a:spAutoFit/>
          </a:bodyPr>
          <a:lstStyle/>
          <a:p>
            <a:pPr fontAlgn="base">
              <a:lnSpc>
                <a:spcPct val="150000"/>
              </a:lnSpc>
            </a:pPr>
            <a:r>
              <a:rPr lang="en-US" altLang="zh-CN">
                <a:cs typeface="+mn-ea"/>
                <a:sym typeface="+mn-lt"/>
              </a:rPr>
              <a:t>pointer::offset, </a:t>
            </a:r>
            <a:r>
              <a:rPr lang="zh-CN" altLang="en-US">
                <a:cs typeface="+mn-ea"/>
                <a:sym typeface="+mn-lt"/>
              </a:rPr>
              <a:t>*</a:t>
            </a:r>
            <a:r>
              <a:rPr lang="en-US" altLang="zh-CN">
                <a:cs typeface="+mn-ea"/>
                <a:sym typeface="+mn-lt"/>
              </a:rPr>
              <a:t>const T </a:t>
            </a:r>
            <a:r>
              <a:rPr lang="zh-CN" altLang="en-US">
                <a:cs typeface="+mn-ea"/>
                <a:sym typeface="+mn-lt"/>
              </a:rPr>
              <a:t>和 *</a:t>
            </a:r>
            <a:r>
              <a:rPr lang="en-US" altLang="zh-CN">
                <a:cs typeface="+mn-ea"/>
                <a:sym typeface="+mn-lt"/>
              </a:rPr>
              <a:t>mut T </a:t>
            </a:r>
            <a:r>
              <a:rPr lang="zh-CN" altLang="en-US">
                <a:cs typeface="+mn-ea"/>
                <a:sym typeface="+mn-lt"/>
              </a:rPr>
              <a:t>均有实现：</a:t>
            </a:r>
            <a:endParaRPr lang="en-US" altLang="zh-CN" b="1">
              <a:cs typeface="+mn-ea"/>
              <a:sym typeface="+mn-lt"/>
            </a:endParaRPr>
          </a:p>
          <a:p>
            <a:pPr marL="285750" indent="-285750" fontAlgn="base">
              <a:lnSpc>
                <a:spcPct val="150000"/>
              </a:lnSpc>
              <a:buFont typeface="Arial" panose="020B0604020202020204" pitchFamily="34" charset="0"/>
              <a:buChar char="•"/>
            </a:pPr>
            <a:r>
              <a:rPr lang="en-US" altLang="zh-CN" b="1">
                <a:solidFill>
                  <a:srgbClr val="000000"/>
                </a:solidFill>
                <a:cs typeface="+mn-ea"/>
                <a:sym typeface="+mn-lt"/>
              </a:rPr>
              <a:t>pub </a:t>
            </a:r>
            <a:r>
              <a:rPr lang="en-US" altLang="zh-CN" b="1" dirty="0">
                <a:solidFill>
                  <a:srgbClr val="000000"/>
                </a:solidFill>
                <a:cs typeface="+mn-ea"/>
                <a:sym typeface="+mn-lt"/>
              </a:rPr>
              <a:t>const unsafe </a:t>
            </a:r>
            <a:r>
              <a:rPr lang="en-US" altLang="zh-CN" b="1" dirty="0" err="1">
                <a:solidFill>
                  <a:srgbClr val="000000"/>
                </a:solidFill>
                <a:cs typeface="+mn-ea"/>
                <a:sym typeface="+mn-lt"/>
              </a:rPr>
              <a:t>fn</a:t>
            </a:r>
            <a:r>
              <a:rPr lang="en-US" altLang="zh-CN" b="1" dirty="0">
                <a:solidFill>
                  <a:srgbClr val="000000"/>
                </a:solidFill>
                <a:cs typeface="+mn-ea"/>
                <a:sym typeface="+mn-lt"/>
              </a:rPr>
              <a:t> </a:t>
            </a:r>
            <a:r>
              <a:rPr lang="en-US" altLang="zh-CN" b="1" dirty="0">
                <a:solidFill>
                  <a:srgbClr val="000000"/>
                </a:solidFill>
                <a:cs typeface="+mn-ea"/>
                <a:sym typeface="+mn-lt"/>
                <a:hlinkClick r:id="rId3"/>
              </a:rPr>
              <a:t>offset</a:t>
            </a:r>
            <a:r>
              <a:rPr lang="en-US" altLang="zh-CN" b="1" dirty="0">
                <a:solidFill>
                  <a:srgbClr val="000000"/>
                </a:solidFill>
                <a:cs typeface="+mn-ea"/>
                <a:sym typeface="+mn-lt"/>
              </a:rPr>
              <a:t>(self, count: </a:t>
            </a:r>
            <a:r>
              <a:rPr lang="en-US" altLang="zh-CN" b="1" dirty="0" err="1">
                <a:solidFill>
                  <a:srgbClr val="000000"/>
                </a:solidFill>
                <a:cs typeface="+mn-ea"/>
                <a:sym typeface="+mn-lt"/>
                <a:hlinkClick r:id="rId4"/>
              </a:rPr>
              <a:t>isize</a:t>
            </a:r>
            <a:r>
              <a:rPr lang="en-US" altLang="zh-CN" b="1" dirty="0">
                <a:solidFill>
                  <a:srgbClr val="000000"/>
                </a:solidFill>
                <a:cs typeface="+mn-ea"/>
                <a:sym typeface="+mn-lt"/>
              </a:rPr>
              <a:t>) -&gt; </a:t>
            </a:r>
            <a:r>
              <a:rPr lang="en-US" altLang="zh-CN" b="1" dirty="0">
                <a:solidFill>
                  <a:srgbClr val="000000"/>
                </a:solidFill>
                <a:cs typeface="+mn-ea"/>
                <a:sym typeface="+mn-lt"/>
                <a:hlinkClick r:id="rId5"/>
              </a:rPr>
              <a:t>*</a:t>
            </a:r>
            <a:r>
              <a:rPr lang="en-US" altLang="zh-CN" b="1">
                <a:solidFill>
                  <a:srgbClr val="000000"/>
                </a:solidFill>
                <a:cs typeface="+mn-ea"/>
                <a:sym typeface="+mn-lt"/>
                <a:hlinkClick r:id="rId5"/>
              </a:rPr>
              <a:t>const T</a:t>
            </a:r>
            <a:endParaRPr lang="en-US" altLang="zh-CN" b="1">
              <a:solidFill>
                <a:srgbClr val="000000"/>
              </a:solidFill>
              <a:cs typeface="+mn-ea"/>
              <a:sym typeface="+mn-lt"/>
            </a:endParaRPr>
          </a:p>
          <a:p>
            <a:pPr marL="285750" indent="-285750" fontAlgn="base">
              <a:lnSpc>
                <a:spcPct val="150000"/>
              </a:lnSpc>
              <a:buFont typeface="Arial" panose="020B0604020202020204" pitchFamily="34" charset="0"/>
              <a:buChar char="•"/>
            </a:pPr>
            <a:r>
              <a:rPr lang="en-US" altLang="zh-CN" b="1">
                <a:solidFill>
                  <a:srgbClr val="000000"/>
                </a:solidFill>
                <a:cs typeface="+mn-ea"/>
                <a:sym typeface="+mn-lt"/>
              </a:rPr>
              <a:t>pub const unsafe fn </a:t>
            </a:r>
            <a:r>
              <a:rPr lang="en-US" altLang="zh-CN" b="1">
                <a:solidFill>
                  <a:srgbClr val="000000"/>
                </a:solidFill>
                <a:cs typeface="+mn-ea"/>
                <a:sym typeface="+mn-lt"/>
                <a:hlinkClick r:id="rId6"/>
              </a:rPr>
              <a:t>offset</a:t>
            </a:r>
            <a:r>
              <a:rPr lang="en-US" altLang="zh-CN" b="1">
                <a:solidFill>
                  <a:srgbClr val="000000"/>
                </a:solidFill>
                <a:cs typeface="+mn-ea"/>
                <a:sym typeface="+mn-lt"/>
              </a:rPr>
              <a:t>(self, count: </a:t>
            </a:r>
            <a:r>
              <a:rPr lang="en-US" altLang="zh-CN" b="1">
                <a:solidFill>
                  <a:srgbClr val="000000"/>
                </a:solidFill>
                <a:cs typeface="+mn-ea"/>
                <a:sym typeface="+mn-lt"/>
                <a:hlinkClick r:id="rId4"/>
              </a:rPr>
              <a:t>isize</a:t>
            </a:r>
            <a:r>
              <a:rPr lang="en-US" altLang="zh-CN" b="1">
                <a:solidFill>
                  <a:srgbClr val="000000"/>
                </a:solidFill>
                <a:cs typeface="+mn-ea"/>
                <a:sym typeface="+mn-lt"/>
              </a:rPr>
              <a:t>) -&gt; </a:t>
            </a:r>
            <a:r>
              <a:rPr lang="en-US" altLang="zh-CN" b="1">
                <a:solidFill>
                  <a:srgbClr val="000000"/>
                </a:solidFill>
                <a:cs typeface="+mn-ea"/>
                <a:sym typeface="+mn-lt"/>
                <a:hlinkClick r:id="rId5"/>
              </a:rPr>
              <a:t>*mut T</a:t>
            </a:r>
            <a:endParaRPr lang="en-US" altLang="zh-CN" b="1">
              <a:solidFill>
                <a:srgbClr val="000000"/>
              </a:solidFill>
              <a:cs typeface="+mn-ea"/>
              <a:sym typeface="+mn-lt"/>
            </a:endParaRPr>
          </a:p>
        </p:txBody>
      </p:sp>
      <p:grpSp>
        <p:nvGrpSpPr>
          <p:cNvPr id="4" name="组合 3"/>
          <p:cNvGrpSpPr/>
          <p:nvPr/>
        </p:nvGrpSpPr>
        <p:grpSpPr>
          <a:xfrm>
            <a:off x="6408610" y="4265122"/>
            <a:ext cx="4881432" cy="2031325"/>
            <a:chOff x="6817234" y="4265122"/>
            <a:chExt cx="4706072" cy="2031325"/>
          </a:xfrm>
        </p:grpSpPr>
        <p:sp>
          <p:nvSpPr>
            <p:cNvPr id="9" name="矩形 8"/>
            <p:cNvSpPr/>
            <p:nvPr/>
          </p:nvSpPr>
          <p:spPr>
            <a:xfrm>
              <a:off x="8257721" y="4265122"/>
              <a:ext cx="3265585" cy="2031325"/>
            </a:xfrm>
            <a:prstGeom prst="rect">
              <a:avLst/>
            </a:prstGeom>
            <a:solidFill>
              <a:schemeClr val="tx1"/>
            </a:solidFill>
          </p:spPr>
          <p:txBody>
            <a:bodyPr wrap="square">
              <a:spAutoFit/>
            </a:bodyPr>
            <a:lstStyle/>
            <a:p>
              <a:r>
                <a:rPr lang="en-US" altLang="zh-CN" sz="1400" dirty="0">
                  <a:solidFill>
                    <a:schemeClr val="bg2"/>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a</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D19A66"/>
                  </a:solidFill>
                  <a:cs typeface="+mn-ea"/>
                  <a:sym typeface="+mn-lt"/>
                </a:rPr>
                <a:t>2</a:t>
              </a:r>
              <a:r>
                <a:rPr lang="en-US" altLang="zh-CN" sz="1400" dirty="0">
                  <a:solidFill>
                    <a:srgbClr val="ABB2BF"/>
                  </a:solidFill>
                  <a:cs typeface="+mn-ea"/>
                  <a:sym typeface="+mn-lt"/>
                </a:rPr>
                <a:t>, </a:t>
              </a:r>
              <a:r>
                <a:rPr lang="en-US" altLang="zh-CN" sz="1400" dirty="0">
                  <a:solidFill>
                    <a:srgbClr val="D19A66"/>
                  </a:solidFill>
                  <a:cs typeface="+mn-ea"/>
                  <a:sym typeface="+mn-lt"/>
                </a:rPr>
                <a:t>3</a:t>
              </a:r>
              <a:r>
                <a:rPr lang="en-US" altLang="zh-CN" sz="1400" dirty="0">
                  <a:solidFill>
                    <a:srgbClr val="ABB2BF"/>
                  </a:solidFill>
                  <a:cs typeface="+mn-ea"/>
                  <a:sym typeface="+mn-lt"/>
                </a:rPr>
                <a:t>, </a:t>
              </a:r>
              <a:r>
                <a:rPr lang="en-US" altLang="zh-CN" sz="1400" dirty="0">
                  <a:solidFill>
                    <a:srgbClr val="D19A66"/>
                  </a:solidFill>
                  <a:cs typeface="+mn-ea"/>
                  <a:sym typeface="+mn-lt"/>
                </a:rPr>
                <a:t>4</a:t>
              </a:r>
              <a:r>
                <a:rPr lang="en-US" altLang="zh-CN" sz="1400" dirty="0">
                  <a:solidFill>
                    <a:srgbClr val="ABB2BF"/>
                  </a:solidFill>
                  <a:cs typeface="+mn-ea"/>
                  <a:sym typeface="+mn-lt"/>
                </a:rPr>
                <a:t>, </a:t>
              </a:r>
              <a:r>
                <a:rPr lang="en-US" altLang="zh-CN" sz="1400" dirty="0">
                  <a:solidFill>
                    <a:srgbClr val="D19A66"/>
                  </a:solidFill>
                  <a:cs typeface="+mn-ea"/>
                  <a:sym typeface="+mn-lt"/>
                </a:rPr>
                <a:t>5</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p</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err="1">
                  <a:solidFill>
                    <a:srgbClr val="E06C75"/>
                  </a:solidFill>
                  <a:cs typeface="+mn-ea"/>
                  <a:sym typeface="+mn-lt"/>
                </a:rPr>
                <a:t>a</a:t>
              </a:r>
              <a:r>
                <a:rPr lang="en-US" altLang="zh-CN" sz="1400" dirty="0" err="1">
                  <a:solidFill>
                    <a:srgbClr val="ABB2BF"/>
                  </a:solidFill>
                  <a:cs typeface="+mn-ea"/>
                  <a:sym typeface="+mn-lt"/>
                </a:rPr>
                <a:t>.</a:t>
              </a:r>
              <a:r>
                <a:rPr lang="en-US" altLang="zh-CN" sz="1400" dirty="0" err="1">
                  <a:solidFill>
                    <a:srgbClr val="61AFEF"/>
                  </a:solidFill>
                  <a:cs typeface="+mn-ea"/>
                  <a:sym typeface="+mn-lt"/>
                </a:rPr>
                <a:t>as_ptr</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q</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C678DD"/>
                  </a:solidFill>
                  <a:cs typeface="+mn-ea"/>
                  <a:sym typeface="+mn-lt"/>
                </a:rPr>
                <a:t>unsafe</a:t>
              </a:r>
              <a:r>
                <a:rPr lang="en-US" altLang="zh-CN" sz="1400" dirty="0">
                  <a:solidFill>
                    <a:srgbClr val="ABB2BF"/>
                  </a:solidFill>
                  <a:cs typeface="+mn-ea"/>
                  <a:sym typeface="+mn-lt"/>
                </a:rPr>
                <a:t> {</a:t>
              </a:r>
            </a:p>
            <a:p>
              <a:r>
                <a:rPr lang="en-US" altLang="zh-CN" sz="1400" i="1" dirty="0">
                  <a:solidFill>
                    <a:srgbClr val="7F848E"/>
                  </a:solidFill>
                  <a:cs typeface="+mn-ea"/>
                  <a:sym typeface="+mn-lt"/>
                </a:rPr>
                <a:t>        // UB</a:t>
              </a:r>
              <a:r>
                <a:rPr lang="zh-CN" altLang="en-US" sz="1400" i="1" dirty="0">
                  <a:solidFill>
                    <a:srgbClr val="7F848E"/>
                  </a:solidFill>
                  <a:cs typeface="+mn-ea"/>
                  <a:sym typeface="+mn-lt"/>
                </a:rPr>
                <a:t>： 超出了数组的长度</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err="1">
                  <a:solidFill>
                    <a:srgbClr val="E06C75"/>
                  </a:solidFill>
                  <a:cs typeface="+mn-ea"/>
                  <a:sym typeface="+mn-lt"/>
                </a:rPr>
                <a:t>p</a:t>
              </a:r>
              <a:r>
                <a:rPr lang="en-US" altLang="zh-CN" sz="1400" dirty="0" err="1">
                  <a:solidFill>
                    <a:srgbClr val="ABB2BF"/>
                  </a:solidFill>
                  <a:cs typeface="+mn-ea"/>
                  <a:sym typeface="+mn-lt"/>
                </a:rPr>
                <a:t>.</a:t>
              </a:r>
              <a:r>
                <a:rPr lang="en-US" altLang="zh-CN" sz="1400" dirty="0" err="1">
                  <a:solidFill>
                    <a:srgbClr val="61AFEF"/>
                  </a:solidFill>
                  <a:cs typeface="+mn-ea"/>
                  <a:sym typeface="+mn-lt"/>
                </a:rPr>
                <a:t>offset</a:t>
              </a:r>
              <a:r>
                <a:rPr lang="en-US" altLang="zh-CN" sz="1400" dirty="0">
                  <a:solidFill>
                    <a:srgbClr val="ABB2BF"/>
                  </a:solidFill>
                  <a:cs typeface="+mn-ea"/>
                  <a:sym typeface="+mn-lt"/>
                </a:rPr>
                <a:t>(</a:t>
              </a:r>
              <a:r>
                <a:rPr lang="en-US" altLang="zh-CN" sz="1400" dirty="0">
                  <a:solidFill>
                    <a:srgbClr val="D19A66"/>
                  </a:solidFill>
                  <a:cs typeface="+mn-ea"/>
                  <a:sym typeface="+mn-lt"/>
                </a:rPr>
                <a:t>6</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sp>
          <p:nvSpPr>
            <p:cNvPr id="11" name="矩形 10"/>
            <p:cNvSpPr/>
            <p:nvPr/>
          </p:nvSpPr>
          <p:spPr>
            <a:xfrm>
              <a:off x="6817234" y="5542791"/>
              <a:ext cx="474753" cy="369332"/>
            </a:xfrm>
            <a:prstGeom prst="rect">
              <a:avLst/>
            </a:prstGeom>
          </p:spPr>
          <p:txBody>
            <a:bodyPr wrap="none">
              <a:spAutoFit/>
            </a:bodyPr>
            <a:lstStyle/>
            <a:p>
              <a:r>
                <a:rPr lang="en-US" altLang="zh-CN" dirty="0">
                  <a:solidFill>
                    <a:srgbClr val="FF0000"/>
                  </a:solidFill>
                  <a:cs typeface="+mn-ea"/>
                  <a:sym typeface="+mn-lt"/>
                </a:rPr>
                <a:t>UB</a:t>
              </a:r>
              <a:endParaRPr lang="zh-CN" altLang="en-US" dirty="0">
                <a:solidFill>
                  <a:srgbClr val="FF0000"/>
                </a:solidFill>
                <a:cs typeface="+mn-ea"/>
                <a:sym typeface="+mn-lt"/>
              </a:endParaRPr>
            </a:p>
          </p:txBody>
        </p:sp>
        <p:cxnSp>
          <p:nvCxnSpPr>
            <p:cNvPr id="13" name="直接箭头连接符 12"/>
            <p:cNvCxnSpPr>
              <a:stCxn id="11" idx="3"/>
            </p:cNvCxnSpPr>
            <p:nvPr/>
          </p:nvCxnSpPr>
          <p:spPr>
            <a:xfrm>
              <a:off x="7291987" y="5727457"/>
              <a:ext cx="1755309" cy="0"/>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grpSp>
      <p:cxnSp>
        <p:nvCxnSpPr>
          <p:cNvPr id="12" name="直接连接符 11"/>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6408609" y="2206176"/>
            <a:ext cx="4881432" cy="2031325"/>
          </a:xfrm>
          <a:prstGeom prst="rect">
            <a:avLst/>
          </a:prstGeom>
          <a:solidFill>
            <a:schemeClr val="tx1"/>
          </a:solidFill>
        </p:spPr>
        <p:txBody>
          <a:bodyPr wrap="square">
            <a:spAutoFit/>
          </a:bodyPr>
          <a:lstStyle/>
          <a:p>
            <a:r>
              <a:rPr lang="en-US" altLang="zh-CN" sz="1400">
                <a:solidFill>
                  <a:schemeClr val="bg2"/>
                </a:solidFill>
                <a:cs typeface="+mn-ea"/>
                <a:sym typeface="+mn-lt"/>
              </a:rPr>
              <a:t>// </a:t>
            </a:r>
            <a:r>
              <a:rPr lang="zh-CN" altLang="en-US" sz="1400" b="1">
                <a:solidFill>
                  <a:srgbClr val="00B050"/>
                </a:solidFill>
                <a:cs typeface="+mn-ea"/>
                <a:sym typeface="+mn-lt"/>
              </a:rPr>
              <a:t>代码示例</a:t>
            </a:r>
            <a:endParaRPr lang="en-US" altLang="zh-CN" sz="1400" b="1">
              <a:solidFill>
                <a:srgbClr val="00B050"/>
              </a:solidFill>
              <a:cs typeface="+mn-ea"/>
              <a:sym typeface="+mn-lt"/>
            </a:endParaRPr>
          </a:p>
          <a:p>
            <a:r>
              <a:rPr lang="en-US" altLang="zh-CN" sz="1400">
                <a:solidFill>
                  <a:srgbClr val="C678DD"/>
                </a:solidFill>
                <a:cs typeface="+mn-ea"/>
                <a:sym typeface="+mn-lt"/>
              </a:rPr>
              <a:t>fn</a:t>
            </a:r>
            <a:r>
              <a:rPr lang="en-US" altLang="zh-CN" sz="1400">
                <a:solidFill>
                  <a:srgbClr val="ABB2BF"/>
                </a:solidFill>
                <a:cs typeface="+mn-ea"/>
                <a:sym typeface="+mn-lt"/>
              </a:rPr>
              <a:t> </a:t>
            </a:r>
            <a:r>
              <a:rPr lang="en-US" altLang="zh-CN" sz="1400">
                <a:solidFill>
                  <a:srgbClr val="61AFEF"/>
                </a:solidFill>
                <a:cs typeface="+mn-ea"/>
                <a:sym typeface="+mn-lt"/>
              </a:rPr>
              <a:t>main</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s</a:t>
            </a:r>
            <a:r>
              <a:rPr lang="en-US" altLang="zh-CN" sz="1400">
                <a:solidFill>
                  <a:srgbClr val="ABB2BF"/>
                </a:solidFill>
                <a:cs typeface="+mn-ea"/>
                <a:sym typeface="+mn-lt"/>
              </a:rPr>
              <a:t>: &amp;</a:t>
            </a:r>
            <a:r>
              <a:rPr lang="en-US" altLang="zh-CN" sz="1400">
                <a:solidFill>
                  <a:srgbClr val="E5C07B"/>
                </a:solidFill>
                <a:cs typeface="+mn-ea"/>
                <a:sym typeface="+mn-lt"/>
              </a:rPr>
              <a:t>str</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98C379"/>
                </a:solidFill>
                <a:cs typeface="+mn-ea"/>
                <a:sym typeface="+mn-lt"/>
              </a:rPr>
              <a:t>"123"</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ptr</a:t>
            </a:r>
            <a:r>
              <a:rPr lang="en-US" altLang="zh-CN" sz="1400">
                <a:solidFill>
                  <a:srgbClr val="ABB2BF"/>
                </a:solidFill>
                <a:cs typeface="+mn-ea"/>
                <a:sym typeface="+mn-lt"/>
              </a:rPr>
              <a:t>: *</a:t>
            </a:r>
            <a:r>
              <a:rPr lang="en-US" altLang="zh-CN" sz="1400">
                <a:solidFill>
                  <a:srgbClr val="C678DD"/>
                </a:solidFill>
                <a:cs typeface="+mn-ea"/>
                <a:sym typeface="+mn-lt"/>
              </a:rPr>
              <a:t>const</a:t>
            </a:r>
            <a:r>
              <a:rPr lang="en-US" altLang="zh-CN" sz="1400">
                <a:solidFill>
                  <a:srgbClr val="ABB2BF"/>
                </a:solidFill>
                <a:cs typeface="+mn-ea"/>
                <a:sym typeface="+mn-lt"/>
              </a:rPr>
              <a:t> </a:t>
            </a:r>
            <a:r>
              <a:rPr lang="en-US" altLang="zh-CN" sz="1400">
                <a:solidFill>
                  <a:srgbClr val="E5C07B"/>
                </a:solidFill>
                <a:cs typeface="+mn-ea"/>
                <a:sym typeface="+mn-lt"/>
              </a:rPr>
              <a:t>u8</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06C75"/>
                </a:solidFill>
                <a:cs typeface="+mn-ea"/>
                <a:sym typeface="+mn-lt"/>
              </a:rPr>
              <a:t>s</a:t>
            </a:r>
            <a:r>
              <a:rPr lang="en-US" altLang="zh-CN" sz="1400">
                <a:solidFill>
                  <a:srgbClr val="ABB2BF"/>
                </a:solidFill>
                <a:cs typeface="+mn-ea"/>
                <a:sym typeface="+mn-lt"/>
              </a:rPr>
              <a:t>.</a:t>
            </a:r>
            <a:r>
              <a:rPr lang="en-US" altLang="zh-CN" sz="1400">
                <a:solidFill>
                  <a:srgbClr val="61AFEF"/>
                </a:solidFill>
                <a:cs typeface="+mn-ea"/>
                <a:sym typeface="+mn-lt"/>
              </a:rPr>
              <a:t>as_ptr</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unsafe</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61AFEF"/>
                </a:solidFill>
                <a:cs typeface="+mn-ea"/>
                <a:sym typeface="+mn-lt"/>
              </a:rPr>
              <a:t>println!</a:t>
            </a:r>
            <a:r>
              <a:rPr lang="en-US" altLang="zh-CN" sz="1400">
                <a:solidFill>
                  <a:srgbClr val="ABB2BF"/>
                </a:solidFill>
                <a:cs typeface="+mn-ea"/>
                <a:sym typeface="+mn-lt"/>
              </a:rPr>
              <a:t>(</a:t>
            </a:r>
            <a:r>
              <a:rPr lang="en-US" altLang="zh-CN" sz="1400">
                <a:solidFill>
                  <a:srgbClr val="98C379"/>
                </a:solidFill>
                <a:cs typeface="+mn-ea"/>
                <a:sym typeface="+mn-lt"/>
              </a:rPr>
              <a:t>"{}"</a:t>
            </a:r>
            <a:r>
              <a:rPr lang="en-US" altLang="zh-CN" sz="1400">
                <a:solidFill>
                  <a:srgbClr val="ABB2BF"/>
                </a:solidFill>
                <a:cs typeface="+mn-ea"/>
                <a:sym typeface="+mn-lt"/>
              </a:rPr>
              <a:t>, *</a:t>
            </a:r>
            <a:r>
              <a:rPr lang="en-US" altLang="zh-CN" sz="1400">
                <a:solidFill>
                  <a:srgbClr val="E06C75"/>
                </a:solidFill>
                <a:cs typeface="+mn-ea"/>
                <a:sym typeface="+mn-lt"/>
              </a:rPr>
              <a:t>ptr</a:t>
            </a:r>
            <a:r>
              <a:rPr lang="en-US" altLang="zh-CN" sz="1400">
                <a:solidFill>
                  <a:srgbClr val="ABB2BF"/>
                </a:solidFill>
                <a:cs typeface="+mn-ea"/>
                <a:sym typeface="+mn-lt"/>
              </a:rPr>
              <a:t>.</a:t>
            </a:r>
            <a:r>
              <a:rPr lang="en-US" altLang="zh-CN" sz="1400">
                <a:solidFill>
                  <a:srgbClr val="61AFEF"/>
                </a:solidFill>
                <a:cs typeface="+mn-ea"/>
                <a:sym typeface="+mn-lt"/>
              </a:rPr>
              <a:t>offset</a:t>
            </a:r>
            <a:r>
              <a:rPr lang="en-US" altLang="zh-CN" sz="1400">
                <a:solidFill>
                  <a:srgbClr val="ABB2BF"/>
                </a:solidFill>
                <a:cs typeface="+mn-ea"/>
                <a:sym typeface="+mn-lt"/>
              </a:rPr>
              <a:t>(</a:t>
            </a:r>
            <a:r>
              <a:rPr lang="en-US" altLang="zh-CN" sz="1400">
                <a:solidFill>
                  <a:srgbClr val="D19A66"/>
                </a:solidFill>
                <a:cs typeface="+mn-ea"/>
                <a:sym typeface="+mn-lt"/>
              </a:rPr>
              <a:t>1</a:t>
            </a:r>
            <a:r>
              <a:rPr lang="en-US" altLang="zh-CN" sz="1400">
                <a:solidFill>
                  <a:srgbClr val="ABB2BF"/>
                </a:solidFill>
                <a:cs typeface="+mn-ea"/>
                <a:sym typeface="+mn-lt"/>
              </a:rPr>
              <a:t>) </a:t>
            </a:r>
            <a:r>
              <a:rPr lang="en-US" altLang="zh-CN" sz="1400">
                <a:solidFill>
                  <a:srgbClr val="C678DD"/>
                </a:solidFill>
                <a:cs typeface="+mn-ea"/>
                <a:sym typeface="+mn-lt"/>
              </a:rPr>
              <a:t>as</a:t>
            </a:r>
            <a:r>
              <a:rPr lang="en-US" altLang="zh-CN" sz="1400">
                <a:solidFill>
                  <a:srgbClr val="ABB2BF"/>
                </a:solidFill>
                <a:cs typeface="+mn-ea"/>
                <a:sym typeface="+mn-lt"/>
              </a:rPr>
              <a:t> </a:t>
            </a:r>
            <a:r>
              <a:rPr lang="en-US" altLang="zh-CN" sz="1400">
                <a:solidFill>
                  <a:srgbClr val="E5C07B"/>
                </a:solidFill>
                <a:cs typeface="+mn-ea"/>
                <a:sym typeface="+mn-lt"/>
              </a:rPr>
              <a:t>char</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61AFEF"/>
                </a:solidFill>
                <a:cs typeface="+mn-ea"/>
                <a:sym typeface="+mn-lt"/>
              </a:rPr>
              <a:t>println!</a:t>
            </a:r>
            <a:r>
              <a:rPr lang="en-US" altLang="zh-CN" sz="1400">
                <a:solidFill>
                  <a:srgbClr val="ABB2BF"/>
                </a:solidFill>
                <a:cs typeface="+mn-ea"/>
                <a:sym typeface="+mn-lt"/>
              </a:rPr>
              <a:t>(</a:t>
            </a:r>
            <a:r>
              <a:rPr lang="en-US" altLang="zh-CN" sz="1400">
                <a:solidFill>
                  <a:srgbClr val="98C379"/>
                </a:solidFill>
                <a:cs typeface="+mn-ea"/>
                <a:sym typeface="+mn-lt"/>
              </a:rPr>
              <a:t>"{}"</a:t>
            </a:r>
            <a:r>
              <a:rPr lang="en-US" altLang="zh-CN" sz="1400">
                <a:solidFill>
                  <a:srgbClr val="ABB2BF"/>
                </a:solidFill>
                <a:cs typeface="+mn-ea"/>
                <a:sym typeface="+mn-lt"/>
              </a:rPr>
              <a:t>, *</a:t>
            </a:r>
            <a:r>
              <a:rPr lang="en-US" altLang="zh-CN" sz="1400">
                <a:solidFill>
                  <a:srgbClr val="E06C75"/>
                </a:solidFill>
                <a:cs typeface="+mn-ea"/>
                <a:sym typeface="+mn-lt"/>
              </a:rPr>
              <a:t>ptr</a:t>
            </a:r>
            <a:r>
              <a:rPr lang="en-US" altLang="zh-CN" sz="1400">
                <a:solidFill>
                  <a:srgbClr val="ABB2BF"/>
                </a:solidFill>
                <a:cs typeface="+mn-ea"/>
                <a:sym typeface="+mn-lt"/>
              </a:rPr>
              <a:t>.</a:t>
            </a:r>
            <a:r>
              <a:rPr lang="en-US" altLang="zh-CN" sz="1400">
                <a:solidFill>
                  <a:srgbClr val="61AFEF"/>
                </a:solidFill>
                <a:cs typeface="+mn-ea"/>
                <a:sym typeface="+mn-lt"/>
              </a:rPr>
              <a:t>offset</a:t>
            </a:r>
            <a:r>
              <a:rPr lang="en-US" altLang="zh-CN" sz="1400">
                <a:solidFill>
                  <a:srgbClr val="ABB2BF"/>
                </a:solidFill>
                <a:cs typeface="+mn-ea"/>
                <a:sym typeface="+mn-lt"/>
              </a:rPr>
              <a:t>(</a:t>
            </a:r>
            <a:r>
              <a:rPr lang="en-US" altLang="zh-CN" sz="1400">
                <a:solidFill>
                  <a:srgbClr val="D19A66"/>
                </a:solidFill>
                <a:cs typeface="+mn-ea"/>
                <a:sym typeface="+mn-lt"/>
              </a:rPr>
              <a:t>2</a:t>
            </a:r>
            <a:r>
              <a:rPr lang="en-US" altLang="zh-CN" sz="1400">
                <a:solidFill>
                  <a:srgbClr val="ABB2BF"/>
                </a:solidFill>
                <a:cs typeface="+mn-ea"/>
                <a:sym typeface="+mn-lt"/>
              </a:rPr>
              <a:t>) </a:t>
            </a:r>
            <a:r>
              <a:rPr lang="en-US" altLang="zh-CN" sz="1400">
                <a:solidFill>
                  <a:srgbClr val="C678DD"/>
                </a:solidFill>
                <a:cs typeface="+mn-ea"/>
                <a:sym typeface="+mn-lt"/>
              </a:rPr>
              <a:t>as</a:t>
            </a:r>
            <a:r>
              <a:rPr lang="en-US" altLang="zh-CN" sz="1400">
                <a:solidFill>
                  <a:srgbClr val="ABB2BF"/>
                </a:solidFill>
                <a:cs typeface="+mn-ea"/>
                <a:sym typeface="+mn-lt"/>
              </a:rPr>
              <a:t> </a:t>
            </a:r>
            <a:r>
              <a:rPr lang="en-US" altLang="zh-CN" sz="1400">
                <a:solidFill>
                  <a:srgbClr val="E5C07B"/>
                </a:solidFill>
                <a:cs typeface="+mn-ea"/>
                <a:sym typeface="+mn-lt"/>
              </a:rPr>
              <a:t>char</a:t>
            </a:r>
            <a:r>
              <a:rPr lang="en-US" altLang="zh-CN" sz="1400">
                <a:solidFill>
                  <a:srgbClr val="ABB2BF"/>
                </a:solidFill>
                <a:cs typeface="+mn-ea"/>
                <a:sym typeface="+mn-lt"/>
              </a:rPr>
              <a:t>);</a:t>
            </a:r>
          </a:p>
          <a:p>
            <a:r>
              <a:rPr lang="en-US" altLang="zh-CN" sz="1400">
                <a:solidFill>
                  <a:srgbClr val="ABB2BF"/>
                </a:solidFill>
                <a:cs typeface="+mn-ea"/>
                <a:sym typeface="+mn-lt"/>
              </a:rPr>
              <a:t>    }</a:t>
            </a:r>
          </a:p>
          <a:p>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109071"/>
            <a:ext cx="10740640" cy="615021"/>
          </a:xfrm>
        </p:spPr>
        <p:txBody>
          <a:bodyPr>
            <a:normAutofit/>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a:t>
            </a:r>
            <a:r>
              <a:rPr lang="zh-CN" altLang="en-US" b="1" dirty="0">
                <a:solidFill>
                  <a:srgbClr val="C00000"/>
                </a:solidFill>
                <a:latin typeface="+mn-lt"/>
                <a:ea typeface="+mn-ea"/>
                <a:cs typeface="+mn-ea"/>
                <a:sym typeface="+mn-lt"/>
              </a:rPr>
              <a:t>指针</a:t>
            </a:r>
            <a:r>
              <a:rPr lang="zh-CN" altLang="en-US" b="1">
                <a:solidFill>
                  <a:srgbClr val="C00000"/>
                </a:solidFill>
                <a:latin typeface="+mn-lt"/>
                <a:ea typeface="+mn-ea"/>
                <a:cs typeface="+mn-ea"/>
                <a:sym typeface="+mn-lt"/>
              </a:rPr>
              <a:t>安全抽象</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常用方法</a:t>
            </a:r>
            <a:endParaRPr lang="zh-CN" altLang="en-US" sz="2400" b="1" dirty="0">
              <a:solidFill>
                <a:srgbClr val="C00000"/>
              </a:solidFill>
              <a:latin typeface="+mn-lt"/>
              <a:ea typeface="+mn-ea"/>
              <a:cs typeface="+mn-ea"/>
              <a:sym typeface="+mn-lt"/>
            </a:endParaRPr>
          </a:p>
        </p:txBody>
      </p:sp>
      <p:sp>
        <p:nvSpPr>
          <p:cNvPr id="5" name="文本框 4"/>
          <p:cNvSpPr txBox="1"/>
          <p:nvPr/>
        </p:nvSpPr>
        <p:spPr>
          <a:xfrm>
            <a:off x="747835" y="2893478"/>
            <a:ext cx="6622730" cy="1836400"/>
          </a:xfrm>
          <a:prstGeom prst="rect">
            <a:avLst/>
          </a:prstGeom>
          <a:noFill/>
        </p:spPr>
        <p:txBody>
          <a:bodyPr vert="horz" wrap="square" rtlCol="0">
            <a:spAutoFit/>
          </a:bodyPr>
          <a:lstStyle/>
          <a:p>
            <a:pPr marL="285750" indent="-285750" algn="l">
              <a:lnSpc>
                <a:spcPts val="3440"/>
              </a:lnSpc>
              <a:buFont typeface="Arial" panose="020B0604020202020204" pitchFamily="34" charset="0"/>
              <a:buChar char="•"/>
            </a:pPr>
            <a:r>
              <a:rPr lang="zh-CN" altLang="en-US" sz="1400" dirty="0">
                <a:cs typeface="+mn-ea"/>
                <a:sym typeface="+mn-lt"/>
              </a:rPr>
              <a:t>用于计算指针位置偏移量，注意其参数为 </a:t>
            </a:r>
            <a:r>
              <a:rPr lang="en-US" altLang="zh-CN" sz="1400" dirty="0" err="1">
                <a:cs typeface="+mn-ea"/>
                <a:sym typeface="+mn-lt"/>
              </a:rPr>
              <a:t>usize</a:t>
            </a:r>
            <a:r>
              <a:rPr lang="zh-CN" altLang="en-US" sz="1400" dirty="0">
                <a:cs typeface="+mn-ea"/>
                <a:sym typeface="+mn-lt"/>
              </a:rPr>
              <a:t>，代表它只能向前</a:t>
            </a:r>
            <a:r>
              <a:rPr lang="zh-CN" altLang="en-US" sz="1400">
                <a:cs typeface="+mn-ea"/>
                <a:sym typeface="+mn-lt"/>
              </a:rPr>
              <a:t>计算偏移；</a:t>
            </a:r>
            <a:endParaRPr lang="en-US" altLang="zh-CN" sz="1400" dirty="0">
              <a:cs typeface="+mn-ea"/>
              <a:sym typeface="+mn-lt"/>
            </a:endParaRPr>
          </a:p>
          <a:p>
            <a:pPr marL="285750" indent="-285750">
              <a:lnSpc>
                <a:spcPts val="3440"/>
              </a:lnSpc>
              <a:buFont typeface="Arial" panose="020B0604020202020204" pitchFamily="34" charset="0"/>
              <a:buChar char="•"/>
            </a:pPr>
            <a:r>
              <a:rPr lang="zh-CN" altLang="en-US" sz="1400" dirty="0">
                <a:cs typeface="+mn-ea"/>
                <a:sym typeface="+mn-lt"/>
              </a:rPr>
              <a:t>会按字节对齐的 </a:t>
            </a:r>
            <a:r>
              <a:rPr lang="en-US" altLang="zh-CN" sz="1400" dirty="0">
                <a:cs typeface="+mn-ea"/>
                <a:sym typeface="+mn-lt"/>
              </a:rPr>
              <a:t>T </a:t>
            </a:r>
            <a:r>
              <a:rPr lang="zh-CN" altLang="en-US" sz="1400" dirty="0">
                <a:cs typeface="+mn-ea"/>
                <a:sym typeface="+mn-lt"/>
              </a:rPr>
              <a:t>的大小计算偏移量： </a:t>
            </a:r>
            <a:r>
              <a:rPr lang="en-US" altLang="zh-CN" sz="1400" dirty="0">
                <a:cs typeface="+mn-ea"/>
                <a:sym typeface="+mn-lt"/>
              </a:rPr>
              <a:t>count</a:t>
            </a:r>
            <a:r>
              <a:rPr lang="en-US" altLang="zh-CN" dirty="0">
                <a:cs typeface="+mn-ea"/>
                <a:sym typeface="+mn-lt"/>
              </a:rPr>
              <a:t> * </a:t>
            </a:r>
            <a:r>
              <a:rPr lang="en-US" altLang="zh-CN" dirty="0" err="1">
                <a:cs typeface="+mn-ea"/>
                <a:sym typeface="+mn-lt"/>
              </a:rPr>
              <a:t>size_of</a:t>
            </a:r>
            <a:r>
              <a:rPr lang="en-US" altLang="zh-CN" dirty="0">
                <a:cs typeface="+mn-ea"/>
                <a:sym typeface="+mn-lt"/>
              </a:rPr>
              <a:t>::&lt;</a:t>
            </a:r>
            <a:r>
              <a:rPr lang="en-US" altLang="zh-CN">
                <a:cs typeface="+mn-ea"/>
                <a:sym typeface="+mn-lt"/>
              </a:rPr>
              <a:t>T&gt;()</a:t>
            </a:r>
            <a:r>
              <a:rPr lang="zh-CN" altLang="en-US">
                <a:cs typeface="+mn-ea"/>
                <a:sym typeface="+mn-lt"/>
              </a:rPr>
              <a:t>；</a:t>
            </a:r>
            <a:endParaRPr lang="en-US" altLang="zh-CN" dirty="0">
              <a:cs typeface="+mn-ea"/>
              <a:sym typeface="+mn-lt"/>
            </a:endParaRPr>
          </a:p>
          <a:p>
            <a:pPr marL="285750" indent="-285750">
              <a:lnSpc>
                <a:spcPts val="3440"/>
              </a:lnSpc>
              <a:buFont typeface="Arial" panose="020B0604020202020204" pitchFamily="34" charset="0"/>
              <a:buChar char="•"/>
            </a:pPr>
            <a:r>
              <a:rPr lang="zh-CN" altLang="en-US" sz="1400" dirty="0">
                <a:cs typeface="+mn-ea"/>
                <a:sym typeface="+mn-lt"/>
              </a:rPr>
              <a:t>该方法内部没有做任何边界检查，所以它被标注</a:t>
            </a:r>
            <a:r>
              <a:rPr lang="zh-CN" altLang="en-US" sz="1400">
                <a:cs typeface="+mn-ea"/>
                <a:sym typeface="+mn-lt"/>
              </a:rPr>
              <a:t>为 </a:t>
            </a:r>
            <a:r>
              <a:rPr lang="en-US" altLang="zh-CN" sz="1400">
                <a:cs typeface="+mn-ea"/>
                <a:sym typeface="+mn-lt"/>
              </a:rPr>
              <a:t>unsafe</a:t>
            </a:r>
            <a:r>
              <a:rPr lang="zh-CN" altLang="en-US" sz="1400">
                <a:cs typeface="+mn-ea"/>
                <a:sym typeface="+mn-lt"/>
              </a:rPr>
              <a:t>；</a:t>
            </a:r>
            <a:endParaRPr lang="en-US" altLang="zh-CN" sz="1400" dirty="0">
              <a:cs typeface="+mn-ea"/>
              <a:sym typeface="+mn-lt"/>
            </a:endParaRPr>
          </a:p>
          <a:p>
            <a:pPr marL="285750" indent="-285750">
              <a:lnSpc>
                <a:spcPts val="3440"/>
              </a:lnSpc>
              <a:buFont typeface="Arial" panose="020B0604020202020204" pitchFamily="34" charset="0"/>
              <a:buChar char="•"/>
            </a:pPr>
            <a:r>
              <a:rPr lang="zh-CN" altLang="en-US" sz="1400" dirty="0">
                <a:cs typeface="+mn-ea"/>
                <a:sym typeface="+mn-lt"/>
              </a:rPr>
              <a:t>使用该函数应该满足其安全条件，参考 </a:t>
            </a:r>
            <a:r>
              <a:rPr lang="en-US" altLang="zh-CN" sz="1400" dirty="0">
                <a:cs typeface="+mn-ea"/>
                <a:sym typeface="+mn-lt"/>
              </a:rPr>
              <a:t>pointer::offset </a:t>
            </a:r>
            <a:r>
              <a:rPr lang="zh-CN" altLang="en-US" sz="1400">
                <a:cs typeface="+mn-ea"/>
                <a:sym typeface="+mn-lt"/>
              </a:rPr>
              <a:t>安全条件；</a:t>
            </a:r>
            <a:endParaRPr lang="en-US" altLang="zh-CN" sz="1400" dirty="0">
              <a:cs typeface="+mn-ea"/>
              <a:sym typeface="+mn-lt"/>
            </a:endParaRPr>
          </a:p>
        </p:txBody>
      </p:sp>
      <p:sp>
        <p:nvSpPr>
          <p:cNvPr id="3" name="矩形 2"/>
          <p:cNvSpPr/>
          <p:nvPr/>
        </p:nvSpPr>
        <p:spPr>
          <a:xfrm>
            <a:off x="367798" y="765058"/>
            <a:ext cx="8490063" cy="1207638"/>
          </a:xfrm>
          <a:prstGeom prst="rect">
            <a:avLst/>
          </a:prstGeom>
        </p:spPr>
        <p:txBody>
          <a:bodyPr wrap="square">
            <a:spAutoFit/>
          </a:bodyPr>
          <a:lstStyle/>
          <a:p>
            <a:pPr fontAlgn="base">
              <a:lnSpc>
                <a:spcPct val="150000"/>
              </a:lnSpc>
            </a:pPr>
            <a:r>
              <a:rPr lang="en-US" altLang="zh-CN">
                <a:cs typeface="+mn-ea"/>
                <a:sym typeface="+mn-lt"/>
              </a:rPr>
              <a:t>pointer::add</a:t>
            </a:r>
            <a:r>
              <a:rPr lang="zh-CN" altLang="en-US">
                <a:cs typeface="+mn-ea"/>
                <a:sym typeface="+mn-lt"/>
              </a:rPr>
              <a:t> *</a:t>
            </a:r>
            <a:r>
              <a:rPr lang="en-US" altLang="zh-CN">
                <a:cs typeface="+mn-ea"/>
                <a:sym typeface="+mn-lt"/>
              </a:rPr>
              <a:t>const T </a:t>
            </a:r>
            <a:r>
              <a:rPr lang="zh-CN" altLang="en-US">
                <a:cs typeface="+mn-ea"/>
                <a:sym typeface="+mn-lt"/>
              </a:rPr>
              <a:t>和 *</a:t>
            </a:r>
            <a:r>
              <a:rPr lang="en-US" altLang="zh-CN">
                <a:cs typeface="+mn-ea"/>
                <a:sym typeface="+mn-lt"/>
              </a:rPr>
              <a:t>mut T </a:t>
            </a:r>
            <a:r>
              <a:rPr lang="zh-CN" altLang="en-US">
                <a:cs typeface="+mn-ea"/>
                <a:sym typeface="+mn-lt"/>
              </a:rPr>
              <a:t>均有实现：</a:t>
            </a:r>
          </a:p>
          <a:p>
            <a:pPr marL="285750" indent="-285750" fontAlgn="base">
              <a:lnSpc>
                <a:spcPct val="150000"/>
              </a:lnSpc>
              <a:buFont typeface="Arial" panose="020B0604020202020204" pitchFamily="34" charset="0"/>
              <a:buChar char="•"/>
            </a:pPr>
            <a:r>
              <a:rPr lang="en-US" altLang="zh-CN" sz="1600" b="1">
                <a:solidFill>
                  <a:srgbClr val="000000"/>
                </a:solidFill>
                <a:cs typeface="+mn-ea"/>
                <a:sym typeface="+mn-lt"/>
              </a:rPr>
              <a:t>pub </a:t>
            </a:r>
            <a:r>
              <a:rPr lang="en-US" altLang="zh-CN" sz="1600" b="1" dirty="0">
                <a:solidFill>
                  <a:srgbClr val="000000"/>
                </a:solidFill>
                <a:cs typeface="+mn-ea"/>
                <a:sym typeface="+mn-lt"/>
              </a:rPr>
              <a:t>const unsafe </a:t>
            </a:r>
            <a:r>
              <a:rPr lang="en-US" altLang="zh-CN" sz="1600" b="1" dirty="0" err="1">
                <a:solidFill>
                  <a:srgbClr val="000000"/>
                </a:solidFill>
                <a:cs typeface="+mn-ea"/>
                <a:sym typeface="+mn-lt"/>
              </a:rPr>
              <a:t>fn</a:t>
            </a:r>
            <a:r>
              <a:rPr lang="en-US" altLang="zh-CN" sz="1600" b="1" dirty="0">
                <a:solidFill>
                  <a:srgbClr val="000000"/>
                </a:solidFill>
                <a:cs typeface="+mn-ea"/>
                <a:sym typeface="+mn-lt"/>
              </a:rPr>
              <a:t> </a:t>
            </a:r>
            <a:r>
              <a:rPr lang="en-US" altLang="zh-CN" sz="1600" b="1" dirty="0">
                <a:solidFill>
                  <a:srgbClr val="000000"/>
                </a:solidFill>
                <a:cs typeface="+mn-ea"/>
                <a:sym typeface="+mn-lt"/>
                <a:hlinkClick r:id="rId3"/>
              </a:rPr>
              <a:t>add</a:t>
            </a:r>
            <a:r>
              <a:rPr lang="en-US" altLang="zh-CN" sz="1600" b="1" dirty="0">
                <a:solidFill>
                  <a:srgbClr val="000000"/>
                </a:solidFill>
                <a:cs typeface="+mn-ea"/>
                <a:sym typeface="+mn-lt"/>
              </a:rPr>
              <a:t>(self, count: </a:t>
            </a:r>
            <a:r>
              <a:rPr lang="en-US" altLang="zh-CN" sz="1600" b="1" dirty="0" err="1">
                <a:solidFill>
                  <a:srgbClr val="000000"/>
                </a:solidFill>
                <a:cs typeface="+mn-ea"/>
                <a:sym typeface="+mn-lt"/>
                <a:hlinkClick r:id="rId4"/>
              </a:rPr>
              <a:t>usize</a:t>
            </a:r>
            <a:r>
              <a:rPr lang="en-US" altLang="zh-CN" sz="1600" b="1" dirty="0">
                <a:solidFill>
                  <a:srgbClr val="000000"/>
                </a:solidFill>
                <a:cs typeface="+mn-ea"/>
                <a:sym typeface="+mn-lt"/>
              </a:rPr>
              <a:t>) -&gt; </a:t>
            </a:r>
            <a:r>
              <a:rPr lang="en-US" altLang="zh-CN" sz="1600" b="1" dirty="0">
                <a:solidFill>
                  <a:srgbClr val="000000"/>
                </a:solidFill>
                <a:cs typeface="+mn-ea"/>
                <a:sym typeface="+mn-lt"/>
                <a:hlinkClick r:id="rId5"/>
              </a:rPr>
              <a:t>*</a:t>
            </a:r>
            <a:r>
              <a:rPr lang="en-US" altLang="zh-CN" sz="1600" b="1">
                <a:solidFill>
                  <a:srgbClr val="000000"/>
                </a:solidFill>
                <a:cs typeface="+mn-ea"/>
                <a:sym typeface="+mn-lt"/>
                <a:hlinkClick r:id="rId5"/>
              </a:rPr>
              <a:t>const T</a:t>
            </a:r>
            <a:endParaRPr lang="en-US" altLang="zh-CN" sz="1600" b="1">
              <a:solidFill>
                <a:srgbClr val="000000"/>
              </a:solidFill>
              <a:cs typeface="+mn-ea"/>
              <a:sym typeface="+mn-lt"/>
            </a:endParaRPr>
          </a:p>
          <a:p>
            <a:pPr marL="285750" indent="-285750" fontAlgn="base">
              <a:lnSpc>
                <a:spcPct val="150000"/>
              </a:lnSpc>
              <a:buFont typeface="Arial" panose="020B0604020202020204" pitchFamily="34" charset="0"/>
              <a:buChar char="•"/>
            </a:pPr>
            <a:r>
              <a:rPr lang="en-US" altLang="zh-CN" sz="1600" b="1">
                <a:solidFill>
                  <a:srgbClr val="000000"/>
                </a:solidFill>
                <a:cs typeface="+mn-ea"/>
                <a:sym typeface="+mn-lt"/>
              </a:rPr>
              <a:t>pub const unsafe fn </a:t>
            </a:r>
            <a:r>
              <a:rPr lang="en-US" altLang="zh-CN" sz="1600" b="1">
                <a:solidFill>
                  <a:srgbClr val="000000"/>
                </a:solidFill>
                <a:cs typeface="+mn-ea"/>
                <a:sym typeface="+mn-lt"/>
                <a:hlinkClick r:id="rId6"/>
              </a:rPr>
              <a:t>add</a:t>
            </a:r>
            <a:r>
              <a:rPr lang="en-US" altLang="zh-CN" sz="1600" b="1">
                <a:solidFill>
                  <a:srgbClr val="000000"/>
                </a:solidFill>
                <a:cs typeface="+mn-ea"/>
                <a:sym typeface="+mn-lt"/>
              </a:rPr>
              <a:t>(self, count: </a:t>
            </a:r>
            <a:r>
              <a:rPr lang="en-US" altLang="zh-CN" sz="1600" b="1">
                <a:solidFill>
                  <a:srgbClr val="000000"/>
                </a:solidFill>
                <a:cs typeface="+mn-ea"/>
                <a:sym typeface="+mn-lt"/>
                <a:hlinkClick r:id="rId4"/>
              </a:rPr>
              <a:t>usize</a:t>
            </a:r>
            <a:r>
              <a:rPr lang="en-US" altLang="zh-CN" sz="1600" b="1">
                <a:solidFill>
                  <a:srgbClr val="000000"/>
                </a:solidFill>
                <a:cs typeface="+mn-ea"/>
                <a:sym typeface="+mn-lt"/>
              </a:rPr>
              <a:t>) -&gt; </a:t>
            </a:r>
            <a:r>
              <a:rPr lang="en-US" altLang="zh-CN" sz="1600" b="1">
                <a:solidFill>
                  <a:srgbClr val="000000"/>
                </a:solidFill>
                <a:cs typeface="+mn-ea"/>
                <a:sym typeface="+mn-lt"/>
                <a:hlinkClick r:id="rId5"/>
              </a:rPr>
              <a:t>*mut T</a:t>
            </a:r>
            <a:endParaRPr lang="en-US" altLang="zh-CN" sz="1600" b="1">
              <a:solidFill>
                <a:srgbClr val="000000"/>
              </a:solidFill>
              <a:cs typeface="+mn-ea"/>
              <a:sym typeface="+mn-lt"/>
            </a:endParaRPr>
          </a:p>
        </p:txBody>
      </p:sp>
      <p:cxnSp>
        <p:nvCxnSpPr>
          <p:cNvPr id="7" name="直接连接符 6"/>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85091"/>
            <a:ext cx="10740640" cy="615021"/>
          </a:xfrm>
        </p:spPr>
        <p:txBody>
          <a:bodyPr>
            <a:normAutofit/>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a:t>
            </a:r>
            <a:r>
              <a:rPr lang="zh-CN" altLang="en-US" b="1" dirty="0">
                <a:solidFill>
                  <a:srgbClr val="C00000"/>
                </a:solidFill>
                <a:latin typeface="+mn-lt"/>
                <a:ea typeface="+mn-ea"/>
                <a:cs typeface="+mn-ea"/>
                <a:sym typeface="+mn-lt"/>
              </a:rPr>
              <a:t>指针</a:t>
            </a:r>
            <a:r>
              <a:rPr lang="zh-CN" altLang="en-US" b="1">
                <a:solidFill>
                  <a:srgbClr val="C00000"/>
                </a:solidFill>
                <a:latin typeface="+mn-lt"/>
                <a:ea typeface="+mn-ea"/>
                <a:cs typeface="+mn-ea"/>
                <a:sym typeface="+mn-lt"/>
              </a:rPr>
              <a:t>安全抽象</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常用方法</a:t>
            </a:r>
            <a:endParaRPr lang="zh-CN" altLang="en-US" b="1" dirty="0">
              <a:solidFill>
                <a:srgbClr val="C00000"/>
              </a:solidFill>
              <a:latin typeface="+mn-lt"/>
              <a:ea typeface="+mn-ea"/>
              <a:cs typeface="+mn-ea"/>
              <a:sym typeface="+mn-lt"/>
            </a:endParaRPr>
          </a:p>
        </p:txBody>
      </p:sp>
      <p:sp>
        <p:nvSpPr>
          <p:cNvPr id="5" name="文本框 4"/>
          <p:cNvSpPr txBox="1"/>
          <p:nvPr/>
        </p:nvSpPr>
        <p:spPr>
          <a:xfrm>
            <a:off x="486610" y="1556459"/>
            <a:ext cx="4803848" cy="4391267"/>
          </a:xfrm>
          <a:prstGeom prst="rect">
            <a:avLst/>
          </a:prstGeom>
          <a:noFill/>
        </p:spPr>
        <p:txBody>
          <a:bodyPr vert="horz" wrap="square" rtlCol="0">
            <a:spAutoFit/>
          </a:bodyPr>
          <a:lstStyle/>
          <a:p>
            <a:pPr marL="285750" indent="-285750">
              <a:lnSpc>
                <a:spcPts val="3440"/>
              </a:lnSpc>
              <a:buFont typeface="Arial" panose="020B0604020202020204" pitchFamily="34" charset="0"/>
              <a:buChar char="•"/>
            </a:pPr>
            <a:r>
              <a:rPr lang="zh-CN" altLang="en-US" sz="1400" dirty="0">
                <a:cs typeface="+mn-ea"/>
                <a:sym typeface="+mn-lt"/>
              </a:rPr>
              <a:t>用于按位复制内存，从 </a:t>
            </a:r>
            <a:r>
              <a:rPr lang="en-US" altLang="zh-CN" sz="1400" dirty="0" err="1">
                <a:cs typeface="+mn-ea"/>
                <a:sym typeface="+mn-lt"/>
              </a:rPr>
              <a:t>src</a:t>
            </a:r>
            <a:r>
              <a:rPr lang="en-US" altLang="zh-CN" sz="1400" dirty="0">
                <a:cs typeface="+mn-ea"/>
                <a:sym typeface="+mn-lt"/>
              </a:rPr>
              <a:t> </a:t>
            </a:r>
            <a:r>
              <a:rPr lang="zh-CN" altLang="en-US" sz="1400" dirty="0">
                <a:cs typeface="+mn-ea"/>
                <a:sym typeface="+mn-lt"/>
              </a:rPr>
              <a:t>复制 </a:t>
            </a:r>
            <a:r>
              <a:rPr lang="en-US" altLang="zh-CN" sz="1400" dirty="0">
                <a:cs typeface="+mn-ea"/>
                <a:sym typeface="+mn-lt"/>
              </a:rPr>
              <a:t>count * </a:t>
            </a:r>
            <a:r>
              <a:rPr lang="en-US" altLang="zh-CN" sz="1400" dirty="0" err="1">
                <a:cs typeface="+mn-ea"/>
                <a:sym typeface="+mn-lt"/>
              </a:rPr>
              <a:t>size_of</a:t>
            </a:r>
            <a:r>
              <a:rPr lang="en-US" altLang="zh-CN" sz="1400" dirty="0">
                <a:cs typeface="+mn-ea"/>
                <a:sym typeface="+mn-lt"/>
              </a:rPr>
              <a:t>::&lt;T&gt;() </a:t>
            </a:r>
            <a:r>
              <a:rPr lang="zh-CN" altLang="en-US" sz="1400" dirty="0">
                <a:cs typeface="+mn-ea"/>
                <a:sym typeface="+mn-lt"/>
              </a:rPr>
              <a:t>字节到 </a:t>
            </a:r>
            <a:r>
              <a:rPr lang="en-US" altLang="zh-CN" sz="1400" dirty="0" err="1">
                <a:cs typeface="+mn-ea"/>
                <a:sym typeface="+mn-lt"/>
              </a:rPr>
              <a:t>dst</a:t>
            </a:r>
            <a:r>
              <a:rPr lang="zh-CN" altLang="en-US" sz="1400" dirty="0">
                <a:cs typeface="+mn-ea"/>
                <a:sym typeface="+mn-lt"/>
              </a:rPr>
              <a:t>，语义上等同于 </a:t>
            </a:r>
            <a:r>
              <a:rPr lang="en-US" altLang="zh-CN" sz="1400" dirty="0">
                <a:cs typeface="+mn-ea"/>
                <a:sym typeface="+mn-lt"/>
              </a:rPr>
              <a:t>C </a:t>
            </a:r>
            <a:r>
              <a:rPr lang="zh-CN" altLang="en-US" sz="1400" dirty="0">
                <a:cs typeface="+mn-ea"/>
                <a:sym typeface="+mn-lt"/>
              </a:rPr>
              <a:t>的 </a:t>
            </a:r>
            <a:r>
              <a:rPr lang="en-US" altLang="zh-CN" sz="1400" dirty="0" err="1">
                <a:cs typeface="+mn-ea"/>
                <a:sym typeface="+mn-lt"/>
              </a:rPr>
              <a:t>memmove</a:t>
            </a:r>
            <a:r>
              <a:rPr lang="zh-CN" altLang="en-US" sz="1400" dirty="0">
                <a:cs typeface="+mn-ea"/>
                <a:sym typeface="+mn-lt"/>
              </a:rPr>
              <a:t>；</a:t>
            </a:r>
            <a:endParaRPr lang="en-US" altLang="zh-CN" sz="1400" dirty="0">
              <a:cs typeface="+mn-ea"/>
              <a:sym typeface="+mn-lt"/>
            </a:endParaRPr>
          </a:p>
          <a:p>
            <a:pPr marL="285750" indent="-285750">
              <a:lnSpc>
                <a:spcPts val="3440"/>
              </a:lnSpc>
              <a:buFont typeface="Arial" panose="020B0604020202020204" pitchFamily="34" charset="0"/>
              <a:buChar char="•"/>
            </a:pPr>
            <a:r>
              <a:rPr lang="zh-CN" altLang="en-US" sz="1400" dirty="0">
                <a:cs typeface="+mn-ea"/>
                <a:sym typeface="+mn-lt"/>
              </a:rPr>
              <a:t>如果 </a:t>
            </a:r>
            <a:r>
              <a:rPr lang="en-US" altLang="zh-CN" sz="1400" dirty="0" err="1">
                <a:cs typeface="+mn-ea"/>
                <a:sym typeface="+mn-lt"/>
              </a:rPr>
              <a:t>src</a:t>
            </a:r>
            <a:r>
              <a:rPr lang="en-US" altLang="zh-CN" sz="1400" dirty="0">
                <a:cs typeface="+mn-ea"/>
                <a:sym typeface="+mn-lt"/>
              </a:rPr>
              <a:t> </a:t>
            </a:r>
            <a:r>
              <a:rPr lang="zh-CN" altLang="en-US" sz="1400" dirty="0">
                <a:cs typeface="+mn-ea"/>
                <a:sym typeface="+mn-lt"/>
              </a:rPr>
              <a:t>和 </a:t>
            </a:r>
            <a:r>
              <a:rPr lang="en-US" altLang="zh-CN" sz="1400" dirty="0" err="1">
                <a:cs typeface="+mn-ea"/>
                <a:sym typeface="+mn-lt"/>
              </a:rPr>
              <a:t>dst</a:t>
            </a:r>
            <a:r>
              <a:rPr lang="en-US" altLang="zh-CN" sz="1400" dirty="0">
                <a:cs typeface="+mn-ea"/>
                <a:sym typeface="+mn-lt"/>
              </a:rPr>
              <a:t> </a:t>
            </a:r>
            <a:r>
              <a:rPr lang="zh-CN" altLang="en-US" sz="1400" dirty="0">
                <a:cs typeface="+mn-ea"/>
                <a:sym typeface="+mn-lt"/>
              </a:rPr>
              <a:t>永远不会重叠，则可以使用 </a:t>
            </a:r>
            <a:r>
              <a:rPr lang="en-US" altLang="zh-CN" sz="1400" dirty="0" err="1">
                <a:cs typeface="+mn-ea"/>
                <a:sym typeface="+mn-lt"/>
              </a:rPr>
              <a:t>copy_nonoverlapping</a:t>
            </a:r>
            <a:r>
              <a:rPr lang="en-US" altLang="zh-CN" sz="1400" dirty="0">
                <a:cs typeface="+mn-ea"/>
                <a:sym typeface="+mn-lt"/>
              </a:rPr>
              <a:t> </a:t>
            </a:r>
            <a:r>
              <a:rPr lang="zh-CN" altLang="en-US" sz="1400" dirty="0">
                <a:cs typeface="+mn-ea"/>
                <a:sym typeface="+mn-lt"/>
              </a:rPr>
              <a:t>；</a:t>
            </a:r>
            <a:endParaRPr lang="en-US" altLang="zh-CN" sz="1400" dirty="0">
              <a:cs typeface="+mn-ea"/>
              <a:sym typeface="+mn-lt"/>
            </a:endParaRPr>
          </a:p>
          <a:p>
            <a:pPr marL="285750" indent="-285750">
              <a:lnSpc>
                <a:spcPts val="3440"/>
              </a:lnSpc>
              <a:buFont typeface="Arial" panose="020B0604020202020204" pitchFamily="34" charset="0"/>
              <a:buChar char="•"/>
            </a:pPr>
            <a:r>
              <a:rPr lang="zh-CN" altLang="en-US" sz="1400" dirty="0">
                <a:cs typeface="+mn-ea"/>
                <a:sym typeface="+mn-lt"/>
              </a:rPr>
              <a:t>使用时需要满足如下安全条件：</a:t>
            </a:r>
            <a:endParaRPr lang="en-US" altLang="zh-CN" sz="1400" dirty="0">
              <a:cs typeface="+mn-ea"/>
              <a:sym typeface="+mn-lt"/>
            </a:endParaRPr>
          </a:p>
          <a:p>
            <a:pPr marL="742950" lvl="1" indent="-285750">
              <a:lnSpc>
                <a:spcPts val="3440"/>
              </a:lnSpc>
              <a:buFont typeface="Arial" panose="020B0604020202020204" pitchFamily="34" charset="0"/>
              <a:buChar char="•"/>
            </a:pPr>
            <a:r>
              <a:rPr lang="en-US" altLang="zh-CN" sz="1400" dirty="0" err="1">
                <a:cs typeface="+mn-ea"/>
                <a:sym typeface="+mn-lt"/>
              </a:rPr>
              <a:t>src</a:t>
            </a:r>
            <a:r>
              <a:rPr lang="en-US" altLang="zh-CN" sz="1400" dirty="0">
                <a:cs typeface="+mn-ea"/>
                <a:sym typeface="+mn-lt"/>
              </a:rPr>
              <a:t> </a:t>
            </a:r>
            <a:r>
              <a:rPr lang="zh-CN" altLang="en-US" sz="1400" dirty="0">
                <a:cs typeface="+mn-ea"/>
                <a:sym typeface="+mn-lt"/>
              </a:rPr>
              <a:t>和 </a:t>
            </a:r>
            <a:r>
              <a:rPr lang="en-US" altLang="zh-CN" sz="1400" dirty="0" err="1">
                <a:cs typeface="+mn-ea"/>
                <a:sym typeface="+mn-lt"/>
              </a:rPr>
              <a:t>dst</a:t>
            </a:r>
            <a:r>
              <a:rPr lang="en-US" altLang="zh-CN" sz="1400" dirty="0">
                <a:cs typeface="+mn-ea"/>
                <a:sym typeface="+mn-lt"/>
              </a:rPr>
              <a:t> </a:t>
            </a:r>
            <a:r>
              <a:rPr lang="zh-CN" altLang="en-US" sz="1400" dirty="0">
                <a:cs typeface="+mn-ea"/>
                <a:sym typeface="+mn-lt"/>
              </a:rPr>
              <a:t>必须分别对读取和写入有效，并且正确对齐；</a:t>
            </a:r>
            <a:endParaRPr lang="en-US" altLang="zh-CN" sz="1400" dirty="0">
              <a:cs typeface="+mn-ea"/>
              <a:sym typeface="+mn-lt"/>
            </a:endParaRPr>
          </a:p>
          <a:p>
            <a:pPr marL="742950" lvl="1" indent="-285750">
              <a:lnSpc>
                <a:spcPts val="3440"/>
              </a:lnSpc>
              <a:buFont typeface="Arial" panose="020B0604020202020204" pitchFamily="34" charset="0"/>
              <a:buChar char="•"/>
            </a:pPr>
            <a:r>
              <a:rPr lang="zh-CN" altLang="en-US" sz="1400" dirty="0">
                <a:cs typeface="+mn-ea"/>
                <a:sym typeface="+mn-lt"/>
              </a:rPr>
              <a:t>无论 </a:t>
            </a:r>
            <a:r>
              <a:rPr lang="en-US" altLang="zh-CN" sz="1400" dirty="0">
                <a:cs typeface="+mn-ea"/>
                <a:sym typeface="+mn-lt"/>
              </a:rPr>
              <a:t>T </a:t>
            </a:r>
            <a:r>
              <a:rPr lang="zh-CN" altLang="en-US" sz="1400" dirty="0">
                <a:cs typeface="+mn-ea"/>
                <a:sym typeface="+mn-lt"/>
              </a:rPr>
              <a:t>是否实现 </a:t>
            </a:r>
            <a:r>
              <a:rPr lang="en-US" altLang="zh-CN" sz="1400" dirty="0">
                <a:cs typeface="+mn-ea"/>
                <a:sym typeface="+mn-lt"/>
              </a:rPr>
              <a:t>Copy trait</a:t>
            </a:r>
            <a:r>
              <a:rPr lang="zh-CN" altLang="en-US" sz="1400" dirty="0">
                <a:cs typeface="+mn-ea"/>
                <a:sym typeface="+mn-lt"/>
              </a:rPr>
              <a:t>，</a:t>
            </a:r>
            <a:r>
              <a:rPr lang="en-US" altLang="zh-CN" sz="1400" dirty="0">
                <a:cs typeface="+mn-ea"/>
                <a:sym typeface="+mn-lt"/>
              </a:rPr>
              <a:t>copy </a:t>
            </a:r>
            <a:r>
              <a:rPr lang="zh-CN" altLang="en-US" sz="1400" dirty="0">
                <a:cs typeface="+mn-ea"/>
                <a:sym typeface="+mn-lt"/>
              </a:rPr>
              <a:t>都会进行按位复制，所以，只有 </a:t>
            </a:r>
            <a:r>
              <a:rPr lang="en-US" altLang="zh-CN" sz="1400" dirty="0">
                <a:cs typeface="+mn-ea"/>
                <a:sym typeface="+mn-lt"/>
              </a:rPr>
              <a:t>T </a:t>
            </a:r>
            <a:r>
              <a:rPr lang="zh-CN" altLang="en-US" sz="1400" dirty="0">
                <a:cs typeface="+mn-ea"/>
                <a:sym typeface="+mn-lt"/>
              </a:rPr>
              <a:t>实现了 </a:t>
            </a:r>
            <a:r>
              <a:rPr lang="en-US" altLang="zh-CN" sz="1400" dirty="0">
                <a:cs typeface="+mn-ea"/>
                <a:sym typeface="+mn-lt"/>
              </a:rPr>
              <a:t>Copy </a:t>
            </a:r>
            <a:r>
              <a:rPr lang="zh-CN" altLang="en-US" sz="1400" dirty="0">
                <a:cs typeface="+mn-ea"/>
                <a:sym typeface="+mn-lt"/>
              </a:rPr>
              <a:t>时使用该函数才安全；</a:t>
            </a:r>
            <a:endParaRPr lang="en-US" altLang="zh-CN" sz="1400" dirty="0">
              <a:cs typeface="+mn-ea"/>
              <a:sym typeface="+mn-lt"/>
            </a:endParaRPr>
          </a:p>
        </p:txBody>
      </p:sp>
      <p:sp>
        <p:nvSpPr>
          <p:cNvPr id="7" name="Rectangle 3"/>
          <p:cNvSpPr>
            <a:spLocks noChangeArrowheads="1"/>
          </p:cNvSpPr>
          <p:nvPr/>
        </p:nvSpPr>
        <p:spPr bwMode="auto">
          <a:xfrm>
            <a:off x="362940" y="629521"/>
            <a:ext cx="6711774" cy="743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defTabSz="914400" eaLnBrk="0" fontAlgn="base" hangingPunct="0">
              <a:lnSpc>
                <a:spcPct val="150000"/>
              </a:lnSpc>
              <a:spcBef>
                <a:spcPct val="0"/>
              </a:spcBef>
              <a:spcAft>
                <a:spcPct val="0"/>
              </a:spcAft>
            </a:pPr>
            <a:r>
              <a:rPr lang="en-US" altLang="zh-CN">
                <a:cs typeface="+mn-ea"/>
                <a:sym typeface="+mn-lt"/>
              </a:rPr>
              <a:t>ptr::copy</a:t>
            </a:r>
            <a:r>
              <a:rPr lang="zh-CN" altLang="en-US">
                <a:cs typeface="+mn-ea"/>
                <a:sym typeface="+mn-lt"/>
              </a:rPr>
              <a: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zh-CN" sz="1600" b="1" i="0" u="none" strike="noStrike" cap="none" normalizeH="0" baseline="0">
                <a:ln>
                  <a:noFill/>
                </a:ln>
                <a:solidFill>
                  <a:srgbClr val="000000"/>
                </a:solidFill>
                <a:effectLst/>
                <a:cs typeface="+mn-ea"/>
                <a:sym typeface="+mn-lt"/>
              </a:rPr>
              <a:t>pub </a:t>
            </a:r>
            <a:r>
              <a:rPr kumimoji="0" lang="zh-CN" altLang="zh-CN" sz="1600" b="1" i="0" u="none" strike="noStrike" cap="none" normalizeH="0" baseline="0" dirty="0">
                <a:ln>
                  <a:noFill/>
                </a:ln>
                <a:solidFill>
                  <a:srgbClr val="000000"/>
                </a:solidFill>
                <a:effectLst/>
                <a:cs typeface="+mn-ea"/>
                <a:sym typeface="+mn-lt"/>
              </a:rPr>
              <a:t>const unsafe fn copy&lt;T&gt;(src: </a:t>
            </a:r>
            <a:r>
              <a:rPr kumimoji="0" lang="zh-CN" altLang="zh-CN" sz="1600" b="1" i="0" u="none" strike="noStrike" cap="none" normalizeH="0" baseline="0" dirty="0">
                <a:ln>
                  <a:noFill/>
                </a:ln>
                <a:solidFill>
                  <a:srgbClr val="000000"/>
                </a:solidFill>
                <a:effectLst/>
                <a:cs typeface="+mn-ea"/>
                <a:sym typeface="+mn-lt"/>
                <a:hlinkClick r:id="rId3"/>
              </a:rPr>
              <a:t>*const T</a:t>
            </a:r>
            <a:r>
              <a:rPr kumimoji="0" lang="zh-CN" altLang="zh-CN" sz="1600" b="1" i="0" u="none" strike="noStrike" cap="none" normalizeH="0" baseline="0" dirty="0">
                <a:ln>
                  <a:noFill/>
                </a:ln>
                <a:solidFill>
                  <a:srgbClr val="000000"/>
                </a:solidFill>
                <a:effectLst/>
                <a:cs typeface="+mn-ea"/>
                <a:sym typeface="+mn-lt"/>
              </a:rPr>
              <a:t>, dst: </a:t>
            </a:r>
            <a:r>
              <a:rPr kumimoji="0" lang="zh-CN" altLang="zh-CN" sz="1600" b="1" i="0" u="none" strike="noStrike" cap="none" normalizeH="0" baseline="0" dirty="0">
                <a:ln>
                  <a:noFill/>
                </a:ln>
                <a:solidFill>
                  <a:srgbClr val="000000"/>
                </a:solidFill>
                <a:effectLst/>
                <a:cs typeface="+mn-ea"/>
                <a:sym typeface="+mn-lt"/>
                <a:hlinkClick r:id="rId3"/>
              </a:rPr>
              <a:t>*mut T</a:t>
            </a:r>
            <a:r>
              <a:rPr kumimoji="0" lang="zh-CN" altLang="zh-CN" sz="1600" b="1" i="0" u="none" strike="noStrike" cap="none" normalizeH="0" baseline="0" dirty="0">
                <a:ln>
                  <a:noFill/>
                </a:ln>
                <a:solidFill>
                  <a:srgbClr val="000000"/>
                </a:solidFill>
                <a:effectLst/>
                <a:cs typeface="+mn-ea"/>
                <a:sym typeface="+mn-lt"/>
              </a:rPr>
              <a:t>, count: </a:t>
            </a:r>
            <a:r>
              <a:rPr kumimoji="0" lang="zh-CN" altLang="zh-CN" sz="1600" b="1" i="0" u="none" strike="noStrike" cap="none" normalizeH="0" baseline="0" dirty="0">
                <a:ln>
                  <a:noFill/>
                </a:ln>
                <a:solidFill>
                  <a:srgbClr val="000000"/>
                </a:solidFill>
                <a:effectLst/>
                <a:cs typeface="+mn-ea"/>
                <a:sym typeface="+mn-lt"/>
                <a:hlinkClick r:id="rId4"/>
              </a:rPr>
              <a:t>usize</a:t>
            </a:r>
            <a:r>
              <a:rPr kumimoji="0" lang="zh-CN" altLang="zh-CN" sz="1600" b="1" i="0" u="none" strike="noStrike" cap="none" normalizeH="0" baseline="0" dirty="0">
                <a:ln>
                  <a:noFill/>
                </a:ln>
                <a:solidFill>
                  <a:srgbClr val="000000"/>
                </a:solidFill>
                <a:effectLst/>
                <a:cs typeface="+mn-ea"/>
                <a:sym typeface="+mn-lt"/>
              </a:rPr>
              <a:t>)</a:t>
            </a:r>
            <a:r>
              <a:rPr kumimoji="0" lang="zh-CN" altLang="zh-CN" sz="1600" b="1" i="0" u="none" strike="noStrike" cap="none" normalizeH="0" baseline="0" dirty="0">
                <a:ln>
                  <a:noFill/>
                </a:ln>
                <a:solidFill>
                  <a:schemeClr val="tx1"/>
                </a:solidFill>
                <a:effectLst/>
                <a:cs typeface="+mn-ea"/>
                <a:sym typeface="+mn-lt"/>
              </a:rPr>
              <a:t> </a:t>
            </a:r>
          </a:p>
        </p:txBody>
      </p:sp>
      <p:cxnSp>
        <p:nvCxnSpPr>
          <p:cNvPr id="9" name="直接连接符 8"/>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65101" y="1826974"/>
            <a:ext cx="6478257" cy="4183978"/>
            <a:chOff x="5635689" y="1826974"/>
            <a:chExt cx="6478257" cy="4183978"/>
          </a:xfrm>
        </p:grpSpPr>
        <p:sp>
          <p:nvSpPr>
            <p:cNvPr id="12" name="矩形 11"/>
            <p:cNvSpPr/>
            <p:nvPr/>
          </p:nvSpPr>
          <p:spPr>
            <a:xfrm>
              <a:off x="8301368" y="5641620"/>
              <a:ext cx="492443" cy="369332"/>
            </a:xfrm>
            <a:prstGeom prst="rect">
              <a:avLst/>
            </a:prstGeom>
          </p:spPr>
          <p:txBody>
            <a:bodyPr wrap="none">
              <a:spAutoFit/>
            </a:bodyPr>
            <a:lstStyle/>
            <a:p>
              <a:r>
                <a:rPr lang="en-US" altLang="zh-CN" dirty="0">
                  <a:solidFill>
                    <a:srgbClr val="FF0000"/>
                  </a:solidFill>
                  <a:cs typeface="+mn-ea"/>
                  <a:sym typeface="+mn-lt"/>
                </a:rPr>
                <a:t>UB</a:t>
              </a:r>
              <a:endParaRPr lang="zh-CN" altLang="en-US" dirty="0">
                <a:solidFill>
                  <a:srgbClr val="FF0000"/>
                </a:solidFill>
                <a:cs typeface="+mn-ea"/>
                <a:sym typeface="+mn-lt"/>
              </a:endParaRPr>
            </a:p>
          </p:txBody>
        </p:sp>
        <p:sp>
          <p:nvSpPr>
            <p:cNvPr id="3" name="矩形 2"/>
            <p:cNvSpPr/>
            <p:nvPr/>
          </p:nvSpPr>
          <p:spPr>
            <a:xfrm>
              <a:off x="5635689" y="1826974"/>
              <a:ext cx="6478257" cy="2893100"/>
            </a:xfrm>
            <a:prstGeom prst="rect">
              <a:avLst/>
            </a:prstGeom>
            <a:solidFill>
              <a:schemeClr val="tx1"/>
            </a:solidFill>
          </p:spPr>
          <p:txBody>
            <a:bodyPr wrap="square">
              <a:spAutoFit/>
            </a:bodyPr>
            <a:lstStyle/>
            <a:p>
              <a:r>
                <a:rPr lang="en-US" altLang="zh-CN" sz="1400" dirty="0">
                  <a:solidFill>
                    <a:schemeClr val="bg2"/>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array1</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D19A66"/>
                  </a:solidFill>
                  <a:cs typeface="+mn-ea"/>
                  <a:sym typeface="+mn-lt"/>
                </a:rPr>
                <a:t>2</a:t>
              </a:r>
              <a:r>
                <a:rPr lang="en-US" altLang="zh-CN" sz="1400" dirty="0">
                  <a:solidFill>
                    <a:srgbClr val="ABB2BF"/>
                  </a:solidFill>
                  <a:cs typeface="+mn-ea"/>
                  <a:sym typeface="+mn-lt"/>
                </a:rPr>
                <a:t>, </a:t>
              </a:r>
              <a:r>
                <a:rPr lang="en-US" altLang="zh-CN" sz="1400" dirty="0">
                  <a:solidFill>
                    <a:srgbClr val="D19A66"/>
                  </a:solidFill>
                  <a:cs typeface="+mn-ea"/>
                  <a:sym typeface="+mn-lt"/>
                </a:rPr>
                <a:t>3</a:t>
              </a:r>
              <a:r>
                <a:rPr lang="en-US" altLang="zh-CN" sz="1400" dirty="0">
                  <a:solidFill>
                    <a:srgbClr val="ABB2BF"/>
                  </a:solidFill>
                  <a:cs typeface="+mn-ea"/>
                  <a:sym typeface="+mn-lt"/>
                </a:rPr>
                <a:t>, </a:t>
              </a:r>
              <a:r>
                <a:rPr lang="en-US" altLang="zh-CN" sz="1400" dirty="0">
                  <a:solidFill>
                    <a:srgbClr val="D19A66"/>
                  </a:solidFill>
                  <a:cs typeface="+mn-ea"/>
                  <a:sym typeface="+mn-lt"/>
                </a:rPr>
                <a:t>4</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err="1">
                  <a:solidFill>
                    <a:srgbClr val="C678DD"/>
                  </a:solidFill>
                  <a:cs typeface="+mn-ea"/>
                  <a:sym typeface="+mn-lt"/>
                </a:rPr>
                <a:t>mut</a:t>
              </a:r>
              <a:r>
                <a:rPr lang="en-US" altLang="zh-CN" sz="1400" dirty="0">
                  <a:solidFill>
                    <a:srgbClr val="ABB2BF"/>
                  </a:solidFill>
                  <a:cs typeface="+mn-ea"/>
                  <a:sym typeface="+mn-lt"/>
                </a:rPr>
                <a:t> </a:t>
              </a:r>
              <a:r>
                <a:rPr lang="en-US" altLang="zh-CN" sz="1400" dirty="0">
                  <a:solidFill>
                    <a:srgbClr val="E06C75"/>
                  </a:solidFill>
                  <a:cs typeface="+mn-ea"/>
                  <a:sym typeface="+mn-lt"/>
                </a:rPr>
                <a:t>array2</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0</a:t>
              </a:r>
              <a:r>
                <a:rPr lang="en-US" altLang="zh-CN" sz="1400" dirty="0">
                  <a:solidFill>
                    <a:srgbClr val="ABB2BF"/>
                  </a:solidFill>
                  <a:cs typeface="+mn-ea"/>
                  <a:sym typeface="+mn-lt"/>
                </a:rPr>
                <a:t>; </a:t>
              </a:r>
              <a:r>
                <a:rPr lang="en-US" altLang="zh-CN" sz="1400" dirty="0">
                  <a:solidFill>
                    <a:srgbClr val="D19A66"/>
                  </a:solidFill>
                  <a:cs typeface="+mn-ea"/>
                  <a:sym typeface="+mn-lt"/>
                </a:rPr>
                <a:t>4</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unsafe</a:t>
              </a:r>
              <a:r>
                <a:rPr lang="en-US" altLang="zh-CN" sz="1400" dirty="0">
                  <a:solidFill>
                    <a:srgbClr val="ABB2BF"/>
                  </a:solidFill>
                  <a:cs typeface="+mn-ea"/>
                  <a:sym typeface="+mn-lt"/>
                </a:rPr>
                <a:t> {</a:t>
              </a:r>
            </a:p>
            <a:p>
              <a:r>
                <a:rPr lang="en-US" altLang="zh-CN" sz="1400" i="1" dirty="0">
                  <a:solidFill>
                    <a:srgbClr val="7F848E"/>
                  </a:solidFill>
                  <a:cs typeface="+mn-ea"/>
                  <a:sym typeface="+mn-lt"/>
                </a:rPr>
                <a:t>        // </a:t>
              </a:r>
              <a:r>
                <a:rPr lang="zh-CN" altLang="en-US" sz="1400" i="1" dirty="0">
                  <a:solidFill>
                    <a:srgbClr val="7F848E"/>
                  </a:solidFill>
                  <a:cs typeface="+mn-ea"/>
                  <a:sym typeface="+mn-lt"/>
                </a:rPr>
                <a:t>这里我们故意让 </a:t>
              </a:r>
              <a:r>
                <a:rPr lang="en-US" altLang="zh-CN" sz="1400" i="1" dirty="0" err="1">
                  <a:solidFill>
                    <a:srgbClr val="7F848E"/>
                  </a:solidFill>
                  <a:cs typeface="+mn-ea"/>
                  <a:sym typeface="+mn-lt"/>
                </a:rPr>
                <a:t>src</a:t>
              </a:r>
              <a:r>
                <a:rPr lang="en-US" altLang="zh-CN" sz="1400" i="1" dirty="0">
                  <a:solidFill>
                    <a:srgbClr val="7F848E"/>
                  </a:solidFill>
                  <a:cs typeface="+mn-ea"/>
                  <a:sym typeface="+mn-lt"/>
                </a:rPr>
                <a:t> </a:t>
              </a:r>
              <a:r>
                <a:rPr lang="zh-CN" altLang="en-US" sz="1400" i="1" dirty="0">
                  <a:solidFill>
                    <a:srgbClr val="7F848E"/>
                  </a:solidFill>
                  <a:cs typeface="+mn-ea"/>
                  <a:sym typeface="+mn-lt"/>
                </a:rPr>
                <a:t>和 </a:t>
              </a:r>
              <a:r>
                <a:rPr lang="en-US" altLang="zh-CN" sz="1400" i="1" dirty="0" err="1">
                  <a:solidFill>
                    <a:srgbClr val="7F848E"/>
                  </a:solidFill>
                  <a:cs typeface="+mn-ea"/>
                  <a:sym typeface="+mn-lt"/>
                </a:rPr>
                <a:t>dst</a:t>
              </a:r>
              <a:r>
                <a:rPr lang="en-US" altLang="zh-CN" sz="1400" i="1" dirty="0">
                  <a:solidFill>
                    <a:srgbClr val="7F848E"/>
                  </a:solidFill>
                  <a:cs typeface="+mn-ea"/>
                  <a:sym typeface="+mn-lt"/>
                </a:rPr>
                <a:t> </a:t>
              </a:r>
              <a:r>
                <a:rPr lang="zh-CN" altLang="en-US" sz="1400" i="1" dirty="0">
                  <a:solidFill>
                    <a:srgbClr val="7F848E"/>
                  </a:solidFill>
                  <a:cs typeface="+mn-ea"/>
                  <a:sym typeface="+mn-lt"/>
                </a:rPr>
                <a:t>指针不对齐</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err="1">
                  <a:solidFill>
                    <a:srgbClr val="E06C75"/>
                  </a:solidFill>
                  <a:cs typeface="+mn-ea"/>
                  <a:sym typeface="+mn-lt"/>
                </a:rPr>
                <a:t>src</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array1</a:t>
              </a:r>
              <a:r>
                <a:rPr lang="en-US" altLang="zh-CN" sz="1400" dirty="0">
                  <a:solidFill>
                    <a:srgbClr val="ABB2BF"/>
                  </a:solidFill>
                  <a:cs typeface="+mn-ea"/>
                  <a:sym typeface="+mn-lt"/>
                </a:rPr>
                <a:t>.</a:t>
              </a:r>
              <a:r>
                <a:rPr lang="en-US" altLang="zh-CN" sz="1400" dirty="0">
                  <a:solidFill>
                    <a:srgbClr val="61AFEF"/>
                  </a:solidFill>
                  <a:cs typeface="+mn-ea"/>
                  <a:sym typeface="+mn-lt"/>
                </a:rPr>
                <a:t>as_ptr</a:t>
              </a:r>
              <a:r>
                <a:rPr lang="en-US" altLang="zh-CN" sz="1400" dirty="0">
                  <a:solidFill>
                    <a:srgbClr val="ABB2BF"/>
                  </a:solidFill>
                  <a:cs typeface="+mn-ea"/>
                  <a:sym typeface="+mn-lt"/>
                </a:rPr>
                <a:t>() </a:t>
              </a:r>
              <a:r>
                <a:rPr lang="en-US" altLang="zh-CN" sz="1400" dirty="0">
                  <a:solidFill>
                    <a:srgbClr val="C678DD"/>
                  </a:solidFill>
                  <a:cs typeface="+mn-ea"/>
                  <a:sym typeface="+mn-lt"/>
                </a:rPr>
                <a:t>as</a:t>
              </a:r>
              <a:r>
                <a:rPr lang="en-US" altLang="zh-CN" sz="1400" dirty="0">
                  <a:solidFill>
                    <a:srgbClr val="ABB2BF"/>
                  </a:solidFill>
                  <a:cs typeface="+mn-ea"/>
                  <a:sym typeface="+mn-lt"/>
                </a:rPr>
                <a:t> </a:t>
              </a:r>
              <a:r>
                <a:rPr lang="en-US" altLang="zh-CN" sz="1400" dirty="0" err="1">
                  <a:solidFill>
                    <a:srgbClr val="E5C07B"/>
                  </a:solidFill>
                  <a:cs typeface="+mn-ea"/>
                  <a:sym typeface="+mn-lt"/>
                </a:rPr>
                <a:t>usize</a:t>
              </a:r>
              <a:r>
                <a:rPr lang="en-US" altLang="zh-CN" sz="1400" dirty="0">
                  <a:solidFill>
                    <a:srgbClr val="ABB2BF"/>
                  </a:solidFill>
                  <a:cs typeface="+mn-ea"/>
                  <a:sym typeface="+mn-lt"/>
                </a:rPr>
                <a:t> + </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C678DD"/>
                  </a:solidFill>
                  <a:cs typeface="+mn-ea"/>
                  <a:sym typeface="+mn-lt"/>
                </a:rPr>
                <a:t>as</a:t>
              </a:r>
              <a:r>
                <a:rPr lang="en-US" altLang="zh-CN" sz="1400" dirty="0">
                  <a:solidFill>
                    <a:srgbClr val="ABB2BF"/>
                  </a:solidFill>
                  <a:cs typeface="+mn-ea"/>
                  <a:sym typeface="+mn-lt"/>
                </a:rPr>
                <a:t> *</a:t>
              </a:r>
              <a:r>
                <a:rPr lang="en-US" altLang="zh-CN" sz="1400" dirty="0">
                  <a:solidFill>
                    <a:srgbClr val="C678DD"/>
                  </a:solidFill>
                  <a:cs typeface="+mn-ea"/>
                  <a:sym typeface="+mn-lt"/>
                </a:rPr>
                <a:t>const</a:t>
              </a:r>
              <a:r>
                <a:rPr lang="en-US" altLang="zh-CN" sz="1400" dirty="0">
                  <a:solidFill>
                    <a:srgbClr val="ABB2BF"/>
                  </a:solidFill>
                  <a:cs typeface="+mn-ea"/>
                  <a:sym typeface="+mn-lt"/>
                </a:rPr>
                <a:t> </a:t>
              </a:r>
              <a:r>
                <a:rPr lang="en-US" altLang="zh-CN" sz="1400" dirty="0">
                  <a:solidFill>
                    <a:srgbClr val="E5C07B"/>
                  </a:solidFill>
                  <a:cs typeface="+mn-ea"/>
                  <a:sym typeface="+mn-lt"/>
                </a:rPr>
                <a:t>i32</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err="1">
                  <a:solidFill>
                    <a:srgbClr val="E06C75"/>
                  </a:solidFill>
                  <a:cs typeface="+mn-ea"/>
                  <a:sym typeface="+mn-lt"/>
                </a:rPr>
                <a:t>dst</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array2</a:t>
              </a:r>
              <a:r>
                <a:rPr lang="en-US" altLang="zh-CN" sz="1400" dirty="0">
                  <a:solidFill>
                    <a:srgbClr val="ABB2BF"/>
                  </a:solidFill>
                  <a:cs typeface="+mn-ea"/>
                  <a:sym typeface="+mn-lt"/>
                </a:rPr>
                <a:t>.</a:t>
              </a:r>
              <a:r>
                <a:rPr lang="en-US" altLang="zh-CN" sz="1400" dirty="0">
                  <a:solidFill>
                    <a:srgbClr val="61AFEF"/>
                  </a:solidFill>
                  <a:cs typeface="+mn-ea"/>
                  <a:sym typeface="+mn-lt"/>
                </a:rPr>
                <a:t>as_mut_ptr</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E5C07B"/>
                  </a:solidFill>
                  <a:cs typeface="+mn-ea"/>
                  <a:sym typeface="+mn-lt"/>
                </a:rPr>
                <a:t>std</a:t>
              </a:r>
              <a:r>
                <a:rPr lang="en-US" altLang="zh-CN" sz="1400" dirty="0">
                  <a:solidFill>
                    <a:srgbClr val="ABB2BF"/>
                  </a:solidFill>
                  <a:cs typeface="+mn-ea"/>
                  <a:sym typeface="+mn-lt"/>
                </a:rPr>
                <a:t>::</a:t>
              </a:r>
              <a:r>
                <a:rPr lang="en-US" altLang="zh-CN" sz="1400" dirty="0" err="1">
                  <a:solidFill>
                    <a:srgbClr val="E5C07B"/>
                  </a:solidFill>
                  <a:cs typeface="+mn-ea"/>
                  <a:sym typeface="+mn-lt"/>
                </a:rPr>
                <a:t>ptr</a:t>
              </a:r>
              <a:r>
                <a:rPr lang="en-US" altLang="zh-CN" sz="1400" dirty="0">
                  <a:solidFill>
                    <a:srgbClr val="ABB2BF"/>
                  </a:solidFill>
                  <a:cs typeface="+mn-ea"/>
                  <a:sym typeface="+mn-lt"/>
                </a:rPr>
                <a:t>::</a:t>
              </a:r>
              <a:r>
                <a:rPr lang="en-US" altLang="zh-CN" sz="1400" dirty="0">
                  <a:solidFill>
                    <a:srgbClr val="61AFEF"/>
                  </a:solidFill>
                  <a:cs typeface="+mn-ea"/>
                  <a:sym typeface="+mn-lt"/>
                </a:rPr>
                <a:t>copy</a:t>
              </a:r>
              <a:r>
                <a:rPr lang="en-US" altLang="zh-CN" sz="1400" dirty="0">
                  <a:solidFill>
                    <a:srgbClr val="ABB2BF"/>
                  </a:solidFill>
                  <a:cs typeface="+mn-ea"/>
                  <a:sym typeface="+mn-lt"/>
                </a:rPr>
                <a:t>(</a:t>
              </a:r>
              <a:r>
                <a:rPr lang="en-US" altLang="zh-CN" sz="1400" dirty="0" err="1">
                  <a:solidFill>
                    <a:srgbClr val="E06C75"/>
                  </a:solidFill>
                  <a:cs typeface="+mn-ea"/>
                  <a:sym typeface="+mn-lt"/>
                </a:rPr>
                <a:t>src</a:t>
              </a:r>
              <a:r>
                <a:rPr lang="en-US" altLang="zh-CN" sz="1400" dirty="0">
                  <a:solidFill>
                    <a:srgbClr val="ABB2BF"/>
                  </a:solidFill>
                  <a:cs typeface="+mn-ea"/>
                  <a:sym typeface="+mn-lt"/>
                </a:rPr>
                <a:t>, </a:t>
              </a:r>
              <a:r>
                <a:rPr lang="en-US" altLang="zh-CN" sz="1400" dirty="0" err="1">
                  <a:solidFill>
                    <a:srgbClr val="E06C75"/>
                  </a:solidFill>
                  <a:cs typeface="+mn-ea"/>
                  <a:sym typeface="+mn-lt"/>
                </a:rPr>
                <a:t>dst</a:t>
              </a:r>
              <a:r>
                <a:rPr lang="en-US" altLang="zh-CN" sz="1400" dirty="0">
                  <a:solidFill>
                    <a:srgbClr val="ABB2BF"/>
                  </a:solidFill>
                  <a:cs typeface="+mn-ea"/>
                  <a:sym typeface="+mn-lt"/>
                </a:rPr>
                <a:t>, </a:t>
              </a:r>
              <a:r>
                <a:rPr lang="en-US" altLang="zh-CN" sz="1400" dirty="0">
                  <a:solidFill>
                    <a:srgbClr val="D19A66"/>
                  </a:solidFill>
                  <a:cs typeface="+mn-ea"/>
                  <a:sym typeface="+mn-lt"/>
                </a:rPr>
                <a:t>4</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array2</a:t>
              </a:r>
              <a:r>
                <a:rPr lang="en-US" altLang="zh-CN" sz="1400" dirty="0">
                  <a:solidFill>
                    <a:srgbClr val="ABB2BF"/>
                  </a:solidFill>
                  <a:cs typeface="+mn-ea"/>
                  <a:sym typeface="+mn-lt"/>
                </a:rPr>
                <a:t>);</a:t>
              </a:r>
              <a:r>
                <a:rPr lang="en-US" altLang="zh-CN" sz="1400" i="1" dirty="0">
                  <a:solidFill>
                    <a:srgbClr val="7F848E"/>
                  </a:solidFill>
                  <a:cs typeface="+mn-ea"/>
                  <a:sym typeface="+mn-lt"/>
                </a:rPr>
                <a:t> </a:t>
              </a:r>
            </a:p>
            <a:p>
              <a:r>
                <a:rPr lang="en-US" altLang="zh-CN" sz="1400" i="1" dirty="0">
                  <a:solidFill>
                    <a:srgbClr val="7F848E"/>
                  </a:solidFill>
                  <a:cs typeface="+mn-ea"/>
                  <a:sym typeface="+mn-lt"/>
                </a:rPr>
                <a:t>    // output [33554432, 50331648, 67108864, 0]</a:t>
              </a:r>
              <a:endParaRPr lang="en-US" altLang="zh-CN" sz="1400" dirty="0">
                <a:solidFill>
                  <a:srgbClr val="ABB2BF"/>
                </a:solidFill>
                <a:cs typeface="+mn-ea"/>
                <a:sym typeface="+mn-lt"/>
              </a:endParaRP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cxnSp>
          <p:nvCxnSpPr>
            <p:cNvPr id="13" name="直接箭头连接符 12"/>
            <p:cNvCxnSpPr/>
            <p:nvPr/>
          </p:nvCxnSpPr>
          <p:spPr>
            <a:xfrm flipV="1">
              <a:off x="8552399" y="4501542"/>
              <a:ext cx="0" cy="1060095"/>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72612"/>
            <a:ext cx="10740640" cy="615021"/>
          </a:xfrm>
        </p:spPr>
        <p:txBody>
          <a:bodyPr>
            <a:normAutofit/>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a:t>
            </a:r>
            <a:r>
              <a:rPr lang="zh-CN" altLang="en-US" b="1" dirty="0">
                <a:solidFill>
                  <a:srgbClr val="C00000"/>
                </a:solidFill>
                <a:latin typeface="+mn-lt"/>
                <a:ea typeface="+mn-ea"/>
                <a:cs typeface="+mn-ea"/>
                <a:sym typeface="+mn-lt"/>
              </a:rPr>
              <a:t>指针</a:t>
            </a:r>
            <a:r>
              <a:rPr lang="zh-CN" altLang="en-US" b="1">
                <a:solidFill>
                  <a:srgbClr val="C00000"/>
                </a:solidFill>
                <a:latin typeface="+mn-lt"/>
                <a:ea typeface="+mn-ea"/>
                <a:cs typeface="+mn-ea"/>
                <a:sym typeface="+mn-lt"/>
              </a:rPr>
              <a:t>安全抽象</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常用方法</a:t>
            </a:r>
            <a:endParaRPr lang="zh-CN" altLang="en-US" b="1" dirty="0">
              <a:solidFill>
                <a:srgbClr val="C00000"/>
              </a:solidFill>
              <a:latin typeface="+mn-lt"/>
              <a:ea typeface="+mn-ea"/>
              <a:cs typeface="+mn-ea"/>
              <a:sym typeface="+mn-lt"/>
            </a:endParaRPr>
          </a:p>
        </p:txBody>
      </p:sp>
      <p:sp>
        <p:nvSpPr>
          <p:cNvPr id="5" name="文本框 4"/>
          <p:cNvSpPr txBox="1"/>
          <p:nvPr/>
        </p:nvSpPr>
        <p:spPr>
          <a:xfrm>
            <a:off x="349137" y="1722814"/>
            <a:ext cx="5018452" cy="2644635"/>
          </a:xfrm>
          <a:prstGeom prst="rect">
            <a:avLst/>
          </a:prstGeom>
          <a:noFill/>
        </p:spPr>
        <p:txBody>
          <a:bodyPr vert="horz" wrap="square" rtlCol="0">
            <a:spAutoFit/>
          </a:bodyPr>
          <a:lstStyle/>
          <a:p>
            <a:pPr marL="285750" indent="-285750">
              <a:lnSpc>
                <a:spcPct val="150000"/>
              </a:lnSpc>
              <a:buFont typeface="Arial" panose="020B0604020202020204" pitchFamily="34" charset="0"/>
              <a:buChar char="•"/>
            </a:pPr>
            <a:r>
              <a:rPr lang="zh-CN" altLang="en-US" sz="1400" dirty="0">
                <a:cs typeface="+mn-ea"/>
                <a:sym typeface="+mn-lt"/>
              </a:rPr>
              <a:t>用于在不读取或 </a:t>
            </a:r>
            <a:r>
              <a:rPr lang="en-US" altLang="zh-CN" sz="1400" dirty="0">
                <a:cs typeface="+mn-ea"/>
                <a:sym typeface="+mn-lt"/>
              </a:rPr>
              <a:t>Drop </a:t>
            </a:r>
            <a:r>
              <a:rPr lang="zh-CN" altLang="en-US" sz="1400" dirty="0">
                <a:cs typeface="+mn-ea"/>
                <a:sym typeface="+mn-lt"/>
              </a:rPr>
              <a:t>旧值的情况下覆盖内存位置，它不会 </a:t>
            </a:r>
            <a:r>
              <a:rPr lang="en-US" altLang="zh-CN" sz="1400" dirty="0">
                <a:cs typeface="+mn-ea"/>
                <a:sym typeface="+mn-lt"/>
              </a:rPr>
              <a:t>Drop </a:t>
            </a:r>
            <a:r>
              <a:rPr lang="en-US" altLang="zh-CN" sz="1400" dirty="0" err="1">
                <a:cs typeface="+mn-ea"/>
                <a:sym typeface="+mn-lt"/>
              </a:rPr>
              <a:t>dst</a:t>
            </a:r>
            <a:r>
              <a:rPr lang="en-US" altLang="zh-CN" sz="1400" dirty="0">
                <a:cs typeface="+mn-ea"/>
                <a:sym typeface="+mn-lt"/>
              </a:rPr>
              <a:t> </a:t>
            </a:r>
            <a:r>
              <a:rPr lang="zh-CN" altLang="en-US" sz="1400" dirty="0">
                <a:cs typeface="+mn-ea"/>
                <a:sym typeface="+mn-lt"/>
              </a:rPr>
              <a:t>的内容，但可能会泄露分配或资源，需要注意不要覆盖应该 </a:t>
            </a:r>
            <a:r>
              <a:rPr lang="en-US" altLang="zh-CN" sz="1400" dirty="0">
                <a:cs typeface="+mn-ea"/>
                <a:sym typeface="+mn-lt"/>
              </a:rPr>
              <a:t>Drop </a:t>
            </a:r>
            <a:r>
              <a:rPr lang="zh-CN" altLang="en-US" sz="1400" dirty="0">
                <a:cs typeface="+mn-ea"/>
                <a:sym typeface="+mn-lt"/>
              </a:rPr>
              <a:t>的对象；它也不会 </a:t>
            </a:r>
            <a:r>
              <a:rPr lang="en-US" altLang="zh-CN" sz="1400" dirty="0">
                <a:cs typeface="+mn-ea"/>
                <a:sym typeface="+mn-lt"/>
              </a:rPr>
              <a:t>Drop </a:t>
            </a:r>
            <a:r>
              <a:rPr lang="en-US" altLang="zh-CN" sz="1400" dirty="0" err="1">
                <a:cs typeface="+mn-ea"/>
                <a:sym typeface="+mn-lt"/>
              </a:rPr>
              <a:t>src</a:t>
            </a:r>
            <a:r>
              <a:rPr lang="en-US" altLang="zh-CN" sz="1400" dirty="0">
                <a:cs typeface="+mn-ea"/>
                <a:sym typeface="+mn-lt"/>
              </a:rPr>
              <a:t> </a:t>
            </a:r>
            <a:r>
              <a:rPr lang="zh-CN" altLang="en-US" sz="1400">
                <a:cs typeface="+mn-ea"/>
                <a:sym typeface="+mn-lt"/>
              </a:rPr>
              <a:t>的内容；</a:t>
            </a:r>
            <a:endParaRPr lang="en-US" altLang="zh-CN" sz="1400" dirty="0">
              <a:cs typeface="+mn-ea"/>
              <a:sym typeface="+mn-lt"/>
            </a:endParaRPr>
          </a:p>
          <a:p>
            <a:pPr marL="285750" indent="-285750">
              <a:lnSpc>
                <a:spcPct val="150000"/>
              </a:lnSpc>
              <a:buFont typeface="Arial" panose="020B0604020202020204" pitchFamily="34" charset="0"/>
              <a:buChar char="•"/>
            </a:pPr>
            <a:r>
              <a:rPr lang="zh-CN" altLang="en-US" sz="1400" dirty="0">
                <a:cs typeface="+mn-ea"/>
                <a:sym typeface="+mn-lt"/>
              </a:rPr>
              <a:t>从语义上表示，</a:t>
            </a:r>
            <a:r>
              <a:rPr lang="en-US" altLang="zh-CN" sz="1400" dirty="0" err="1">
                <a:cs typeface="+mn-ea"/>
                <a:sym typeface="+mn-lt"/>
              </a:rPr>
              <a:t>src</a:t>
            </a:r>
            <a:r>
              <a:rPr lang="en-US" altLang="zh-CN" sz="1400" dirty="0">
                <a:cs typeface="+mn-ea"/>
                <a:sym typeface="+mn-lt"/>
              </a:rPr>
              <a:t> </a:t>
            </a:r>
            <a:r>
              <a:rPr lang="zh-CN" altLang="en-US" sz="1400" dirty="0">
                <a:cs typeface="+mn-ea"/>
                <a:sym typeface="+mn-lt"/>
              </a:rPr>
              <a:t>被移动到了 </a:t>
            </a:r>
            <a:r>
              <a:rPr lang="en-US" altLang="zh-CN" sz="1400" dirty="0" err="1">
                <a:cs typeface="+mn-ea"/>
                <a:sym typeface="+mn-lt"/>
              </a:rPr>
              <a:t>dst</a:t>
            </a:r>
            <a:r>
              <a:rPr lang="en-US" altLang="zh-CN" sz="1400" dirty="0">
                <a:cs typeface="+mn-ea"/>
                <a:sym typeface="+mn-lt"/>
              </a:rPr>
              <a:t> </a:t>
            </a:r>
            <a:r>
              <a:rPr lang="zh-CN" altLang="en-US" sz="1400" dirty="0">
                <a:cs typeface="+mn-ea"/>
                <a:sym typeface="+mn-lt"/>
              </a:rPr>
              <a:t>指向的位置，所以 </a:t>
            </a:r>
            <a:r>
              <a:rPr lang="en-US" altLang="zh-CN" sz="1400" dirty="0" err="1">
                <a:cs typeface="+mn-ea"/>
                <a:sym typeface="+mn-lt"/>
              </a:rPr>
              <a:t>src</a:t>
            </a:r>
            <a:r>
              <a:rPr lang="en-US" altLang="zh-CN" sz="1400" dirty="0">
                <a:cs typeface="+mn-ea"/>
                <a:sym typeface="+mn-lt"/>
              </a:rPr>
              <a:t> </a:t>
            </a:r>
            <a:r>
              <a:rPr lang="zh-CN" altLang="en-US" sz="1400" dirty="0">
                <a:cs typeface="+mn-ea"/>
                <a:sym typeface="+mn-lt"/>
              </a:rPr>
              <a:t>的所有权会转移</a:t>
            </a:r>
            <a:r>
              <a:rPr lang="zh-CN" altLang="en-US" sz="1400">
                <a:cs typeface="+mn-ea"/>
                <a:sym typeface="+mn-lt"/>
              </a:rPr>
              <a:t>到 </a:t>
            </a:r>
            <a:r>
              <a:rPr lang="en-US" altLang="zh-CN" sz="1400">
                <a:cs typeface="+mn-ea"/>
                <a:sym typeface="+mn-lt"/>
              </a:rPr>
              <a:t>dst</a:t>
            </a:r>
            <a:r>
              <a:rPr lang="zh-CN" altLang="en-US" sz="1400" dirty="0">
                <a:cs typeface="+mn-ea"/>
                <a:sym typeface="+mn-lt"/>
              </a:rPr>
              <a:t>；</a:t>
            </a:r>
            <a:endParaRPr lang="en-US" altLang="zh-CN" sz="1400" dirty="0">
              <a:cs typeface="+mn-ea"/>
              <a:sym typeface="+mn-lt"/>
            </a:endParaRPr>
          </a:p>
          <a:p>
            <a:pPr marL="285750" indent="-285750">
              <a:lnSpc>
                <a:spcPct val="150000"/>
              </a:lnSpc>
              <a:buFont typeface="Arial" panose="020B0604020202020204" pitchFamily="34" charset="0"/>
              <a:buChar char="•"/>
            </a:pPr>
            <a:r>
              <a:rPr lang="zh-CN" altLang="en-US" sz="1400" dirty="0">
                <a:cs typeface="+mn-ea"/>
                <a:sym typeface="+mn-lt"/>
              </a:rPr>
              <a:t>使用时需要满足如下安全条件：</a:t>
            </a:r>
            <a:endParaRPr lang="en-US" altLang="zh-CN" sz="1400" dirty="0">
              <a:cs typeface="+mn-ea"/>
              <a:sym typeface="+mn-lt"/>
            </a:endParaRPr>
          </a:p>
          <a:p>
            <a:pPr marL="742950" lvl="1" indent="-285750">
              <a:lnSpc>
                <a:spcPct val="150000"/>
              </a:lnSpc>
              <a:buFont typeface="Arial" panose="020B0604020202020204" pitchFamily="34" charset="0"/>
              <a:buChar char="•"/>
            </a:pPr>
            <a:r>
              <a:rPr lang="en-US" altLang="zh-CN" sz="1400">
                <a:cs typeface="+mn-ea"/>
                <a:sym typeface="+mn-lt"/>
              </a:rPr>
              <a:t>dst </a:t>
            </a:r>
            <a:r>
              <a:rPr lang="zh-CN" altLang="en-US" sz="1400" dirty="0">
                <a:cs typeface="+mn-ea"/>
                <a:sym typeface="+mn-lt"/>
              </a:rPr>
              <a:t>必须有效且</a:t>
            </a:r>
            <a:r>
              <a:rPr lang="zh-CN" altLang="en-US" sz="1400">
                <a:cs typeface="+mn-ea"/>
                <a:sym typeface="+mn-lt"/>
              </a:rPr>
              <a:t>可写；</a:t>
            </a:r>
            <a:endParaRPr lang="en-US" altLang="zh-CN" sz="1400" dirty="0">
              <a:cs typeface="+mn-ea"/>
              <a:sym typeface="+mn-lt"/>
            </a:endParaRPr>
          </a:p>
          <a:p>
            <a:pPr marL="742950" lvl="1" indent="-285750">
              <a:lnSpc>
                <a:spcPct val="150000"/>
              </a:lnSpc>
              <a:buFont typeface="Arial" panose="020B0604020202020204" pitchFamily="34" charset="0"/>
              <a:buChar char="•"/>
            </a:pPr>
            <a:r>
              <a:rPr lang="en-US" altLang="zh-CN" sz="1400">
                <a:cs typeface="+mn-ea"/>
                <a:sym typeface="+mn-lt"/>
              </a:rPr>
              <a:t>dst </a:t>
            </a:r>
            <a:r>
              <a:rPr lang="zh-CN" altLang="en-US" sz="1400" dirty="0">
                <a:cs typeface="+mn-ea"/>
                <a:sym typeface="+mn-lt"/>
              </a:rPr>
              <a:t>必须正确对齐，否则应该</a:t>
            </a:r>
            <a:r>
              <a:rPr lang="zh-CN" altLang="en-US" sz="1400">
                <a:cs typeface="+mn-ea"/>
                <a:sym typeface="+mn-lt"/>
              </a:rPr>
              <a:t>使用 </a:t>
            </a:r>
            <a:r>
              <a:rPr lang="en-US" altLang="zh-CN" sz="1400">
                <a:cs typeface="+mn-ea"/>
                <a:sym typeface="+mn-lt"/>
              </a:rPr>
              <a:t>write_unaligned</a:t>
            </a:r>
            <a:r>
              <a:rPr lang="zh-CN" altLang="en-US" sz="1400">
                <a:cs typeface="+mn-ea"/>
                <a:sym typeface="+mn-lt"/>
              </a:rPr>
              <a:t>；</a:t>
            </a:r>
            <a:endParaRPr lang="en-US" altLang="zh-CN" sz="1400">
              <a:cs typeface="+mn-ea"/>
              <a:sym typeface="+mn-lt"/>
            </a:endParaRPr>
          </a:p>
        </p:txBody>
      </p:sp>
      <p:sp>
        <p:nvSpPr>
          <p:cNvPr id="6" name="Rectangle 5"/>
          <p:cNvSpPr>
            <a:spLocks noChangeArrowheads="1"/>
          </p:cNvSpPr>
          <p:nvPr/>
        </p:nvSpPr>
        <p:spPr bwMode="auto">
          <a:xfrm>
            <a:off x="349137" y="655625"/>
            <a:ext cx="5017720" cy="876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defTabSz="914400" eaLnBrk="0" fontAlgn="base" hangingPunct="0">
              <a:lnSpc>
                <a:spcPct val="150000"/>
              </a:lnSpc>
              <a:spcBef>
                <a:spcPct val="0"/>
              </a:spcBef>
              <a:spcAft>
                <a:spcPct val="0"/>
              </a:spcAft>
            </a:pPr>
            <a:r>
              <a:rPr lang="en-US" altLang="zh-CN">
                <a:cs typeface="+mn-ea"/>
                <a:sym typeface="+mn-lt"/>
              </a:rPr>
              <a:t>ptr::write</a:t>
            </a:r>
            <a:r>
              <a:rPr lang="zh-CN" altLang="en-US">
                <a:cs typeface="+mn-ea"/>
                <a:sym typeface="+mn-lt"/>
              </a:rPr>
              <a: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zh-CN" b="1" i="0" u="none" strike="noStrike" cap="none" normalizeH="0" baseline="0">
                <a:ln>
                  <a:noFill/>
                </a:ln>
                <a:solidFill>
                  <a:srgbClr val="000000"/>
                </a:solidFill>
                <a:effectLst/>
                <a:cs typeface="+mn-ea"/>
                <a:sym typeface="+mn-lt"/>
              </a:rPr>
              <a:t>pub </a:t>
            </a:r>
            <a:r>
              <a:rPr kumimoji="0" lang="zh-CN" altLang="zh-CN" b="1" i="0" u="none" strike="noStrike" cap="none" normalizeH="0" baseline="0" dirty="0">
                <a:ln>
                  <a:noFill/>
                </a:ln>
                <a:solidFill>
                  <a:srgbClr val="000000"/>
                </a:solidFill>
                <a:effectLst/>
                <a:cs typeface="+mn-ea"/>
                <a:sym typeface="+mn-lt"/>
              </a:rPr>
              <a:t>unsafe fn write&lt;T&gt;(dst: </a:t>
            </a:r>
            <a:r>
              <a:rPr kumimoji="0" lang="zh-CN" altLang="zh-CN" b="1" i="0" u="none" strike="noStrike" cap="none" normalizeH="0" baseline="0" dirty="0">
                <a:ln>
                  <a:noFill/>
                </a:ln>
                <a:solidFill>
                  <a:srgbClr val="000000"/>
                </a:solidFill>
                <a:effectLst/>
                <a:cs typeface="+mn-ea"/>
                <a:sym typeface="+mn-lt"/>
                <a:hlinkClick r:id="rId3"/>
              </a:rPr>
              <a:t>*mut T</a:t>
            </a:r>
            <a:r>
              <a:rPr kumimoji="0" lang="zh-CN" altLang="zh-CN" b="1" i="0" u="none" strike="noStrike" cap="none" normalizeH="0" baseline="0" dirty="0">
                <a:ln>
                  <a:noFill/>
                </a:ln>
                <a:solidFill>
                  <a:srgbClr val="000000"/>
                </a:solidFill>
                <a:effectLst/>
                <a:cs typeface="+mn-ea"/>
                <a:sym typeface="+mn-lt"/>
              </a:rPr>
              <a:t>, src: T)</a:t>
            </a:r>
            <a:r>
              <a:rPr kumimoji="0" lang="zh-CN" altLang="zh-CN" b="1" i="0" u="none" strike="noStrike" cap="none" normalizeH="0" baseline="0" dirty="0">
                <a:ln>
                  <a:noFill/>
                </a:ln>
                <a:solidFill>
                  <a:schemeClr val="tx1"/>
                </a:solidFill>
                <a:effectLst/>
                <a:cs typeface="+mn-ea"/>
                <a:sym typeface="+mn-lt"/>
              </a:rPr>
              <a:t> </a:t>
            </a:r>
          </a:p>
        </p:txBody>
      </p:sp>
      <p:cxnSp>
        <p:nvCxnSpPr>
          <p:cNvPr id="9" name="直接连接符 8"/>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545369" y="1722814"/>
            <a:ext cx="6216024" cy="2677656"/>
            <a:chOff x="6105841" y="1722814"/>
            <a:chExt cx="6216024" cy="2677656"/>
          </a:xfrm>
        </p:grpSpPr>
        <p:sp>
          <p:nvSpPr>
            <p:cNvPr id="12" name="矩形 11"/>
            <p:cNvSpPr/>
            <p:nvPr/>
          </p:nvSpPr>
          <p:spPr>
            <a:xfrm>
              <a:off x="11829422" y="3429000"/>
              <a:ext cx="492443" cy="369332"/>
            </a:xfrm>
            <a:prstGeom prst="rect">
              <a:avLst/>
            </a:prstGeom>
          </p:spPr>
          <p:txBody>
            <a:bodyPr wrap="none">
              <a:spAutoFit/>
            </a:bodyPr>
            <a:lstStyle/>
            <a:p>
              <a:r>
                <a:rPr lang="en-US" altLang="zh-CN" dirty="0">
                  <a:solidFill>
                    <a:srgbClr val="FF0000"/>
                  </a:solidFill>
                  <a:cs typeface="+mn-ea"/>
                  <a:sym typeface="+mn-lt"/>
                </a:rPr>
                <a:t>UB</a:t>
              </a:r>
              <a:endParaRPr lang="zh-CN" altLang="en-US" dirty="0">
                <a:solidFill>
                  <a:srgbClr val="FF0000"/>
                </a:solidFill>
                <a:cs typeface="+mn-ea"/>
                <a:sym typeface="+mn-lt"/>
              </a:endParaRPr>
            </a:p>
          </p:txBody>
        </p:sp>
        <p:sp>
          <p:nvSpPr>
            <p:cNvPr id="3" name="矩形 2"/>
            <p:cNvSpPr/>
            <p:nvPr/>
          </p:nvSpPr>
          <p:spPr>
            <a:xfrm>
              <a:off x="6105841" y="1722814"/>
              <a:ext cx="5683865" cy="2677656"/>
            </a:xfrm>
            <a:prstGeom prst="rect">
              <a:avLst/>
            </a:prstGeom>
            <a:solidFill>
              <a:schemeClr val="tx1"/>
            </a:solidFill>
          </p:spPr>
          <p:txBody>
            <a:bodyPr wrap="square">
              <a:spAutoFit/>
            </a:bodyPr>
            <a:lstStyle/>
            <a:p>
              <a:r>
                <a:rPr lang="en-US" altLang="zh-CN" sz="1400" dirty="0">
                  <a:solidFill>
                    <a:schemeClr val="bg2"/>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altLang="zh-CN" sz="1400" dirty="0">
                  <a:solidFill>
                    <a:srgbClr val="C678DD"/>
                  </a:solidFill>
                  <a:cs typeface="+mn-ea"/>
                  <a:sym typeface="+mn-lt"/>
                </a:rPr>
                <a:t>use</a:t>
              </a:r>
              <a:r>
                <a:rPr lang="en-US" altLang="zh-CN" sz="1400" dirty="0">
                  <a:solidFill>
                    <a:srgbClr val="ABB2BF"/>
                  </a:solidFill>
                  <a:cs typeface="+mn-ea"/>
                  <a:sym typeface="+mn-lt"/>
                </a:rPr>
                <a:t> </a:t>
              </a:r>
              <a:r>
                <a:rPr lang="en-US" altLang="zh-CN" sz="1400" dirty="0">
                  <a:solidFill>
                    <a:srgbClr val="E5C07B"/>
                  </a:solidFill>
                  <a:cs typeface="+mn-ea"/>
                  <a:sym typeface="+mn-lt"/>
                </a:rPr>
                <a:t>std</a:t>
              </a:r>
              <a:r>
                <a:rPr lang="en-US" altLang="zh-CN" sz="1400" dirty="0">
                  <a:solidFill>
                    <a:srgbClr val="ABB2BF"/>
                  </a:solidFill>
                  <a:cs typeface="+mn-ea"/>
                  <a:sym typeface="+mn-lt"/>
                </a:rPr>
                <a:t>::</a:t>
              </a:r>
              <a:r>
                <a:rPr lang="en-US" altLang="zh-CN" sz="1400" dirty="0" err="1">
                  <a:solidFill>
                    <a:srgbClr val="ABB2BF"/>
                  </a:solidFill>
                  <a:cs typeface="+mn-ea"/>
                  <a:sym typeface="+mn-lt"/>
                </a:rPr>
                <a:t>ptr</a:t>
              </a:r>
              <a:r>
                <a:rPr lang="en-US" altLang="zh-CN" sz="1400" dirty="0">
                  <a:solidFill>
                    <a:srgbClr val="ABB2BF"/>
                  </a:solidFill>
                  <a:cs typeface="+mn-ea"/>
                  <a:sym typeface="+mn-lt"/>
                </a:rPr>
                <a:t>;</a:t>
              </a: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E5C07B"/>
                  </a:solidFill>
                  <a:cs typeface="+mn-ea"/>
                  <a:sym typeface="+mn-lt"/>
                </a:rPr>
                <a:t>i32</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E5C07B"/>
                  </a:solidFill>
                  <a:cs typeface="+mn-ea"/>
                  <a:sym typeface="+mn-lt"/>
                </a:rPr>
                <a:t>i32</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20</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err="1">
                  <a:solidFill>
                    <a:srgbClr val="E06C75"/>
                  </a:solidFill>
                  <a:cs typeface="+mn-ea"/>
                  <a:sym typeface="+mn-lt"/>
                </a:rPr>
                <a:t>x_ptr</a:t>
              </a:r>
              <a:r>
                <a:rPr lang="en-US" altLang="zh-CN" sz="1400" dirty="0">
                  <a:solidFill>
                    <a:srgbClr val="ABB2BF"/>
                  </a:solidFill>
                  <a:cs typeface="+mn-ea"/>
                  <a:sym typeface="+mn-lt"/>
                </a:rPr>
                <a:t>: *</a:t>
              </a:r>
              <a:r>
                <a:rPr lang="en-US" altLang="zh-CN" sz="1400" dirty="0" err="1">
                  <a:solidFill>
                    <a:srgbClr val="C678DD"/>
                  </a:solidFill>
                  <a:cs typeface="+mn-ea"/>
                  <a:sym typeface="+mn-lt"/>
                </a:rPr>
                <a:t>mut</a:t>
              </a:r>
              <a:r>
                <a:rPr lang="en-US" altLang="zh-CN" sz="1400" dirty="0">
                  <a:solidFill>
                    <a:srgbClr val="ABB2BF"/>
                  </a:solidFill>
                  <a:cs typeface="+mn-ea"/>
                  <a:sym typeface="+mn-lt"/>
                </a:rPr>
                <a:t> </a:t>
              </a:r>
              <a:r>
                <a:rPr lang="en-US" altLang="zh-CN" sz="1400" dirty="0">
                  <a:solidFill>
                    <a:srgbClr val="E5C07B"/>
                  </a:solidFill>
                  <a:cs typeface="+mn-ea"/>
                  <a:sym typeface="+mn-lt"/>
                </a:rPr>
                <a:t>i32</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&amp;</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C678DD"/>
                  </a:solidFill>
                  <a:cs typeface="+mn-ea"/>
                  <a:sym typeface="+mn-lt"/>
                </a:rPr>
                <a:t>as</a:t>
              </a:r>
              <a:r>
                <a:rPr lang="en-US" altLang="zh-CN" sz="1400" dirty="0">
                  <a:solidFill>
                    <a:srgbClr val="ABB2BF"/>
                  </a:solidFill>
                  <a:cs typeface="+mn-ea"/>
                  <a:sym typeface="+mn-lt"/>
                </a:rPr>
                <a:t> *</a:t>
              </a:r>
              <a:r>
                <a:rPr lang="en-US" altLang="zh-CN" sz="1400" dirty="0">
                  <a:solidFill>
                    <a:srgbClr val="C678DD"/>
                  </a:solidFill>
                  <a:cs typeface="+mn-ea"/>
                  <a:sym typeface="+mn-lt"/>
                </a:rPr>
                <a:t>const</a:t>
              </a:r>
              <a:r>
                <a:rPr lang="en-US" altLang="zh-CN" sz="1400" dirty="0">
                  <a:solidFill>
                    <a:srgbClr val="ABB2BF"/>
                  </a:solidFill>
                  <a:cs typeface="+mn-ea"/>
                  <a:sym typeface="+mn-lt"/>
                </a:rPr>
                <a:t> </a:t>
              </a:r>
              <a:r>
                <a:rPr lang="en-US" altLang="zh-CN" sz="1400" dirty="0">
                  <a:solidFill>
                    <a:srgbClr val="E5C07B"/>
                  </a:solidFill>
                  <a:cs typeface="+mn-ea"/>
                  <a:sym typeface="+mn-lt"/>
                </a:rPr>
                <a:t>i32</a:t>
              </a:r>
              <a:r>
                <a:rPr lang="en-US" altLang="zh-CN" sz="1400" dirty="0">
                  <a:solidFill>
                    <a:srgbClr val="ABB2BF"/>
                  </a:solidFill>
                  <a:cs typeface="+mn-ea"/>
                  <a:sym typeface="+mn-lt"/>
                </a:rPr>
                <a:t> </a:t>
              </a:r>
              <a:r>
                <a:rPr lang="en-US" altLang="zh-CN" sz="1400" dirty="0">
                  <a:solidFill>
                    <a:srgbClr val="C678DD"/>
                  </a:solidFill>
                  <a:cs typeface="+mn-ea"/>
                  <a:sym typeface="+mn-lt"/>
                </a:rPr>
                <a:t>as</a:t>
              </a:r>
              <a:r>
                <a:rPr lang="en-US" altLang="zh-CN" sz="1400" dirty="0">
                  <a:solidFill>
                    <a:srgbClr val="ABB2BF"/>
                  </a:solidFill>
                  <a:cs typeface="+mn-ea"/>
                  <a:sym typeface="+mn-lt"/>
                </a:rPr>
                <a:t> *</a:t>
              </a:r>
              <a:r>
                <a:rPr lang="en-US" altLang="zh-CN" sz="1400" dirty="0" err="1">
                  <a:solidFill>
                    <a:srgbClr val="C678DD"/>
                  </a:solidFill>
                  <a:cs typeface="+mn-ea"/>
                  <a:sym typeface="+mn-lt"/>
                </a:rPr>
                <a:t>mut</a:t>
              </a:r>
              <a:r>
                <a:rPr lang="en-US" altLang="zh-CN" sz="1400" dirty="0">
                  <a:solidFill>
                    <a:srgbClr val="ABB2BF"/>
                  </a:solidFill>
                  <a:cs typeface="+mn-ea"/>
                  <a:sym typeface="+mn-lt"/>
                </a:rPr>
                <a:t> </a:t>
              </a:r>
              <a:r>
                <a:rPr lang="en-US" altLang="zh-CN" sz="1400" dirty="0">
                  <a:solidFill>
                    <a:srgbClr val="E5C07B"/>
                  </a:solidFill>
                  <a:cs typeface="+mn-ea"/>
                  <a:sym typeface="+mn-lt"/>
                </a:rPr>
                <a:t>i32</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unsafe</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i="1" dirty="0">
                  <a:solidFill>
                    <a:srgbClr val="7F848E"/>
                  </a:solidFill>
                  <a:cs typeface="+mn-ea"/>
                  <a:sym typeface="+mn-lt"/>
                </a:rPr>
                <a:t>// write</a:t>
              </a:r>
              <a:r>
                <a:rPr lang="zh-CN" altLang="en-US" sz="1400" i="1" dirty="0">
                  <a:solidFill>
                    <a:srgbClr val="7F848E"/>
                  </a:solidFill>
                  <a:cs typeface="+mn-ea"/>
                  <a:sym typeface="+mn-lt"/>
                </a:rPr>
                <a:t>方法修改不可变数据可能会造成未定义行为</a:t>
              </a:r>
              <a:endParaRPr lang="zh-CN" altLang="en-US" sz="1400" dirty="0">
                <a:solidFill>
                  <a:srgbClr val="ABB2BF"/>
                </a:solidFill>
                <a:cs typeface="+mn-ea"/>
                <a:sym typeface="+mn-lt"/>
              </a:endParaRPr>
            </a:p>
            <a:p>
              <a:r>
                <a:rPr lang="en-US" altLang="zh-CN" sz="1400" dirty="0">
                  <a:solidFill>
                    <a:srgbClr val="ABB2BF"/>
                  </a:solidFill>
                  <a:cs typeface="+mn-ea"/>
                  <a:sym typeface="+mn-lt"/>
                </a:rPr>
                <a:t>        </a:t>
              </a:r>
              <a:r>
                <a:rPr lang="en-US" altLang="zh-CN" sz="1400" dirty="0" err="1">
                  <a:solidFill>
                    <a:srgbClr val="E5C07B"/>
                  </a:solidFill>
                  <a:cs typeface="+mn-ea"/>
                  <a:sym typeface="+mn-lt"/>
                </a:rPr>
                <a:t>ptr</a:t>
              </a:r>
              <a:r>
                <a:rPr lang="en-US" altLang="zh-CN" sz="1400" dirty="0">
                  <a:solidFill>
                    <a:srgbClr val="ABB2BF"/>
                  </a:solidFill>
                  <a:cs typeface="+mn-ea"/>
                  <a:sym typeface="+mn-lt"/>
                </a:rPr>
                <a:t>::</a:t>
              </a:r>
              <a:r>
                <a:rPr lang="en-US" altLang="zh-CN" sz="1400" dirty="0">
                  <a:solidFill>
                    <a:srgbClr val="61AFEF"/>
                  </a:solidFill>
                  <a:cs typeface="+mn-ea"/>
                  <a:sym typeface="+mn-lt"/>
                </a:rPr>
                <a:t>write</a:t>
              </a:r>
              <a:r>
                <a:rPr lang="en-US" altLang="zh-CN" sz="1400" dirty="0">
                  <a:solidFill>
                    <a:srgbClr val="ABB2BF"/>
                  </a:solidFill>
                  <a:cs typeface="+mn-ea"/>
                  <a:sym typeface="+mn-lt"/>
                </a:rPr>
                <a:t>(</a:t>
              </a:r>
              <a:r>
                <a:rPr lang="en-US" altLang="zh-CN" sz="1400" dirty="0" err="1">
                  <a:solidFill>
                    <a:srgbClr val="E06C75"/>
                  </a:solidFill>
                  <a:cs typeface="+mn-ea"/>
                  <a:sym typeface="+mn-lt"/>
                </a:rPr>
                <a:t>x_ptr</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a:t>
              </a:r>
            </a:p>
            <a:p>
              <a:r>
                <a:rPr lang="en-US" altLang="zh-CN" sz="1400">
                  <a:solidFill>
                    <a:srgbClr val="ABB2BF"/>
                  </a:solidFill>
                  <a:cs typeface="+mn-ea"/>
                  <a:sym typeface="+mn-lt"/>
                </a:rPr>
                <a:t>}</a:t>
              </a:r>
              <a:endParaRPr lang="en-US" altLang="zh-CN" sz="1400" b="0" dirty="0">
                <a:solidFill>
                  <a:srgbClr val="ABB2BF"/>
                </a:solidFill>
                <a:effectLst/>
                <a:cs typeface="+mn-ea"/>
                <a:sym typeface="+mn-lt"/>
              </a:endParaRPr>
            </a:p>
          </p:txBody>
        </p:sp>
        <p:cxnSp>
          <p:nvCxnSpPr>
            <p:cNvPr id="13" name="直接箭头连接符 12"/>
            <p:cNvCxnSpPr>
              <a:cxnSpLocks/>
            </p:cNvCxnSpPr>
            <p:nvPr/>
          </p:nvCxnSpPr>
          <p:spPr>
            <a:xfrm flipH="1">
              <a:off x="9051329" y="3599060"/>
              <a:ext cx="2808514" cy="0"/>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103369"/>
            <a:ext cx="10740640" cy="615021"/>
          </a:xfrm>
        </p:spPr>
        <p:txBody>
          <a:bodyPr>
            <a:normAutofit/>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a:t>
            </a:r>
            <a:r>
              <a:rPr lang="zh-CN" altLang="en-US" b="1" dirty="0">
                <a:solidFill>
                  <a:srgbClr val="C00000"/>
                </a:solidFill>
                <a:latin typeface="+mn-lt"/>
                <a:ea typeface="+mn-ea"/>
                <a:cs typeface="+mn-ea"/>
                <a:sym typeface="+mn-lt"/>
              </a:rPr>
              <a:t>指针</a:t>
            </a:r>
            <a:r>
              <a:rPr lang="zh-CN" altLang="en-US" b="1">
                <a:solidFill>
                  <a:srgbClr val="C00000"/>
                </a:solidFill>
                <a:latin typeface="+mn-lt"/>
                <a:ea typeface="+mn-ea"/>
                <a:cs typeface="+mn-ea"/>
                <a:sym typeface="+mn-lt"/>
              </a:rPr>
              <a:t>安全抽象</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常用方法</a:t>
            </a:r>
            <a:endParaRPr lang="zh-CN" altLang="en-US" b="1" dirty="0">
              <a:solidFill>
                <a:srgbClr val="C00000"/>
              </a:solidFill>
              <a:latin typeface="+mn-lt"/>
              <a:ea typeface="+mn-ea"/>
              <a:cs typeface="+mn-ea"/>
              <a:sym typeface="+mn-lt"/>
            </a:endParaRPr>
          </a:p>
        </p:txBody>
      </p:sp>
      <p:sp>
        <p:nvSpPr>
          <p:cNvPr id="5" name="文本框 4"/>
          <p:cNvSpPr txBox="1"/>
          <p:nvPr/>
        </p:nvSpPr>
        <p:spPr>
          <a:xfrm>
            <a:off x="486609" y="1556459"/>
            <a:ext cx="4486607" cy="2639569"/>
          </a:xfrm>
          <a:prstGeom prst="rect">
            <a:avLst/>
          </a:prstGeom>
          <a:noFill/>
        </p:spPr>
        <p:txBody>
          <a:bodyPr vert="horz" wrap="square" rtlCol="0">
            <a:spAutoFit/>
          </a:bodyPr>
          <a:lstStyle/>
          <a:p>
            <a:pPr marL="285750" indent="-285750">
              <a:lnSpc>
                <a:spcPct val="150000"/>
              </a:lnSpc>
              <a:buFont typeface="Arial" panose="020B0604020202020204" pitchFamily="34" charset="0"/>
              <a:buChar char="•"/>
            </a:pPr>
            <a:r>
              <a:rPr lang="zh-CN" altLang="en-US" sz="1400" dirty="0">
                <a:cs typeface="+mn-ea"/>
                <a:sym typeface="+mn-lt"/>
              </a:rPr>
              <a:t>用于从指针指向内存读取一个值，</a:t>
            </a:r>
            <a:r>
              <a:rPr lang="zh-CN" altLang="en-US" sz="1400" dirty="0">
                <a:solidFill>
                  <a:srgbClr val="FF0000"/>
                </a:solidFill>
                <a:cs typeface="+mn-ea"/>
                <a:sym typeface="+mn-lt"/>
              </a:rPr>
              <a:t>但不会转移所有权</a:t>
            </a:r>
            <a:r>
              <a:rPr lang="zh-CN" altLang="en-US" sz="1400" dirty="0">
                <a:cs typeface="+mn-ea"/>
                <a:sym typeface="+mn-lt"/>
              </a:rPr>
              <a:t>；</a:t>
            </a:r>
            <a:endParaRPr lang="en-US" altLang="zh-CN" sz="1400" dirty="0">
              <a:cs typeface="+mn-ea"/>
              <a:sym typeface="+mn-lt"/>
            </a:endParaRPr>
          </a:p>
          <a:p>
            <a:pPr marL="285750" indent="-285750">
              <a:lnSpc>
                <a:spcPct val="150000"/>
              </a:lnSpc>
              <a:buFont typeface="Arial" panose="020B0604020202020204" pitchFamily="34" charset="0"/>
              <a:buChar char="•"/>
            </a:pPr>
            <a:r>
              <a:rPr lang="zh-CN" altLang="en-US" sz="1400" dirty="0">
                <a:cs typeface="+mn-ea"/>
                <a:sym typeface="+mn-lt"/>
              </a:rPr>
              <a:t>使用时需要满足如下安全条件：</a:t>
            </a:r>
            <a:endParaRPr lang="en-US" altLang="zh-CN" sz="1400" dirty="0">
              <a:cs typeface="+mn-ea"/>
              <a:sym typeface="+mn-lt"/>
            </a:endParaRPr>
          </a:p>
          <a:p>
            <a:pPr marL="742950" lvl="1" indent="-285750">
              <a:lnSpc>
                <a:spcPct val="150000"/>
              </a:lnSpc>
              <a:buFont typeface="Arial" panose="020B0604020202020204" pitchFamily="34" charset="0"/>
              <a:buChar char="•"/>
            </a:pPr>
            <a:r>
              <a:rPr lang="en-US" altLang="zh-CN" sz="1400" dirty="0" err="1">
                <a:cs typeface="+mn-ea"/>
                <a:sym typeface="+mn-lt"/>
              </a:rPr>
              <a:t>src</a:t>
            </a:r>
            <a:r>
              <a:rPr lang="en-US" altLang="zh-CN" sz="1400" dirty="0">
                <a:cs typeface="+mn-ea"/>
                <a:sym typeface="+mn-lt"/>
              </a:rPr>
              <a:t> </a:t>
            </a:r>
            <a:r>
              <a:rPr lang="zh-CN" altLang="en-US" sz="1400" dirty="0">
                <a:cs typeface="+mn-ea"/>
                <a:sym typeface="+mn-lt"/>
              </a:rPr>
              <a:t>必须有效且可读；</a:t>
            </a:r>
            <a:endParaRPr lang="en-US" altLang="zh-CN" sz="1400" dirty="0">
              <a:cs typeface="+mn-ea"/>
              <a:sym typeface="+mn-lt"/>
            </a:endParaRPr>
          </a:p>
          <a:p>
            <a:pPr marL="742950" lvl="1" indent="-285750">
              <a:lnSpc>
                <a:spcPct val="150000"/>
              </a:lnSpc>
              <a:buFont typeface="Arial" panose="020B0604020202020204" pitchFamily="34" charset="0"/>
              <a:buChar char="•"/>
            </a:pPr>
            <a:r>
              <a:rPr lang="en-US" altLang="zh-CN" sz="1400" dirty="0" err="1">
                <a:cs typeface="+mn-ea"/>
                <a:sym typeface="+mn-lt"/>
              </a:rPr>
              <a:t>src</a:t>
            </a:r>
            <a:r>
              <a:rPr lang="en-US" altLang="zh-CN" sz="1400" dirty="0">
                <a:cs typeface="+mn-ea"/>
                <a:sym typeface="+mn-lt"/>
              </a:rPr>
              <a:t> </a:t>
            </a:r>
            <a:r>
              <a:rPr lang="zh-CN" altLang="en-US" sz="1400" dirty="0">
                <a:cs typeface="+mn-ea"/>
                <a:sym typeface="+mn-lt"/>
              </a:rPr>
              <a:t>必须正确对齐，否则应该使用 </a:t>
            </a:r>
            <a:r>
              <a:rPr lang="en-US" altLang="zh-CN" sz="1400" dirty="0" err="1">
                <a:cs typeface="+mn-ea"/>
                <a:sym typeface="+mn-lt"/>
              </a:rPr>
              <a:t>read_unaligned</a:t>
            </a:r>
            <a:r>
              <a:rPr lang="zh-CN" altLang="en-US" sz="1400" dirty="0">
                <a:cs typeface="+mn-ea"/>
                <a:sym typeface="+mn-lt"/>
              </a:rPr>
              <a:t>；</a:t>
            </a:r>
            <a:endParaRPr lang="en-US" altLang="zh-CN" sz="1400" dirty="0">
              <a:cs typeface="+mn-ea"/>
              <a:sym typeface="+mn-lt"/>
            </a:endParaRPr>
          </a:p>
          <a:p>
            <a:pPr marL="742950" lvl="1" indent="-285750">
              <a:lnSpc>
                <a:spcPct val="150000"/>
              </a:lnSpc>
              <a:buFont typeface="Arial" panose="020B0604020202020204" pitchFamily="34" charset="0"/>
              <a:buChar char="•"/>
            </a:pPr>
            <a:r>
              <a:rPr lang="en-US" altLang="zh-CN" sz="1400" dirty="0" err="1">
                <a:cs typeface="+mn-ea"/>
                <a:sym typeface="+mn-lt"/>
              </a:rPr>
              <a:t>src</a:t>
            </a:r>
            <a:r>
              <a:rPr lang="en-US" altLang="zh-CN" sz="1400" dirty="0">
                <a:cs typeface="+mn-ea"/>
                <a:sym typeface="+mn-lt"/>
              </a:rPr>
              <a:t> </a:t>
            </a:r>
            <a:r>
              <a:rPr lang="zh-CN" altLang="en-US" sz="1400" dirty="0">
                <a:cs typeface="+mn-ea"/>
                <a:sym typeface="+mn-lt"/>
              </a:rPr>
              <a:t>指向的必须是一个正确初始化的内存位置读取值；</a:t>
            </a:r>
            <a:endParaRPr lang="en-US" altLang="zh-CN" sz="1400" dirty="0">
              <a:cs typeface="+mn-ea"/>
              <a:sym typeface="+mn-lt"/>
            </a:endParaRPr>
          </a:p>
        </p:txBody>
      </p:sp>
      <p:sp>
        <p:nvSpPr>
          <p:cNvPr id="3" name="Rectangle 1"/>
          <p:cNvSpPr>
            <a:spLocks noChangeArrowheads="1"/>
          </p:cNvSpPr>
          <p:nvPr/>
        </p:nvSpPr>
        <p:spPr bwMode="auto">
          <a:xfrm>
            <a:off x="206660" y="589753"/>
            <a:ext cx="4886274" cy="876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defTabSz="914400" eaLnBrk="0" fontAlgn="base" hangingPunct="0">
              <a:lnSpc>
                <a:spcPct val="150000"/>
              </a:lnSpc>
              <a:spcBef>
                <a:spcPct val="0"/>
              </a:spcBef>
              <a:spcAft>
                <a:spcPct val="0"/>
              </a:spcAft>
            </a:pPr>
            <a:r>
              <a:rPr lang="en-US" altLang="zh-CN">
                <a:cs typeface="+mn-ea"/>
                <a:sym typeface="+mn-lt"/>
              </a:rPr>
              <a:t>ptr::read</a:t>
            </a:r>
            <a:r>
              <a:rPr lang="zh-CN" altLang="en-US">
                <a:cs typeface="+mn-ea"/>
                <a:sym typeface="+mn-lt"/>
              </a:rPr>
              <a: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zh-CN" b="1" i="0" u="none" strike="noStrike" cap="none" normalizeH="0" baseline="0">
                <a:ln>
                  <a:noFill/>
                </a:ln>
                <a:solidFill>
                  <a:srgbClr val="000000"/>
                </a:solidFill>
                <a:effectLst/>
                <a:cs typeface="+mn-ea"/>
                <a:sym typeface="+mn-lt"/>
              </a:rPr>
              <a:t>pub unsafe fn read&lt;T&gt;(src: </a:t>
            </a:r>
            <a:r>
              <a:rPr kumimoji="0" lang="zh-CN" altLang="zh-CN" b="1" i="0" u="none" strike="noStrike" cap="none" normalizeH="0" baseline="0">
                <a:ln>
                  <a:noFill/>
                </a:ln>
                <a:solidFill>
                  <a:srgbClr val="000000"/>
                </a:solidFill>
                <a:effectLst/>
                <a:cs typeface="+mn-ea"/>
                <a:sym typeface="+mn-lt"/>
                <a:hlinkClick r:id="rId3"/>
              </a:rPr>
              <a:t>*const T</a:t>
            </a:r>
            <a:r>
              <a:rPr kumimoji="0" lang="zh-CN" altLang="zh-CN" b="1" i="0" u="none" strike="noStrike" cap="none" normalizeH="0" baseline="0">
                <a:ln>
                  <a:noFill/>
                </a:ln>
                <a:solidFill>
                  <a:srgbClr val="000000"/>
                </a:solidFill>
                <a:effectLst/>
                <a:cs typeface="+mn-ea"/>
                <a:sym typeface="+mn-lt"/>
              </a:rPr>
              <a:t>) -&gt; T</a:t>
            </a:r>
            <a:r>
              <a:rPr kumimoji="0" lang="zh-CN" altLang="zh-CN" b="1" i="0" u="none" strike="noStrike" cap="none" normalizeH="0" baseline="0">
                <a:ln>
                  <a:noFill/>
                </a:ln>
                <a:solidFill>
                  <a:schemeClr val="tx1"/>
                </a:solidFill>
                <a:effectLst/>
                <a:cs typeface="+mn-ea"/>
                <a:sym typeface="+mn-lt"/>
              </a:rPr>
              <a:t> </a:t>
            </a:r>
          </a:p>
        </p:txBody>
      </p:sp>
      <p:cxnSp>
        <p:nvCxnSpPr>
          <p:cNvPr id="9" name="直接连接符 8"/>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4973216" y="2390829"/>
            <a:ext cx="7058033" cy="4311829"/>
            <a:chOff x="5315723" y="1448438"/>
            <a:chExt cx="6096000" cy="4311829"/>
          </a:xfrm>
        </p:grpSpPr>
        <p:sp>
          <p:nvSpPr>
            <p:cNvPr id="12" name="矩形 11"/>
            <p:cNvSpPr/>
            <p:nvPr/>
          </p:nvSpPr>
          <p:spPr>
            <a:xfrm>
              <a:off x="7939434" y="5390935"/>
              <a:ext cx="425321" cy="369332"/>
            </a:xfrm>
            <a:prstGeom prst="rect">
              <a:avLst/>
            </a:prstGeom>
          </p:spPr>
          <p:txBody>
            <a:bodyPr wrap="none">
              <a:spAutoFit/>
            </a:bodyPr>
            <a:lstStyle/>
            <a:p>
              <a:r>
                <a:rPr lang="en-US" altLang="zh-CN" dirty="0">
                  <a:solidFill>
                    <a:srgbClr val="FF0000"/>
                  </a:solidFill>
                  <a:cs typeface="+mn-ea"/>
                  <a:sym typeface="+mn-lt"/>
                </a:rPr>
                <a:t>UB</a:t>
              </a:r>
              <a:endParaRPr lang="zh-CN" altLang="en-US" dirty="0">
                <a:solidFill>
                  <a:srgbClr val="FF0000"/>
                </a:solidFill>
                <a:cs typeface="+mn-ea"/>
                <a:sym typeface="+mn-lt"/>
              </a:endParaRPr>
            </a:p>
          </p:txBody>
        </p:sp>
        <p:sp>
          <p:nvSpPr>
            <p:cNvPr id="4" name="矩形 3"/>
            <p:cNvSpPr/>
            <p:nvPr/>
          </p:nvSpPr>
          <p:spPr>
            <a:xfrm>
              <a:off x="5315723" y="1448438"/>
              <a:ext cx="6096000" cy="2893100"/>
            </a:xfrm>
            <a:prstGeom prst="rect">
              <a:avLst/>
            </a:prstGeom>
            <a:solidFill>
              <a:schemeClr val="tx1"/>
            </a:solidFill>
          </p:spPr>
          <p:txBody>
            <a:bodyPr>
              <a:spAutoFit/>
            </a:bodyPr>
            <a:lstStyle/>
            <a:p>
              <a:r>
                <a:rPr lang="en-US" altLang="zh-CN" sz="1400" dirty="0">
                  <a:solidFill>
                    <a:schemeClr val="bg2"/>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altLang="zh-CN" sz="1400" dirty="0">
                  <a:solidFill>
                    <a:srgbClr val="C678DD"/>
                  </a:solidFill>
                  <a:cs typeface="+mn-ea"/>
                  <a:sym typeface="+mn-lt"/>
                </a:rPr>
                <a:t>use</a:t>
              </a:r>
              <a:r>
                <a:rPr lang="en-US" altLang="zh-CN" sz="1400" dirty="0">
                  <a:solidFill>
                    <a:srgbClr val="ABB2BF"/>
                  </a:solidFill>
                  <a:cs typeface="+mn-ea"/>
                  <a:sym typeface="+mn-lt"/>
                </a:rPr>
                <a:t> </a:t>
              </a:r>
              <a:r>
                <a:rPr lang="en-US" altLang="zh-CN" sz="1400" dirty="0">
                  <a:solidFill>
                    <a:srgbClr val="E5C07B"/>
                  </a:solidFill>
                  <a:cs typeface="+mn-ea"/>
                  <a:sym typeface="+mn-lt"/>
                </a:rPr>
                <a:t>std</a:t>
              </a:r>
              <a:r>
                <a:rPr lang="en-US" altLang="zh-CN" sz="1400" dirty="0">
                  <a:solidFill>
                    <a:srgbClr val="ABB2BF"/>
                  </a:solidFill>
                  <a:cs typeface="+mn-ea"/>
                  <a:sym typeface="+mn-lt"/>
                </a:rPr>
                <a:t>::</a:t>
              </a:r>
              <a:r>
                <a:rPr lang="en-US" altLang="zh-CN" sz="1400" dirty="0" err="1">
                  <a:solidFill>
                    <a:srgbClr val="ABB2BF"/>
                  </a:solidFill>
                  <a:cs typeface="+mn-ea"/>
                  <a:sym typeface="+mn-lt"/>
                </a:rPr>
                <a:t>ptr</a:t>
              </a:r>
              <a:r>
                <a:rPr lang="en-US" altLang="zh-CN" sz="1400" dirty="0">
                  <a:solidFill>
                    <a:srgbClr val="ABB2BF"/>
                  </a:solidFill>
                  <a:cs typeface="+mn-ea"/>
                  <a:sym typeface="+mn-lt"/>
                </a:rPr>
                <a:t>;</a:t>
              </a:r>
            </a:p>
            <a:p>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E5C07B"/>
                  </a:solidFill>
                  <a:cs typeface="+mn-ea"/>
                  <a:sym typeface="+mn-lt"/>
                </a:rPr>
                <a:t>Box</a:t>
              </a:r>
              <a:r>
                <a:rPr lang="en-US" altLang="zh-CN" sz="1400" dirty="0">
                  <a:solidFill>
                    <a:srgbClr val="ABB2BF"/>
                  </a:solidFill>
                  <a:cs typeface="+mn-ea"/>
                  <a:sym typeface="+mn-lt"/>
                </a:rPr>
                <a:t>::</a:t>
              </a:r>
              <a:r>
                <a:rPr lang="en-US" altLang="zh-CN" sz="1400" dirty="0">
                  <a:solidFill>
                    <a:srgbClr val="61AFEF"/>
                  </a:solidFill>
                  <a:cs typeface="+mn-ea"/>
                  <a:sym typeface="+mn-lt"/>
                </a:rPr>
                <a:t>new</a:t>
              </a:r>
              <a:r>
                <a:rPr lang="en-US" altLang="zh-CN" sz="1400" dirty="0">
                  <a:solidFill>
                    <a:srgbClr val="ABB2BF"/>
                  </a:solidFill>
                  <a:cs typeface="+mn-ea"/>
                  <a:sym typeface="+mn-lt"/>
                </a:rPr>
                <a:t>(</a:t>
              </a:r>
              <a:r>
                <a:rPr lang="en-US" altLang="zh-CN" sz="1400" dirty="0">
                  <a:solidFill>
                    <a:srgbClr val="D19A66"/>
                  </a:solidFill>
                  <a:cs typeface="+mn-ea"/>
                  <a:sym typeface="+mn-lt"/>
                </a:rPr>
                <a:t>10</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err="1">
                  <a:solidFill>
                    <a:srgbClr val="E06C75"/>
                  </a:solidFill>
                  <a:cs typeface="+mn-ea"/>
                  <a:sym typeface="+mn-lt"/>
                </a:rPr>
                <a:t>x_ptr</a:t>
              </a:r>
              <a:r>
                <a:rPr lang="en-US" altLang="zh-CN" sz="1400" dirty="0">
                  <a:solidFill>
                    <a:srgbClr val="ABB2BF"/>
                  </a:solidFill>
                  <a:cs typeface="+mn-ea"/>
                  <a:sym typeface="+mn-lt"/>
                </a:rPr>
                <a:t>: *</a:t>
              </a:r>
              <a:r>
                <a:rPr lang="en-US" altLang="zh-CN" sz="1400" dirty="0" err="1">
                  <a:solidFill>
                    <a:srgbClr val="C678DD"/>
                  </a:solidFill>
                  <a:cs typeface="+mn-ea"/>
                  <a:sym typeface="+mn-lt"/>
                </a:rPr>
                <a:t>mut</a:t>
              </a:r>
              <a:r>
                <a:rPr lang="en-US" altLang="zh-CN" sz="1400" dirty="0">
                  <a:solidFill>
                    <a:srgbClr val="ABB2BF"/>
                  </a:solidFill>
                  <a:cs typeface="+mn-ea"/>
                  <a:sym typeface="+mn-lt"/>
                </a:rPr>
                <a:t> </a:t>
              </a:r>
              <a:r>
                <a:rPr lang="en-US" altLang="zh-CN" sz="1400" dirty="0">
                  <a:solidFill>
                    <a:srgbClr val="E5C07B"/>
                  </a:solidFill>
                  <a:cs typeface="+mn-ea"/>
                  <a:sym typeface="+mn-lt"/>
                </a:rPr>
                <a:t>Box</a:t>
              </a:r>
              <a:r>
                <a:rPr lang="en-US" altLang="zh-CN" sz="1400" dirty="0">
                  <a:solidFill>
                    <a:srgbClr val="ABB2BF"/>
                  </a:solidFill>
                  <a:cs typeface="+mn-ea"/>
                  <a:sym typeface="+mn-lt"/>
                </a:rPr>
                <a:t>&lt;</a:t>
              </a:r>
              <a:r>
                <a:rPr lang="en-US" altLang="zh-CN" sz="1400" dirty="0">
                  <a:solidFill>
                    <a:srgbClr val="E5C07B"/>
                  </a:solidFill>
                  <a:cs typeface="+mn-ea"/>
                  <a:sym typeface="+mn-lt"/>
                </a:rPr>
                <a:t>i32</a:t>
              </a:r>
              <a:r>
                <a:rPr lang="en-US" altLang="zh-CN" sz="1400" dirty="0">
                  <a:solidFill>
                    <a:srgbClr val="ABB2BF"/>
                  </a:solidFill>
                  <a:cs typeface="+mn-ea"/>
                  <a:sym typeface="+mn-lt"/>
                </a:rPr>
                <a:t>&gt; </a:t>
              </a:r>
              <a:r>
                <a:rPr lang="en-US" altLang="zh-CN" sz="1400" dirty="0">
                  <a:solidFill>
                    <a:srgbClr val="56B6C2"/>
                  </a:solidFill>
                  <a:cs typeface="+mn-ea"/>
                  <a:sym typeface="+mn-lt"/>
                </a:rPr>
                <a:t>=</a:t>
              </a:r>
              <a:r>
                <a:rPr lang="en-US" altLang="zh-CN" sz="1400" dirty="0">
                  <a:solidFill>
                    <a:srgbClr val="ABB2BF"/>
                  </a:solidFill>
                  <a:cs typeface="+mn-ea"/>
                  <a:sym typeface="+mn-lt"/>
                </a:rPr>
                <a:t> &amp;</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C678DD"/>
                  </a:solidFill>
                  <a:cs typeface="+mn-ea"/>
                  <a:sym typeface="+mn-lt"/>
                </a:rPr>
                <a:t>as</a:t>
              </a:r>
              <a:r>
                <a:rPr lang="en-US" altLang="zh-CN" sz="1400" dirty="0">
                  <a:solidFill>
                    <a:srgbClr val="ABB2BF"/>
                  </a:solidFill>
                  <a:cs typeface="+mn-ea"/>
                  <a:sym typeface="+mn-lt"/>
                </a:rPr>
                <a:t> *</a:t>
              </a:r>
              <a:r>
                <a:rPr lang="en-US" altLang="zh-CN" sz="1400" dirty="0">
                  <a:solidFill>
                    <a:srgbClr val="C678DD"/>
                  </a:solidFill>
                  <a:cs typeface="+mn-ea"/>
                  <a:sym typeface="+mn-lt"/>
                </a:rPr>
                <a:t>const</a:t>
              </a:r>
              <a:r>
                <a:rPr lang="en-US" altLang="zh-CN" sz="1400" dirty="0">
                  <a:solidFill>
                    <a:srgbClr val="ABB2BF"/>
                  </a:solidFill>
                  <a:cs typeface="+mn-ea"/>
                  <a:sym typeface="+mn-lt"/>
                </a:rPr>
                <a:t> </a:t>
              </a:r>
              <a:r>
                <a:rPr lang="en-US" altLang="zh-CN" sz="1400" dirty="0">
                  <a:solidFill>
                    <a:srgbClr val="D19A66"/>
                  </a:solidFill>
                  <a:cs typeface="+mn-ea"/>
                  <a:sym typeface="+mn-lt"/>
                </a:rPr>
                <a:t>Box</a:t>
              </a:r>
              <a:r>
                <a:rPr lang="en-US" altLang="zh-CN" sz="1400" dirty="0">
                  <a:solidFill>
                    <a:srgbClr val="ABB2BF"/>
                  </a:solidFill>
                  <a:cs typeface="+mn-ea"/>
                  <a:sym typeface="+mn-lt"/>
                </a:rPr>
                <a:t>&lt;</a:t>
              </a:r>
              <a:r>
                <a:rPr lang="en-US" altLang="zh-CN" sz="1400" dirty="0">
                  <a:solidFill>
                    <a:srgbClr val="E5C07B"/>
                  </a:solidFill>
                  <a:cs typeface="+mn-ea"/>
                  <a:sym typeface="+mn-lt"/>
                </a:rPr>
                <a:t>i32</a:t>
              </a:r>
              <a:r>
                <a:rPr lang="en-US" altLang="zh-CN" sz="1400" dirty="0">
                  <a:solidFill>
                    <a:srgbClr val="ABB2BF"/>
                  </a:solidFill>
                  <a:cs typeface="+mn-ea"/>
                  <a:sym typeface="+mn-lt"/>
                </a:rPr>
                <a:t>&gt; </a:t>
              </a:r>
              <a:r>
                <a:rPr lang="en-US" altLang="zh-CN" sz="1400" dirty="0">
                  <a:solidFill>
                    <a:srgbClr val="C678DD"/>
                  </a:solidFill>
                  <a:cs typeface="+mn-ea"/>
                  <a:sym typeface="+mn-lt"/>
                </a:rPr>
                <a:t>as</a:t>
              </a:r>
              <a:r>
                <a:rPr lang="en-US" altLang="zh-CN" sz="1400" dirty="0">
                  <a:solidFill>
                    <a:srgbClr val="ABB2BF"/>
                  </a:solidFill>
                  <a:cs typeface="+mn-ea"/>
                  <a:sym typeface="+mn-lt"/>
                </a:rPr>
                <a:t> *</a:t>
              </a:r>
              <a:r>
                <a:rPr lang="en-US" altLang="zh-CN" sz="1400" dirty="0" err="1">
                  <a:solidFill>
                    <a:srgbClr val="C678DD"/>
                  </a:solidFill>
                  <a:cs typeface="+mn-ea"/>
                  <a:sym typeface="+mn-lt"/>
                </a:rPr>
                <a:t>mut</a:t>
              </a:r>
              <a:r>
                <a:rPr lang="en-US" altLang="zh-CN" sz="1400" dirty="0">
                  <a:solidFill>
                    <a:srgbClr val="ABB2BF"/>
                  </a:solidFill>
                  <a:cs typeface="+mn-ea"/>
                  <a:sym typeface="+mn-lt"/>
                </a:rPr>
                <a:t> </a:t>
              </a:r>
              <a:r>
                <a:rPr lang="en-US" altLang="zh-CN" sz="1400" dirty="0">
                  <a:solidFill>
                    <a:srgbClr val="E5C07B"/>
                  </a:solidFill>
                  <a:cs typeface="+mn-ea"/>
                  <a:sym typeface="+mn-lt"/>
                </a:rPr>
                <a:t>Box</a:t>
              </a:r>
              <a:r>
                <a:rPr lang="en-US" altLang="zh-CN" sz="1400" dirty="0">
                  <a:solidFill>
                    <a:srgbClr val="ABB2BF"/>
                  </a:solidFill>
                  <a:cs typeface="+mn-ea"/>
                  <a:sym typeface="+mn-lt"/>
                </a:rPr>
                <a:t>&lt;</a:t>
              </a:r>
              <a:r>
                <a:rPr lang="en-US" altLang="zh-CN" sz="1400" dirty="0">
                  <a:solidFill>
                    <a:srgbClr val="E5C07B"/>
                  </a:solidFill>
                  <a:cs typeface="+mn-ea"/>
                  <a:sym typeface="+mn-lt"/>
                </a:rPr>
                <a:t>i32</a:t>
              </a:r>
              <a:r>
                <a:rPr lang="en-US" altLang="zh-CN" sz="1400" dirty="0">
                  <a:solidFill>
                    <a:srgbClr val="ABB2BF"/>
                  </a:solidFill>
                  <a:cs typeface="+mn-ea"/>
                  <a:sym typeface="+mn-lt"/>
                </a:rPr>
                <a:t>&gt;;</a:t>
              </a:r>
            </a:p>
            <a:p>
              <a:r>
                <a:rPr lang="en-US" altLang="zh-CN" sz="1400" dirty="0">
                  <a:solidFill>
                    <a:srgbClr val="ABB2BF"/>
                  </a:solidFill>
                  <a:cs typeface="+mn-ea"/>
                  <a:sym typeface="+mn-lt"/>
                </a:rPr>
                <a:t>    //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x1 </a:t>
              </a:r>
              <a:r>
                <a:rPr lang="en-US" altLang="zh-CN" sz="1400" dirty="0">
                  <a:solidFill>
                    <a:srgbClr val="56B6C2"/>
                  </a:solidFill>
                  <a:cs typeface="+mn-ea"/>
                  <a:sym typeface="+mn-lt"/>
                </a:rPr>
                <a:t>= </a:t>
              </a:r>
              <a:r>
                <a:rPr lang="en-US" altLang="zh-CN" sz="1400" dirty="0">
                  <a:solidFill>
                    <a:srgbClr val="E06C75"/>
                  </a:solidFill>
                  <a:cs typeface="+mn-ea"/>
                  <a:sym typeface="+mn-lt"/>
                </a:rPr>
                <a:t>*</a:t>
              </a:r>
              <a:r>
                <a:rPr lang="en-US" altLang="zh-CN" sz="1400" dirty="0" err="1">
                  <a:solidFill>
                    <a:srgbClr val="E06C75"/>
                  </a:solidFill>
                  <a:cs typeface="+mn-ea"/>
                  <a:sym typeface="+mn-lt"/>
                </a:rPr>
                <a:t>x_ptr</a:t>
              </a:r>
              <a:r>
                <a:rPr lang="en-US" altLang="zh-CN" sz="1400" dirty="0">
                  <a:solidFill>
                    <a:srgbClr val="E06C75"/>
                  </a:solidFill>
                  <a:cs typeface="+mn-ea"/>
                  <a:sym typeface="+mn-lt"/>
                </a:rPr>
                <a:t>; </a:t>
              </a:r>
              <a:r>
                <a:rPr lang="en-US" altLang="zh-CN" sz="1400" dirty="0">
                  <a:solidFill>
                    <a:srgbClr val="ABB2BF"/>
                  </a:solidFill>
                  <a:cs typeface="+mn-ea"/>
                  <a:sym typeface="+mn-lt"/>
                </a:rPr>
                <a:t>//</a:t>
              </a:r>
              <a:r>
                <a:rPr lang="en-US" altLang="zh-CN" sz="1400" dirty="0">
                  <a:solidFill>
                    <a:srgbClr val="E06C75"/>
                  </a:solidFill>
                  <a:cs typeface="+mn-ea"/>
                  <a:sym typeface="+mn-lt"/>
                </a:rPr>
                <a:t> </a:t>
              </a:r>
              <a:r>
                <a:rPr lang="zh-CN" altLang="en-US" sz="1400" b="1" dirty="0">
                  <a:solidFill>
                    <a:srgbClr val="00B050"/>
                  </a:solidFill>
                  <a:cs typeface="+mn-ea"/>
                  <a:sym typeface="+mn-lt"/>
                </a:rPr>
                <a:t>编译报错</a:t>
              </a:r>
              <a:endParaRPr lang="en-US" altLang="zh-CN" sz="1400" b="1" dirty="0">
                <a:solidFill>
                  <a:srgbClr val="00B050"/>
                </a:solidFill>
                <a:cs typeface="+mn-ea"/>
                <a:sym typeface="+mn-lt"/>
              </a:endParaRPr>
            </a:p>
            <a:p>
              <a:r>
                <a:rPr lang="en-US" altLang="zh-CN" sz="1400" dirty="0">
                  <a:solidFill>
                    <a:srgbClr val="ABB2BF"/>
                  </a:solidFill>
                  <a:cs typeface="+mn-ea"/>
                  <a:sym typeface="+mn-lt"/>
                </a:rPr>
                <a:t>    </a:t>
              </a:r>
              <a:r>
                <a:rPr lang="en-US" altLang="zh-CN" sz="1400" dirty="0">
                  <a:solidFill>
                    <a:srgbClr val="C678DD"/>
                  </a:solidFill>
                  <a:cs typeface="+mn-ea"/>
                  <a:sym typeface="+mn-lt"/>
                </a:rPr>
                <a:t>unsafe</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 </a:t>
              </a:r>
              <a:r>
                <a:rPr lang="en-US" altLang="zh-CN" sz="1400" dirty="0">
                  <a:solidFill>
                    <a:srgbClr val="E5C07B"/>
                  </a:solidFill>
                  <a:cs typeface="+mn-ea"/>
                  <a:sym typeface="+mn-lt"/>
                </a:rPr>
                <a:t>Box</a:t>
              </a:r>
              <a:r>
                <a:rPr lang="en-US" altLang="zh-CN" sz="1400" dirty="0">
                  <a:solidFill>
                    <a:srgbClr val="ABB2BF"/>
                  </a:solidFill>
                  <a:cs typeface="+mn-ea"/>
                  <a:sym typeface="+mn-lt"/>
                </a:rPr>
                <a:t>&lt;</a:t>
              </a:r>
              <a:r>
                <a:rPr lang="en-US" altLang="zh-CN" sz="1400" dirty="0">
                  <a:solidFill>
                    <a:srgbClr val="E5C07B"/>
                  </a:solidFill>
                  <a:cs typeface="+mn-ea"/>
                  <a:sym typeface="+mn-lt"/>
                </a:rPr>
                <a:t>i32</a:t>
              </a:r>
              <a:r>
                <a:rPr lang="en-US" altLang="zh-CN" sz="1400" dirty="0">
                  <a:solidFill>
                    <a:srgbClr val="ABB2BF"/>
                  </a:solidFill>
                  <a:cs typeface="+mn-ea"/>
                  <a:sym typeface="+mn-lt"/>
                </a:rPr>
                <a:t>&gt;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err="1">
                  <a:solidFill>
                    <a:srgbClr val="E5C07B"/>
                  </a:solidFill>
                  <a:cs typeface="+mn-ea"/>
                  <a:sym typeface="+mn-lt"/>
                </a:rPr>
                <a:t>ptr</a:t>
              </a:r>
              <a:r>
                <a:rPr lang="en-US" altLang="zh-CN" sz="1400" dirty="0">
                  <a:solidFill>
                    <a:srgbClr val="ABB2BF"/>
                  </a:solidFill>
                  <a:cs typeface="+mn-ea"/>
                  <a:sym typeface="+mn-lt"/>
                </a:rPr>
                <a:t>::</a:t>
              </a:r>
              <a:r>
                <a:rPr lang="en-US" altLang="zh-CN" sz="1400" dirty="0">
                  <a:solidFill>
                    <a:srgbClr val="61AFEF"/>
                  </a:solidFill>
                  <a:cs typeface="+mn-ea"/>
                  <a:sym typeface="+mn-lt"/>
                </a:rPr>
                <a:t>read</a:t>
              </a:r>
              <a:r>
                <a:rPr lang="en-US" altLang="zh-CN" sz="1400" dirty="0">
                  <a:solidFill>
                    <a:srgbClr val="ABB2BF"/>
                  </a:solidFill>
                  <a:cs typeface="+mn-ea"/>
                  <a:sym typeface="+mn-lt"/>
                </a:rPr>
                <a:t>(</a:t>
              </a:r>
              <a:r>
                <a:rPr lang="en-US" altLang="zh-CN" sz="1400" dirty="0" err="1">
                  <a:solidFill>
                    <a:srgbClr val="E06C75"/>
                  </a:solidFill>
                  <a:cs typeface="+mn-ea"/>
                  <a:sym typeface="+mn-lt"/>
                </a:rPr>
                <a:t>x_ptr</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y</a:t>
              </a:r>
              <a:r>
                <a:rPr lang="en-US" altLang="zh-CN" sz="1400" dirty="0">
                  <a:solidFill>
                    <a:srgbClr val="ABB2BF"/>
                  </a:solidFill>
                  <a:cs typeface="+mn-ea"/>
                  <a:sym typeface="+mn-lt"/>
                </a:rPr>
                <a:t>);</a:t>
              </a:r>
            </a:p>
            <a:p>
              <a:r>
                <a:rPr lang="en-US" altLang="zh-CN" sz="1400" i="1" dirty="0">
                  <a:solidFill>
                    <a:srgbClr val="7F848E"/>
                  </a:solidFill>
                  <a:cs typeface="+mn-ea"/>
                  <a:sym typeface="+mn-lt"/>
                </a:rPr>
                <a:t>        // </a:t>
              </a:r>
              <a:r>
                <a:rPr lang="zh-CN" altLang="en-US" sz="1400" i="1" dirty="0">
                  <a:solidFill>
                    <a:srgbClr val="7F848E"/>
                  </a:solidFill>
                  <a:cs typeface="+mn-ea"/>
                  <a:sym typeface="+mn-lt"/>
                </a:rPr>
                <a:t>这将导致未定义行为</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err="1">
                  <a:solidFill>
                    <a:srgbClr val="61AFEF"/>
                  </a:solidFill>
                  <a:cs typeface="+mn-ea"/>
                  <a:sym typeface="+mn-lt"/>
                </a:rPr>
                <a:t>println</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98C379"/>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cxnSp>
          <p:nvCxnSpPr>
            <p:cNvPr id="13" name="直接箭头连接符 12"/>
            <p:cNvCxnSpPr/>
            <p:nvPr/>
          </p:nvCxnSpPr>
          <p:spPr>
            <a:xfrm flipV="1">
              <a:off x="8178296" y="4245464"/>
              <a:ext cx="0" cy="1060095"/>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6008914" y="1243624"/>
            <a:ext cx="4646645" cy="1061829"/>
          </a:xfrm>
          <a:prstGeom prst="rect">
            <a:avLst/>
          </a:prstGeom>
          <a:noFill/>
        </p:spPr>
        <p:txBody>
          <a:bodyPr vert="horz" wrap="square" rtlCol="0">
            <a:spAutoFit/>
          </a:bodyPr>
          <a:lstStyle/>
          <a:p>
            <a:pPr>
              <a:lnSpc>
                <a:spcPct val="150000"/>
              </a:lnSpc>
            </a:pPr>
            <a:r>
              <a:rPr lang="zh-CN" altLang="en-US" sz="1400">
                <a:cs typeface="+mn-ea"/>
                <a:sym typeface="+mn-lt"/>
              </a:rPr>
              <a:t>在示例中，创建了一个指向</a:t>
            </a:r>
            <a:r>
              <a:rPr lang="en-US" altLang="zh-CN" sz="1400">
                <a:cs typeface="+mn-ea"/>
                <a:sym typeface="+mn-lt"/>
              </a:rPr>
              <a:t>x</a:t>
            </a:r>
            <a:r>
              <a:rPr lang="zh-CN" altLang="en-US" sz="1400">
                <a:cs typeface="+mn-ea"/>
                <a:sym typeface="+mn-lt"/>
              </a:rPr>
              <a:t>的可变裸指针</a:t>
            </a:r>
            <a:r>
              <a:rPr lang="en-US" altLang="zh-CN" sz="1400">
                <a:cs typeface="+mn-ea"/>
                <a:sym typeface="+mn-lt"/>
              </a:rPr>
              <a:t>x_ptr</a:t>
            </a:r>
            <a:r>
              <a:rPr lang="zh-CN" altLang="en-US" sz="1400">
                <a:cs typeface="+mn-ea"/>
                <a:sym typeface="+mn-lt"/>
              </a:rPr>
              <a:t>，然后使用</a:t>
            </a:r>
            <a:r>
              <a:rPr lang="en-US" altLang="zh-CN" sz="1400">
                <a:cs typeface="+mn-ea"/>
                <a:sym typeface="+mn-lt"/>
              </a:rPr>
              <a:t>ptr::read</a:t>
            </a:r>
            <a:r>
              <a:rPr lang="zh-CN" altLang="en-US" sz="1400">
                <a:cs typeface="+mn-ea"/>
                <a:sym typeface="+mn-lt"/>
              </a:rPr>
              <a:t>函数从该指针读取一个值。但是，由于</a:t>
            </a:r>
            <a:r>
              <a:rPr lang="en-US" altLang="zh-CN" sz="1400">
                <a:cs typeface="+mn-ea"/>
                <a:sym typeface="+mn-lt"/>
              </a:rPr>
              <a:t>x</a:t>
            </a:r>
            <a:r>
              <a:rPr lang="zh-CN" altLang="en-US" sz="1400">
                <a:cs typeface="+mn-ea"/>
                <a:sym typeface="+mn-lt"/>
              </a:rPr>
              <a:t>是不可变的，这种读取操作可能会导致未定义行为。</a:t>
            </a:r>
            <a:endParaRPr lang="zh-CN" altLang="en-US" sz="1400" dirty="0">
              <a:cs typeface="+mn-ea"/>
              <a:sym typeface="+mn-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103226"/>
            <a:ext cx="10740640" cy="615021"/>
          </a:xfrm>
        </p:spPr>
        <p:txBody>
          <a:bodyPr>
            <a:normAutofit/>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a:t>
            </a:r>
            <a:r>
              <a:rPr lang="zh-CN" altLang="en-US" b="1" dirty="0">
                <a:solidFill>
                  <a:srgbClr val="C00000"/>
                </a:solidFill>
                <a:latin typeface="+mn-lt"/>
                <a:ea typeface="+mn-ea"/>
                <a:cs typeface="+mn-ea"/>
                <a:sym typeface="+mn-lt"/>
              </a:rPr>
              <a:t>指针</a:t>
            </a:r>
            <a:r>
              <a:rPr lang="zh-CN" altLang="en-US" b="1">
                <a:solidFill>
                  <a:srgbClr val="C00000"/>
                </a:solidFill>
                <a:latin typeface="+mn-lt"/>
                <a:ea typeface="+mn-ea"/>
                <a:cs typeface="+mn-ea"/>
                <a:sym typeface="+mn-lt"/>
              </a:rPr>
              <a:t>安全抽象</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常用方法</a:t>
            </a:r>
            <a:endParaRPr lang="zh-CN" altLang="en-US" b="1" dirty="0">
              <a:solidFill>
                <a:srgbClr val="C00000"/>
              </a:solidFill>
              <a:latin typeface="+mn-lt"/>
              <a:ea typeface="+mn-ea"/>
              <a:cs typeface="+mn-ea"/>
              <a:sym typeface="+mn-lt"/>
            </a:endParaRPr>
          </a:p>
        </p:txBody>
      </p:sp>
      <p:sp>
        <p:nvSpPr>
          <p:cNvPr id="5" name="文本框 4"/>
          <p:cNvSpPr txBox="1"/>
          <p:nvPr/>
        </p:nvSpPr>
        <p:spPr>
          <a:xfrm>
            <a:off x="486609" y="1556459"/>
            <a:ext cx="4757195" cy="2677656"/>
          </a:xfrm>
          <a:prstGeom prst="rect">
            <a:avLst/>
          </a:prstGeom>
          <a:noFill/>
        </p:spPr>
        <p:txBody>
          <a:bodyPr vert="horz" wrap="square" rtlCol="0">
            <a:spAutoFit/>
          </a:bodyPr>
          <a:lstStyle/>
          <a:p>
            <a:pPr marL="285750" indent="-285750">
              <a:lnSpc>
                <a:spcPct val="150000"/>
              </a:lnSpc>
              <a:buFont typeface="Arial" panose="020B0604020202020204" pitchFamily="34" charset="0"/>
              <a:buChar char="•"/>
            </a:pPr>
            <a:r>
              <a:rPr lang="zh-CN" altLang="en-US" sz="1400" dirty="0">
                <a:cs typeface="+mn-ea"/>
                <a:sym typeface="+mn-lt"/>
              </a:rPr>
              <a:t>用于</a:t>
            </a:r>
            <a:r>
              <a:rPr lang="zh-CN" altLang="en-US" sz="1400">
                <a:cs typeface="+mn-ea"/>
                <a:sym typeface="+mn-lt"/>
              </a:rPr>
              <a:t>将 </a:t>
            </a:r>
            <a:r>
              <a:rPr lang="en-US" altLang="zh-CN" sz="1400">
                <a:cs typeface="+mn-ea"/>
                <a:sym typeface="+mn-lt"/>
              </a:rPr>
              <a:t>src </a:t>
            </a:r>
            <a:r>
              <a:rPr lang="zh-CN" altLang="en-US" sz="1400" dirty="0">
                <a:cs typeface="+mn-ea"/>
                <a:sym typeface="+mn-lt"/>
              </a:rPr>
              <a:t>移动到</a:t>
            </a:r>
            <a:r>
              <a:rPr lang="zh-CN" altLang="en-US" sz="1400">
                <a:cs typeface="+mn-ea"/>
                <a:sym typeface="+mn-lt"/>
              </a:rPr>
              <a:t>指针 </a:t>
            </a:r>
            <a:r>
              <a:rPr lang="en-US" altLang="zh-CN" sz="1400">
                <a:cs typeface="+mn-ea"/>
                <a:sym typeface="+mn-lt"/>
              </a:rPr>
              <a:t>dst </a:t>
            </a:r>
            <a:r>
              <a:rPr lang="zh-CN" altLang="en-US" sz="1400" dirty="0">
                <a:cs typeface="+mn-ea"/>
                <a:sym typeface="+mn-lt"/>
              </a:rPr>
              <a:t>指向的位置，并返回</a:t>
            </a:r>
            <a:r>
              <a:rPr lang="zh-CN" altLang="en-US" sz="1400">
                <a:cs typeface="+mn-ea"/>
                <a:sym typeface="+mn-lt"/>
              </a:rPr>
              <a:t>原来 </a:t>
            </a:r>
            <a:r>
              <a:rPr lang="en-US" altLang="zh-CN" sz="1400">
                <a:cs typeface="+mn-ea"/>
                <a:sym typeface="+mn-lt"/>
              </a:rPr>
              <a:t>dst </a:t>
            </a:r>
            <a:r>
              <a:rPr lang="zh-CN" altLang="en-US" sz="1400">
                <a:cs typeface="+mn-ea"/>
                <a:sym typeface="+mn-lt"/>
              </a:rPr>
              <a:t>的值；</a:t>
            </a:r>
            <a:endParaRPr lang="en-US" altLang="zh-CN" sz="1400" dirty="0">
              <a:cs typeface="+mn-ea"/>
              <a:sym typeface="+mn-lt"/>
            </a:endParaRPr>
          </a:p>
          <a:p>
            <a:pPr marL="285750" indent="-285750">
              <a:lnSpc>
                <a:spcPct val="150000"/>
              </a:lnSpc>
              <a:buFont typeface="Arial" panose="020B0604020202020204" pitchFamily="34" charset="0"/>
              <a:buChar char="•"/>
            </a:pPr>
            <a:r>
              <a:rPr lang="zh-CN" altLang="en-US" sz="1400" dirty="0">
                <a:cs typeface="+mn-ea"/>
                <a:sym typeface="+mn-lt"/>
              </a:rPr>
              <a:t>在语义上等同</a:t>
            </a:r>
            <a:r>
              <a:rPr lang="zh-CN" altLang="en-US" sz="1400">
                <a:cs typeface="+mn-ea"/>
                <a:sym typeface="+mn-lt"/>
              </a:rPr>
              <a:t>于 </a:t>
            </a:r>
            <a:r>
              <a:rPr lang="en-US" altLang="zh-CN" sz="1400">
                <a:cs typeface="+mn-ea"/>
                <a:sym typeface="+mn-lt"/>
              </a:rPr>
              <a:t>mem::replace </a:t>
            </a:r>
            <a:r>
              <a:rPr lang="zh-CN" altLang="en-US" sz="1400" dirty="0">
                <a:cs typeface="+mn-ea"/>
                <a:sym typeface="+mn-lt"/>
              </a:rPr>
              <a:t>，当可以使用引用时，优先</a:t>
            </a:r>
            <a:r>
              <a:rPr lang="zh-CN" altLang="en-US" sz="1400">
                <a:cs typeface="+mn-ea"/>
                <a:sym typeface="+mn-lt"/>
              </a:rPr>
              <a:t>使用 </a:t>
            </a:r>
            <a:r>
              <a:rPr lang="en-US" altLang="zh-CN" sz="1400">
                <a:cs typeface="+mn-ea"/>
                <a:sym typeface="+mn-lt"/>
              </a:rPr>
              <a:t>mem::replace</a:t>
            </a:r>
            <a:r>
              <a:rPr lang="zh-CN" altLang="en-US" sz="1400">
                <a:cs typeface="+mn-ea"/>
                <a:sym typeface="+mn-lt"/>
              </a:rPr>
              <a:t>；</a:t>
            </a:r>
            <a:endParaRPr lang="en-US" altLang="zh-CN" sz="1400" dirty="0">
              <a:cs typeface="+mn-ea"/>
              <a:sym typeface="+mn-lt"/>
            </a:endParaRPr>
          </a:p>
          <a:p>
            <a:pPr marL="285750" indent="-285750">
              <a:lnSpc>
                <a:spcPct val="150000"/>
              </a:lnSpc>
              <a:buFont typeface="Arial" panose="020B0604020202020204" pitchFamily="34" charset="0"/>
              <a:buChar char="•"/>
            </a:pPr>
            <a:r>
              <a:rPr lang="zh-CN" altLang="en-US" sz="1400" dirty="0">
                <a:cs typeface="+mn-ea"/>
                <a:sym typeface="+mn-lt"/>
              </a:rPr>
              <a:t>使用时需要满足如下安全条件：</a:t>
            </a:r>
            <a:endParaRPr lang="en-US" altLang="zh-CN" sz="1400" dirty="0">
              <a:cs typeface="+mn-ea"/>
              <a:sym typeface="+mn-lt"/>
            </a:endParaRPr>
          </a:p>
          <a:p>
            <a:pPr marL="742950" lvl="1" indent="-285750">
              <a:lnSpc>
                <a:spcPct val="150000"/>
              </a:lnSpc>
              <a:buFont typeface="Arial" panose="020B0604020202020204" pitchFamily="34" charset="0"/>
              <a:buChar char="•"/>
            </a:pPr>
            <a:r>
              <a:rPr lang="en-US" altLang="zh-CN" sz="1400">
                <a:cs typeface="+mn-ea"/>
                <a:sym typeface="+mn-lt"/>
              </a:rPr>
              <a:t>dst </a:t>
            </a:r>
            <a:r>
              <a:rPr lang="zh-CN" altLang="en-US" sz="1400" dirty="0">
                <a:cs typeface="+mn-ea"/>
                <a:sym typeface="+mn-lt"/>
              </a:rPr>
              <a:t>必须对读取和写入</a:t>
            </a:r>
            <a:r>
              <a:rPr lang="zh-CN" altLang="en-US" sz="1400">
                <a:cs typeface="+mn-ea"/>
                <a:sym typeface="+mn-lt"/>
              </a:rPr>
              <a:t>都有效；</a:t>
            </a:r>
            <a:endParaRPr lang="en-US" altLang="zh-CN" sz="1400" dirty="0">
              <a:cs typeface="+mn-ea"/>
              <a:sym typeface="+mn-lt"/>
            </a:endParaRPr>
          </a:p>
          <a:p>
            <a:pPr marL="742950" lvl="1" indent="-285750">
              <a:lnSpc>
                <a:spcPct val="150000"/>
              </a:lnSpc>
              <a:buFont typeface="Arial" panose="020B0604020202020204" pitchFamily="34" charset="0"/>
              <a:buChar char="•"/>
            </a:pPr>
            <a:r>
              <a:rPr lang="en-US" altLang="zh-CN" sz="1400">
                <a:cs typeface="+mn-ea"/>
                <a:sym typeface="+mn-lt"/>
              </a:rPr>
              <a:t>dst </a:t>
            </a:r>
            <a:r>
              <a:rPr lang="zh-CN" altLang="en-US" sz="1400" dirty="0">
                <a:cs typeface="+mn-ea"/>
                <a:sym typeface="+mn-lt"/>
              </a:rPr>
              <a:t>必须正确对齐，并且指向一个已经正确初始化</a:t>
            </a:r>
            <a:r>
              <a:rPr lang="zh-CN" altLang="en-US" sz="1400">
                <a:cs typeface="+mn-ea"/>
                <a:sym typeface="+mn-lt"/>
              </a:rPr>
              <a:t>的 </a:t>
            </a:r>
            <a:r>
              <a:rPr lang="en-US" altLang="zh-CN" sz="1400">
                <a:cs typeface="+mn-ea"/>
                <a:sym typeface="+mn-lt"/>
              </a:rPr>
              <a:t>T </a:t>
            </a:r>
            <a:r>
              <a:rPr lang="zh-CN" altLang="en-US" sz="1400" dirty="0">
                <a:cs typeface="+mn-ea"/>
                <a:sym typeface="+mn-lt"/>
              </a:rPr>
              <a:t>类型</a:t>
            </a:r>
            <a:r>
              <a:rPr lang="zh-CN" altLang="en-US" sz="1400">
                <a:cs typeface="+mn-ea"/>
                <a:sym typeface="+mn-lt"/>
              </a:rPr>
              <a:t>的值</a:t>
            </a:r>
            <a:r>
              <a:rPr lang="zh-CN" altLang="en-US" sz="1400" dirty="0">
                <a:cs typeface="+mn-ea"/>
                <a:sym typeface="+mn-lt"/>
              </a:rPr>
              <a:t>；</a:t>
            </a:r>
            <a:endParaRPr lang="en-US" altLang="zh-CN" sz="1400" dirty="0">
              <a:cs typeface="+mn-ea"/>
              <a:sym typeface="+mn-lt"/>
            </a:endParaRPr>
          </a:p>
        </p:txBody>
      </p:sp>
      <p:sp>
        <p:nvSpPr>
          <p:cNvPr id="4" name="Rectangle 1"/>
          <p:cNvSpPr>
            <a:spLocks noChangeArrowheads="1"/>
          </p:cNvSpPr>
          <p:nvPr/>
        </p:nvSpPr>
        <p:spPr bwMode="auto">
          <a:xfrm>
            <a:off x="206660" y="560784"/>
            <a:ext cx="5745484" cy="876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defTabSz="914400" eaLnBrk="0" fontAlgn="base" hangingPunct="0">
              <a:lnSpc>
                <a:spcPct val="150000"/>
              </a:lnSpc>
              <a:spcBef>
                <a:spcPct val="0"/>
              </a:spcBef>
              <a:spcAft>
                <a:spcPct val="0"/>
              </a:spcAft>
            </a:pPr>
            <a:r>
              <a:rPr lang="en-US" altLang="zh-CN">
                <a:cs typeface="+mn-ea"/>
                <a:sym typeface="+mn-lt"/>
              </a:rPr>
              <a:t>ptr::replace</a:t>
            </a:r>
            <a:r>
              <a:rPr lang="zh-CN" altLang="en-US">
                <a:cs typeface="+mn-ea"/>
                <a:sym typeface="+mn-lt"/>
              </a:rPr>
              <a: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zh-CN" b="1" i="0" u="none" strike="noStrike" cap="none" normalizeH="0" baseline="0">
                <a:ln>
                  <a:noFill/>
                </a:ln>
                <a:solidFill>
                  <a:srgbClr val="000000"/>
                </a:solidFill>
                <a:effectLst/>
                <a:cs typeface="+mn-ea"/>
                <a:sym typeface="+mn-lt"/>
              </a:rPr>
              <a:t>pub unsafe fn replace&lt;T&gt;(dst: </a:t>
            </a:r>
            <a:r>
              <a:rPr kumimoji="0" lang="zh-CN" altLang="zh-CN" b="1" i="0" u="none" strike="noStrike" cap="none" normalizeH="0" baseline="0">
                <a:ln>
                  <a:noFill/>
                </a:ln>
                <a:solidFill>
                  <a:srgbClr val="000000"/>
                </a:solidFill>
                <a:effectLst/>
                <a:cs typeface="+mn-ea"/>
                <a:sym typeface="+mn-lt"/>
                <a:hlinkClick r:id="rId3"/>
              </a:rPr>
              <a:t>*mut T</a:t>
            </a:r>
            <a:r>
              <a:rPr kumimoji="0" lang="zh-CN" altLang="zh-CN" b="1" i="0" u="none" strike="noStrike" cap="none" normalizeH="0" baseline="0">
                <a:ln>
                  <a:noFill/>
                </a:ln>
                <a:solidFill>
                  <a:srgbClr val="000000"/>
                </a:solidFill>
                <a:effectLst/>
                <a:cs typeface="+mn-ea"/>
                <a:sym typeface="+mn-lt"/>
              </a:rPr>
              <a:t>, src: T) -&gt; T</a:t>
            </a:r>
            <a:r>
              <a:rPr kumimoji="0" lang="zh-CN" altLang="zh-CN" b="1" i="0" u="none" strike="noStrike" cap="none" normalizeH="0" baseline="0">
                <a:ln>
                  <a:noFill/>
                </a:ln>
                <a:solidFill>
                  <a:schemeClr val="tx1"/>
                </a:solidFill>
                <a:effectLst/>
                <a:cs typeface="+mn-ea"/>
                <a:sym typeface="+mn-lt"/>
              </a:rPr>
              <a:t> </a:t>
            </a:r>
          </a:p>
        </p:txBody>
      </p:sp>
      <p:cxnSp>
        <p:nvCxnSpPr>
          <p:cNvPr id="10" name="直接连接符 9"/>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5411755" y="1515753"/>
            <a:ext cx="6096000" cy="4330436"/>
            <a:chOff x="5411755" y="1515753"/>
            <a:chExt cx="6096000" cy="4330436"/>
          </a:xfrm>
        </p:grpSpPr>
        <p:sp>
          <p:nvSpPr>
            <p:cNvPr id="12" name="矩形 11"/>
            <p:cNvSpPr/>
            <p:nvPr/>
          </p:nvSpPr>
          <p:spPr>
            <a:xfrm>
              <a:off x="7957693" y="5476857"/>
              <a:ext cx="492443" cy="369332"/>
            </a:xfrm>
            <a:prstGeom prst="rect">
              <a:avLst/>
            </a:prstGeom>
          </p:spPr>
          <p:txBody>
            <a:bodyPr wrap="none">
              <a:spAutoFit/>
            </a:bodyPr>
            <a:lstStyle/>
            <a:p>
              <a:r>
                <a:rPr lang="en-US" altLang="zh-CN" dirty="0">
                  <a:solidFill>
                    <a:srgbClr val="FF0000"/>
                  </a:solidFill>
                  <a:cs typeface="+mn-ea"/>
                  <a:sym typeface="+mn-lt"/>
                </a:rPr>
                <a:t>UB</a:t>
              </a:r>
              <a:endParaRPr lang="zh-CN" altLang="en-US" dirty="0">
                <a:solidFill>
                  <a:srgbClr val="FF0000"/>
                </a:solidFill>
                <a:cs typeface="+mn-ea"/>
                <a:sym typeface="+mn-lt"/>
              </a:endParaRPr>
            </a:p>
          </p:txBody>
        </p:sp>
        <p:sp>
          <p:nvSpPr>
            <p:cNvPr id="3" name="矩形 2"/>
            <p:cNvSpPr/>
            <p:nvPr/>
          </p:nvSpPr>
          <p:spPr>
            <a:xfrm>
              <a:off x="5411755" y="1515753"/>
              <a:ext cx="6096000" cy="2893100"/>
            </a:xfrm>
            <a:prstGeom prst="rect">
              <a:avLst/>
            </a:prstGeom>
            <a:solidFill>
              <a:schemeClr val="tx1"/>
            </a:solidFill>
          </p:spPr>
          <p:txBody>
            <a:bodyPr>
              <a:spAutoFit/>
            </a:bodyPr>
            <a:lstStyle/>
            <a:p>
              <a:r>
                <a:rPr lang="en-US" altLang="zh-CN" sz="1400">
                  <a:solidFill>
                    <a:schemeClr val="bg2"/>
                  </a:solidFill>
                  <a:cs typeface="+mn-ea"/>
                  <a:sym typeface="+mn-lt"/>
                </a:rPr>
                <a:t>// </a:t>
              </a:r>
              <a:r>
                <a:rPr lang="zh-CN" altLang="en-US" sz="1400" b="1">
                  <a:solidFill>
                    <a:srgbClr val="00B050"/>
                  </a:solidFill>
                  <a:cs typeface="+mn-ea"/>
                  <a:sym typeface="+mn-lt"/>
                </a:rPr>
                <a:t>代码示例</a:t>
              </a:r>
              <a:endParaRPr lang="en-US" altLang="zh-CN" sz="1400" b="1">
                <a:solidFill>
                  <a:srgbClr val="00B050"/>
                </a:solidFill>
                <a:cs typeface="+mn-ea"/>
                <a:sym typeface="+mn-lt"/>
              </a:endParaRPr>
            </a:p>
            <a:p>
              <a:r>
                <a:rPr lang="en-US" altLang="zh-CN" sz="1400">
                  <a:solidFill>
                    <a:srgbClr val="C678DD"/>
                  </a:solidFill>
                  <a:cs typeface="+mn-ea"/>
                  <a:sym typeface="+mn-lt"/>
                </a:rPr>
                <a:t>use</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a:t>
              </a:r>
              <a:r>
                <a:rPr lang="en-US" altLang="zh-CN" sz="1400">
                  <a:solidFill>
                    <a:srgbClr val="E5C07B"/>
                  </a:solidFill>
                  <a:cs typeface="+mn-ea"/>
                  <a:sym typeface="+mn-lt"/>
                </a:rPr>
                <a:t>mem</a:t>
              </a:r>
              <a:r>
                <a:rPr lang="en-US" altLang="zh-CN" sz="1400">
                  <a:solidFill>
                    <a:srgbClr val="ABB2BF"/>
                  </a:solidFill>
                  <a:cs typeface="+mn-ea"/>
                  <a:sym typeface="+mn-lt"/>
                </a:rPr>
                <a:t>::</a:t>
              </a:r>
              <a:r>
                <a:rPr lang="en-US" altLang="zh-CN" sz="1400">
                  <a:solidFill>
                    <a:srgbClr val="E5C07B"/>
                  </a:solidFill>
                  <a:cs typeface="+mn-ea"/>
                  <a:sym typeface="+mn-lt"/>
                </a:rPr>
                <a:t>MaybeUninit</a:t>
              </a:r>
              <a:r>
                <a:rPr lang="en-US" altLang="zh-CN" sz="1400">
                  <a:solidFill>
                    <a:srgbClr val="ABB2BF"/>
                  </a:solidFill>
                  <a:cs typeface="+mn-ea"/>
                  <a:sym typeface="+mn-lt"/>
                </a:rPr>
                <a:t>;</a:t>
              </a:r>
            </a:p>
            <a:p>
              <a:r>
                <a:rPr lang="en-US" altLang="zh-CN" sz="1400">
                  <a:solidFill>
                    <a:srgbClr val="C678DD"/>
                  </a:solidFill>
                  <a:cs typeface="+mn-ea"/>
                  <a:sym typeface="+mn-lt"/>
                </a:rPr>
                <a:t>use</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::ptr;</a:t>
              </a:r>
            </a:p>
            <a:p>
              <a:r>
                <a:rPr lang="en-US" altLang="zh-CN" sz="1400">
                  <a:solidFill>
                    <a:srgbClr val="C678DD"/>
                  </a:solidFill>
                  <a:cs typeface="+mn-ea"/>
                  <a:sym typeface="+mn-lt"/>
                </a:rPr>
                <a:t>fn</a:t>
              </a:r>
              <a:r>
                <a:rPr lang="en-US" altLang="zh-CN" sz="1400">
                  <a:solidFill>
                    <a:srgbClr val="ABB2BF"/>
                  </a:solidFill>
                  <a:cs typeface="+mn-ea"/>
                  <a:sym typeface="+mn-lt"/>
                </a:rPr>
                <a:t> </a:t>
              </a:r>
              <a:r>
                <a:rPr lang="en-US" altLang="zh-CN" sz="1400">
                  <a:solidFill>
                    <a:srgbClr val="61AFEF"/>
                  </a:solidFill>
                  <a:cs typeface="+mn-ea"/>
                  <a:sym typeface="+mn-lt"/>
                </a:rPr>
                <a:t>main</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06C75"/>
                  </a:solidFill>
                  <a:cs typeface="+mn-ea"/>
                  <a:sym typeface="+mn-lt"/>
                </a:rPr>
                <a:t>x</a:t>
              </a:r>
              <a:r>
                <a:rPr lang="en-US" altLang="zh-CN" sz="1400">
                  <a:solidFill>
                    <a:srgbClr val="ABB2BF"/>
                  </a:solidFill>
                  <a:cs typeface="+mn-ea"/>
                  <a:sym typeface="+mn-lt"/>
                </a:rPr>
                <a:t>: </a:t>
              </a:r>
              <a:r>
                <a:rPr lang="en-US" altLang="zh-CN" sz="1400">
                  <a:solidFill>
                    <a:srgbClr val="E5C07B"/>
                  </a:solidFill>
                  <a:cs typeface="+mn-ea"/>
                  <a:sym typeface="+mn-lt"/>
                </a:rPr>
                <a:t>i32</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D19A66"/>
                  </a:solidFill>
                  <a:cs typeface="+mn-ea"/>
                  <a:sym typeface="+mn-lt"/>
                </a:rPr>
                <a:t>10</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x_ptr</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i32</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&amp;</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06C75"/>
                  </a:solidFill>
                  <a:cs typeface="+mn-ea"/>
                  <a:sym typeface="+mn-lt"/>
                </a:rPr>
                <a:t>x</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06C75"/>
                  </a:solidFill>
                  <a:cs typeface="+mn-ea"/>
                  <a:sym typeface="+mn-lt"/>
                </a:rPr>
                <a:t>uninit</a:t>
              </a:r>
              <a:r>
                <a:rPr lang="en-US" altLang="zh-CN" sz="1400">
                  <a:solidFill>
                    <a:srgbClr val="ABB2BF"/>
                  </a:solidFill>
                  <a:cs typeface="+mn-ea"/>
                  <a:sym typeface="+mn-lt"/>
                </a:rPr>
                <a:t>: </a:t>
              </a:r>
              <a:r>
                <a:rPr lang="en-US" altLang="zh-CN" sz="1400">
                  <a:solidFill>
                    <a:srgbClr val="E5C07B"/>
                  </a:solidFill>
                  <a:cs typeface="+mn-ea"/>
                  <a:sym typeface="+mn-lt"/>
                </a:rPr>
                <a:t>MaybeUninit</a:t>
              </a:r>
              <a:r>
                <a:rPr lang="en-US" altLang="zh-CN" sz="1400">
                  <a:solidFill>
                    <a:srgbClr val="ABB2BF"/>
                  </a:solidFill>
                  <a:cs typeface="+mn-ea"/>
                  <a:sym typeface="+mn-lt"/>
                </a:rPr>
                <a:t>&lt;</a:t>
              </a:r>
              <a:r>
                <a:rPr lang="en-US" altLang="zh-CN" sz="1400">
                  <a:solidFill>
                    <a:srgbClr val="E5C07B"/>
                  </a:solidFill>
                  <a:cs typeface="+mn-ea"/>
                  <a:sym typeface="+mn-lt"/>
                </a:rPr>
                <a:t>i32</a:t>
              </a:r>
              <a:r>
                <a:rPr lang="en-US" altLang="zh-CN" sz="1400">
                  <a:solidFill>
                    <a:srgbClr val="ABB2BF"/>
                  </a:solidFill>
                  <a:cs typeface="+mn-ea"/>
                  <a:sym typeface="+mn-lt"/>
                </a:rPr>
                <a:t>&gt;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5C07B"/>
                  </a:solidFill>
                  <a:cs typeface="+mn-ea"/>
                  <a:sym typeface="+mn-lt"/>
                </a:rPr>
                <a:t>MaybeUninit</a:t>
              </a:r>
              <a:r>
                <a:rPr lang="en-US" altLang="zh-CN" sz="1400">
                  <a:solidFill>
                    <a:srgbClr val="ABB2BF"/>
                  </a:solidFill>
                  <a:cs typeface="+mn-ea"/>
                  <a:sym typeface="+mn-lt"/>
                </a:rPr>
                <a:t>::</a:t>
              </a:r>
              <a:r>
                <a:rPr lang="en-US" altLang="zh-CN" sz="1400">
                  <a:solidFill>
                    <a:srgbClr val="61AFEF"/>
                  </a:solidFill>
                  <a:cs typeface="+mn-ea"/>
                  <a:sym typeface="+mn-lt"/>
                </a:rPr>
                <a:t>uninit</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uninit_ptr</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i32</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06C75"/>
                  </a:solidFill>
                  <a:cs typeface="+mn-ea"/>
                  <a:sym typeface="+mn-lt"/>
                </a:rPr>
                <a:t>uninit</a:t>
              </a:r>
              <a:r>
                <a:rPr lang="en-US" altLang="zh-CN" sz="1400">
                  <a:solidFill>
                    <a:srgbClr val="ABB2BF"/>
                  </a:solidFill>
                  <a:cs typeface="+mn-ea"/>
                  <a:sym typeface="+mn-lt"/>
                </a:rPr>
                <a:t>.</a:t>
              </a:r>
              <a:r>
                <a:rPr lang="en-US" altLang="zh-CN" sz="1400">
                  <a:solidFill>
                    <a:srgbClr val="61AFEF"/>
                  </a:solidFill>
                  <a:cs typeface="+mn-ea"/>
                  <a:sym typeface="+mn-lt"/>
                </a:rPr>
                <a:t>as_mut_ptr</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unsafe</a:t>
              </a:r>
              <a:r>
                <a:rPr lang="en-US" altLang="zh-CN" sz="1400">
                  <a:solidFill>
                    <a:srgbClr val="ABB2BF"/>
                  </a:solidFill>
                  <a:cs typeface="+mn-ea"/>
                  <a:sym typeface="+mn-lt"/>
                </a:rPr>
                <a:t> {</a:t>
              </a:r>
            </a:p>
            <a:p>
              <a:r>
                <a:rPr lang="en-US" altLang="zh-CN" sz="1400" i="1">
                  <a:solidFill>
                    <a:srgbClr val="7F848E"/>
                  </a:solidFill>
                  <a:cs typeface="+mn-ea"/>
                  <a:sym typeface="+mn-lt"/>
                </a:rPr>
                <a:t>        // </a:t>
              </a:r>
              <a:r>
                <a:rPr lang="zh-CN" altLang="en-US" sz="1400" i="1">
                  <a:solidFill>
                    <a:srgbClr val="7F848E"/>
                  </a:solidFill>
                  <a:cs typeface="+mn-ea"/>
                  <a:sym typeface="+mn-lt"/>
                </a:rPr>
                <a:t>使用未初始化内存可能会导致未定义行为</a:t>
              </a:r>
              <a:endParaRPr lang="zh-CN" altLang="en-US" sz="1400">
                <a:solidFill>
                  <a:srgbClr val="ABB2BF"/>
                </a:solidFill>
                <a:cs typeface="+mn-ea"/>
                <a:sym typeface="+mn-lt"/>
              </a:endParaRPr>
            </a:p>
            <a:p>
              <a:r>
                <a:rPr lang="zh-CN" altLang="en-US"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_</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5C07B"/>
                  </a:solidFill>
                  <a:cs typeface="+mn-ea"/>
                  <a:sym typeface="+mn-lt"/>
                </a:rPr>
                <a:t>ptr</a:t>
              </a:r>
              <a:r>
                <a:rPr lang="en-US" altLang="zh-CN" sz="1400">
                  <a:solidFill>
                    <a:srgbClr val="ABB2BF"/>
                  </a:solidFill>
                  <a:cs typeface="+mn-ea"/>
                  <a:sym typeface="+mn-lt"/>
                </a:rPr>
                <a:t>::</a:t>
              </a:r>
              <a:r>
                <a:rPr lang="en-US" altLang="zh-CN" sz="1400">
                  <a:solidFill>
                    <a:srgbClr val="61AFEF"/>
                  </a:solidFill>
                  <a:cs typeface="+mn-ea"/>
                  <a:sym typeface="+mn-lt"/>
                </a:rPr>
                <a:t>replace</a:t>
              </a:r>
              <a:r>
                <a:rPr lang="en-US" altLang="zh-CN" sz="1400">
                  <a:solidFill>
                    <a:srgbClr val="ABB2BF"/>
                  </a:solidFill>
                  <a:cs typeface="+mn-ea"/>
                  <a:sym typeface="+mn-lt"/>
                </a:rPr>
                <a:t>(</a:t>
              </a:r>
              <a:r>
                <a:rPr lang="en-US" altLang="zh-CN" sz="1400">
                  <a:solidFill>
                    <a:srgbClr val="E06C75"/>
                  </a:solidFill>
                  <a:cs typeface="+mn-ea"/>
                  <a:sym typeface="+mn-lt"/>
                </a:rPr>
                <a:t>uninit_ptr</a:t>
              </a:r>
              <a:r>
                <a:rPr lang="en-US" altLang="zh-CN" sz="1400">
                  <a:solidFill>
                    <a:srgbClr val="ABB2BF"/>
                  </a:solidFill>
                  <a:cs typeface="+mn-ea"/>
                  <a:sym typeface="+mn-lt"/>
                </a:rPr>
                <a:t>, *</a:t>
              </a:r>
              <a:r>
                <a:rPr lang="en-US" altLang="zh-CN" sz="1400">
                  <a:solidFill>
                    <a:srgbClr val="E06C75"/>
                  </a:solidFill>
                  <a:cs typeface="+mn-ea"/>
                  <a:sym typeface="+mn-lt"/>
                </a:rPr>
                <a:t>x_ptr</a:t>
              </a:r>
              <a:r>
                <a:rPr lang="en-US" altLang="zh-CN" sz="1400">
                  <a:solidFill>
                    <a:srgbClr val="ABB2BF"/>
                  </a:solidFill>
                  <a:cs typeface="+mn-ea"/>
                  <a:sym typeface="+mn-lt"/>
                </a:rPr>
                <a:t>);</a:t>
              </a:r>
            </a:p>
            <a:p>
              <a:r>
                <a:rPr lang="en-US" altLang="zh-CN" sz="1400">
                  <a:solidFill>
                    <a:srgbClr val="ABB2BF"/>
                  </a:solidFill>
                  <a:cs typeface="+mn-ea"/>
                  <a:sym typeface="+mn-lt"/>
                </a:rPr>
                <a:t>    }</a:t>
              </a:r>
            </a:p>
            <a:p>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cxnSp>
          <p:nvCxnSpPr>
            <p:cNvPr id="13" name="直接箭头连接符 12"/>
            <p:cNvCxnSpPr/>
            <p:nvPr/>
          </p:nvCxnSpPr>
          <p:spPr>
            <a:xfrm flipV="1">
              <a:off x="8196555" y="4331386"/>
              <a:ext cx="0" cy="1060095"/>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87257"/>
            <a:ext cx="10740640" cy="615021"/>
          </a:xfrm>
        </p:spPr>
        <p:txBody>
          <a:bodyPr>
            <a:normAutofit/>
          </a:bodyPr>
          <a:lstStyle/>
          <a:p>
            <a:r>
              <a:rPr lang="en-US" altLang="zh-CN" b="1">
                <a:solidFill>
                  <a:srgbClr val="C00000"/>
                </a:solidFill>
                <a:latin typeface="+mn-lt"/>
                <a:ea typeface="+mn-ea"/>
                <a:cs typeface="+mn-ea"/>
                <a:sym typeface="+mn-lt"/>
              </a:rPr>
              <a:t>ptr</a:t>
            </a:r>
            <a:r>
              <a:rPr lang="zh-CN" altLang="en-US" b="1">
                <a:solidFill>
                  <a:srgbClr val="C00000"/>
                </a:solidFill>
                <a:latin typeface="+mn-lt"/>
                <a:ea typeface="+mn-ea"/>
                <a:cs typeface="+mn-ea"/>
                <a:sym typeface="+mn-lt"/>
              </a:rPr>
              <a:t>模块</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裸</a:t>
            </a:r>
            <a:r>
              <a:rPr lang="zh-CN" altLang="en-US" b="1" dirty="0">
                <a:solidFill>
                  <a:srgbClr val="C00000"/>
                </a:solidFill>
                <a:latin typeface="+mn-lt"/>
                <a:ea typeface="+mn-ea"/>
                <a:cs typeface="+mn-ea"/>
                <a:sym typeface="+mn-lt"/>
              </a:rPr>
              <a:t>指针</a:t>
            </a:r>
            <a:r>
              <a:rPr lang="zh-CN" altLang="en-US" b="1">
                <a:solidFill>
                  <a:srgbClr val="C00000"/>
                </a:solidFill>
                <a:latin typeface="+mn-lt"/>
                <a:ea typeface="+mn-ea"/>
                <a:cs typeface="+mn-ea"/>
                <a:sym typeface="+mn-lt"/>
              </a:rPr>
              <a:t>安全抽象</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常用方法</a:t>
            </a:r>
            <a:endParaRPr lang="zh-CN" altLang="en-US" b="1" dirty="0">
              <a:solidFill>
                <a:srgbClr val="C00000"/>
              </a:solidFill>
              <a:latin typeface="+mn-lt"/>
              <a:ea typeface="+mn-ea"/>
              <a:cs typeface="+mn-ea"/>
              <a:sym typeface="+mn-lt"/>
            </a:endParaRPr>
          </a:p>
        </p:txBody>
      </p:sp>
      <p:sp>
        <p:nvSpPr>
          <p:cNvPr id="5" name="文本框 4"/>
          <p:cNvSpPr txBox="1"/>
          <p:nvPr/>
        </p:nvSpPr>
        <p:spPr>
          <a:xfrm>
            <a:off x="486609" y="1556459"/>
            <a:ext cx="4878493" cy="3000821"/>
          </a:xfrm>
          <a:prstGeom prst="rect">
            <a:avLst/>
          </a:prstGeom>
          <a:noFill/>
        </p:spPr>
        <p:txBody>
          <a:bodyPr vert="horz" wrap="square" rtlCol="0">
            <a:spAutoFit/>
          </a:bodyPr>
          <a:lstStyle/>
          <a:p>
            <a:pPr marL="285750" indent="-285750">
              <a:lnSpc>
                <a:spcPct val="150000"/>
              </a:lnSpc>
              <a:buFont typeface="Arial" panose="020B0604020202020204" pitchFamily="34" charset="0"/>
              <a:buChar char="•"/>
            </a:pPr>
            <a:r>
              <a:rPr lang="zh-CN" altLang="en-US" sz="1400" dirty="0">
                <a:cs typeface="+mn-ea"/>
                <a:sym typeface="+mn-lt"/>
              </a:rPr>
              <a:t>用于交换两个可变位置的值；</a:t>
            </a:r>
            <a:endParaRPr lang="en-US" altLang="zh-CN" sz="1400" dirty="0">
              <a:cs typeface="+mn-ea"/>
              <a:sym typeface="+mn-lt"/>
            </a:endParaRPr>
          </a:p>
          <a:p>
            <a:pPr marL="285750" indent="-285750">
              <a:lnSpc>
                <a:spcPct val="150000"/>
              </a:lnSpc>
              <a:buFont typeface="Arial" panose="020B0604020202020204" pitchFamily="34" charset="0"/>
              <a:buChar char="•"/>
            </a:pPr>
            <a:r>
              <a:rPr lang="zh-CN" altLang="en-US" sz="1400" dirty="0">
                <a:cs typeface="+mn-ea"/>
                <a:sym typeface="+mn-lt"/>
              </a:rPr>
              <a:t>在语义上等同于 </a:t>
            </a:r>
            <a:r>
              <a:rPr lang="en-US" altLang="zh-CN" sz="1400" dirty="0">
                <a:cs typeface="+mn-ea"/>
                <a:sym typeface="+mn-lt"/>
              </a:rPr>
              <a:t>mem::swap </a:t>
            </a:r>
            <a:r>
              <a:rPr lang="zh-CN" altLang="en-US" sz="1400" dirty="0">
                <a:cs typeface="+mn-ea"/>
                <a:sym typeface="+mn-lt"/>
              </a:rPr>
              <a:t>，当可以使用引用时，优先使用 </a:t>
            </a:r>
            <a:r>
              <a:rPr lang="en-US" altLang="zh-CN" sz="1400" dirty="0">
                <a:cs typeface="+mn-ea"/>
                <a:sym typeface="+mn-lt"/>
              </a:rPr>
              <a:t>mem::swap</a:t>
            </a:r>
            <a:r>
              <a:rPr lang="zh-CN" altLang="en-US" sz="1400" dirty="0">
                <a:cs typeface="+mn-ea"/>
                <a:sym typeface="+mn-lt"/>
              </a:rPr>
              <a:t>；</a:t>
            </a:r>
            <a:endParaRPr lang="en-US" altLang="zh-CN" sz="1400" dirty="0">
              <a:cs typeface="+mn-ea"/>
              <a:sym typeface="+mn-lt"/>
            </a:endParaRPr>
          </a:p>
          <a:p>
            <a:pPr marL="285750" indent="-285750">
              <a:lnSpc>
                <a:spcPct val="150000"/>
              </a:lnSpc>
              <a:buFont typeface="Arial" panose="020B0604020202020204" pitchFamily="34" charset="0"/>
              <a:buChar char="•"/>
            </a:pPr>
            <a:r>
              <a:rPr lang="zh-CN" altLang="en-US" sz="1400" dirty="0">
                <a:cs typeface="+mn-ea"/>
                <a:sym typeface="+mn-lt"/>
              </a:rPr>
              <a:t>这两个指针指向的值可能会重叠，即可能指向同一个内存的不同部分；</a:t>
            </a:r>
            <a:endParaRPr lang="en-US" altLang="zh-CN" sz="1400" dirty="0">
              <a:cs typeface="+mn-ea"/>
              <a:sym typeface="+mn-lt"/>
            </a:endParaRPr>
          </a:p>
          <a:p>
            <a:pPr marL="285750" indent="-285750">
              <a:lnSpc>
                <a:spcPct val="150000"/>
              </a:lnSpc>
              <a:buFont typeface="Arial" panose="020B0604020202020204" pitchFamily="34" charset="0"/>
              <a:buChar char="•"/>
            </a:pPr>
            <a:r>
              <a:rPr lang="zh-CN" altLang="en-US" sz="1400" dirty="0">
                <a:cs typeface="+mn-ea"/>
                <a:sym typeface="+mn-lt"/>
              </a:rPr>
              <a:t>使用时需要满足如下安全条件：</a:t>
            </a:r>
            <a:endParaRPr lang="en-US" altLang="zh-CN" sz="1400" dirty="0">
              <a:cs typeface="+mn-ea"/>
              <a:sym typeface="+mn-lt"/>
            </a:endParaRPr>
          </a:p>
          <a:p>
            <a:pPr marL="742950" lvl="1" indent="-285750">
              <a:lnSpc>
                <a:spcPct val="150000"/>
              </a:lnSpc>
              <a:buFont typeface="Arial" panose="020B0604020202020204" pitchFamily="34" charset="0"/>
              <a:buChar char="•"/>
            </a:pPr>
            <a:r>
              <a:rPr lang="en-US" altLang="zh-CN" sz="1400" dirty="0">
                <a:cs typeface="+mn-ea"/>
                <a:sym typeface="+mn-lt"/>
              </a:rPr>
              <a:t>x </a:t>
            </a:r>
            <a:r>
              <a:rPr lang="zh-CN" altLang="en-US" sz="1400" dirty="0">
                <a:cs typeface="+mn-ea"/>
                <a:sym typeface="+mn-lt"/>
              </a:rPr>
              <a:t>和 </a:t>
            </a:r>
            <a:r>
              <a:rPr lang="en-US" altLang="zh-CN" sz="1400" dirty="0">
                <a:cs typeface="+mn-ea"/>
                <a:sym typeface="+mn-lt"/>
              </a:rPr>
              <a:t>y </a:t>
            </a:r>
            <a:r>
              <a:rPr lang="zh-CN" altLang="en-US" sz="1400" dirty="0">
                <a:cs typeface="+mn-ea"/>
                <a:sym typeface="+mn-lt"/>
              </a:rPr>
              <a:t>必须对读取和写入都有效；</a:t>
            </a:r>
            <a:endParaRPr lang="en-US" altLang="zh-CN" sz="1400" dirty="0">
              <a:cs typeface="+mn-ea"/>
              <a:sym typeface="+mn-lt"/>
            </a:endParaRPr>
          </a:p>
          <a:p>
            <a:pPr marL="742950" lvl="1" indent="-285750">
              <a:lnSpc>
                <a:spcPct val="150000"/>
              </a:lnSpc>
              <a:buFont typeface="Arial" panose="020B0604020202020204" pitchFamily="34" charset="0"/>
              <a:buChar char="•"/>
            </a:pPr>
            <a:r>
              <a:rPr lang="en-US" altLang="zh-CN" sz="1400" dirty="0">
                <a:cs typeface="+mn-ea"/>
                <a:sym typeface="+mn-lt"/>
              </a:rPr>
              <a:t>x </a:t>
            </a:r>
            <a:r>
              <a:rPr lang="zh-CN" altLang="en-US" sz="1400" dirty="0">
                <a:cs typeface="+mn-ea"/>
                <a:sym typeface="+mn-lt"/>
              </a:rPr>
              <a:t>和 </a:t>
            </a:r>
            <a:r>
              <a:rPr lang="en-US" altLang="zh-CN" sz="1400" dirty="0">
                <a:cs typeface="+mn-ea"/>
                <a:sym typeface="+mn-lt"/>
              </a:rPr>
              <a:t>y </a:t>
            </a:r>
            <a:r>
              <a:rPr lang="zh-CN" altLang="en-US" sz="1400" dirty="0">
                <a:cs typeface="+mn-ea"/>
                <a:sym typeface="+mn-lt"/>
              </a:rPr>
              <a:t>必须正确对齐，并且指向一个已经正确初始化的 </a:t>
            </a:r>
            <a:r>
              <a:rPr lang="en-US" altLang="zh-CN" sz="1400" dirty="0">
                <a:cs typeface="+mn-ea"/>
                <a:sym typeface="+mn-lt"/>
              </a:rPr>
              <a:t>T </a:t>
            </a:r>
            <a:r>
              <a:rPr lang="zh-CN" altLang="en-US" sz="1400" dirty="0">
                <a:cs typeface="+mn-ea"/>
                <a:sym typeface="+mn-lt"/>
              </a:rPr>
              <a:t>类型的值；</a:t>
            </a:r>
            <a:endParaRPr lang="en-US" altLang="zh-CN" sz="1400" dirty="0">
              <a:cs typeface="+mn-ea"/>
              <a:sym typeface="+mn-lt"/>
            </a:endParaRPr>
          </a:p>
        </p:txBody>
      </p:sp>
      <p:sp>
        <p:nvSpPr>
          <p:cNvPr id="3" name="Rectangle 1"/>
          <p:cNvSpPr>
            <a:spLocks noChangeArrowheads="1"/>
          </p:cNvSpPr>
          <p:nvPr/>
        </p:nvSpPr>
        <p:spPr bwMode="auto">
          <a:xfrm>
            <a:off x="311227" y="582661"/>
            <a:ext cx="5229317" cy="876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defTabSz="914400" eaLnBrk="0" fontAlgn="base" hangingPunct="0">
              <a:lnSpc>
                <a:spcPct val="150000"/>
              </a:lnSpc>
              <a:spcBef>
                <a:spcPct val="0"/>
              </a:spcBef>
              <a:spcAft>
                <a:spcPct val="0"/>
              </a:spcAft>
            </a:pPr>
            <a:r>
              <a:rPr lang="en-US" altLang="zh-CN">
                <a:cs typeface="+mn-ea"/>
                <a:sym typeface="+mn-lt"/>
              </a:rPr>
              <a:t>ptr::swap</a:t>
            </a:r>
            <a:r>
              <a:rPr lang="zh-CN" altLang="en-US">
                <a:cs typeface="+mn-ea"/>
                <a:sym typeface="+mn-lt"/>
              </a:rPr>
              <a: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zh-CN" b="1" i="0" u="none" strike="noStrike" cap="none" normalizeH="0" baseline="0">
                <a:ln>
                  <a:noFill/>
                </a:ln>
                <a:solidFill>
                  <a:srgbClr val="000000"/>
                </a:solidFill>
                <a:effectLst/>
                <a:cs typeface="+mn-ea"/>
                <a:sym typeface="+mn-lt"/>
              </a:rPr>
              <a:t>pub unsafe fn swap&lt;T&gt;(x: </a:t>
            </a:r>
            <a:r>
              <a:rPr kumimoji="0" lang="zh-CN" altLang="zh-CN" b="1" i="0" u="none" strike="noStrike" cap="none" normalizeH="0" baseline="0">
                <a:ln>
                  <a:noFill/>
                </a:ln>
                <a:solidFill>
                  <a:srgbClr val="000000"/>
                </a:solidFill>
                <a:effectLst/>
                <a:cs typeface="+mn-ea"/>
                <a:sym typeface="+mn-lt"/>
                <a:hlinkClick r:id="rId3"/>
              </a:rPr>
              <a:t>*mut T</a:t>
            </a:r>
            <a:r>
              <a:rPr kumimoji="0" lang="zh-CN" altLang="zh-CN" b="1" i="0" u="none" strike="noStrike" cap="none" normalizeH="0" baseline="0">
                <a:ln>
                  <a:noFill/>
                </a:ln>
                <a:solidFill>
                  <a:srgbClr val="000000"/>
                </a:solidFill>
                <a:effectLst/>
                <a:cs typeface="+mn-ea"/>
                <a:sym typeface="+mn-lt"/>
              </a:rPr>
              <a:t>, y: </a:t>
            </a:r>
            <a:r>
              <a:rPr kumimoji="0" lang="zh-CN" altLang="zh-CN" b="1" i="0" u="none" strike="noStrike" cap="none" normalizeH="0" baseline="0">
                <a:ln>
                  <a:noFill/>
                </a:ln>
                <a:solidFill>
                  <a:srgbClr val="000000"/>
                </a:solidFill>
                <a:effectLst/>
                <a:cs typeface="+mn-ea"/>
                <a:sym typeface="+mn-lt"/>
                <a:hlinkClick r:id="rId3"/>
              </a:rPr>
              <a:t>*mut T</a:t>
            </a:r>
            <a:r>
              <a:rPr kumimoji="0" lang="zh-CN" altLang="zh-CN" b="1" i="0" u="none" strike="noStrike" cap="none" normalizeH="0" baseline="0">
                <a:ln>
                  <a:noFill/>
                </a:ln>
                <a:solidFill>
                  <a:srgbClr val="000000"/>
                </a:solidFill>
                <a:effectLst/>
                <a:cs typeface="+mn-ea"/>
                <a:sym typeface="+mn-lt"/>
              </a:rPr>
              <a:t>)</a:t>
            </a:r>
            <a:r>
              <a:rPr kumimoji="0" lang="zh-CN" altLang="zh-CN" b="1" i="0" u="none" strike="noStrike" cap="none" normalizeH="0" baseline="0">
                <a:ln>
                  <a:noFill/>
                </a:ln>
                <a:solidFill>
                  <a:schemeClr val="tx1"/>
                </a:solidFill>
                <a:effectLst/>
                <a:cs typeface="+mn-ea"/>
                <a:sym typeface="+mn-lt"/>
              </a:rPr>
              <a:t> </a:t>
            </a:r>
          </a:p>
        </p:txBody>
      </p:sp>
      <p:cxnSp>
        <p:nvCxnSpPr>
          <p:cNvPr id="9" name="直接连接符 8"/>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5484859" y="2515456"/>
            <a:ext cx="6096000" cy="4083648"/>
            <a:chOff x="5576980" y="1305342"/>
            <a:chExt cx="6096000" cy="4083648"/>
          </a:xfrm>
        </p:grpSpPr>
        <p:sp>
          <p:nvSpPr>
            <p:cNvPr id="12" name="矩形 11"/>
            <p:cNvSpPr/>
            <p:nvPr/>
          </p:nvSpPr>
          <p:spPr>
            <a:xfrm>
              <a:off x="8293997" y="5019658"/>
              <a:ext cx="502061" cy="369332"/>
            </a:xfrm>
            <a:prstGeom prst="rect">
              <a:avLst/>
            </a:prstGeom>
          </p:spPr>
          <p:txBody>
            <a:bodyPr wrap="square">
              <a:spAutoFit/>
            </a:bodyPr>
            <a:lstStyle/>
            <a:p>
              <a:r>
                <a:rPr lang="en-US" altLang="zh-CN" dirty="0">
                  <a:solidFill>
                    <a:srgbClr val="FF0000"/>
                  </a:solidFill>
                  <a:cs typeface="+mn-ea"/>
                  <a:sym typeface="+mn-lt"/>
                </a:rPr>
                <a:t>UB</a:t>
              </a:r>
              <a:endParaRPr lang="zh-CN" altLang="en-US" dirty="0">
                <a:solidFill>
                  <a:srgbClr val="FF0000"/>
                </a:solidFill>
                <a:cs typeface="+mn-ea"/>
                <a:sym typeface="+mn-lt"/>
              </a:endParaRPr>
            </a:p>
          </p:txBody>
        </p:sp>
        <p:sp>
          <p:nvSpPr>
            <p:cNvPr id="4" name="矩形 3"/>
            <p:cNvSpPr/>
            <p:nvPr/>
          </p:nvSpPr>
          <p:spPr>
            <a:xfrm>
              <a:off x="5576980" y="1305342"/>
              <a:ext cx="6096000" cy="2893100"/>
            </a:xfrm>
            <a:prstGeom prst="rect">
              <a:avLst/>
            </a:prstGeom>
            <a:solidFill>
              <a:schemeClr val="tx1"/>
            </a:solidFill>
          </p:spPr>
          <p:txBody>
            <a:bodyPr>
              <a:spAutoFit/>
            </a:bodyPr>
            <a:lstStyle/>
            <a:p>
              <a:r>
                <a:rPr lang="en-US" altLang="zh-CN" sz="1400">
                  <a:solidFill>
                    <a:schemeClr val="bg2"/>
                  </a:solidFill>
                  <a:cs typeface="+mn-ea"/>
                  <a:sym typeface="+mn-lt"/>
                </a:rPr>
                <a:t>// </a:t>
              </a:r>
              <a:r>
                <a:rPr lang="zh-CN" altLang="en-US" sz="1400" b="1">
                  <a:solidFill>
                    <a:srgbClr val="00B050"/>
                  </a:solidFill>
                  <a:cs typeface="+mn-ea"/>
                  <a:sym typeface="+mn-lt"/>
                </a:rPr>
                <a:t>代码示例</a:t>
              </a:r>
              <a:endParaRPr lang="en-US" altLang="zh-CN" sz="1400" b="1">
                <a:solidFill>
                  <a:srgbClr val="00B050"/>
                </a:solidFill>
                <a:cs typeface="+mn-ea"/>
                <a:sym typeface="+mn-lt"/>
              </a:endParaRPr>
            </a:p>
            <a:p>
              <a:r>
                <a:rPr lang="en-US" altLang="zh-CN" sz="1400">
                  <a:solidFill>
                    <a:srgbClr val="C678DD"/>
                  </a:solidFill>
                  <a:cs typeface="+mn-ea"/>
                  <a:sym typeface="+mn-lt"/>
                </a:rPr>
                <a:t>use</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::ptr;</a:t>
              </a:r>
            </a:p>
            <a:p>
              <a:r>
                <a:rPr lang="en-US" altLang="zh-CN" sz="1400">
                  <a:solidFill>
                    <a:srgbClr val="C678DD"/>
                  </a:solidFill>
                  <a:cs typeface="+mn-ea"/>
                  <a:sym typeface="+mn-lt"/>
                </a:rPr>
                <a:t>fn</a:t>
              </a:r>
              <a:r>
                <a:rPr lang="en-US" altLang="zh-CN" sz="1400">
                  <a:solidFill>
                    <a:srgbClr val="ABB2BF"/>
                  </a:solidFill>
                  <a:cs typeface="+mn-ea"/>
                  <a:sym typeface="+mn-lt"/>
                </a:rPr>
                <a:t> </a:t>
              </a:r>
              <a:r>
                <a:rPr lang="en-US" altLang="zh-CN" sz="1400">
                  <a:solidFill>
                    <a:srgbClr val="61AFEF"/>
                  </a:solidFill>
                  <a:cs typeface="+mn-ea"/>
                  <a:sym typeface="+mn-lt"/>
                </a:rPr>
                <a:t>main</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06C75"/>
                  </a:solidFill>
                  <a:cs typeface="+mn-ea"/>
                  <a:sym typeface="+mn-lt"/>
                </a:rPr>
                <a:t>array</a:t>
              </a:r>
              <a:r>
                <a:rPr lang="en-US" altLang="zh-CN" sz="1400">
                  <a:solidFill>
                    <a:srgbClr val="ABB2BF"/>
                  </a:solidFill>
                  <a:cs typeface="+mn-ea"/>
                  <a:sym typeface="+mn-lt"/>
                </a:rPr>
                <a:t>: [</a:t>
              </a:r>
              <a:r>
                <a:rPr lang="en-US" altLang="zh-CN" sz="1400">
                  <a:solidFill>
                    <a:srgbClr val="E5C07B"/>
                  </a:solidFill>
                  <a:cs typeface="+mn-ea"/>
                  <a:sym typeface="+mn-lt"/>
                </a:rPr>
                <a:t>u8</a:t>
              </a:r>
              <a:r>
                <a:rPr lang="en-US" altLang="zh-CN" sz="1400">
                  <a:solidFill>
                    <a:srgbClr val="ABB2BF"/>
                  </a:solidFill>
                  <a:cs typeface="+mn-ea"/>
                  <a:sym typeface="+mn-lt"/>
                </a:rPr>
                <a:t>; </a:t>
              </a:r>
              <a:r>
                <a:rPr lang="en-US" altLang="zh-CN" sz="1400">
                  <a:solidFill>
                    <a:srgbClr val="D19A66"/>
                  </a:solidFill>
                  <a:cs typeface="+mn-ea"/>
                  <a:sym typeface="+mn-lt"/>
                </a:rPr>
                <a:t>4</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D19A66"/>
                  </a:solidFill>
                  <a:cs typeface="+mn-ea"/>
                  <a:sym typeface="+mn-lt"/>
                </a:rPr>
                <a:t>0</a:t>
              </a:r>
              <a:r>
                <a:rPr lang="en-US" altLang="zh-CN" sz="1400">
                  <a:solidFill>
                    <a:srgbClr val="ABB2BF"/>
                  </a:solidFill>
                  <a:cs typeface="+mn-ea"/>
                  <a:sym typeface="+mn-lt"/>
                </a:rPr>
                <a:t>, </a:t>
              </a:r>
              <a:r>
                <a:rPr lang="en-US" altLang="zh-CN" sz="1400">
                  <a:solidFill>
                    <a:srgbClr val="D19A66"/>
                  </a:solidFill>
                  <a:cs typeface="+mn-ea"/>
                  <a:sym typeface="+mn-lt"/>
                </a:rPr>
                <a:t>0</a:t>
              </a:r>
              <a:r>
                <a:rPr lang="en-US" altLang="zh-CN" sz="1400">
                  <a:solidFill>
                    <a:srgbClr val="ABB2BF"/>
                  </a:solidFill>
                  <a:cs typeface="+mn-ea"/>
                  <a:sym typeface="+mn-lt"/>
                </a:rPr>
                <a:t>, </a:t>
              </a:r>
              <a:r>
                <a:rPr lang="en-US" altLang="zh-CN" sz="1400">
                  <a:solidFill>
                    <a:srgbClr val="D19A66"/>
                  </a:solidFill>
                  <a:cs typeface="+mn-ea"/>
                  <a:sym typeface="+mn-lt"/>
                </a:rPr>
                <a:t>0</a:t>
              </a:r>
              <a:r>
                <a:rPr lang="en-US" altLang="zh-CN" sz="1400">
                  <a:solidFill>
                    <a:srgbClr val="ABB2BF"/>
                  </a:solidFill>
                  <a:cs typeface="+mn-ea"/>
                  <a:sym typeface="+mn-lt"/>
                </a:rPr>
                <a:t>, </a:t>
              </a:r>
              <a:r>
                <a:rPr lang="en-US" altLang="zh-CN" sz="1400">
                  <a:solidFill>
                    <a:srgbClr val="D19A66"/>
                  </a:solidFill>
                  <a:cs typeface="+mn-ea"/>
                  <a:sym typeface="+mn-lt"/>
                </a:rPr>
                <a:t>0</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array_ptr</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u8</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06C75"/>
                  </a:solidFill>
                  <a:cs typeface="+mn-ea"/>
                  <a:sym typeface="+mn-lt"/>
                </a:rPr>
                <a:t>array</a:t>
              </a:r>
              <a:r>
                <a:rPr lang="en-US" altLang="zh-CN" sz="1400">
                  <a:solidFill>
                    <a:srgbClr val="ABB2BF"/>
                  </a:solidFill>
                  <a:cs typeface="+mn-ea"/>
                  <a:sym typeface="+mn-lt"/>
                </a:rPr>
                <a:t>.</a:t>
              </a:r>
              <a:r>
                <a:rPr lang="en-US" altLang="zh-CN" sz="1400">
                  <a:solidFill>
                    <a:srgbClr val="61AFEF"/>
                  </a:solidFill>
                  <a:cs typeface="+mn-ea"/>
                  <a:sym typeface="+mn-lt"/>
                </a:rPr>
                <a:t>as_mut_ptr</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unaligned_ptr</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u32</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C678DD"/>
                  </a:solidFill>
                  <a:cs typeface="+mn-ea"/>
                  <a:sym typeface="+mn-lt"/>
                </a:rPr>
                <a:t>unsafe</a:t>
              </a:r>
              <a:r>
                <a:rPr lang="en-US" altLang="zh-CN" sz="1400">
                  <a:solidFill>
                    <a:srgbClr val="ABB2BF"/>
                  </a:solidFill>
                  <a:cs typeface="+mn-ea"/>
                  <a:sym typeface="+mn-lt"/>
                </a:rPr>
                <a:t> { </a:t>
              </a:r>
              <a:r>
                <a:rPr lang="en-US" altLang="zh-CN" sz="1400">
                  <a:solidFill>
                    <a:srgbClr val="E06C75"/>
                  </a:solidFill>
                  <a:cs typeface="+mn-ea"/>
                  <a:sym typeface="+mn-lt"/>
                </a:rPr>
                <a:t>array_ptr</a:t>
              </a:r>
              <a:r>
                <a:rPr lang="en-US" altLang="zh-CN" sz="1400">
                  <a:solidFill>
                    <a:srgbClr val="ABB2BF"/>
                  </a:solidFill>
                  <a:cs typeface="+mn-ea"/>
                  <a:sym typeface="+mn-lt"/>
                </a:rPr>
                <a:t>.</a:t>
              </a:r>
              <a:r>
                <a:rPr lang="en-US" altLang="zh-CN" sz="1400">
                  <a:solidFill>
                    <a:srgbClr val="61AFEF"/>
                  </a:solidFill>
                  <a:cs typeface="+mn-ea"/>
                  <a:sym typeface="+mn-lt"/>
                </a:rPr>
                <a:t>add</a:t>
              </a:r>
              <a:r>
                <a:rPr lang="en-US" altLang="zh-CN" sz="1400">
                  <a:solidFill>
                    <a:srgbClr val="ABB2BF"/>
                  </a:solidFill>
                  <a:cs typeface="+mn-ea"/>
                  <a:sym typeface="+mn-lt"/>
                </a:rPr>
                <a:t>(</a:t>
              </a:r>
              <a:r>
                <a:rPr lang="en-US" altLang="zh-CN" sz="1400">
                  <a:solidFill>
                    <a:srgbClr val="D19A66"/>
                  </a:solidFill>
                  <a:cs typeface="+mn-ea"/>
                  <a:sym typeface="+mn-lt"/>
                </a:rPr>
                <a:t>1</a:t>
              </a:r>
              <a:r>
                <a:rPr lang="en-US" altLang="zh-CN" sz="1400">
                  <a:solidFill>
                    <a:srgbClr val="ABB2BF"/>
                  </a:solidFill>
                  <a:cs typeface="+mn-ea"/>
                  <a:sym typeface="+mn-lt"/>
                </a:rPr>
                <a:t>) } </a:t>
              </a:r>
              <a:r>
                <a:rPr lang="en-US" altLang="zh-CN" sz="1400">
                  <a:solidFill>
                    <a:srgbClr val="C678DD"/>
                  </a:solidFill>
                  <a:cs typeface="+mn-ea"/>
                  <a:sym typeface="+mn-lt"/>
                </a:rPr>
                <a:t>as</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u32</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x</a:t>
              </a:r>
              <a:r>
                <a:rPr lang="en-US" altLang="zh-CN" sz="1400">
                  <a:solidFill>
                    <a:srgbClr val="ABB2BF"/>
                  </a:solidFill>
                  <a:cs typeface="+mn-ea"/>
                  <a:sym typeface="+mn-lt"/>
                </a:rPr>
                <a:t>: </a:t>
              </a:r>
              <a:r>
                <a:rPr lang="en-US" altLang="zh-CN" sz="1400">
                  <a:solidFill>
                    <a:srgbClr val="E5C07B"/>
                  </a:solidFill>
                  <a:cs typeface="+mn-ea"/>
                  <a:sym typeface="+mn-lt"/>
                </a:rPr>
                <a:t>u32</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D19A66"/>
                  </a:solidFill>
                  <a:cs typeface="+mn-ea"/>
                  <a:sym typeface="+mn-lt"/>
                </a:rPr>
                <a:t>10</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x_ptr</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u32</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&amp;</a:t>
              </a:r>
              <a:r>
                <a:rPr lang="en-US" altLang="zh-CN" sz="1400">
                  <a:solidFill>
                    <a:srgbClr val="E06C75"/>
                  </a:solidFill>
                  <a:cs typeface="+mn-ea"/>
                  <a:sym typeface="+mn-lt"/>
                </a:rPr>
                <a:t>x</a:t>
              </a:r>
              <a:r>
                <a:rPr lang="en-US" altLang="zh-CN" sz="1400">
                  <a:solidFill>
                    <a:srgbClr val="ABB2BF"/>
                  </a:solidFill>
                  <a:cs typeface="+mn-ea"/>
                  <a:sym typeface="+mn-lt"/>
                </a:rPr>
                <a:t> </a:t>
              </a:r>
              <a:r>
                <a:rPr lang="en-US" altLang="zh-CN" sz="1400">
                  <a:solidFill>
                    <a:srgbClr val="C678DD"/>
                  </a:solidFill>
                  <a:cs typeface="+mn-ea"/>
                  <a:sym typeface="+mn-lt"/>
                </a:rPr>
                <a:t>as</a:t>
              </a:r>
              <a:r>
                <a:rPr lang="en-US" altLang="zh-CN" sz="1400">
                  <a:solidFill>
                    <a:srgbClr val="ABB2BF"/>
                  </a:solidFill>
                  <a:cs typeface="+mn-ea"/>
                  <a:sym typeface="+mn-lt"/>
                </a:rPr>
                <a:t> *</a:t>
              </a:r>
              <a:r>
                <a:rPr lang="en-US" altLang="zh-CN" sz="1400">
                  <a:solidFill>
                    <a:srgbClr val="C678DD"/>
                  </a:solidFill>
                  <a:cs typeface="+mn-ea"/>
                  <a:sym typeface="+mn-lt"/>
                </a:rPr>
                <a:t>const</a:t>
              </a:r>
              <a:r>
                <a:rPr lang="en-US" altLang="zh-CN" sz="1400">
                  <a:solidFill>
                    <a:srgbClr val="ABB2BF"/>
                  </a:solidFill>
                  <a:cs typeface="+mn-ea"/>
                  <a:sym typeface="+mn-lt"/>
                </a:rPr>
                <a:t> </a:t>
              </a:r>
              <a:r>
                <a:rPr lang="en-US" altLang="zh-CN" sz="1400">
                  <a:solidFill>
                    <a:srgbClr val="E5C07B"/>
                  </a:solidFill>
                  <a:cs typeface="+mn-ea"/>
                  <a:sym typeface="+mn-lt"/>
                </a:rPr>
                <a:t>u32</a:t>
              </a:r>
              <a:r>
                <a:rPr lang="en-US" altLang="zh-CN" sz="1400">
                  <a:solidFill>
                    <a:srgbClr val="ABB2BF"/>
                  </a:solidFill>
                  <a:cs typeface="+mn-ea"/>
                  <a:sym typeface="+mn-lt"/>
                </a:rPr>
                <a:t> </a:t>
              </a:r>
              <a:r>
                <a:rPr lang="en-US" altLang="zh-CN" sz="1400">
                  <a:solidFill>
                    <a:srgbClr val="C678DD"/>
                  </a:solidFill>
                  <a:cs typeface="+mn-ea"/>
                  <a:sym typeface="+mn-lt"/>
                </a:rPr>
                <a:t>as</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u32</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unsafe</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E5C07B"/>
                  </a:solidFill>
                  <a:cs typeface="+mn-ea"/>
                  <a:sym typeface="+mn-lt"/>
                </a:rPr>
                <a:t>ptr</a:t>
              </a:r>
              <a:r>
                <a:rPr lang="en-US" altLang="zh-CN" sz="1400">
                  <a:solidFill>
                    <a:srgbClr val="ABB2BF"/>
                  </a:solidFill>
                  <a:cs typeface="+mn-ea"/>
                  <a:sym typeface="+mn-lt"/>
                </a:rPr>
                <a:t>::</a:t>
              </a:r>
              <a:r>
                <a:rPr lang="en-US" altLang="zh-CN" sz="1400">
                  <a:solidFill>
                    <a:srgbClr val="61AFEF"/>
                  </a:solidFill>
                  <a:cs typeface="+mn-ea"/>
                  <a:sym typeface="+mn-lt"/>
                </a:rPr>
                <a:t>swap</a:t>
              </a:r>
              <a:r>
                <a:rPr lang="en-US" altLang="zh-CN" sz="1400">
                  <a:solidFill>
                    <a:srgbClr val="ABB2BF"/>
                  </a:solidFill>
                  <a:cs typeface="+mn-ea"/>
                  <a:sym typeface="+mn-lt"/>
                </a:rPr>
                <a:t>(</a:t>
              </a:r>
              <a:r>
                <a:rPr lang="en-US" altLang="zh-CN" sz="1400">
                  <a:solidFill>
                    <a:srgbClr val="E06C75"/>
                  </a:solidFill>
                  <a:cs typeface="+mn-ea"/>
                  <a:sym typeface="+mn-lt"/>
                </a:rPr>
                <a:t>x_ptr</a:t>
              </a:r>
              <a:r>
                <a:rPr lang="en-US" altLang="zh-CN" sz="1400">
                  <a:solidFill>
                    <a:srgbClr val="ABB2BF"/>
                  </a:solidFill>
                  <a:cs typeface="+mn-ea"/>
                  <a:sym typeface="+mn-lt"/>
                </a:rPr>
                <a:t>, </a:t>
              </a:r>
              <a:r>
                <a:rPr lang="en-US" altLang="zh-CN" sz="1400">
                  <a:solidFill>
                    <a:srgbClr val="E06C75"/>
                  </a:solidFill>
                  <a:cs typeface="+mn-ea"/>
                  <a:sym typeface="+mn-lt"/>
                </a:rPr>
                <a:t>unaligned_ptr</a:t>
              </a:r>
              <a:r>
                <a:rPr lang="en-US" altLang="zh-CN" sz="1400">
                  <a:solidFill>
                    <a:srgbClr val="ABB2BF"/>
                  </a:solidFill>
                  <a:cs typeface="+mn-ea"/>
                  <a:sym typeface="+mn-lt"/>
                </a:rPr>
                <a:t>)</a:t>
              </a:r>
            </a:p>
            <a:p>
              <a:r>
                <a:rPr lang="en-US" altLang="zh-CN" sz="1400" i="1">
                  <a:solidFill>
                    <a:srgbClr val="7F848E"/>
                  </a:solidFill>
                  <a:cs typeface="+mn-ea"/>
                  <a:sym typeface="+mn-lt"/>
                </a:rPr>
                <a:t>        // unaligned_ptr </a:t>
              </a:r>
              <a:r>
                <a:rPr lang="zh-CN" altLang="en-US" sz="1400" i="1">
                  <a:solidFill>
                    <a:srgbClr val="7F848E"/>
                  </a:solidFill>
                  <a:cs typeface="+mn-ea"/>
                  <a:sym typeface="+mn-lt"/>
                </a:rPr>
                <a:t>指向的内存未对齐，会导致未定义行为</a:t>
              </a:r>
              <a:endParaRPr lang="zh-CN" altLang="en-US" sz="1400">
                <a:solidFill>
                  <a:srgbClr val="ABB2BF"/>
                </a:solidFill>
                <a:cs typeface="+mn-ea"/>
                <a:sym typeface="+mn-lt"/>
              </a:endParaRPr>
            </a:p>
            <a:p>
              <a:r>
                <a:rPr lang="zh-CN" altLang="en-US" sz="1400">
                  <a:solidFill>
                    <a:srgbClr val="ABB2BF"/>
                  </a:solidFill>
                  <a:cs typeface="+mn-ea"/>
                  <a:sym typeface="+mn-lt"/>
                </a:rPr>
                <a:t>    </a:t>
              </a:r>
              <a:r>
                <a:rPr lang="en-US" altLang="zh-CN" sz="1400">
                  <a:solidFill>
                    <a:srgbClr val="ABB2BF"/>
                  </a:solidFill>
                  <a:cs typeface="+mn-ea"/>
                  <a:sym typeface="+mn-lt"/>
                </a:rPr>
                <a:t>}</a:t>
              </a:r>
            </a:p>
            <a:p>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cxnSp>
          <p:nvCxnSpPr>
            <p:cNvPr id="13" name="直接箭头连接符 12"/>
            <p:cNvCxnSpPr/>
            <p:nvPr/>
          </p:nvCxnSpPr>
          <p:spPr>
            <a:xfrm flipV="1">
              <a:off x="8532859" y="4340718"/>
              <a:ext cx="0" cy="60450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grpSp>
      <p:sp>
        <p:nvSpPr>
          <p:cNvPr id="8" name="文本框 7"/>
          <p:cNvSpPr txBox="1"/>
          <p:nvPr/>
        </p:nvSpPr>
        <p:spPr>
          <a:xfrm>
            <a:off x="6092305" y="1453918"/>
            <a:ext cx="5020454" cy="1061829"/>
          </a:xfrm>
          <a:prstGeom prst="rect">
            <a:avLst/>
          </a:prstGeom>
          <a:noFill/>
        </p:spPr>
        <p:txBody>
          <a:bodyPr vert="horz" wrap="square" rtlCol="0">
            <a:spAutoFit/>
          </a:bodyPr>
          <a:lstStyle/>
          <a:p>
            <a:pPr>
              <a:lnSpc>
                <a:spcPct val="150000"/>
              </a:lnSpc>
            </a:pPr>
            <a:r>
              <a:rPr lang="zh-CN" altLang="en-US" sz="1400">
                <a:cs typeface="+mn-ea"/>
                <a:sym typeface="+mn-lt"/>
              </a:rPr>
              <a:t>示例代码中，</a:t>
            </a:r>
            <a:r>
              <a:rPr lang="en-US" altLang="zh-CN" sz="1400">
                <a:cs typeface="+mn-ea"/>
                <a:sym typeface="+mn-lt"/>
              </a:rPr>
              <a:t>unaligned_ptr</a:t>
            </a:r>
            <a:r>
              <a:rPr lang="zh-CN" altLang="en-US" sz="1400">
                <a:cs typeface="+mn-ea"/>
                <a:sym typeface="+mn-lt"/>
              </a:rPr>
              <a:t>指针指向的内存未对齐，因为它是从一个</a:t>
            </a:r>
            <a:r>
              <a:rPr lang="en-US" altLang="zh-CN" sz="1400">
                <a:cs typeface="+mn-ea"/>
                <a:sym typeface="+mn-lt"/>
              </a:rPr>
              <a:t>u8</a:t>
            </a:r>
            <a:r>
              <a:rPr lang="zh-CN" altLang="en-US" sz="1400">
                <a:cs typeface="+mn-ea"/>
                <a:sym typeface="+mn-lt"/>
              </a:rPr>
              <a:t>数组的指针加上</a:t>
            </a:r>
            <a:r>
              <a:rPr lang="en-US" altLang="zh-CN" sz="1400">
                <a:cs typeface="+mn-ea"/>
                <a:sym typeface="+mn-lt"/>
              </a:rPr>
              <a:t>1</a:t>
            </a:r>
            <a:r>
              <a:rPr lang="zh-CN" altLang="en-US" sz="1400">
                <a:cs typeface="+mn-ea"/>
                <a:sym typeface="+mn-lt"/>
              </a:rPr>
              <a:t>个字节偏移量得到的。而</a:t>
            </a:r>
            <a:r>
              <a:rPr lang="en-US" altLang="zh-CN" sz="1400">
                <a:cs typeface="+mn-ea"/>
                <a:sym typeface="+mn-lt"/>
              </a:rPr>
              <a:t>u32</a:t>
            </a:r>
            <a:r>
              <a:rPr lang="zh-CN" altLang="en-US" sz="1400">
                <a:cs typeface="+mn-ea"/>
                <a:sym typeface="+mn-lt"/>
              </a:rPr>
              <a:t>类型的对齐要求是</a:t>
            </a:r>
            <a:r>
              <a:rPr lang="en-US" altLang="zh-CN" sz="1400">
                <a:cs typeface="+mn-ea"/>
                <a:sym typeface="+mn-lt"/>
              </a:rPr>
              <a:t>4</a:t>
            </a:r>
            <a:r>
              <a:rPr lang="zh-CN" altLang="en-US" sz="1400">
                <a:cs typeface="+mn-ea"/>
                <a:sym typeface="+mn-lt"/>
              </a:rPr>
              <a:t>个字节，所以这个指针不满足对齐要求。</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6660" y="72656"/>
            <a:ext cx="10740640" cy="615021"/>
          </a:xfrm>
        </p:spPr>
        <p:txBody>
          <a:bodyPr>
            <a:normAutofit/>
          </a:bodyPr>
          <a:lstStyle/>
          <a:p>
            <a:r>
              <a:rPr lang="en-US" altLang="zh-CN" b="1" dirty="0" err="1">
                <a:solidFill>
                  <a:srgbClr val="C00000"/>
                </a:solidFill>
                <a:latin typeface="+mn-lt"/>
                <a:ea typeface="+mn-ea"/>
                <a:cs typeface="+mn-ea"/>
                <a:sym typeface="+mn-lt"/>
              </a:rPr>
              <a:t>ptr</a:t>
            </a:r>
            <a:r>
              <a:rPr lang="zh-CN" altLang="en-US" b="1" dirty="0">
                <a:solidFill>
                  <a:srgbClr val="C00000"/>
                </a:solidFill>
                <a:latin typeface="+mn-lt"/>
                <a:ea typeface="+mn-ea"/>
                <a:cs typeface="+mn-ea"/>
                <a:sym typeface="+mn-lt"/>
              </a:rPr>
              <a:t>模块</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裸指针非空抽象</a:t>
            </a:r>
            <a:r>
              <a:rPr lang="en-US" altLang="zh-CN" b="1" dirty="0">
                <a:solidFill>
                  <a:srgbClr val="C00000"/>
                </a:solidFill>
                <a:latin typeface="+mn-lt"/>
                <a:ea typeface="+mn-ea"/>
                <a:cs typeface="+mn-ea"/>
                <a:sym typeface="+mn-lt"/>
              </a:rPr>
              <a:t>:</a:t>
            </a:r>
            <a:r>
              <a:rPr lang="en-US" altLang="zh-CN" b="1" dirty="0" err="1">
                <a:solidFill>
                  <a:srgbClr val="C00000"/>
                </a:solidFill>
                <a:latin typeface="+mn-lt"/>
                <a:ea typeface="+mn-ea"/>
                <a:cs typeface="+mn-ea"/>
                <a:sym typeface="+mn-lt"/>
              </a:rPr>
              <a:t>NonNull</a:t>
            </a:r>
            <a:r>
              <a:rPr lang="en-US" altLang="zh-CN" b="1" dirty="0">
                <a:solidFill>
                  <a:srgbClr val="C00000"/>
                </a:solidFill>
                <a:latin typeface="+mn-lt"/>
                <a:ea typeface="+mn-ea"/>
                <a:cs typeface="+mn-ea"/>
                <a:sym typeface="+mn-lt"/>
              </a:rPr>
              <a:t> </a:t>
            </a:r>
            <a:r>
              <a:rPr lang="zh-CN" altLang="en-US" b="1" dirty="0">
                <a:solidFill>
                  <a:srgbClr val="C00000"/>
                </a:solidFill>
                <a:latin typeface="+mn-lt"/>
                <a:ea typeface="+mn-ea"/>
                <a:cs typeface="+mn-ea"/>
                <a:sym typeface="+mn-lt"/>
              </a:rPr>
              <a:t>类型</a:t>
            </a:r>
          </a:p>
        </p:txBody>
      </p:sp>
      <p:sp>
        <p:nvSpPr>
          <p:cNvPr id="5" name="文本框 4"/>
          <p:cNvSpPr txBox="1"/>
          <p:nvPr/>
        </p:nvSpPr>
        <p:spPr>
          <a:xfrm>
            <a:off x="502195" y="687677"/>
            <a:ext cx="10149570" cy="3462486"/>
          </a:xfrm>
          <a:prstGeom prst="rect">
            <a:avLst/>
          </a:prstGeom>
          <a:noFill/>
        </p:spPr>
        <p:txBody>
          <a:bodyPr vert="horz" wrap="square" rtlCol="0">
            <a:spAutoFit/>
          </a:bodyPr>
          <a:lstStyle/>
          <a:p>
            <a:pPr>
              <a:lnSpc>
                <a:spcPct val="150000"/>
              </a:lnSpc>
            </a:pPr>
            <a:r>
              <a:rPr lang="zh-CN" altLang="en-US" dirty="0">
                <a:cs typeface="+mn-ea"/>
                <a:sym typeface="+mn-lt"/>
              </a:rPr>
              <a:t>重点介绍 </a:t>
            </a:r>
            <a:r>
              <a:rPr lang="en-US" altLang="zh-CN" dirty="0">
                <a:cs typeface="+mn-ea"/>
                <a:sym typeface="+mn-lt"/>
              </a:rPr>
              <a:t>std::</a:t>
            </a:r>
            <a:r>
              <a:rPr lang="en-US" altLang="zh-CN" dirty="0" err="1">
                <a:cs typeface="+mn-ea"/>
                <a:sym typeface="+mn-lt"/>
              </a:rPr>
              <a:t>ptr</a:t>
            </a:r>
            <a:r>
              <a:rPr lang="en-US" altLang="zh-CN" dirty="0">
                <a:cs typeface="+mn-ea"/>
                <a:sym typeface="+mn-lt"/>
              </a:rPr>
              <a:t> </a:t>
            </a:r>
            <a:r>
              <a:rPr lang="zh-CN" altLang="en-US" dirty="0">
                <a:cs typeface="+mn-ea"/>
                <a:sym typeface="+mn-lt"/>
              </a:rPr>
              <a:t>模块中的</a:t>
            </a:r>
            <a:r>
              <a:rPr lang="en-US" altLang="zh-CN" dirty="0" err="1">
                <a:cs typeface="+mn-ea"/>
                <a:sym typeface="+mn-lt"/>
              </a:rPr>
              <a:t>NonNull</a:t>
            </a:r>
            <a:r>
              <a:rPr lang="en-US" altLang="zh-CN" dirty="0">
                <a:cs typeface="+mn-ea"/>
                <a:sym typeface="+mn-lt"/>
              </a:rPr>
              <a:t> </a:t>
            </a:r>
            <a:r>
              <a:rPr lang="zh-CN" altLang="en-US" dirty="0">
                <a:cs typeface="+mn-ea"/>
                <a:sym typeface="+mn-lt"/>
              </a:rPr>
              <a:t>类型：</a:t>
            </a:r>
            <a:endParaRPr lang="en-US" altLang="zh-CN" dirty="0">
              <a:cs typeface="+mn-ea"/>
              <a:sym typeface="+mn-lt"/>
            </a:endParaRPr>
          </a:p>
          <a:p>
            <a:pPr marL="285750" indent="-285750" algn="l">
              <a:lnSpc>
                <a:spcPct val="150000"/>
              </a:lnSpc>
              <a:buFont typeface="Arial" panose="020B0604020202020204" pitchFamily="34" charset="0"/>
              <a:buChar char="•"/>
            </a:pPr>
            <a:r>
              <a:rPr lang="en-US" altLang="zh-CN" sz="1600" dirty="0" err="1">
                <a:cs typeface="+mn-ea"/>
                <a:sym typeface="+mn-lt"/>
              </a:rPr>
              <a:t>ptr</a:t>
            </a:r>
            <a:r>
              <a:rPr lang="en-US" altLang="zh-CN" sz="1600" dirty="0">
                <a:cs typeface="+mn-ea"/>
                <a:sym typeface="+mn-lt"/>
              </a:rPr>
              <a:t>::</a:t>
            </a:r>
            <a:r>
              <a:rPr lang="en-US" altLang="zh-CN" sz="1600" dirty="0" err="1">
                <a:cs typeface="+mn-ea"/>
                <a:sym typeface="+mn-lt"/>
              </a:rPr>
              <a:t>NonNull</a:t>
            </a:r>
            <a:r>
              <a:rPr lang="zh-CN" altLang="en-US" sz="1600" dirty="0">
                <a:cs typeface="+mn-ea"/>
                <a:sym typeface="+mn-lt"/>
              </a:rPr>
              <a:t>，用于表示非空且协变的可变裸指针，它是 *</a:t>
            </a:r>
            <a:r>
              <a:rPr lang="en-US" altLang="zh-CN" sz="1600" dirty="0" err="1">
                <a:cs typeface="+mn-ea"/>
                <a:sym typeface="+mn-lt"/>
              </a:rPr>
              <a:t>mut</a:t>
            </a:r>
            <a:r>
              <a:rPr lang="en-US" altLang="zh-CN" sz="1600" dirty="0">
                <a:cs typeface="+mn-ea"/>
                <a:sym typeface="+mn-lt"/>
              </a:rPr>
              <a:t> T </a:t>
            </a:r>
            <a:r>
              <a:rPr lang="zh-CN" altLang="en-US" sz="1600" dirty="0">
                <a:cs typeface="+mn-ea"/>
                <a:sym typeface="+mn-lt"/>
              </a:rPr>
              <a:t>裸指针更类型安全的表示；</a:t>
            </a:r>
            <a:endParaRPr lang="en-US" altLang="zh-CN" sz="1600" dirty="0">
              <a:cs typeface="+mn-ea"/>
              <a:sym typeface="+mn-lt"/>
            </a:endParaRPr>
          </a:p>
          <a:p>
            <a:pPr marL="285750" indent="-285750" algn="l">
              <a:lnSpc>
                <a:spcPct val="150000"/>
              </a:lnSpc>
              <a:buFont typeface="Arial" panose="020B0604020202020204" pitchFamily="34" charset="0"/>
              <a:buChar char="•"/>
            </a:pPr>
            <a:r>
              <a:rPr lang="en-US" altLang="zh-CN" sz="1600" dirty="0" err="1">
                <a:cs typeface="+mn-ea"/>
                <a:sym typeface="+mn-lt"/>
              </a:rPr>
              <a:t>NonNull</a:t>
            </a:r>
            <a:r>
              <a:rPr lang="en-US" altLang="zh-CN" sz="1600" dirty="0">
                <a:cs typeface="+mn-ea"/>
                <a:sym typeface="+mn-lt"/>
              </a:rPr>
              <a:t> </a:t>
            </a:r>
            <a:r>
              <a:rPr lang="zh-CN" altLang="en-US" sz="1600" dirty="0">
                <a:cs typeface="+mn-ea"/>
                <a:sym typeface="+mn-lt"/>
              </a:rPr>
              <a:t>不保证指向的内存是有效和对齐的，还需要开发者自己保证；</a:t>
            </a:r>
            <a:endParaRPr lang="en-US" altLang="zh-CN" sz="1600" dirty="0">
              <a:cs typeface="+mn-ea"/>
              <a:sym typeface="+mn-lt"/>
            </a:endParaRPr>
          </a:p>
          <a:p>
            <a:pPr marL="285750" indent="-285750" algn="l">
              <a:lnSpc>
                <a:spcPct val="150000"/>
              </a:lnSpc>
              <a:buFont typeface="Arial" panose="020B0604020202020204" pitchFamily="34" charset="0"/>
              <a:buChar char="•"/>
            </a:pPr>
            <a:r>
              <a:rPr lang="en-US" altLang="zh-CN" sz="1600" dirty="0" err="1">
                <a:cs typeface="+mn-ea"/>
                <a:sym typeface="+mn-lt"/>
              </a:rPr>
              <a:t>NonNull</a:t>
            </a:r>
            <a:r>
              <a:rPr lang="en-US" altLang="zh-CN" sz="1600" dirty="0">
                <a:cs typeface="+mn-ea"/>
                <a:sym typeface="+mn-lt"/>
              </a:rPr>
              <a:t> </a:t>
            </a:r>
            <a:r>
              <a:rPr lang="zh-CN" altLang="en-US" sz="1600" dirty="0">
                <a:cs typeface="+mn-ea"/>
                <a:sym typeface="+mn-lt"/>
              </a:rPr>
              <a:t>也不保证指针的生命周期有效，依然有悬垂指针的风险，需要开发者自己保证；</a:t>
            </a:r>
            <a:endParaRPr lang="en-US" altLang="zh-CN" sz="1600" dirty="0">
              <a:cs typeface="+mn-ea"/>
              <a:sym typeface="+mn-lt"/>
            </a:endParaRPr>
          </a:p>
          <a:p>
            <a:pPr marL="285750" indent="-285750" algn="l">
              <a:lnSpc>
                <a:spcPct val="150000"/>
              </a:lnSpc>
              <a:buFont typeface="Arial" panose="020B0604020202020204" pitchFamily="34" charset="0"/>
              <a:buChar char="•"/>
            </a:pPr>
            <a:r>
              <a:rPr lang="en-US" altLang="zh-CN" sz="1600" dirty="0" err="1">
                <a:cs typeface="+mn-ea"/>
                <a:sym typeface="+mn-lt"/>
              </a:rPr>
              <a:t>NonNull</a:t>
            </a:r>
            <a:r>
              <a:rPr lang="en-US" altLang="zh-CN" sz="1600" dirty="0">
                <a:cs typeface="+mn-ea"/>
                <a:sym typeface="+mn-lt"/>
              </a:rPr>
              <a:t> </a:t>
            </a:r>
            <a:r>
              <a:rPr lang="zh-CN" altLang="en-US" sz="1600" dirty="0">
                <a:cs typeface="+mn-ea"/>
                <a:sym typeface="+mn-lt"/>
              </a:rPr>
              <a:t>也无法实现 </a:t>
            </a:r>
            <a:r>
              <a:rPr lang="en-US" altLang="zh-CN" sz="1600" dirty="0">
                <a:cs typeface="+mn-ea"/>
                <a:sym typeface="+mn-lt"/>
              </a:rPr>
              <a:t>Sync/Send</a:t>
            </a:r>
            <a:r>
              <a:rPr lang="zh-CN" altLang="en-US" sz="1600" dirty="0">
                <a:cs typeface="+mn-ea"/>
                <a:sym typeface="+mn-lt"/>
              </a:rPr>
              <a:t>；</a:t>
            </a:r>
            <a:endParaRPr lang="en-US" altLang="zh-CN" sz="1600" dirty="0">
              <a:cs typeface="+mn-ea"/>
              <a:sym typeface="+mn-lt"/>
            </a:endParaRPr>
          </a:p>
          <a:p>
            <a:pPr marL="285750" indent="-285750" algn="l">
              <a:lnSpc>
                <a:spcPct val="150000"/>
              </a:lnSpc>
              <a:buFont typeface="Arial" panose="020B0604020202020204" pitchFamily="34" charset="0"/>
              <a:buChar char="•"/>
            </a:pPr>
            <a:r>
              <a:rPr lang="en-US" altLang="zh-CN" sz="1600" dirty="0" err="1">
                <a:cs typeface="+mn-ea"/>
                <a:sym typeface="+mn-lt"/>
              </a:rPr>
              <a:t>NonNull</a:t>
            </a:r>
            <a:r>
              <a:rPr lang="en-US" altLang="zh-CN" sz="1600" dirty="0">
                <a:cs typeface="+mn-ea"/>
                <a:sym typeface="+mn-lt"/>
              </a:rPr>
              <a:t> </a:t>
            </a:r>
            <a:r>
              <a:rPr lang="zh-CN" altLang="en-US" sz="1600" dirty="0">
                <a:cs typeface="+mn-ea"/>
                <a:sym typeface="+mn-lt"/>
              </a:rPr>
              <a:t>被用于以下场景中：</a:t>
            </a:r>
            <a:endParaRPr lang="en-US" altLang="zh-CN" sz="1600" dirty="0">
              <a:cs typeface="+mn-ea"/>
              <a:sym typeface="+mn-lt"/>
            </a:endParaRPr>
          </a:p>
          <a:p>
            <a:pPr marL="742950" lvl="1" indent="-285750">
              <a:lnSpc>
                <a:spcPct val="150000"/>
              </a:lnSpc>
              <a:buFont typeface="Arial" panose="020B0604020202020204" pitchFamily="34" charset="0"/>
              <a:buChar char="•"/>
            </a:pPr>
            <a:r>
              <a:rPr lang="zh-CN" altLang="en-US" sz="1600" dirty="0">
                <a:cs typeface="+mn-ea"/>
                <a:sym typeface="+mn-lt"/>
              </a:rPr>
              <a:t>自定义数据结构；</a:t>
            </a:r>
            <a:endParaRPr lang="en-US" altLang="zh-CN" sz="1600" dirty="0">
              <a:cs typeface="+mn-ea"/>
              <a:sym typeface="+mn-lt"/>
            </a:endParaRPr>
          </a:p>
          <a:p>
            <a:pPr marL="742950" lvl="1" indent="-285750">
              <a:lnSpc>
                <a:spcPct val="150000"/>
              </a:lnSpc>
              <a:buFont typeface="Arial" panose="020B0604020202020204" pitchFamily="34" charset="0"/>
              <a:buChar char="•"/>
            </a:pPr>
            <a:r>
              <a:rPr lang="en-US" altLang="zh-CN" sz="1600" dirty="0">
                <a:cs typeface="+mn-ea"/>
                <a:sym typeface="+mn-lt"/>
              </a:rPr>
              <a:t>FFI </a:t>
            </a:r>
            <a:r>
              <a:rPr lang="zh-CN" altLang="en-US" sz="1600" dirty="0">
                <a:cs typeface="+mn-ea"/>
                <a:sym typeface="+mn-lt"/>
              </a:rPr>
              <a:t>中与 </a:t>
            </a:r>
            <a:r>
              <a:rPr lang="en-US" altLang="zh-CN" sz="1600" dirty="0">
                <a:cs typeface="+mn-ea"/>
                <a:sym typeface="+mn-lt"/>
              </a:rPr>
              <a:t>C </a:t>
            </a:r>
            <a:r>
              <a:rPr lang="zh-CN" altLang="en-US" sz="1600" dirty="0">
                <a:cs typeface="+mn-ea"/>
                <a:sym typeface="+mn-lt"/>
              </a:rPr>
              <a:t>交互；</a:t>
            </a:r>
            <a:endParaRPr lang="en-US" altLang="zh-CN" sz="1600" dirty="0">
              <a:cs typeface="+mn-ea"/>
              <a:sym typeface="+mn-lt"/>
            </a:endParaRPr>
          </a:p>
          <a:p>
            <a:pPr marL="742950" lvl="1" indent="-285750">
              <a:lnSpc>
                <a:spcPct val="150000"/>
              </a:lnSpc>
              <a:buFont typeface="Arial" panose="020B0604020202020204" pitchFamily="34" charset="0"/>
              <a:buChar char="•"/>
            </a:pPr>
            <a:r>
              <a:rPr lang="zh-CN" altLang="en-US" sz="1600" dirty="0">
                <a:cs typeface="+mn-ea"/>
                <a:sym typeface="+mn-lt"/>
              </a:rPr>
              <a:t>内存管理；</a:t>
            </a:r>
            <a:endParaRPr lang="en-US" altLang="zh-CN" sz="1600" dirty="0">
              <a:cs typeface="+mn-ea"/>
              <a:sym typeface="+mn-lt"/>
            </a:endParaRPr>
          </a:p>
        </p:txBody>
      </p:sp>
      <p:cxnSp>
        <p:nvCxnSpPr>
          <p:cNvPr id="6" name="直接连接符 5"/>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2065" y="72656"/>
            <a:ext cx="10740640" cy="615021"/>
          </a:xfrm>
        </p:spPr>
        <p:txBody>
          <a:bodyPr>
            <a:normAutofit/>
          </a:bodyPr>
          <a:lstStyle/>
          <a:p>
            <a:r>
              <a:rPr lang="en-US" altLang="zh-CN" b="1" dirty="0" err="1">
                <a:solidFill>
                  <a:srgbClr val="C00000"/>
                </a:solidFill>
                <a:latin typeface="+mn-lt"/>
                <a:ea typeface="+mn-ea"/>
                <a:cs typeface="+mn-ea"/>
                <a:sym typeface="+mn-lt"/>
              </a:rPr>
              <a:t>ptr</a:t>
            </a:r>
            <a:r>
              <a:rPr lang="zh-CN" altLang="en-US" b="1" dirty="0">
                <a:solidFill>
                  <a:srgbClr val="C00000"/>
                </a:solidFill>
                <a:latin typeface="+mn-lt"/>
                <a:ea typeface="+mn-ea"/>
                <a:cs typeface="+mn-ea"/>
                <a:sym typeface="+mn-lt"/>
              </a:rPr>
              <a:t>模块</a:t>
            </a:r>
            <a:r>
              <a:rPr lang="en-US" altLang="zh-CN" b="1" dirty="0">
                <a:solidFill>
                  <a:srgbClr val="C00000"/>
                </a:solidFill>
                <a:latin typeface="+mn-lt"/>
                <a:ea typeface="+mn-ea"/>
                <a:cs typeface="+mn-ea"/>
                <a:sym typeface="+mn-lt"/>
              </a:rPr>
              <a:t>-</a:t>
            </a:r>
            <a:r>
              <a:rPr lang="zh-CN" altLang="en-US" b="1" dirty="0">
                <a:solidFill>
                  <a:srgbClr val="C00000"/>
                </a:solidFill>
                <a:latin typeface="+mn-lt"/>
                <a:ea typeface="+mn-ea"/>
                <a:cs typeface="+mn-ea"/>
                <a:sym typeface="+mn-lt"/>
              </a:rPr>
              <a:t>裸指针非空抽象</a:t>
            </a:r>
            <a:r>
              <a:rPr lang="en-US" altLang="zh-CN" b="1" dirty="0">
                <a:solidFill>
                  <a:srgbClr val="C00000"/>
                </a:solidFill>
                <a:latin typeface="+mn-lt"/>
                <a:ea typeface="+mn-ea"/>
                <a:cs typeface="+mn-ea"/>
                <a:sym typeface="+mn-lt"/>
              </a:rPr>
              <a:t>:</a:t>
            </a:r>
            <a:r>
              <a:rPr lang="en-US" altLang="zh-CN" b="1" dirty="0" err="1">
                <a:solidFill>
                  <a:srgbClr val="C00000"/>
                </a:solidFill>
                <a:latin typeface="+mn-lt"/>
                <a:ea typeface="+mn-ea"/>
                <a:cs typeface="+mn-ea"/>
                <a:sym typeface="+mn-lt"/>
              </a:rPr>
              <a:t>NonNull</a:t>
            </a:r>
            <a:r>
              <a:rPr lang="en-US" altLang="zh-CN" b="1" dirty="0">
                <a:solidFill>
                  <a:srgbClr val="C00000"/>
                </a:solidFill>
                <a:latin typeface="+mn-lt"/>
                <a:ea typeface="+mn-ea"/>
                <a:cs typeface="+mn-ea"/>
                <a:sym typeface="+mn-lt"/>
              </a:rPr>
              <a:t> </a:t>
            </a:r>
            <a:r>
              <a:rPr lang="zh-CN" altLang="en-US" b="1" dirty="0">
                <a:solidFill>
                  <a:srgbClr val="C00000"/>
                </a:solidFill>
                <a:latin typeface="+mn-lt"/>
                <a:ea typeface="+mn-ea"/>
                <a:cs typeface="+mn-ea"/>
                <a:sym typeface="+mn-lt"/>
              </a:rPr>
              <a:t>类型</a:t>
            </a:r>
          </a:p>
        </p:txBody>
      </p:sp>
      <p:sp>
        <p:nvSpPr>
          <p:cNvPr id="5" name="文本框 4"/>
          <p:cNvSpPr txBox="1"/>
          <p:nvPr/>
        </p:nvSpPr>
        <p:spPr>
          <a:xfrm>
            <a:off x="309913" y="1221453"/>
            <a:ext cx="6096000" cy="475066"/>
          </a:xfrm>
          <a:prstGeom prst="rect">
            <a:avLst/>
          </a:prstGeom>
          <a:noFill/>
        </p:spPr>
        <p:txBody>
          <a:bodyPr vert="horz" wrap="square" rtlCol="0">
            <a:spAutoFit/>
          </a:bodyPr>
          <a:lstStyle/>
          <a:p>
            <a:pPr algn="l">
              <a:lnSpc>
                <a:spcPts val="3440"/>
              </a:lnSpc>
            </a:pPr>
            <a:r>
              <a:rPr lang="en-US" altLang="zh-CN" sz="1600">
                <a:cs typeface="+mn-ea"/>
                <a:sym typeface="+mn-lt"/>
              </a:rPr>
              <a:t>1.</a:t>
            </a:r>
            <a:r>
              <a:rPr lang="zh-CN" altLang="en-US" sz="1600">
                <a:cs typeface="+mn-ea"/>
                <a:sym typeface="+mn-lt"/>
              </a:rPr>
              <a:t>非法</a:t>
            </a:r>
            <a:r>
              <a:rPr lang="zh-CN" altLang="en-US" sz="1600" dirty="0">
                <a:cs typeface="+mn-ea"/>
                <a:sym typeface="+mn-lt"/>
              </a:rPr>
              <a:t>使用 </a:t>
            </a:r>
            <a:r>
              <a:rPr lang="en-US" altLang="zh-CN" sz="1600" dirty="0" err="1">
                <a:cs typeface="+mn-ea"/>
                <a:sym typeface="+mn-lt"/>
              </a:rPr>
              <a:t>NonNull</a:t>
            </a:r>
            <a:r>
              <a:rPr lang="zh-CN" altLang="en-US" sz="1600" dirty="0">
                <a:cs typeface="+mn-ea"/>
                <a:sym typeface="+mn-lt"/>
              </a:rPr>
              <a:t>，导致内存</a:t>
            </a:r>
            <a:r>
              <a:rPr lang="en-US" altLang="zh-CN" sz="1600">
                <a:cs typeface="+mn-ea"/>
                <a:sym typeface="+mn-lt"/>
              </a:rPr>
              <a:t>double free</a:t>
            </a:r>
            <a:r>
              <a:rPr lang="zh-CN" altLang="en-US" sz="1600">
                <a:cs typeface="+mn-ea"/>
                <a:sym typeface="+mn-lt"/>
              </a:rPr>
              <a:t>：</a:t>
            </a:r>
            <a:endParaRPr lang="en-US" altLang="zh-CN" sz="1600" dirty="0">
              <a:cs typeface="+mn-ea"/>
              <a:sym typeface="+mn-lt"/>
            </a:endParaRPr>
          </a:p>
        </p:txBody>
      </p:sp>
      <p:sp>
        <p:nvSpPr>
          <p:cNvPr id="11" name="矩形 10"/>
          <p:cNvSpPr/>
          <p:nvPr/>
        </p:nvSpPr>
        <p:spPr>
          <a:xfrm>
            <a:off x="202065" y="746783"/>
            <a:ext cx="4083169" cy="423899"/>
          </a:xfrm>
          <a:prstGeom prst="rect">
            <a:avLst/>
          </a:prstGeom>
        </p:spPr>
        <p:txBody>
          <a:bodyPr wrap="none">
            <a:spAutoFit/>
          </a:bodyPr>
          <a:lstStyle/>
          <a:p>
            <a:pPr>
              <a:lnSpc>
                <a:spcPct val="150000"/>
              </a:lnSpc>
            </a:pPr>
            <a:r>
              <a:rPr lang="en-US" altLang="zh-CN" sz="1600">
                <a:cs typeface="+mn-ea"/>
                <a:sym typeface="+mn-lt"/>
              </a:rPr>
              <a:t>ptr</a:t>
            </a:r>
            <a:r>
              <a:rPr lang="en-US" altLang="zh-CN" sz="1600" dirty="0">
                <a:cs typeface="+mn-ea"/>
                <a:sym typeface="+mn-lt"/>
              </a:rPr>
              <a:t>::</a:t>
            </a:r>
            <a:r>
              <a:rPr lang="en-US" altLang="zh-CN" sz="1600" dirty="0" err="1">
                <a:cs typeface="+mn-ea"/>
                <a:sym typeface="+mn-lt"/>
              </a:rPr>
              <a:t>NonNull</a:t>
            </a:r>
            <a:r>
              <a:rPr lang="en-US" altLang="zh-CN" sz="1600" dirty="0">
                <a:cs typeface="+mn-ea"/>
                <a:sym typeface="+mn-lt"/>
              </a:rPr>
              <a:t> </a:t>
            </a:r>
            <a:r>
              <a:rPr lang="zh-CN" altLang="en-US" sz="1600" dirty="0">
                <a:cs typeface="+mn-ea"/>
                <a:sym typeface="+mn-lt"/>
              </a:rPr>
              <a:t>是类型安全版本的 *</a:t>
            </a:r>
            <a:r>
              <a:rPr lang="en-US" altLang="zh-CN" sz="1600" err="1">
                <a:cs typeface="+mn-ea"/>
                <a:sym typeface="+mn-lt"/>
              </a:rPr>
              <a:t>mut</a:t>
            </a:r>
            <a:r>
              <a:rPr lang="en-US" altLang="zh-CN" sz="1600">
                <a:cs typeface="+mn-ea"/>
                <a:sym typeface="+mn-lt"/>
              </a:rPr>
              <a:t> T</a:t>
            </a:r>
            <a:r>
              <a:rPr lang="zh-CN" altLang="en-US" sz="1600">
                <a:cs typeface="+mn-ea"/>
                <a:sym typeface="+mn-lt"/>
              </a:rPr>
              <a:t>。</a:t>
            </a:r>
            <a:endParaRPr lang="zh-CN" altLang="en-US" sz="1600" dirty="0">
              <a:cs typeface="+mn-ea"/>
              <a:sym typeface="+mn-lt"/>
            </a:endParaRPr>
          </a:p>
        </p:txBody>
      </p:sp>
      <p:sp>
        <p:nvSpPr>
          <p:cNvPr id="12" name="文本框 11"/>
          <p:cNvSpPr txBox="1"/>
          <p:nvPr/>
        </p:nvSpPr>
        <p:spPr>
          <a:xfrm>
            <a:off x="309912" y="3887544"/>
            <a:ext cx="6095999" cy="475066"/>
          </a:xfrm>
          <a:prstGeom prst="rect">
            <a:avLst/>
          </a:prstGeom>
          <a:noFill/>
        </p:spPr>
        <p:txBody>
          <a:bodyPr vert="horz" wrap="square" rtlCol="0">
            <a:spAutoFit/>
          </a:bodyPr>
          <a:lstStyle/>
          <a:p>
            <a:pPr algn="l">
              <a:lnSpc>
                <a:spcPts val="3440"/>
              </a:lnSpc>
            </a:pPr>
            <a:r>
              <a:rPr lang="en-US" altLang="zh-CN" sz="1600">
                <a:cs typeface="+mn-ea"/>
                <a:sym typeface="+mn-lt"/>
              </a:rPr>
              <a:t>3.</a:t>
            </a:r>
            <a:r>
              <a:rPr lang="zh-CN" altLang="en-US" sz="1600">
                <a:cs typeface="+mn-ea"/>
                <a:sym typeface="+mn-lt"/>
              </a:rPr>
              <a:t>非法</a:t>
            </a:r>
            <a:r>
              <a:rPr lang="zh-CN" altLang="en-US" sz="1600" dirty="0">
                <a:cs typeface="+mn-ea"/>
                <a:sym typeface="+mn-lt"/>
              </a:rPr>
              <a:t>使用 </a:t>
            </a:r>
            <a:r>
              <a:rPr lang="en-US" altLang="zh-CN" sz="1600" dirty="0" err="1">
                <a:cs typeface="+mn-ea"/>
                <a:sym typeface="+mn-lt"/>
              </a:rPr>
              <a:t>NonNull</a:t>
            </a:r>
            <a:r>
              <a:rPr lang="zh-CN" altLang="en-US" sz="1600" dirty="0">
                <a:cs typeface="+mn-ea"/>
                <a:sym typeface="+mn-lt"/>
              </a:rPr>
              <a:t>，导致</a:t>
            </a:r>
            <a:r>
              <a:rPr lang="zh-CN" altLang="en-US" sz="1600">
                <a:cs typeface="+mn-ea"/>
                <a:sym typeface="+mn-lt"/>
              </a:rPr>
              <a:t>越界访问：</a:t>
            </a:r>
            <a:r>
              <a:rPr lang="en-US" altLang="zh-CN" sz="1600">
                <a:cs typeface="+mn-ea"/>
                <a:sym typeface="+mn-lt"/>
              </a:rPr>
              <a:t> </a:t>
            </a:r>
            <a:endParaRPr lang="en-US" altLang="zh-CN" sz="1600" dirty="0">
              <a:cs typeface="+mn-ea"/>
              <a:sym typeface="+mn-lt"/>
            </a:endParaRPr>
          </a:p>
        </p:txBody>
      </p:sp>
      <p:sp>
        <p:nvSpPr>
          <p:cNvPr id="13" name="文本框 12"/>
          <p:cNvSpPr txBox="1"/>
          <p:nvPr/>
        </p:nvSpPr>
        <p:spPr>
          <a:xfrm>
            <a:off x="6700242" y="1136515"/>
            <a:ext cx="4701765" cy="475066"/>
          </a:xfrm>
          <a:prstGeom prst="rect">
            <a:avLst/>
          </a:prstGeom>
          <a:noFill/>
        </p:spPr>
        <p:txBody>
          <a:bodyPr vert="horz" wrap="square" rtlCol="0">
            <a:spAutoFit/>
          </a:bodyPr>
          <a:lstStyle/>
          <a:p>
            <a:pPr algn="l">
              <a:lnSpc>
                <a:spcPts val="3440"/>
              </a:lnSpc>
            </a:pPr>
            <a:r>
              <a:rPr lang="en-US" altLang="zh-CN" sz="1600">
                <a:cs typeface="+mn-ea"/>
                <a:sym typeface="+mn-lt"/>
              </a:rPr>
              <a:t>2.</a:t>
            </a:r>
            <a:r>
              <a:rPr lang="zh-CN" altLang="en-US" sz="1600">
                <a:cs typeface="+mn-ea"/>
                <a:sym typeface="+mn-lt"/>
              </a:rPr>
              <a:t>非法</a:t>
            </a:r>
            <a:r>
              <a:rPr lang="zh-CN" altLang="en-US" sz="1600" dirty="0">
                <a:cs typeface="+mn-ea"/>
                <a:sym typeface="+mn-lt"/>
              </a:rPr>
              <a:t>使用 </a:t>
            </a:r>
            <a:r>
              <a:rPr lang="en-US" altLang="zh-CN" sz="1600" dirty="0" err="1">
                <a:cs typeface="+mn-ea"/>
                <a:sym typeface="+mn-lt"/>
              </a:rPr>
              <a:t>NonNull</a:t>
            </a:r>
            <a:r>
              <a:rPr lang="zh-CN" altLang="en-US" sz="1600" dirty="0">
                <a:cs typeface="+mn-ea"/>
                <a:sym typeface="+mn-lt"/>
              </a:rPr>
              <a:t>，导致</a:t>
            </a:r>
            <a:r>
              <a:rPr lang="zh-CN" altLang="en-US" sz="1600">
                <a:cs typeface="+mn-ea"/>
                <a:sym typeface="+mn-lt"/>
              </a:rPr>
              <a:t>数据竞争：</a:t>
            </a:r>
            <a:r>
              <a:rPr lang="en-US" altLang="zh-CN" sz="1600">
                <a:cs typeface="+mn-ea"/>
                <a:sym typeface="+mn-lt"/>
              </a:rPr>
              <a:t> </a:t>
            </a:r>
            <a:endParaRPr lang="en-US" altLang="zh-CN" sz="1600" dirty="0">
              <a:cs typeface="+mn-ea"/>
              <a:sym typeface="+mn-lt"/>
            </a:endParaRPr>
          </a:p>
        </p:txBody>
      </p:sp>
      <p:cxnSp>
        <p:nvCxnSpPr>
          <p:cNvPr id="14" name="直接连接符 13"/>
          <p:cNvCxnSpPr/>
          <p:nvPr/>
        </p:nvCxnSpPr>
        <p:spPr>
          <a:xfrm>
            <a:off x="206660" y="55405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309913" y="1803011"/>
            <a:ext cx="6096000" cy="2031325"/>
          </a:xfrm>
          <a:prstGeom prst="rect">
            <a:avLst/>
          </a:prstGeom>
          <a:solidFill>
            <a:schemeClr val="tx1"/>
          </a:solidFill>
        </p:spPr>
        <p:txBody>
          <a:bodyPr>
            <a:spAutoFit/>
          </a:bodyPr>
          <a:lstStyle/>
          <a:p>
            <a:r>
              <a:rPr lang="en-US" altLang="zh-CN" sz="1400">
                <a:solidFill>
                  <a:schemeClr val="bg2"/>
                </a:solidFill>
                <a:cs typeface="+mn-ea"/>
                <a:sym typeface="+mn-lt"/>
              </a:rPr>
              <a:t>// </a:t>
            </a:r>
            <a:r>
              <a:rPr lang="zh-CN" altLang="en-US" sz="1400" b="1">
                <a:solidFill>
                  <a:srgbClr val="00B050"/>
                </a:solidFill>
                <a:cs typeface="+mn-ea"/>
                <a:sym typeface="+mn-lt"/>
              </a:rPr>
              <a:t>代码示例</a:t>
            </a:r>
            <a:endParaRPr lang="en-US" altLang="zh-CN" sz="1400" b="1">
              <a:solidFill>
                <a:srgbClr val="00B050"/>
              </a:solidFill>
              <a:cs typeface="+mn-ea"/>
              <a:sym typeface="+mn-lt"/>
            </a:endParaRPr>
          </a:p>
          <a:p>
            <a:r>
              <a:rPr lang="en-US" altLang="zh-CN" sz="1400">
                <a:solidFill>
                  <a:srgbClr val="C678DD"/>
                </a:solidFill>
                <a:cs typeface="+mn-ea"/>
                <a:sym typeface="+mn-lt"/>
              </a:rPr>
              <a:t>use</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a:t>
            </a:r>
            <a:r>
              <a:rPr lang="en-US" altLang="zh-CN" sz="1400">
                <a:solidFill>
                  <a:srgbClr val="E5C07B"/>
                </a:solidFill>
                <a:cs typeface="+mn-ea"/>
                <a:sym typeface="+mn-lt"/>
              </a:rPr>
              <a:t>ptr</a:t>
            </a:r>
            <a:r>
              <a:rPr lang="en-US" altLang="zh-CN" sz="1400">
                <a:solidFill>
                  <a:srgbClr val="ABB2BF"/>
                </a:solidFill>
                <a:cs typeface="+mn-ea"/>
                <a:sym typeface="+mn-lt"/>
              </a:rPr>
              <a:t>::</a:t>
            </a:r>
            <a:r>
              <a:rPr lang="en-US" altLang="zh-CN" sz="1400">
                <a:solidFill>
                  <a:srgbClr val="E5C07B"/>
                </a:solidFill>
                <a:cs typeface="+mn-ea"/>
                <a:sym typeface="+mn-lt"/>
              </a:rPr>
              <a:t>NonNull</a:t>
            </a:r>
            <a:r>
              <a:rPr lang="en-US" altLang="zh-CN" sz="1400">
                <a:solidFill>
                  <a:srgbClr val="ABB2BF"/>
                </a:solidFill>
                <a:cs typeface="+mn-ea"/>
                <a:sym typeface="+mn-lt"/>
              </a:rPr>
              <a:t>;</a:t>
            </a:r>
            <a:br>
              <a:rPr lang="en-US" altLang="zh-CN" sz="1400">
                <a:solidFill>
                  <a:srgbClr val="ABB2BF"/>
                </a:solidFill>
                <a:cs typeface="+mn-ea"/>
                <a:sym typeface="+mn-lt"/>
              </a:rPr>
            </a:br>
            <a:r>
              <a:rPr lang="en-US" altLang="zh-CN" sz="1400">
                <a:solidFill>
                  <a:srgbClr val="C678DD"/>
                </a:solidFill>
                <a:cs typeface="+mn-ea"/>
                <a:sym typeface="+mn-lt"/>
              </a:rPr>
              <a:t>fn</a:t>
            </a:r>
            <a:r>
              <a:rPr lang="en-US" altLang="zh-CN" sz="1400">
                <a:solidFill>
                  <a:srgbClr val="ABB2BF"/>
                </a:solidFill>
                <a:cs typeface="+mn-ea"/>
                <a:sym typeface="+mn-lt"/>
              </a:rPr>
              <a:t> </a:t>
            </a:r>
            <a:r>
              <a:rPr lang="en-US" altLang="zh-CN" sz="1400">
                <a:solidFill>
                  <a:srgbClr val="61AFEF"/>
                </a:solidFill>
                <a:cs typeface="+mn-ea"/>
                <a:sym typeface="+mn-lt"/>
              </a:rPr>
              <a:t>main</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06C75"/>
                </a:solidFill>
                <a:cs typeface="+mn-ea"/>
                <a:sym typeface="+mn-lt"/>
              </a:rPr>
              <a:t>x</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5C07B"/>
                </a:solidFill>
                <a:cs typeface="+mn-ea"/>
                <a:sym typeface="+mn-lt"/>
              </a:rPr>
              <a:t>Box</a:t>
            </a:r>
            <a:r>
              <a:rPr lang="en-US" altLang="zh-CN" sz="1400">
                <a:solidFill>
                  <a:srgbClr val="ABB2BF"/>
                </a:solidFill>
                <a:cs typeface="+mn-ea"/>
                <a:sym typeface="+mn-lt"/>
              </a:rPr>
              <a:t>::</a:t>
            </a:r>
            <a:r>
              <a:rPr lang="en-US" altLang="zh-CN" sz="1400">
                <a:solidFill>
                  <a:srgbClr val="61AFEF"/>
                </a:solidFill>
                <a:cs typeface="+mn-ea"/>
                <a:sym typeface="+mn-lt"/>
              </a:rPr>
              <a:t>new</a:t>
            </a:r>
            <a:r>
              <a:rPr lang="en-US" altLang="zh-CN" sz="1400">
                <a:solidFill>
                  <a:srgbClr val="ABB2BF"/>
                </a:solidFill>
                <a:cs typeface="+mn-ea"/>
                <a:sym typeface="+mn-lt"/>
              </a:rPr>
              <a:t>(</a:t>
            </a:r>
            <a:r>
              <a:rPr lang="en-US" altLang="zh-CN" sz="1400">
                <a:solidFill>
                  <a:srgbClr val="D19A66"/>
                </a:solidFill>
                <a:cs typeface="+mn-ea"/>
                <a:sym typeface="+mn-lt"/>
              </a:rPr>
              <a:t>42</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p</a:t>
            </a:r>
            <a:r>
              <a:rPr lang="en-US" altLang="zh-CN" sz="1400">
                <a:solidFill>
                  <a:srgbClr val="ABB2BF"/>
                </a:solidFill>
                <a:cs typeface="+mn-ea"/>
                <a:sym typeface="+mn-lt"/>
              </a:rPr>
              <a:t>: </a:t>
            </a:r>
            <a:r>
              <a:rPr lang="en-US" altLang="zh-CN" sz="1400">
                <a:solidFill>
                  <a:srgbClr val="E5C07B"/>
                </a:solidFill>
                <a:cs typeface="+mn-ea"/>
                <a:sym typeface="+mn-lt"/>
              </a:rPr>
              <a:t>NonNull</a:t>
            </a:r>
            <a:r>
              <a:rPr lang="en-US" altLang="zh-CN" sz="1400">
                <a:solidFill>
                  <a:srgbClr val="ABB2BF"/>
                </a:solidFill>
                <a:cs typeface="+mn-ea"/>
                <a:sym typeface="+mn-lt"/>
              </a:rPr>
              <a:t>&lt;</a:t>
            </a:r>
            <a:r>
              <a:rPr lang="en-US" altLang="zh-CN" sz="1400">
                <a:solidFill>
                  <a:srgbClr val="E5C07B"/>
                </a:solidFill>
                <a:cs typeface="+mn-ea"/>
                <a:sym typeface="+mn-lt"/>
              </a:rPr>
              <a:t>Box</a:t>
            </a:r>
            <a:r>
              <a:rPr lang="en-US" altLang="zh-CN" sz="1400">
                <a:solidFill>
                  <a:srgbClr val="ABB2BF"/>
                </a:solidFill>
                <a:cs typeface="+mn-ea"/>
                <a:sym typeface="+mn-lt"/>
              </a:rPr>
              <a:t>&lt;</a:t>
            </a:r>
            <a:r>
              <a:rPr lang="en-US" altLang="zh-CN" sz="1400">
                <a:solidFill>
                  <a:srgbClr val="E5C07B"/>
                </a:solidFill>
                <a:cs typeface="+mn-ea"/>
                <a:sym typeface="+mn-lt"/>
              </a:rPr>
              <a:t>i32</a:t>
            </a:r>
            <a:r>
              <a:rPr lang="en-US" altLang="zh-CN" sz="1400">
                <a:solidFill>
                  <a:srgbClr val="ABB2BF"/>
                </a:solidFill>
                <a:cs typeface="+mn-ea"/>
                <a:sym typeface="+mn-lt"/>
              </a:rPr>
              <a:t>&gt;&gt;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5C07B"/>
                </a:solidFill>
                <a:cs typeface="+mn-ea"/>
                <a:sym typeface="+mn-lt"/>
              </a:rPr>
              <a:t>NonNull</a:t>
            </a:r>
            <a:r>
              <a:rPr lang="en-US" altLang="zh-CN" sz="1400">
                <a:solidFill>
                  <a:srgbClr val="ABB2BF"/>
                </a:solidFill>
                <a:cs typeface="+mn-ea"/>
                <a:sym typeface="+mn-lt"/>
              </a:rPr>
              <a:t>::</a:t>
            </a:r>
            <a:r>
              <a:rPr lang="en-US" altLang="zh-CN" sz="1400">
                <a:solidFill>
                  <a:srgbClr val="61AFEF"/>
                </a:solidFill>
                <a:cs typeface="+mn-ea"/>
                <a:sym typeface="+mn-lt"/>
              </a:rPr>
              <a:t>new</a:t>
            </a:r>
            <a:r>
              <a:rPr lang="en-US" altLang="zh-CN" sz="1400">
                <a:solidFill>
                  <a:srgbClr val="ABB2BF"/>
                </a:solidFill>
                <a:cs typeface="+mn-ea"/>
                <a:sym typeface="+mn-lt"/>
              </a:rPr>
              <a:t>(&amp;</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06C75"/>
                </a:solidFill>
                <a:cs typeface="+mn-ea"/>
                <a:sym typeface="+mn-lt"/>
              </a:rPr>
              <a:t>x</a:t>
            </a:r>
            <a:r>
              <a:rPr lang="en-US" altLang="zh-CN" sz="1400">
                <a:solidFill>
                  <a:srgbClr val="ABB2BF"/>
                </a:solidFill>
                <a:cs typeface="+mn-ea"/>
                <a:sym typeface="+mn-lt"/>
              </a:rPr>
              <a:t>).</a:t>
            </a:r>
            <a:r>
              <a:rPr lang="en-US" altLang="zh-CN" sz="1400">
                <a:solidFill>
                  <a:srgbClr val="61AFEF"/>
                </a:solidFill>
                <a:cs typeface="+mn-ea"/>
                <a:sym typeface="+mn-lt"/>
              </a:rPr>
              <a:t>unwrap</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61AFEF"/>
                </a:solidFill>
                <a:cs typeface="+mn-ea"/>
                <a:sym typeface="+mn-lt"/>
              </a:rPr>
              <a:t>drop</a:t>
            </a:r>
            <a:r>
              <a:rPr lang="en-US" altLang="zh-CN" sz="1400">
                <a:solidFill>
                  <a:srgbClr val="ABB2BF"/>
                </a:solidFill>
                <a:cs typeface="+mn-ea"/>
                <a:sym typeface="+mn-lt"/>
              </a:rPr>
              <a:t>(</a:t>
            </a:r>
            <a:r>
              <a:rPr lang="en-US" altLang="zh-CN" sz="1400">
                <a:solidFill>
                  <a:srgbClr val="E06C75"/>
                </a:solidFill>
                <a:cs typeface="+mn-ea"/>
                <a:sym typeface="+mn-lt"/>
              </a:rPr>
              <a:t>x</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r</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C678DD"/>
                </a:solidFill>
                <a:cs typeface="+mn-ea"/>
                <a:sym typeface="+mn-lt"/>
              </a:rPr>
              <a:t>unsafe</a:t>
            </a:r>
            <a:r>
              <a:rPr lang="en-US" altLang="zh-CN" sz="1400">
                <a:solidFill>
                  <a:srgbClr val="ABB2BF"/>
                </a:solidFill>
                <a:cs typeface="+mn-ea"/>
                <a:sym typeface="+mn-lt"/>
              </a:rPr>
              <a:t> { </a:t>
            </a:r>
            <a:r>
              <a:rPr lang="en-US" altLang="zh-CN" sz="1400">
                <a:solidFill>
                  <a:srgbClr val="E06C75"/>
                </a:solidFill>
                <a:cs typeface="+mn-ea"/>
                <a:sym typeface="+mn-lt"/>
              </a:rPr>
              <a:t>p</a:t>
            </a:r>
            <a:r>
              <a:rPr lang="en-US" altLang="zh-CN" sz="1400">
                <a:solidFill>
                  <a:srgbClr val="ABB2BF"/>
                </a:solidFill>
                <a:cs typeface="+mn-ea"/>
                <a:sym typeface="+mn-lt"/>
              </a:rPr>
              <a:t>.</a:t>
            </a:r>
            <a:r>
              <a:rPr lang="en-US" altLang="zh-CN" sz="1400">
                <a:solidFill>
                  <a:srgbClr val="61AFEF"/>
                </a:solidFill>
                <a:cs typeface="+mn-ea"/>
                <a:sym typeface="+mn-lt"/>
              </a:rPr>
              <a:t>as_ref</a:t>
            </a:r>
            <a:r>
              <a:rPr lang="en-US" altLang="zh-CN" sz="1400">
                <a:solidFill>
                  <a:srgbClr val="ABB2BF"/>
                </a:solidFill>
                <a:cs typeface="+mn-ea"/>
                <a:sym typeface="+mn-lt"/>
              </a:rPr>
              <a:t>() };</a:t>
            </a:r>
            <a:r>
              <a:rPr lang="en-US" altLang="zh-CN" sz="1400" i="1">
                <a:solidFill>
                  <a:srgbClr val="7F848E"/>
                </a:solidFill>
                <a:cs typeface="+mn-ea"/>
                <a:sym typeface="+mn-lt"/>
              </a:rPr>
              <a:t> // Undefined behavior!</a:t>
            </a:r>
            <a:endParaRPr lang="en-US" altLang="zh-CN" sz="1400">
              <a:solidFill>
                <a:srgbClr val="ABB2BF"/>
              </a:solidFill>
              <a:cs typeface="+mn-ea"/>
              <a:sym typeface="+mn-lt"/>
            </a:endParaRPr>
          </a:p>
          <a:p>
            <a:r>
              <a:rPr lang="en-US" altLang="zh-CN" sz="1400">
                <a:solidFill>
                  <a:srgbClr val="ABB2BF"/>
                </a:solidFill>
                <a:cs typeface="+mn-ea"/>
                <a:sym typeface="+mn-lt"/>
              </a:rPr>
              <a:t>    </a:t>
            </a:r>
            <a:r>
              <a:rPr lang="en-US" altLang="zh-CN" sz="1400">
                <a:solidFill>
                  <a:srgbClr val="61AFEF"/>
                </a:solidFill>
                <a:cs typeface="+mn-ea"/>
                <a:sym typeface="+mn-lt"/>
              </a:rPr>
              <a:t>println!</a:t>
            </a:r>
            <a:r>
              <a:rPr lang="en-US" altLang="zh-CN" sz="1400">
                <a:solidFill>
                  <a:srgbClr val="ABB2BF"/>
                </a:solidFill>
                <a:cs typeface="+mn-ea"/>
                <a:sym typeface="+mn-lt"/>
              </a:rPr>
              <a:t>(</a:t>
            </a:r>
            <a:r>
              <a:rPr lang="en-US" altLang="zh-CN" sz="1400">
                <a:solidFill>
                  <a:srgbClr val="98C379"/>
                </a:solidFill>
                <a:cs typeface="+mn-ea"/>
                <a:sym typeface="+mn-lt"/>
              </a:rPr>
              <a:t>"{}"</a:t>
            </a:r>
            <a:r>
              <a:rPr lang="en-US" altLang="zh-CN" sz="1400">
                <a:solidFill>
                  <a:srgbClr val="ABB2BF"/>
                </a:solidFill>
                <a:cs typeface="+mn-ea"/>
                <a:sym typeface="+mn-lt"/>
              </a:rPr>
              <a:t>, </a:t>
            </a:r>
            <a:r>
              <a:rPr lang="en-US" altLang="zh-CN" sz="1400">
                <a:solidFill>
                  <a:srgbClr val="E06C75"/>
                </a:solidFill>
                <a:cs typeface="+mn-ea"/>
                <a:sym typeface="+mn-lt"/>
              </a:rPr>
              <a:t>r</a:t>
            </a:r>
            <a:r>
              <a:rPr lang="en-US" altLang="zh-CN" sz="1400">
                <a:solidFill>
                  <a:srgbClr val="ABB2BF"/>
                </a:solidFill>
                <a:cs typeface="+mn-ea"/>
                <a:sym typeface="+mn-lt"/>
              </a:rPr>
              <a:t>);</a:t>
            </a:r>
          </a:p>
          <a:p>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sp>
        <p:nvSpPr>
          <p:cNvPr id="6" name="矩形 5"/>
          <p:cNvSpPr/>
          <p:nvPr/>
        </p:nvSpPr>
        <p:spPr>
          <a:xfrm>
            <a:off x="309912" y="4416876"/>
            <a:ext cx="6096000" cy="2031325"/>
          </a:xfrm>
          <a:prstGeom prst="rect">
            <a:avLst/>
          </a:prstGeom>
          <a:solidFill>
            <a:schemeClr val="tx1"/>
          </a:solidFill>
        </p:spPr>
        <p:txBody>
          <a:bodyPr wrap="square">
            <a:spAutoFit/>
          </a:bodyPr>
          <a:lstStyle/>
          <a:p>
            <a:r>
              <a:rPr lang="en-US" altLang="zh-CN" sz="1400">
                <a:solidFill>
                  <a:schemeClr val="bg2"/>
                </a:solidFill>
                <a:cs typeface="+mn-ea"/>
                <a:sym typeface="+mn-lt"/>
              </a:rPr>
              <a:t>// </a:t>
            </a:r>
            <a:r>
              <a:rPr lang="zh-CN" altLang="en-US" sz="1400" b="1">
                <a:solidFill>
                  <a:srgbClr val="00B050"/>
                </a:solidFill>
                <a:cs typeface="+mn-ea"/>
                <a:sym typeface="+mn-lt"/>
              </a:rPr>
              <a:t>代码示例</a:t>
            </a:r>
            <a:endParaRPr lang="en-US" altLang="zh-CN" sz="1400" b="1">
              <a:solidFill>
                <a:srgbClr val="00B050"/>
              </a:solidFill>
              <a:cs typeface="+mn-ea"/>
              <a:sym typeface="+mn-lt"/>
            </a:endParaRPr>
          </a:p>
          <a:p>
            <a:r>
              <a:rPr lang="en-US" altLang="zh-CN" sz="1400">
                <a:solidFill>
                  <a:srgbClr val="C678DD"/>
                </a:solidFill>
                <a:cs typeface="+mn-ea"/>
                <a:sym typeface="+mn-lt"/>
              </a:rPr>
              <a:t>use</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a:t>
            </a:r>
            <a:r>
              <a:rPr lang="en-US" altLang="zh-CN" sz="1400">
                <a:solidFill>
                  <a:srgbClr val="E5C07B"/>
                </a:solidFill>
                <a:cs typeface="+mn-ea"/>
                <a:sym typeface="+mn-lt"/>
              </a:rPr>
              <a:t>ptr</a:t>
            </a:r>
            <a:r>
              <a:rPr lang="en-US" altLang="zh-CN" sz="1400">
                <a:solidFill>
                  <a:srgbClr val="ABB2BF"/>
                </a:solidFill>
                <a:cs typeface="+mn-ea"/>
                <a:sym typeface="+mn-lt"/>
              </a:rPr>
              <a:t>::</a:t>
            </a:r>
            <a:r>
              <a:rPr lang="en-US" altLang="zh-CN" sz="1400">
                <a:solidFill>
                  <a:srgbClr val="E5C07B"/>
                </a:solidFill>
                <a:cs typeface="+mn-ea"/>
                <a:sym typeface="+mn-lt"/>
              </a:rPr>
              <a:t>NonNull</a:t>
            </a:r>
            <a:r>
              <a:rPr lang="en-US" altLang="zh-CN" sz="1400">
                <a:solidFill>
                  <a:srgbClr val="ABB2BF"/>
                </a:solidFill>
                <a:cs typeface="+mn-ea"/>
                <a:sym typeface="+mn-lt"/>
              </a:rPr>
              <a:t>;</a:t>
            </a:r>
          </a:p>
          <a:p>
            <a:r>
              <a:rPr lang="en-US" altLang="zh-CN" sz="1400">
                <a:solidFill>
                  <a:srgbClr val="C678DD"/>
                </a:solidFill>
                <a:cs typeface="+mn-ea"/>
                <a:sym typeface="+mn-lt"/>
              </a:rPr>
              <a:t>fn</a:t>
            </a:r>
            <a:r>
              <a:rPr lang="en-US" altLang="zh-CN" sz="1400">
                <a:solidFill>
                  <a:srgbClr val="ABB2BF"/>
                </a:solidFill>
                <a:cs typeface="+mn-ea"/>
                <a:sym typeface="+mn-lt"/>
              </a:rPr>
              <a:t> </a:t>
            </a:r>
            <a:r>
              <a:rPr lang="en-US" altLang="zh-CN" sz="1400">
                <a:solidFill>
                  <a:srgbClr val="61AFEF"/>
                </a:solidFill>
                <a:cs typeface="+mn-ea"/>
                <a:sym typeface="+mn-lt"/>
              </a:rPr>
              <a:t>main</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06C75"/>
                </a:solidFill>
                <a:cs typeface="+mn-ea"/>
                <a:sym typeface="+mn-lt"/>
              </a:rPr>
              <a:t>x</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D19A66"/>
                </a:solidFill>
                <a:cs typeface="+mn-ea"/>
                <a:sym typeface="+mn-lt"/>
              </a:rPr>
              <a:t>42</a:t>
            </a:r>
            <a:r>
              <a:rPr lang="en-US" altLang="zh-CN" sz="1400">
                <a:solidFill>
                  <a:srgbClr val="ABB2BF"/>
                </a:solidFill>
                <a:cs typeface="+mn-ea"/>
                <a:sym typeface="+mn-lt"/>
              </a:rPr>
              <a:t>; </a:t>
            </a:r>
            <a:r>
              <a:rPr lang="en-US" altLang="zh-CN" sz="1400">
                <a:solidFill>
                  <a:srgbClr val="D19A66"/>
                </a:solidFill>
                <a:cs typeface="+mn-ea"/>
                <a:sym typeface="+mn-lt"/>
              </a:rPr>
              <a:t>10</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p</a:t>
            </a:r>
            <a:r>
              <a:rPr lang="en-US" altLang="zh-CN" sz="1400">
                <a:solidFill>
                  <a:srgbClr val="ABB2BF"/>
                </a:solidFill>
                <a:cs typeface="+mn-ea"/>
                <a:sym typeface="+mn-lt"/>
              </a:rPr>
              <a:t>: </a:t>
            </a:r>
            <a:r>
              <a:rPr lang="en-US" altLang="zh-CN" sz="1400">
                <a:solidFill>
                  <a:srgbClr val="E5C07B"/>
                </a:solidFill>
                <a:cs typeface="+mn-ea"/>
                <a:sym typeface="+mn-lt"/>
              </a:rPr>
              <a:t>NonNull</a:t>
            </a:r>
            <a:r>
              <a:rPr lang="en-US" altLang="zh-CN" sz="1400">
                <a:solidFill>
                  <a:srgbClr val="ABB2BF"/>
                </a:solidFill>
                <a:cs typeface="+mn-ea"/>
                <a:sym typeface="+mn-lt"/>
              </a:rPr>
              <a:t>&lt;</a:t>
            </a:r>
            <a:r>
              <a:rPr lang="en-US" altLang="zh-CN" sz="1400">
                <a:solidFill>
                  <a:srgbClr val="E5C07B"/>
                </a:solidFill>
                <a:cs typeface="+mn-ea"/>
                <a:sym typeface="+mn-lt"/>
              </a:rPr>
              <a:t>i32</a:t>
            </a:r>
            <a:r>
              <a:rPr lang="en-US" altLang="zh-CN" sz="1400">
                <a:solidFill>
                  <a:srgbClr val="ABB2BF"/>
                </a:solidFill>
                <a:cs typeface="+mn-ea"/>
                <a:sym typeface="+mn-lt"/>
              </a:rPr>
              <a:t>&gt;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5C07B"/>
                </a:solidFill>
                <a:cs typeface="+mn-ea"/>
                <a:sym typeface="+mn-lt"/>
              </a:rPr>
              <a:t>NonNull</a:t>
            </a:r>
            <a:r>
              <a:rPr lang="en-US" altLang="zh-CN" sz="1400">
                <a:solidFill>
                  <a:srgbClr val="ABB2BF"/>
                </a:solidFill>
                <a:cs typeface="+mn-ea"/>
                <a:sym typeface="+mn-lt"/>
              </a:rPr>
              <a:t>::</a:t>
            </a:r>
            <a:r>
              <a:rPr lang="en-US" altLang="zh-CN" sz="1400">
                <a:solidFill>
                  <a:srgbClr val="61AFEF"/>
                </a:solidFill>
                <a:cs typeface="+mn-ea"/>
                <a:sym typeface="+mn-lt"/>
              </a:rPr>
              <a:t>new</a:t>
            </a:r>
            <a:r>
              <a:rPr lang="en-US" altLang="zh-CN" sz="1400">
                <a:solidFill>
                  <a:srgbClr val="ABB2BF"/>
                </a:solidFill>
                <a:cs typeface="+mn-ea"/>
                <a:sym typeface="+mn-lt"/>
              </a:rPr>
              <a:t>(&amp;</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06C75"/>
                </a:solidFill>
                <a:cs typeface="+mn-ea"/>
                <a:sym typeface="+mn-lt"/>
              </a:rPr>
              <a:t>x</a:t>
            </a:r>
            <a:r>
              <a:rPr lang="en-US" altLang="zh-CN" sz="1400">
                <a:solidFill>
                  <a:srgbClr val="ABB2BF"/>
                </a:solidFill>
                <a:cs typeface="+mn-ea"/>
                <a:sym typeface="+mn-lt"/>
              </a:rPr>
              <a:t>[</a:t>
            </a:r>
            <a:r>
              <a:rPr lang="en-US" altLang="zh-CN" sz="1400">
                <a:solidFill>
                  <a:srgbClr val="D19A66"/>
                </a:solidFill>
                <a:cs typeface="+mn-ea"/>
                <a:sym typeface="+mn-lt"/>
              </a:rPr>
              <a:t>0</a:t>
            </a:r>
            <a:r>
              <a:rPr lang="en-US" altLang="zh-CN" sz="1400">
                <a:solidFill>
                  <a:srgbClr val="ABB2BF"/>
                </a:solidFill>
                <a:cs typeface="+mn-ea"/>
                <a:sym typeface="+mn-lt"/>
              </a:rPr>
              <a:t>]).</a:t>
            </a:r>
            <a:r>
              <a:rPr lang="en-US" altLang="zh-CN" sz="1400">
                <a:solidFill>
                  <a:srgbClr val="61AFEF"/>
                </a:solidFill>
                <a:cs typeface="+mn-ea"/>
                <a:sym typeface="+mn-lt"/>
              </a:rPr>
              <a:t>unwrap</a:t>
            </a:r>
            <a:r>
              <a:rPr lang="en-US" altLang="zh-CN" sz="1400">
                <a:solidFill>
                  <a:srgbClr val="ABB2BF"/>
                </a:solidFill>
                <a:cs typeface="+mn-ea"/>
                <a:sym typeface="+mn-lt"/>
              </a:rPr>
              <a:t>();</a:t>
            </a:r>
          </a:p>
          <a:p>
            <a:r>
              <a:rPr lang="en-US" altLang="zh-CN" sz="1400" i="1">
                <a:solidFill>
                  <a:srgbClr val="7F848E"/>
                </a:solidFill>
                <a:cs typeface="+mn-ea"/>
                <a:sym typeface="+mn-lt"/>
              </a:rPr>
              <a:t>    // Undefined behavior</a:t>
            </a:r>
            <a:endParaRPr lang="en-US" altLang="zh-CN" sz="1400">
              <a:solidFill>
                <a:srgbClr val="ABB2BF"/>
              </a:solidFill>
              <a:cs typeface="+mn-ea"/>
              <a:sym typeface="+mn-lt"/>
            </a:endParaRP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r</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C678DD"/>
                </a:solidFill>
                <a:cs typeface="+mn-ea"/>
                <a:sym typeface="+mn-lt"/>
              </a:rPr>
              <a:t>unsafe</a:t>
            </a:r>
            <a:r>
              <a:rPr lang="en-US" altLang="zh-CN" sz="1400">
                <a:solidFill>
                  <a:srgbClr val="ABB2BF"/>
                </a:solidFill>
                <a:cs typeface="+mn-ea"/>
                <a:sym typeface="+mn-lt"/>
              </a:rPr>
              <a:t> { </a:t>
            </a:r>
            <a:r>
              <a:rPr lang="en-US" altLang="zh-CN" sz="1400">
                <a:solidFill>
                  <a:srgbClr val="E06C75"/>
                </a:solidFill>
                <a:cs typeface="+mn-ea"/>
                <a:sym typeface="+mn-lt"/>
              </a:rPr>
              <a:t>p</a:t>
            </a:r>
            <a:r>
              <a:rPr lang="en-US" altLang="zh-CN" sz="1400">
                <a:solidFill>
                  <a:srgbClr val="ABB2BF"/>
                </a:solidFill>
                <a:cs typeface="+mn-ea"/>
                <a:sym typeface="+mn-lt"/>
              </a:rPr>
              <a:t>.</a:t>
            </a:r>
            <a:r>
              <a:rPr lang="en-US" altLang="zh-CN" sz="1400">
                <a:solidFill>
                  <a:srgbClr val="61AFEF"/>
                </a:solidFill>
                <a:cs typeface="+mn-ea"/>
                <a:sym typeface="+mn-lt"/>
              </a:rPr>
              <a:t>as_ptr</a:t>
            </a:r>
            <a:r>
              <a:rPr lang="en-US" altLang="zh-CN" sz="1400">
                <a:solidFill>
                  <a:srgbClr val="ABB2BF"/>
                </a:solidFill>
                <a:cs typeface="+mn-ea"/>
                <a:sym typeface="+mn-lt"/>
              </a:rPr>
              <a:t>().</a:t>
            </a:r>
            <a:r>
              <a:rPr lang="en-US" altLang="zh-CN" sz="1400">
                <a:solidFill>
                  <a:srgbClr val="61AFEF"/>
                </a:solidFill>
                <a:cs typeface="+mn-ea"/>
                <a:sym typeface="+mn-lt"/>
              </a:rPr>
              <a:t>offset</a:t>
            </a:r>
            <a:r>
              <a:rPr lang="en-US" altLang="zh-CN" sz="1400">
                <a:solidFill>
                  <a:srgbClr val="ABB2BF"/>
                </a:solidFill>
                <a:cs typeface="+mn-ea"/>
                <a:sym typeface="+mn-lt"/>
              </a:rPr>
              <a:t>(</a:t>
            </a:r>
            <a:r>
              <a:rPr lang="en-US" altLang="zh-CN" sz="1400">
                <a:solidFill>
                  <a:srgbClr val="D19A66"/>
                </a:solidFill>
                <a:cs typeface="+mn-ea"/>
                <a:sym typeface="+mn-lt"/>
              </a:rPr>
              <a:t>100</a:t>
            </a:r>
            <a:r>
              <a:rPr lang="en-US" altLang="zh-CN" sz="1400">
                <a:solidFill>
                  <a:srgbClr val="ABB2BF"/>
                </a:solidFill>
                <a:cs typeface="+mn-ea"/>
                <a:sym typeface="+mn-lt"/>
              </a:rPr>
              <a:t>).</a:t>
            </a:r>
            <a:r>
              <a:rPr lang="en-US" altLang="zh-CN" sz="1400">
                <a:solidFill>
                  <a:srgbClr val="61AFEF"/>
                </a:solidFill>
                <a:cs typeface="+mn-ea"/>
                <a:sym typeface="+mn-lt"/>
              </a:rPr>
              <a:t>read</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61AFEF"/>
                </a:solidFill>
                <a:cs typeface="+mn-ea"/>
                <a:sym typeface="+mn-lt"/>
              </a:rPr>
              <a:t>println!</a:t>
            </a:r>
            <a:r>
              <a:rPr lang="en-US" altLang="zh-CN" sz="1400">
                <a:solidFill>
                  <a:srgbClr val="ABB2BF"/>
                </a:solidFill>
                <a:cs typeface="+mn-ea"/>
                <a:sym typeface="+mn-lt"/>
              </a:rPr>
              <a:t>(</a:t>
            </a:r>
            <a:r>
              <a:rPr lang="en-US" altLang="zh-CN" sz="1400">
                <a:solidFill>
                  <a:srgbClr val="98C379"/>
                </a:solidFill>
                <a:cs typeface="+mn-ea"/>
                <a:sym typeface="+mn-lt"/>
              </a:rPr>
              <a:t>"{}"</a:t>
            </a:r>
            <a:r>
              <a:rPr lang="en-US" altLang="zh-CN" sz="1400">
                <a:solidFill>
                  <a:srgbClr val="ABB2BF"/>
                </a:solidFill>
                <a:cs typeface="+mn-ea"/>
                <a:sym typeface="+mn-lt"/>
              </a:rPr>
              <a:t>, </a:t>
            </a:r>
            <a:r>
              <a:rPr lang="en-US" altLang="zh-CN" sz="1400">
                <a:solidFill>
                  <a:srgbClr val="E06C75"/>
                </a:solidFill>
                <a:cs typeface="+mn-ea"/>
                <a:sym typeface="+mn-lt"/>
              </a:rPr>
              <a:t>r</a:t>
            </a:r>
            <a:r>
              <a:rPr lang="en-US" altLang="zh-CN" sz="1400">
                <a:solidFill>
                  <a:srgbClr val="ABB2BF"/>
                </a:solidFill>
                <a:cs typeface="+mn-ea"/>
                <a:sym typeface="+mn-lt"/>
              </a:rPr>
              <a:t>);</a:t>
            </a:r>
          </a:p>
          <a:p>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sp>
        <p:nvSpPr>
          <p:cNvPr id="9" name="矩形 8"/>
          <p:cNvSpPr/>
          <p:nvPr/>
        </p:nvSpPr>
        <p:spPr>
          <a:xfrm>
            <a:off x="6700242" y="1672467"/>
            <a:ext cx="4701765" cy="3539430"/>
          </a:xfrm>
          <a:prstGeom prst="rect">
            <a:avLst/>
          </a:prstGeom>
          <a:solidFill>
            <a:schemeClr val="tx1"/>
          </a:solidFill>
        </p:spPr>
        <p:txBody>
          <a:bodyPr wrap="square">
            <a:spAutoFit/>
          </a:bodyPr>
          <a:lstStyle/>
          <a:p>
            <a:r>
              <a:rPr lang="en-US" altLang="zh-CN" sz="1400">
                <a:solidFill>
                  <a:schemeClr val="bg2"/>
                </a:solidFill>
                <a:cs typeface="+mn-ea"/>
                <a:sym typeface="+mn-lt"/>
              </a:rPr>
              <a:t>// </a:t>
            </a:r>
            <a:r>
              <a:rPr lang="zh-CN" altLang="en-US" sz="1400" b="1">
                <a:solidFill>
                  <a:srgbClr val="00B050"/>
                </a:solidFill>
                <a:cs typeface="+mn-ea"/>
                <a:sym typeface="+mn-lt"/>
              </a:rPr>
              <a:t>代码示例</a:t>
            </a:r>
            <a:endParaRPr lang="en-US" altLang="zh-CN" sz="1400" b="1">
              <a:solidFill>
                <a:srgbClr val="00B050"/>
              </a:solidFill>
              <a:cs typeface="+mn-ea"/>
              <a:sym typeface="+mn-lt"/>
            </a:endParaRPr>
          </a:p>
          <a:p>
            <a:r>
              <a:rPr lang="en-US" altLang="zh-CN" sz="1400">
                <a:solidFill>
                  <a:srgbClr val="C678DD"/>
                </a:solidFill>
                <a:cs typeface="+mn-ea"/>
                <a:sym typeface="+mn-lt"/>
              </a:rPr>
              <a:t>use</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a:t>
            </a:r>
            <a:r>
              <a:rPr lang="en-US" altLang="zh-CN" sz="1400">
                <a:solidFill>
                  <a:srgbClr val="E5C07B"/>
                </a:solidFill>
                <a:cs typeface="+mn-ea"/>
                <a:sym typeface="+mn-lt"/>
              </a:rPr>
              <a:t>ptr</a:t>
            </a:r>
            <a:r>
              <a:rPr lang="en-US" altLang="zh-CN" sz="1400">
                <a:solidFill>
                  <a:srgbClr val="ABB2BF"/>
                </a:solidFill>
                <a:cs typeface="+mn-ea"/>
                <a:sym typeface="+mn-lt"/>
              </a:rPr>
              <a:t>::</a:t>
            </a:r>
            <a:r>
              <a:rPr lang="en-US" altLang="zh-CN" sz="1400">
                <a:solidFill>
                  <a:srgbClr val="E5C07B"/>
                </a:solidFill>
                <a:cs typeface="+mn-ea"/>
                <a:sym typeface="+mn-lt"/>
              </a:rPr>
              <a:t>NonNull</a:t>
            </a:r>
            <a:r>
              <a:rPr lang="en-US" altLang="zh-CN" sz="1400">
                <a:solidFill>
                  <a:srgbClr val="ABB2BF"/>
                </a:solidFill>
                <a:cs typeface="+mn-ea"/>
                <a:sym typeface="+mn-lt"/>
              </a:rPr>
              <a:t>;</a:t>
            </a:r>
          </a:p>
          <a:p>
            <a:r>
              <a:rPr lang="en-US" altLang="zh-CN" sz="1400">
                <a:solidFill>
                  <a:srgbClr val="C678DD"/>
                </a:solidFill>
                <a:cs typeface="+mn-ea"/>
                <a:sym typeface="+mn-lt"/>
              </a:rPr>
              <a:t>use</a:t>
            </a:r>
            <a:r>
              <a:rPr lang="en-US" altLang="zh-CN" sz="1400">
                <a:solidFill>
                  <a:srgbClr val="ABB2BF"/>
                </a:solidFill>
                <a:cs typeface="+mn-ea"/>
                <a:sym typeface="+mn-lt"/>
              </a:rPr>
              <a:t> </a:t>
            </a:r>
            <a:r>
              <a:rPr lang="en-US" altLang="zh-CN" sz="1400">
                <a:solidFill>
                  <a:srgbClr val="E5C07B"/>
                </a:solidFill>
                <a:cs typeface="+mn-ea"/>
                <a:sym typeface="+mn-lt"/>
              </a:rPr>
              <a:t>std</a:t>
            </a:r>
            <a:r>
              <a:rPr lang="en-US" altLang="zh-CN" sz="1400">
                <a:solidFill>
                  <a:srgbClr val="ABB2BF"/>
                </a:solidFill>
                <a:cs typeface="+mn-ea"/>
                <a:sym typeface="+mn-lt"/>
              </a:rPr>
              <a:t>::thread;</a:t>
            </a:r>
          </a:p>
          <a:p>
            <a:r>
              <a:rPr lang="en-US" altLang="zh-CN" sz="1400">
                <a:solidFill>
                  <a:srgbClr val="C678DD"/>
                </a:solidFill>
                <a:cs typeface="+mn-ea"/>
                <a:sym typeface="+mn-lt"/>
              </a:rPr>
              <a:t>fn</a:t>
            </a:r>
            <a:r>
              <a:rPr lang="en-US" altLang="zh-CN" sz="1400">
                <a:solidFill>
                  <a:srgbClr val="ABB2BF"/>
                </a:solidFill>
                <a:cs typeface="+mn-ea"/>
                <a:sym typeface="+mn-lt"/>
              </a:rPr>
              <a:t> </a:t>
            </a:r>
            <a:r>
              <a:rPr lang="en-US" altLang="zh-CN" sz="1400">
                <a:solidFill>
                  <a:srgbClr val="61AFEF"/>
                </a:solidFill>
                <a:cs typeface="+mn-ea"/>
                <a:sym typeface="+mn-lt"/>
              </a:rPr>
              <a:t>main</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06C75"/>
                </a:solidFill>
                <a:cs typeface="+mn-ea"/>
                <a:sym typeface="+mn-lt"/>
              </a:rPr>
              <a:t>x</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D19A66"/>
                </a:solidFill>
                <a:cs typeface="+mn-ea"/>
                <a:sym typeface="+mn-lt"/>
              </a:rPr>
              <a:t>42</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p</a:t>
            </a:r>
            <a:r>
              <a:rPr lang="en-US" altLang="zh-CN" sz="1400">
                <a:solidFill>
                  <a:srgbClr val="ABB2BF"/>
                </a:solidFill>
                <a:cs typeface="+mn-ea"/>
                <a:sym typeface="+mn-lt"/>
              </a:rPr>
              <a:t>: </a:t>
            </a:r>
            <a:r>
              <a:rPr lang="en-US" altLang="zh-CN" sz="1400">
                <a:solidFill>
                  <a:srgbClr val="E5C07B"/>
                </a:solidFill>
                <a:cs typeface="+mn-ea"/>
                <a:sym typeface="+mn-lt"/>
              </a:rPr>
              <a:t>NonNull</a:t>
            </a:r>
            <a:r>
              <a:rPr lang="en-US" altLang="zh-CN" sz="1400">
                <a:solidFill>
                  <a:srgbClr val="ABB2BF"/>
                </a:solidFill>
                <a:cs typeface="+mn-ea"/>
                <a:sym typeface="+mn-lt"/>
              </a:rPr>
              <a:t>&lt;</a:t>
            </a:r>
            <a:r>
              <a:rPr lang="en-US" altLang="zh-CN" sz="1400">
                <a:solidFill>
                  <a:srgbClr val="E5C07B"/>
                </a:solidFill>
                <a:cs typeface="+mn-ea"/>
                <a:sym typeface="+mn-lt"/>
              </a:rPr>
              <a:t>i32</a:t>
            </a:r>
            <a:r>
              <a:rPr lang="en-US" altLang="zh-CN" sz="1400">
                <a:solidFill>
                  <a:srgbClr val="ABB2BF"/>
                </a:solidFill>
                <a:cs typeface="+mn-ea"/>
                <a:sym typeface="+mn-lt"/>
              </a:rPr>
              <a:t>&gt;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5C07B"/>
                </a:solidFill>
                <a:cs typeface="+mn-ea"/>
                <a:sym typeface="+mn-lt"/>
              </a:rPr>
              <a:t>NonNull</a:t>
            </a:r>
            <a:r>
              <a:rPr lang="en-US" altLang="zh-CN" sz="1400">
                <a:solidFill>
                  <a:srgbClr val="ABB2BF"/>
                </a:solidFill>
                <a:cs typeface="+mn-ea"/>
                <a:sym typeface="+mn-lt"/>
              </a:rPr>
              <a:t>::</a:t>
            </a:r>
            <a:r>
              <a:rPr lang="en-US" altLang="zh-CN" sz="1400">
                <a:solidFill>
                  <a:srgbClr val="61AFEF"/>
                </a:solidFill>
                <a:cs typeface="+mn-ea"/>
                <a:sym typeface="+mn-lt"/>
              </a:rPr>
              <a:t>new</a:t>
            </a:r>
            <a:r>
              <a:rPr lang="en-US" altLang="zh-CN" sz="1400">
                <a:solidFill>
                  <a:srgbClr val="ABB2BF"/>
                </a:solidFill>
                <a:cs typeface="+mn-ea"/>
                <a:sym typeface="+mn-lt"/>
              </a:rPr>
              <a:t>(&amp;</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06C75"/>
                </a:solidFill>
                <a:cs typeface="+mn-ea"/>
                <a:sym typeface="+mn-lt"/>
              </a:rPr>
              <a:t>x</a:t>
            </a:r>
            <a:r>
              <a:rPr lang="en-US" altLang="zh-CN" sz="1400">
                <a:solidFill>
                  <a:srgbClr val="ABB2BF"/>
                </a:solidFill>
                <a:cs typeface="+mn-ea"/>
                <a:sym typeface="+mn-lt"/>
              </a:rPr>
              <a:t>).</a:t>
            </a:r>
            <a:r>
              <a:rPr lang="en-US" altLang="zh-CN" sz="1400">
                <a:solidFill>
                  <a:srgbClr val="61AFEF"/>
                </a:solidFill>
                <a:cs typeface="+mn-ea"/>
                <a:sym typeface="+mn-lt"/>
              </a:rPr>
              <a:t>unwrap</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t</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E5C07B"/>
                </a:solidFill>
                <a:cs typeface="+mn-ea"/>
                <a:sym typeface="+mn-lt"/>
              </a:rPr>
              <a:t>thread</a:t>
            </a:r>
            <a:r>
              <a:rPr lang="en-US" altLang="zh-CN" sz="1400">
                <a:solidFill>
                  <a:srgbClr val="ABB2BF"/>
                </a:solidFill>
                <a:cs typeface="+mn-ea"/>
                <a:sym typeface="+mn-lt"/>
              </a:rPr>
              <a:t>::</a:t>
            </a:r>
            <a:r>
              <a:rPr lang="en-US" altLang="zh-CN" sz="1400">
                <a:solidFill>
                  <a:srgbClr val="61AFEF"/>
                </a:solidFill>
                <a:cs typeface="+mn-ea"/>
                <a:sym typeface="+mn-lt"/>
              </a:rPr>
              <a:t>spawn</a:t>
            </a:r>
            <a:r>
              <a:rPr lang="en-US" altLang="zh-CN" sz="1400">
                <a:solidFill>
                  <a:srgbClr val="ABB2BF"/>
                </a:solidFill>
                <a:cs typeface="+mn-ea"/>
                <a:sym typeface="+mn-lt"/>
              </a:rPr>
              <a:t>(</a:t>
            </a:r>
            <a:r>
              <a:rPr lang="en-US" altLang="zh-CN" sz="1400">
                <a:solidFill>
                  <a:srgbClr val="C678DD"/>
                </a:solidFill>
                <a:cs typeface="+mn-ea"/>
                <a:sym typeface="+mn-lt"/>
              </a:rPr>
              <a:t>move</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p>
          <a:p>
            <a:r>
              <a:rPr lang="en-US" altLang="zh-CN" sz="1400" i="1">
                <a:solidFill>
                  <a:srgbClr val="7F848E"/>
                </a:solidFill>
                <a:cs typeface="+mn-ea"/>
                <a:sym typeface="+mn-lt"/>
              </a:rPr>
              <a:t>        // Undefined behavior</a:t>
            </a:r>
            <a:endParaRPr lang="en-US" altLang="zh-CN" sz="1400">
              <a:solidFill>
                <a:srgbClr val="ABB2BF"/>
              </a:solidFill>
              <a:cs typeface="+mn-ea"/>
              <a:sym typeface="+mn-lt"/>
            </a:endParaRPr>
          </a:p>
          <a:p>
            <a:r>
              <a:rPr lang="en-US" altLang="zh-CN" sz="1400">
                <a:solidFill>
                  <a:srgbClr val="ABB2BF"/>
                </a:solidFill>
                <a:cs typeface="+mn-ea"/>
                <a:sym typeface="+mn-lt"/>
              </a:rPr>
              <a:t>        *</a:t>
            </a:r>
            <a:r>
              <a:rPr lang="en-US" altLang="zh-CN" sz="1400">
                <a:solidFill>
                  <a:srgbClr val="C678DD"/>
                </a:solidFill>
                <a:cs typeface="+mn-ea"/>
                <a:sym typeface="+mn-lt"/>
              </a:rPr>
              <a:t>unsafe</a:t>
            </a:r>
            <a:r>
              <a:rPr lang="en-US" altLang="zh-CN" sz="1400">
                <a:solidFill>
                  <a:srgbClr val="ABB2BF"/>
                </a:solidFill>
                <a:cs typeface="+mn-ea"/>
                <a:sym typeface="+mn-lt"/>
              </a:rPr>
              <a:t> { </a:t>
            </a:r>
            <a:r>
              <a:rPr lang="en-US" altLang="zh-CN" sz="1400">
                <a:solidFill>
                  <a:srgbClr val="E06C75"/>
                </a:solidFill>
                <a:cs typeface="+mn-ea"/>
                <a:sym typeface="+mn-lt"/>
              </a:rPr>
              <a:t>p</a:t>
            </a:r>
            <a:r>
              <a:rPr lang="en-US" altLang="zh-CN" sz="1400">
                <a:solidFill>
                  <a:srgbClr val="ABB2BF"/>
                </a:solidFill>
                <a:cs typeface="+mn-ea"/>
                <a:sym typeface="+mn-lt"/>
              </a:rPr>
              <a:t>.</a:t>
            </a:r>
            <a:r>
              <a:rPr lang="en-US" altLang="zh-CN" sz="1400">
                <a:solidFill>
                  <a:srgbClr val="61AFEF"/>
                </a:solidFill>
                <a:cs typeface="+mn-ea"/>
                <a:sym typeface="+mn-lt"/>
              </a:rPr>
              <a:t>as_mut</a:t>
            </a:r>
            <a:r>
              <a:rPr lang="en-US" altLang="zh-CN" sz="1400">
                <a:solidFill>
                  <a:srgbClr val="ABB2BF"/>
                </a:solidFill>
                <a:cs typeface="+mn-ea"/>
                <a:sym typeface="+mn-lt"/>
              </a:rPr>
              <a:t>() }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D19A66"/>
                </a:solidFill>
                <a:cs typeface="+mn-ea"/>
                <a:sym typeface="+mn-lt"/>
              </a:rPr>
              <a:t>1</a:t>
            </a:r>
            <a:r>
              <a:rPr lang="en-US" altLang="zh-CN" sz="1400">
                <a:solidFill>
                  <a:srgbClr val="ABB2BF"/>
                </a:solidFill>
                <a:cs typeface="+mn-ea"/>
                <a:sym typeface="+mn-lt"/>
              </a:rPr>
              <a:t>;</a:t>
            </a:r>
            <a:r>
              <a:rPr lang="en-US" altLang="zh-CN" sz="1400" i="1">
                <a:solidFill>
                  <a:srgbClr val="7F848E"/>
                </a:solidFill>
                <a:cs typeface="+mn-ea"/>
                <a:sym typeface="+mn-lt"/>
              </a:rPr>
              <a:t> </a:t>
            </a:r>
          </a:p>
          <a:p>
            <a:r>
              <a:rPr lang="en-US" altLang="zh-CN" sz="1400">
                <a:solidFill>
                  <a:srgbClr val="ABB2BF"/>
                </a:solidFill>
                <a:cs typeface="+mn-ea"/>
                <a:sym typeface="+mn-lt"/>
              </a:rPr>
              <a:t>    });</a:t>
            </a:r>
          </a:p>
          <a:p>
            <a:br>
              <a:rPr lang="en-US" altLang="zh-CN" sz="1400">
                <a:solidFill>
                  <a:srgbClr val="ABB2BF"/>
                </a:solidFill>
                <a:cs typeface="+mn-ea"/>
                <a:sym typeface="+mn-lt"/>
              </a:rPr>
            </a:br>
            <a:r>
              <a:rPr lang="en-US" altLang="zh-CN" sz="1400">
                <a:solidFill>
                  <a:srgbClr val="ABB2BF"/>
                </a:solidFill>
                <a:cs typeface="+mn-ea"/>
                <a:sym typeface="+mn-lt"/>
              </a:rPr>
              <a:t>    </a:t>
            </a:r>
            <a:r>
              <a:rPr lang="en-US" altLang="zh-CN" sz="1400">
                <a:solidFill>
                  <a:srgbClr val="E06C75"/>
                </a:solidFill>
                <a:cs typeface="+mn-ea"/>
                <a:sym typeface="+mn-lt"/>
              </a:rPr>
              <a:t>x</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D19A66"/>
                </a:solidFill>
                <a:cs typeface="+mn-ea"/>
                <a:sym typeface="+mn-lt"/>
              </a:rPr>
              <a:t>1</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E06C75"/>
                </a:solidFill>
                <a:cs typeface="+mn-ea"/>
                <a:sym typeface="+mn-lt"/>
              </a:rPr>
              <a:t>t</a:t>
            </a:r>
            <a:r>
              <a:rPr lang="en-US" altLang="zh-CN" sz="1400">
                <a:solidFill>
                  <a:srgbClr val="ABB2BF"/>
                </a:solidFill>
                <a:cs typeface="+mn-ea"/>
                <a:sym typeface="+mn-lt"/>
              </a:rPr>
              <a:t>.</a:t>
            </a:r>
            <a:r>
              <a:rPr lang="en-US" altLang="zh-CN" sz="1400">
                <a:solidFill>
                  <a:srgbClr val="61AFEF"/>
                </a:solidFill>
                <a:cs typeface="+mn-ea"/>
                <a:sym typeface="+mn-lt"/>
              </a:rPr>
              <a:t>join</a:t>
            </a:r>
            <a:r>
              <a:rPr lang="en-US" altLang="zh-CN" sz="1400">
                <a:solidFill>
                  <a:srgbClr val="ABB2BF"/>
                </a:solidFill>
                <a:cs typeface="+mn-ea"/>
                <a:sym typeface="+mn-lt"/>
              </a:rPr>
              <a:t>().</a:t>
            </a:r>
            <a:r>
              <a:rPr lang="en-US" altLang="zh-CN" sz="1400">
                <a:solidFill>
                  <a:srgbClr val="61AFEF"/>
                </a:solidFill>
                <a:cs typeface="+mn-ea"/>
                <a:sym typeface="+mn-lt"/>
              </a:rPr>
              <a:t>unwrap</a:t>
            </a:r>
            <a:r>
              <a:rPr lang="en-US" altLang="zh-CN" sz="1400">
                <a:solidFill>
                  <a:srgbClr val="ABB2BF"/>
                </a:solidFill>
                <a:cs typeface="+mn-ea"/>
                <a:sym typeface="+mn-lt"/>
              </a:rPr>
              <a:t>();</a:t>
            </a:r>
          </a:p>
          <a:p>
            <a:r>
              <a:rPr lang="en-US" altLang="zh-CN" sz="1400">
                <a:solidFill>
                  <a:srgbClr val="ABB2BF"/>
                </a:solidFill>
                <a:cs typeface="+mn-ea"/>
                <a:sym typeface="+mn-lt"/>
              </a:rPr>
              <a:t>    </a:t>
            </a:r>
            <a:r>
              <a:rPr lang="en-US" altLang="zh-CN" sz="1400">
                <a:solidFill>
                  <a:srgbClr val="61AFEF"/>
                </a:solidFill>
                <a:cs typeface="+mn-ea"/>
                <a:sym typeface="+mn-lt"/>
              </a:rPr>
              <a:t>println!</a:t>
            </a:r>
            <a:r>
              <a:rPr lang="en-US" altLang="zh-CN" sz="1400">
                <a:solidFill>
                  <a:srgbClr val="ABB2BF"/>
                </a:solidFill>
                <a:cs typeface="+mn-ea"/>
                <a:sym typeface="+mn-lt"/>
              </a:rPr>
              <a:t>(</a:t>
            </a:r>
            <a:r>
              <a:rPr lang="en-US" altLang="zh-CN" sz="1400">
                <a:solidFill>
                  <a:srgbClr val="98C379"/>
                </a:solidFill>
                <a:cs typeface="+mn-ea"/>
                <a:sym typeface="+mn-lt"/>
              </a:rPr>
              <a:t>"{}"</a:t>
            </a:r>
            <a:r>
              <a:rPr lang="en-US" altLang="zh-CN" sz="1400">
                <a:solidFill>
                  <a:srgbClr val="ABB2BF"/>
                </a:solidFill>
                <a:cs typeface="+mn-ea"/>
                <a:sym typeface="+mn-lt"/>
              </a:rPr>
              <a:t>, </a:t>
            </a:r>
            <a:r>
              <a:rPr lang="en-US" altLang="zh-CN" sz="1400">
                <a:solidFill>
                  <a:srgbClr val="E06C75"/>
                </a:solidFill>
                <a:cs typeface="+mn-ea"/>
                <a:sym typeface="+mn-lt"/>
              </a:rPr>
              <a:t>x</a:t>
            </a:r>
            <a:r>
              <a:rPr lang="en-US" altLang="zh-CN" sz="1400">
                <a:solidFill>
                  <a:srgbClr val="ABB2BF"/>
                </a:solidFill>
                <a:cs typeface="+mn-ea"/>
                <a:sym typeface="+mn-lt"/>
              </a:rPr>
              <a:t>);</a:t>
            </a:r>
          </a:p>
          <a:p>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41344" y="101571"/>
            <a:ext cx="10740640" cy="993400"/>
          </a:xfrm>
        </p:spPr>
        <p:txBody>
          <a:bodyPr/>
          <a:lstStyle/>
          <a:p>
            <a:r>
              <a:rPr lang="en-US" altLang="zh-CN" b="1">
                <a:solidFill>
                  <a:schemeClr val="accent1"/>
                </a:solidFill>
                <a:latin typeface="+mn-lt"/>
                <a:ea typeface="+mn-ea"/>
                <a:cs typeface="+mn-ea"/>
                <a:sym typeface="+mn-lt"/>
              </a:rPr>
              <a:t>unsafe </a:t>
            </a:r>
            <a:r>
              <a:rPr lang="zh-CN" altLang="en-US" b="1">
                <a:solidFill>
                  <a:schemeClr val="accent1"/>
                </a:solidFill>
                <a:latin typeface="+mn-lt"/>
                <a:ea typeface="+mn-ea"/>
                <a:cs typeface="+mn-ea"/>
                <a:sym typeface="+mn-lt"/>
              </a:rPr>
              <a:t>关键字基本用法</a:t>
            </a:r>
            <a:endParaRPr lang="zh-CN" altLang="en-US" b="1" dirty="0">
              <a:solidFill>
                <a:schemeClr val="accent1"/>
              </a:solidFill>
              <a:latin typeface="+mn-lt"/>
              <a:ea typeface="+mn-ea"/>
              <a:cs typeface="+mn-ea"/>
              <a:sym typeface="+mn-lt"/>
            </a:endParaRPr>
          </a:p>
        </p:txBody>
      </p:sp>
      <p:sp>
        <p:nvSpPr>
          <p:cNvPr id="3" name="Content Placeholder 2"/>
          <p:cNvSpPr>
            <a:spLocks noGrp="1"/>
          </p:cNvSpPr>
          <p:nvPr>
            <p:ph idx="10"/>
          </p:nvPr>
        </p:nvSpPr>
        <p:spPr>
          <a:xfrm>
            <a:off x="205061" y="719335"/>
            <a:ext cx="4394929" cy="3806012"/>
          </a:xfrm>
        </p:spPr>
        <p:txBody>
          <a:bodyPr/>
          <a:lstStyle/>
          <a:p>
            <a:pPr>
              <a:lnSpc>
                <a:spcPct val="150000"/>
              </a:lnSpc>
            </a:pPr>
            <a:r>
              <a:rPr lang="en-US" altLang="zh-CN" sz="1600" dirty="0">
                <a:latin typeface="+mn-lt"/>
                <a:ea typeface="+mn-ea"/>
                <a:cs typeface="+mn-ea"/>
                <a:sym typeface="+mn-lt"/>
              </a:rPr>
              <a:t>unsafe </a:t>
            </a:r>
            <a:r>
              <a:rPr lang="zh-CN" altLang="en-US" sz="1600" dirty="0">
                <a:latin typeface="+mn-lt"/>
                <a:ea typeface="+mn-ea"/>
                <a:cs typeface="+mn-ea"/>
                <a:sym typeface="+mn-lt"/>
              </a:rPr>
              <a:t>关键字可以使用的场景包括：</a:t>
            </a:r>
            <a:endParaRPr lang="en-US" altLang="zh-CN" sz="1600" dirty="0">
              <a:latin typeface="+mn-lt"/>
              <a:ea typeface="+mn-ea"/>
              <a:cs typeface="+mn-ea"/>
              <a:sym typeface="+mn-lt"/>
            </a:endParaRPr>
          </a:p>
          <a:p>
            <a:pPr marL="354965" indent="-342900">
              <a:lnSpc>
                <a:spcPct val="150000"/>
              </a:lnSpc>
              <a:buFont typeface="+mj-lt"/>
              <a:buAutoNum type="arabicPeriod"/>
            </a:pPr>
            <a:r>
              <a:rPr lang="zh-CN" altLang="en-US" sz="1600" dirty="0">
                <a:latin typeface="+mn-lt"/>
                <a:ea typeface="+mn-ea"/>
                <a:cs typeface="+mn-ea"/>
                <a:sym typeface="+mn-lt"/>
              </a:rPr>
              <a:t>修饰函数</a:t>
            </a:r>
            <a:endParaRPr lang="en-US" altLang="zh-CN" sz="1600" dirty="0">
              <a:latin typeface="+mn-lt"/>
              <a:ea typeface="+mn-ea"/>
              <a:cs typeface="+mn-ea"/>
              <a:sym typeface="+mn-lt"/>
            </a:endParaRPr>
          </a:p>
          <a:p>
            <a:pPr marL="354965" indent="-342900">
              <a:lnSpc>
                <a:spcPct val="150000"/>
              </a:lnSpc>
              <a:buFont typeface="+mj-lt"/>
              <a:buAutoNum type="arabicPeriod"/>
            </a:pPr>
            <a:r>
              <a:rPr lang="zh-CN" altLang="en-US" sz="1600" dirty="0">
                <a:latin typeface="+mn-lt"/>
                <a:ea typeface="+mn-ea"/>
                <a:cs typeface="+mn-ea"/>
                <a:sym typeface="+mn-lt"/>
              </a:rPr>
              <a:t>修饰代码块</a:t>
            </a:r>
            <a:r>
              <a:rPr lang="en-US" altLang="zh-CN" sz="1600" dirty="0">
                <a:latin typeface="+mn-lt"/>
                <a:ea typeface="+mn-ea"/>
                <a:cs typeface="+mn-ea"/>
                <a:sym typeface="+mn-lt"/>
              </a:rPr>
              <a:t>(block)</a:t>
            </a:r>
          </a:p>
          <a:p>
            <a:pPr marL="354965" indent="-342900">
              <a:lnSpc>
                <a:spcPct val="150000"/>
              </a:lnSpc>
              <a:buFont typeface="+mj-lt"/>
              <a:buAutoNum type="arabicPeriod"/>
            </a:pPr>
            <a:r>
              <a:rPr lang="zh-CN" altLang="en-US" sz="1600" dirty="0">
                <a:latin typeface="+mn-lt"/>
                <a:ea typeface="+mn-ea"/>
                <a:cs typeface="+mn-ea"/>
                <a:sym typeface="+mn-lt"/>
              </a:rPr>
              <a:t>修饰 </a:t>
            </a:r>
            <a:r>
              <a:rPr lang="en-US" altLang="zh-CN" sz="1600" dirty="0">
                <a:latin typeface="+mn-lt"/>
                <a:ea typeface="+mn-ea"/>
                <a:cs typeface="+mn-ea"/>
                <a:sym typeface="+mn-lt"/>
              </a:rPr>
              <a:t>trait </a:t>
            </a:r>
            <a:r>
              <a:rPr lang="zh-CN" altLang="en-US" sz="1600" dirty="0">
                <a:latin typeface="+mn-lt"/>
                <a:ea typeface="+mn-ea"/>
                <a:cs typeface="+mn-ea"/>
                <a:sym typeface="+mn-lt"/>
              </a:rPr>
              <a:t>定义</a:t>
            </a:r>
            <a:endParaRPr lang="en-US" altLang="zh-CN" sz="1600" dirty="0">
              <a:latin typeface="+mn-lt"/>
              <a:ea typeface="+mn-ea"/>
              <a:cs typeface="+mn-ea"/>
              <a:sym typeface="+mn-lt"/>
            </a:endParaRPr>
          </a:p>
          <a:p>
            <a:pPr marL="354965" indent="-342900">
              <a:lnSpc>
                <a:spcPct val="150000"/>
              </a:lnSpc>
              <a:buFont typeface="+mj-lt"/>
              <a:buAutoNum type="arabicPeriod"/>
            </a:pPr>
            <a:r>
              <a:rPr lang="zh-CN" altLang="en-US" sz="1600" dirty="0">
                <a:latin typeface="+mn-lt"/>
                <a:ea typeface="+mn-ea"/>
                <a:cs typeface="+mn-ea"/>
                <a:sym typeface="+mn-lt"/>
              </a:rPr>
              <a:t>修饰 </a:t>
            </a:r>
            <a:r>
              <a:rPr lang="en-US" altLang="zh-CN" sz="1600" dirty="0" err="1">
                <a:latin typeface="+mn-lt"/>
                <a:ea typeface="+mn-ea"/>
                <a:cs typeface="+mn-ea"/>
                <a:sym typeface="+mn-lt"/>
              </a:rPr>
              <a:t>impl</a:t>
            </a:r>
            <a:r>
              <a:rPr lang="en-US" altLang="zh-CN" sz="1600" dirty="0">
                <a:latin typeface="+mn-lt"/>
                <a:ea typeface="+mn-ea"/>
                <a:cs typeface="+mn-ea"/>
                <a:sym typeface="+mn-lt"/>
              </a:rPr>
              <a:t> </a:t>
            </a:r>
            <a:r>
              <a:rPr lang="zh-CN" altLang="en-US" sz="1600" dirty="0">
                <a:latin typeface="+mn-lt"/>
                <a:ea typeface="+mn-ea"/>
                <a:cs typeface="+mn-ea"/>
                <a:sym typeface="+mn-lt"/>
              </a:rPr>
              <a:t>块</a:t>
            </a:r>
            <a:endParaRPr lang="en-US" altLang="zh-CN" sz="1600" dirty="0">
              <a:latin typeface="+mn-lt"/>
              <a:ea typeface="+mn-ea"/>
              <a:cs typeface="+mn-ea"/>
              <a:sym typeface="+mn-lt"/>
            </a:endParaRPr>
          </a:p>
          <a:p>
            <a:pPr>
              <a:lnSpc>
                <a:spcPct val="150000"/>
              </a:lnSpc>
            </a:pPr>
            <a:endParaRPr lang="en-US" altLang="zh-CN" sz="1600" dirty="0">
              <a:latin typeface="+mn-lt"/>
              <a:ea typeface="+mn-ea"/>
              <a:cs typeface="+mn-ea"/>
              <a:sym typeface="+mn-lt"/>
            </a:endParaRPr>
          </a:p>
          <a:p>
            <a:pPr>
              <a:lnSpc>
                <a:spcPct val="150000"/>
              </a:lnSpc>
            </a:pPr>
            <a:r>
              <a:rPr lang="en-US" altLang="zh-CN" sz="1600" dirty="0">
                <a:latin typeface="+mn-lt"/>
                <a:ea typeface="+mn-ea"/>
                <a:cs typeface="+mn-ea"/>
                <a:sym typeface="+mn-lt"/>
              </a:rPr>
              <a:t>unsafe </a:t>
            </a:r>
            <a:r>
              <a:rPr lang="zh-CN" altLang="en-US" sz="1600" dirty="0">
                <a:latin typeface="+mn-lt"/>
                <a:ea typeface="+mn-ea"/>
                <a:cs typeface="+mn-ea"/>
                <a:sym typeface="+mn-lt"/>
              </a:rPr>
              <a:t>在不同场景下，表达的含义可以分两种：</a:t>
            </a:r>
            <a:endParaRPr lang="en-US" altLang="zh-CN" sz="1600" dirty="0">
              <a:latin typeface="+mn-lt"/>
              <a:ea typeface="+mn-ea"/>
              <a:cs typeface="+mn-ea"/>
              <a:sym typeface="+mn-lt"/>
            </a:endParaRPr>
          </a:p>
          <a:p>
            <a:pPr marL="354965" indent="-342900">
              <a:lnSpc>
                <a:spcPct val="150000"/>
              </a:lnSpc>
              <a:buFont typeface="+mj-lt"/>
              <a:buAutoNum type="arabicPeriod"/>
            </a:pPr>
            <a:r>
              <a:rPr lang="zh-CN" altLang="en-US" sz="1600" dirty="0">
                <a:latin typeface="+mn-lt"/>
                <a:ea typeface="+mn-ea"/>
                <a:cs typeface="+mn-ea"/>
                <a:sym typeface="+mn-lt"/>
              </a:rPr>
              <a:t>标记一个定义“需要”额外的条件达到安全性；</a:t>
            </a:r>
            <a:endParaRPr lang="en-US" altLang="zh-CN" sz="1600" dirty="0">
              <a:latin typeface="+mn-lt"/>
              <a:ea typeface="+mn-ea"/>
              <a:cs typeface="+mn-ea"/>
              <a:sym typeface="+mn-lt"/>
            </a:endParaRPr>
          </a:p>
          <a:p>
            <a:pPr marL="354965" indent="-342900">
              <a:lnSpc>
                <a:spcPct val="150000"/>
              </a:lnSpc>
              <a:buFont typeface="+mj-lt"/>
              <a:buAutoNum type="arabicPeriod"/>
            </a:pPr>
            <a:r>
              <a:rPr lang="zh-CN" altLang="en-US" sz="1600" dirty="0">
                <a:latin typeface="+mn-lt"/>
                <a:ea typeface="+mn-ea"/>
                <a:cs typeface="+mn-ea"/>
                <a:sym typeface="+mn-lt"/>
              </a:rPr>
              <a:t>标记一个实现“满足”了额外的安全条件；</a:t>
            </a:r>
            <a:endParaRPr lang="en-US" altLang="zh-CN" sz="1600" dirty="0">
              <a:latin typeface="+mn-lt"/>
              <a:ea typeface="+mn-ea"/>
              <a:cs typeface="+mn-ea"/>
              <a:sym typeface="+mn-lt"/>
            </a:endParaRPr>
          </a:p>
        </p:txBody>
      </p:sp>
      <p:sp>
        <p:nvSpPr>
          <p:cNvPr id="5" name="Rectangle 4"/>
          <p:cNvSpPr/>
          <p:nvPr/>
        </p:nvSpPr>
        <p:spPr>
          <a:xfrm>
            <a:off x="4663707" y="683338"/>
            <a:ext cx="7231224" cy="4185761"/>
          </a:xfrm>
          <a:prstGeom prst="rect">
            <a:avLst/>
          </a:prstGeom>
          <a:solidFill>
            <a:schemeClr val="tx1"/>
          </a:solidFill>
        </p:spPr>
        <p:txBody>
          <a:bodyPr wrap="square">
            <a:spAutoFit/>
          </a:bodyPr>
          <a:lstStyle/>
          <a:p>
            <a:r>
              <a:rPr lang="en-US" altLang="zh-CN" sz="1400" i="1">
                <a:solidFill>
                  <a:srgbClr val="7F848E"/>
                </a:solidFill>
                <a:cs typeface="+mn-ea"/>
                <a:sym typeface="+mn-lt"/>
              </a:rPr>
              <a:t>// </a:t>
            </a:r>
            <a:r>
              <a:rPr lang="zh-CN" altLang="en-US" sz="1400" b="1" i="1">
                <a:solidFill>
                  <a:srgbClr val="00B050"/>
                </a:solidFill>
                <a:cs typeface="+mn-ea"/>
                <a:sym typeface="+mn-lt"/>
              </a:rPr>
              <a:t>代码示例</a:t>
            </a:r>
            <a:endParaRPr lang="en-US" altLang="zh-CN" sz="1400" b="1" i="1">
              <a:solidFill>
                <a:srgbClr val="00B050"/>
              </a:solidFill>
              <a:cs typeface="+mn-ea"/>
              <a:sym typeface="+mn-lt"/>
            </a:endParaRPr>
          </a:p>
          <a:p>
            <a:r>
              <a:rPr lang="en-US" altLang="zh-CN" sz="1400" i="1">
                <a:solidFill>
                  <a:srgbClr val="7F848E"/>
                </a:solidFill>
                <a:cs typeface="+mn-ea"/>
                <a:sym typeface="+mn-lt"/>
              </a:rPr>
              <a:t>// unsafe </a:t>
            </a:r>
            <a:r>
              <a:rPr lang="zh-CN" altLang="en-US" sz="1400" i="1">
                <a:solidFill>
                  <a:srgbClr val="7F848E"/>
                </a:solidFill>
                <a:cs typeface="+mn-ea"/>
                <a:sym typeface="+mn-lt"/>
              </a:rPr>
              <a:t>函数示例：</a:t>
            </a:r>
            <a:r>
              <a:rPr lang="en-US" altLang="zh-CN" sz="1400" i="1">
                <a:solidFill>
                  <a:srgbClr val="7F848E"/>
                </a:solidFill>
                <a:cs typeface="+mn-ea"/>
                <a:sym typeface="+mn-lt"/>
              </a:rPr>
              <a:t>core::slice</a:t>
            </a:r>
            <a:endParaRPr lang="en-US" altLang="zh-CN" sz="1400">
              <a:solidFill>
                <a:srgbClr val="ABB2BF"/>
              </a:solidFill>
              <a:cs typeface="+mn-ea"/>
              <a:sym typeface="+mn-lt"/>
            </a:endParaRPr>
          </a:p>
          <a:p>
            <a:r>
              <a:rPr lang="en-US" altLang="zh-CN" sz="1400">
                <a:solidFill>
                  <a:srgbClr val="C678DD"/>
                </a:solidFill>
                <a:cs typeface="+mn-ea"/>
                <a:sym typeface="+mn-lt"/>
              </a:rPr>
              <a:t>impl</a:t>
            </a:r>
            <a:r>
              <a:rPr lang="en-US" altLang="zh-CN" sz="1400">
                <a:solidFill>
                  <a:srgbClr val="ABB2BF"/>
                </a:solidFill>
                <a:cs typeface="+mn-ea"/>
                <a:sym typeface="+mn-lt"/>
              </a:rPr>
              <a:t>&lt;</a:t>
            </a:r>
            <a:r>
              <a:rPr lang="en-US" altLang="zh-CN" sz="1400">
                <a:solidFill>
                  <a:srgbClr val="E5C07B"/>
                </a:solidFill>
                <a:cs typeface="+mn-ea"/>
                <a:sym typeface="+mn-lt"/>
              </a:rPr>
              <a:t>T</a:t>
            </a:r>
            <a:r>
              <a:rPr lang="en-US" altLang="zh-CN" sz="1400">
                <a:solidFill>
                  <a:srgbClr val="ABB2BF"/>
                </a:solidFill>
                <a:cs typeface="+mn-ea"/>
                <a:sym typeface="+mn-lt"/>
              </a:rPr>
              <a:t>&gt; [</a:t>
            </a:r>
            <a:r>
              <a:rPr lang="en-US" altLang="zh-CN" sz="1400">
                <a:solidFill>
                  <a:srgbClr val="E5C07B"/>
                </a:solidFill>
                <a:cs typeface="+mn-ea"/>
                <a:sym typeface="+mn-lt"/>
              </a:rPr>
              <a:t>T</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C678DD"/>
                </a:solidFill>
                <a:cs typeface="+mn-ea"/>
                <a:sym typeface="+mn-lt"/>
              </a:rPr>
              <a:t>pub</a:t>
            </a:r>
            <a:r>
              <a:rPr lang="en-US" altLang="zh-CN" sz="1400">
                <a:solidFill>
                  <a:srgbClr val="ABB2BF"/>
                </a:solidFill>
                <a:cs typeface="+mn-ea"/>
                <a:sym typeface="+mn-lt"/>
              </a:rPr>
              <a:t> </a:t>
            </a:r>
            <a:r>
              <a:rPr lang="en-US" altLang="zh-CN" sz="1400">
                <a:solidFill>
                  <a:srgbClr val="C678DD"/>
                </a:solidFill>
                <a:cs typeface="+mn-ea"/>
                <a:sym typeface="+mn-lt"/>
              </a:rPr>
              <a:t>const</a:t>
            </a:r>
            <a:r>
              <a:rPr lang="en-US" altLang="zh-CN" sz="1400">
                <a:solidFill>
                  <a:srgbClr val="ABB2BF"/>
                </a:solidFill>
                <a:cs typeface="+mn-ea"/>
                <a:sym typeface="+mn-lt"/>
              </a:rPr>
              <a:t> </a:t>
            </a:r>
            <a:r>
              <a:rPr lang="en-US" altLang="zh-CN" sz="1400">
                <a:solidFill>
                  <a:srgbClr val="C678DD"/>
                </a:solidFill>
                <a:cs typeface="+mn-ea"/>
                <a:sym typeface="+mn-lt"/>
              </a:rPr>
              <a:t>unsafe</a:t>
            </a:r>
            <a:r>
              <a:rPr lang="en-US" altLang="zh-CN" sz="1400">
                <a:solidFill>
                  <a:srgbClr val="ABB2BF"/>
                </a:solidFill>
                <a:cs typeface="+mn-ea"/>
                <a:sym typeface="+mn-lt"/>
              </a:rPr>
              <a:t> </a:t>
            </a:r>
            <a:r>
              <a:rPr lang="en-US" altLang="zh-CN" sz="1400">
                <a:solidFill>
                  <a:srgbClr val="C678DD"/>
                </a:solidFill>
                <a:cs typeface="+mn-ea"/>
                <a:sym typeface="+mn-lt"/>
              </a:rPr>
              <a:t>fn</a:t>
            </a:r>
            <a:r>
              <a:rPr lang="en-US" altLang="zh-CN" sz="1400">
                <a:solidFill>
                  <a:srgbClr val="ABB2BF"/>
                </a:solidFill>
                <a:cs typeface="+mn-ea"/>
                <a:sym typeface="+mn-lt"/>
              </a:rPr>
              <a:t> </a:t>
            </a:r>
            <a:r>
              <a:rPr lang="en-US" altLang="zh-CN" sz="1400">
                <a:solidFill>
                  <a:srgbClr val="61AFEF"/>
                </a:solidFill>
                <a:cs typeface="+mn-ea"/>
                <a:sym typeface="+mn-lt"/>
              </a:rPr>
              <a:t>get_unchecked</a:t>
            </a:r>
            <a:r>
              <a:rPr lang="en-US" altLang="zh-CN" sz="1400">
                <a:solidFill>
                  <a:srgbClr val="ABB2BF"/>
                </a:solidFill>
                <a:cs typeface="+mn-ea"/>
                <a:sym typeface="+mn-lt"/>
              </a:rPr>
              <a:t>&lt;</a:t>
            </a:r>
            <a:r>
              <a:rPr lang="en-US" altLang="zh-CN" sz="1400">
                <a:solidFill>
                  <a:srgbClr val="E5C07B"/>
                </a:solidFill>
                <a:cs typeface="+mn-ea"/>
                <a:sym typeface="+mn-lt"/>
              </a:rPr>
              <a:t>I</a:t>
            </a:r>
            <a:r>
              <a:rPr lang="en-US" altLang="zh-CN" sz="1400">
                <a:solidFill>
                  <a:srgbClr val="ABB2BF"/>
                </a:solidFill>
                <a:cs typeface="+mn-ea"/>
                <a:sym typeface="+mn-lt"/>
              </a:rPr>
              <a:t>&gt;(&amp;</a:t>
            </a:r>
            <a:r>
              <a:rPr lang="en-US" altLang="zh-CN" sz="1400">
                <a:solidFill>
                  <a:srgbClr val="E5C07B"/>
                </a:solidFill>
                <a:cs typeface="+mn-ea"/>
                <a:sym typeface="+mn-lt"/>
              </a:rPr>
              <a:t>self</a:t>
            </a:r>
            <a:r>
              <a:rPr lang="en-US" altLang="zh-CN" sz="1400">
                <a:solidFill>
                  <a:srgbClr val="ABB2BF"/>
                </a:solidFill>
                <a:cs typeface="+mn-ea"/>
                <a:sym typeface="+mn-lt"/>
              </a:rPr>
              <a:t>, </a:t>
            </a:r>
            <a:r>
              <a:rPr lang="en-US" altLang="zh-CN" sz="1400">
                <a:solidFill>
                  <a:srgbClr val="E06C75"/>
                </a:solidFill>
                <a:cs typeface="+mn-ea"/>
                <a:sym typeface="+mn-lt"/>
              </a:rPr>
              <a:t>index</a:t>
            </a:r>
            <a:r>
              <a:rPr lang="en-US" altLang="zh-CN" sz="1400">
                <a:solidFill>
                  <a:srgbClr val="ABB2BF"/>
                </a:solidFill>
                <a:cs typeface="+mn-ea"/>
                <a:sym typeface="+mn-lt"/>
              </a:rPr>
              <a:t>: </a:t>
            </a:r>
            <a:r>
              <a:rPr lang="en-US" altLang="zh-CN" sz="1400">
                <a:solidFill>
                  <a:srgbClr val="E5C07B"/>
                </a:solidFill>
                <a:cs typeface="+mn-ea"/>
                <a:sym typeface="+mn-lt"/>
              </a:rPr>
              <a:t>I</a:t>
            </a:r>
            <a:r>
              <a:rPr lang="en-US" altLang="zh-CN" sz="1400">
                <a:solidFill>
                  <a:srgbClr val="ABB2BF"/>
                </a:solidFill>
                <a:cs typeface="+mn-ea"/>
                <a:sym typeface="+mn-lt"/>
              </a:rPr>
              <a:t>) -&gt; &amp;</a:t>
            </a:r>
            <a:r>
              <a:rPr lang="en-US" altLang="zh-CN" sz="1400">
                <a:solidFill>
                  <a:srgbClr val="E5C07B"/>
                </a:solidFill>
                <a:cs typeface="+mn-ea"/>
                <a:sym typeface="+mn-lt"/>
              </a:rPr>
              <a:t>I</a:t>
            </a:r>
            <a:r>
              <a:rPr lang="en-US" altLang="zh-CN" sz="1400">
                <a:solidFill>
                  <a:srgbClr val="ABB2BF"/>
                </a:solidFill>
                <a:cs typeface="+mn-ea"/>
                <a:sym typeface="+mn-lt"/>
              </a:rPr>
              <a:t>::</a:t>
            </a:r>
            <a:r>
              <a:rPr lang="en-US" altLang="zh-CN" sz="1400">
                <a:solidFill>
                  <a:srgbClr val="E5C07B"/>
                </a:solidFill>
                <a:cs typeface="+mn-ea"/>
                <a:sym typeface="+mn-lt"/>
              </a:rPr>
              <a:t>Output</a:t>
            </a:r>
            <a:endParaRPr lang="en-US" altLang="zh-CN" sz="1400">
              <a:solidFill>
                <a:srgbClr val="ABB2BF"/>
              </a:solidFill>
              <a:cs typeface="+mn-ea"/>
              <a:sym typeface="+mn-lt"/>
            </a:endParaRPr>
          </a:p>
          <a:p>
            <a:r>
              <a:rPr lang="en-US" altLang="zh-CN" sz="1400">
                <a:solidFill>
                  <a:srgbClr val="ABB2BF"/>
                </a:solidFill>
                <a:cs typeface="+mn-ea"/>
                <a:sym typeface="+mn-lt"/>
              </a:rPr>
              <a:t>    </a:t>
            </a:r>
            <a:r>
              <a:rPr lang="en-US" altLang="zh-CN" sz="1400">
                <a:solidFill>
                  <a:srgbClr val="C678DD"/>
                </a:solidFill>
                <a:cs typeface="+mn-ea"/>
                <a:sym typeface="+mn-lt"/>
              </a:rPr>
              <a:t>where</a:t>
            </a:r>
            <a:endParaRPr lang="en-US" altLang="zh-CN" sz="1400">
              <a:solidFill>
                <a:srgbClr val="ABB2BF"/>
              </a:solidFill>
              <a:cs typeface="+mn-ea"/>
              <a:sym typeface="+mn-lt"/>
            </a:endParaRPr>
          </a:p>
          <a:p>
            <a:r>
              <a:rPr lang="en-US" altLang="zh-CN" sz="1400">
                <a:solidFill>
                  <a:srgbClr val="ABB2BF"/>
                </a:solidFill>
                <a:cs typeface="+mn-ea"/>
                <a:sym typeface="+mn-lt"/>
              </a:rPr>
              <a:t>        </a:t>
            </a:r>
            <a:r>
              <a:rPr lang="en-US" altLang="zh-CN" sz="1400">
                <a:solidFill>
                  <a:srgbClr val="E5C07B"/>
                </a:solidFill>
                <a:cs typeface="+mn-ea"/>
                <a:sym typeface="+mn-lt"/>
              </a:rPr>
              <a:t>I</a:t>
            </a:r>
            <a:r>
              <a:rPr lang="en-US" altLang="zh-CN" sz="1400">
                <a:solidFill>
                  <a:srgbClr val="ABB2BF"/>
                </a:solidFill>
                <a:cs typeface="+mn-ea"/>
                <a:sym typeface="+mn-lt"/>
              </a:rPr>
              <a:t>: ~</a:t>
            </a:r>
            <a:r>
              <a:rPr lang="en-US" altLang="zh-CN" sz="1400">
                <a:solidFill>
                  <a:srgbClr val="C678DD"/>
                </a:solidFill>
                <a:cs typeface="+mn-ea"/>
                <a:sym typeface="+mn-lt"/>
              </a:rPr>
              <a:t>const</a:t>
            </a:r>
            <a:r>
              <a:rPr lang="en-US" altLang="zh-CN" sz="1400">
                <a:solidFill>
                  <a:srgbClr val="ABB2BF"/>
                </a:solidFill>
                <a:cs typeface="+mn-ea"/>
                <a:sym typeface="+mn-lt"/>
              </a:rPr>
              <a:t> </a:t>
            </a:r>
            <a:r>
              <a:rPr lang="en-US" altLang="zh-CN" sz="1400">
                <a:solidFill>
                  <a:srgbClr val="E5C07B"/>
                </a:solidFill>
                <a:cs typeface="+mn-ea"/>
                <a:sym typeface="+mn-lt"/>
              </a:rPr>
              <a:t>SliceIndex</a:t>
            </a:r>
            <a:r>
              <a:rPr lang="en-US" altLang="zh-CN" sz="1400">
                <a:solidFill>
                  <a:srgbClr val="ABB2BF"/>
                </a:solidFill>
                <a:cs typeface="+mn-ea"/>
                <a:sym typeface="+mn-lt"/>
              </a:rPr>
              <a:t>&lt;</a:t>
            </a:r>
            <a:r>
              <a:rPr lang="en-US" altLang="zh-CN" sz="1400">
                <a:solidFill>
                  <a:srgbClr val="E5C07B"/>
                </a:solidFill>
                <a:cs typeface="+mn-ea"/>
                <a:sym typeface="+mn-lt"/>
              </a:rPr>
              <a:t>Self</a:t>
            </a:r>
            <a:r>
              <a:rPr lang="en-US" altLang="zh-CN" sz="1400">
                <a:solidFill>
                  <a:srgbClr val="ABB2BF"/>
                </a:solidFill>
                <a:cs typeface="+mn-ea"/>
                <a:sym typeface="+mn-lt"/>
              </a:rPr>
              <a:t>&gt;,</a:t>
            </a:r>
          </a:p>
          <a:p>
            <a:r>
              <a:rPr lang="en-US" altLang="zh-CN" sz="1400">
                <a:solidFill>
                  <a:srgbClr val="ABB2BF"/>
                </a:solidFill>
                <a:cs typeface="+mn-ea"/>
                <a:sym typeface="+mn-lt"/>
              </a:rPr>
              <a:t>    {}</a:t>
            </a:r>
          </a:p>
          <a:p>
            <a:r>
              <a:rPr lang="en-US" altLang="zh-CN" sz="1400">
                <a:solidFill>
                  <a:srgbClr val="ABB2BF"/>
                </a:solidFill>
                <a:cs typeface="+mn-ea"/>
                <a:sym typeface="+mn-lt"/>
              </a:rPr>
              <a:t>}</a:t>
            </a:r>
          </a:p>
          <a:p>
            <a:br>
              <a:rPr lang="en-US" altLang="zh-CN" sz="1400">
                <a:solidFill>
                  <a:srgbClr val="ABB2BF"/>
                </a:solidFill>
                <a:cs typeface="+mn-ea"/>
                <a:sym typeface="+mn-lt"/>
              </a:rPr>
            </a:br>
            <a:r>
              <a:rPr lang="en-US" altLang="zh-CN" sz="1400" i="1">
                <a:solidFill>
                  <a:srgbClr val="7F848E"/>
                </a:solidFill>
                <a:cs typeface="+mn-ea"/>
                <a:sym typeface="+mn-lt"/>
              </a:rPr>
              <a:t>// unsafe </a:t>
            </a:r>
            <a:r>
              <a:rPr lang="zh-CN" altLang="en-US" sz="1400" i="1">
                <a:solidFill>
                  <a:srgbClr val="7F848E"/>
                </a:solidFill>
                <a:cs typeface="+mn-ea"/>
                <a:sym typeface="+mn-lt"/>
              </a:rPr>
              <a:t>代码块示例：</a:t>
            </a:r>
            <a:r>
              <a:rPr lang="en-US" altLang="zh-CN" sz="1400" i="1">
                <a:solidFill>
                  <a:srgbClr val="7F848E"/>
                </a:solidFill>
                <a:cs typeface="+mn-ea"/>
                <a:sym typeface="+mn-lt"/>
              </a:rPr>
              <a:t>core::str</a:t>
            </a:r>
            <a:endParaRPr lang="en-US" altLang="zh-CN" sz="1400">
              <a:solidFill>
                <a:srgbClr val="ABB2BF"/>
              </a:solidFill>
              <a:cs typeface="+mn-ea"/>
              <a:sym typeface="+mn-lt"/>
            </a:endParaRPr>
          </a:p>
          <a:p>
            <a:r>
              <a:rPr lang="en-US" altLang="zh-CN" sz="1400">
                <a:solidFill>
                  <a:srgbClr val="C678DD"/>
                </a:solidFill>
                <a:cs typeface="+mn-ea"/>
                <a:sym typeface="+mn-lt"/>
              </a:rPr>
              <a:t>impl</a:t>
            </a:r>
            <a:r>
              <a:rPr lang="en-US" altLang="zh-CN" sz="1400">
                <a:solidFill>
                  <a:srgbClr val="ABB2BF"/>
                </a:solidFill>
                <a:cs typeface="+mn-ea"/>
                <a:sym typeface="+mn-lt"/>
              </a:rPr>
              <a:t> </a:t>
            </a:r>
            <a:r>
              <a:rPr lang="en-US" altLang="zh-CN" sz="1400">
                <a:solidFill>
                  <a:srgbClr val="E5C07B"/>
                </a:solidFill>
                <a:cs typeface="+mn-ea"/>
                <a:sym typeface="+mn-lt"/>
              </a:rPr>
              <a:t>str</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C678DD"/>
                </a:solidFill>
                <a:cs typeface="+mn-ea"/>
                <a:sym typeface="+mn-lt"/>
              </a:rPr>
              <a:t>pub</a:t>
            </a:r>
            <a:r>
              <a:rPr lang="en-US" altLang="zh-CN" sz="1400">
                <a:solidFill>
                  <a:srgbClr val="ABB2BF"/>
                </a:solidFill>
                <a:cs typeface="+mn-ea"/>
                <a:sym typeface="+mn-lt"/>
              </a:rPr>
              <a:t> </a:t>
            </a:r>
            <a:r>
              <a:rPr lang="en-US" altLang="zh-CN" sz="1400">
                <a:solidFill>
                  <a:srgbClr val="C678DD"/>
                </a:solidFill>
                <a:cs typeface="+mn-ea"/>
                <a:sym typeface="+mn-lt"/>
              </a:rPr>
              <a:t>const</a:t>
            </a:r>
            <a:r>
              <a:rPr lang="en-US" altLang="zh-CN" sz="1400">
                <a:solidFill>
                  <a:srgbClr val="ABB2BF"/>
                </a:solidFill>
                <a:cs typeface="+mn-ea"/>
                <a:sym typeface="+mn-lt"/>
              </a:rPr>
              <a:t> </a:t>
            </a:r>
            <a:r>
              <a:rPr lang="en-US" altLang="zh-CN" sz="1400">
                <a:solidFill>
                  <a:srgbClr val="C678DD"/>
                </a:solidFill>
                <a:cs typeface="+mn-ea"/>
                <a:sym typeface="+mn-lt"/>
              </a:rPr>
              <a:t>fn</a:t>
            </a:r>
            <a:r>
              <a:rPr lang="en-US" altLang="zh-CN" sz="1400">
                <a:solidFill>
                  <a:srgbClr val="ABB2BF"/>
                </a:solidFill>
                <a:cs typeface="+mn-ea"/>
                <a:sym typeface="+mn-lt"/>
              </a:rPr>
              <a:t> </a:t>
            </a:r>
            <a:r>
              <a:rPr lang="en-US" altLang="zh-CN" sz="1400">
                <a:solidFill>
                  <a:srgbClr val="61AFEF"/>
                </a:solidFill>
                <a:cs typeface="+mn-ea"/>
                <a:sym typeface="+mn-lt"/>
              </a:rPr>
              <a:t>as_bytes</a:t>
            </a:r>
            <a:r>
              <a:rPr lang="en-US" altLang="zh-CN" sz="1400">
                <a:solidFill>
                  <a:srgbClr val="ABB2BF"/>
                </a:solidFill>
                <a:cs typeface="+mn-ea"/>
                <a:sym typeface="+mn-lt"/>
              </a:rPr>
              <a:t>(&amp;</a:t>
            </a:r>
            <a:r>
              <a:rPr lang="en-US" altLang="zh-CN" sz="1400">
                <a:solidFill>
                  <a:srgbClr val="E5C07B"/>
                </a:solidFill>
                <a:cs typeface="+mn-ea"/>
                <a:sym typeface="+mn-lt"/>
              </a:rPr>
              <a:t>self</a:t>
            </a:r>
            <a:r>
              <a:rPr lang="en-US" altLang="zh-CN" sz="1400">
                <a:solidFill>
                  <a:srgbClr val="ABB2BF"/>
                </a:solidFill>
                <a:cs typeface="+mn-ea"/>
                <a:sym typeface="+mn-lt"/>
              </a:rPr>
              <a:t>) -&gt; &amp;[</a:t>
            </a:r>
            <a:r>
              <a:rPr lang="en-US" altLang="zh-CN" sz="1400">
                <a:solidFill>
                  <a:srgbClr val="E5C07B"/>
                </a:solidFill>
                <a:cs typeface="+mn-ea"/>
                <a:sym typeface="+mn-lt"/>
              </a:rPr>
              <a:t>u8</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C678DD"/>
                </a:solidFill>
                <a:cs typeface="+mn-ea"/>
                <a:sym typeface="+mn-lt"/>
              </a:rPr>
              <a:t>unsafe</a:t>
            </a:r>
            <a:r>
              <a:rPr lang="en-US" altLang="zh-CN" sz="1400">
                <a:solidFill>
                  <a:srgbClr val="ABB2BF"/>
                </a:solidFill>
                <a:cs typeface="+mn-ea"/>
                <a:sym typeface="+mn-lt"/>
              </a:rPr>
              <a:t> { </a:t>
            </a:r>
            <a:r>
              <a:rPr lang="en-US" altLang="zh-CN" sz="1400">
                <a:solidFill>
                  <a:srgbClr val="E5C07B"/>
                </a:solidFill>
                <a:cs typeface="+mn-ea"/>
                <a:sym typeface="+mn-lt"/>
              </a:rPr>
              <a:t>mem</a:t>
            </a:r>
            <a:r>
              <a:rPr lang="en-US" altLang="zh-CN" sz="1400">
                <a:solidFill>
                  <a:srgbClr val="ABB2BF"/>
                </a:solidFill>
                <a:cs typeface="+mn-ea"/>
                <a:sym typeface="+mn-lt"/>
              </a:rPr>
              <a:t>::</a:t>
            </a:r>
            <a:r>
              <a:rPr lang="en-US" altLang="zh-CN" sz="1400">
                <a:solidFill>
                  <a:srgbClr val="61AFEF"/>
                </a:solidFill>
                <a:cs typeface="+mn-ea"/>
                <a:sym typeface="+mn-lt"/>
              </a:rPr>
              <a:t>transmute</a:t>
            </a:r>
            <a:r>
              <a:rPr lang="en-US" altLang="zh-CN" sz="1400">
                <a:solidFill>
                  <a:srgbClr val="ABB2BF"/>
                </a:solidFill>
                <a:cs typeface="+mn-ea"/>
                <a:sym typeface="+mn-lt"/>
              </a:rPr>
              <a:t>(</a:t>
            </a:r>
            <a:r>
              <a:rPr lang="en-US" altLang="zh-CN" sz="1400">
                <a:solidFill>
                  <a:srgbClr val="E5C07B"/>
                </a:solidFill>
                <a:cs typeface="+mn-ea"/>
                <a:sym typeface="+mn-lt"/>
              </a:rPr>
              <a:t>self</a:t>
            </a:r>
            <a:r>
              <a:rPr lang="en-US" altLang="zh-CN" sz="1400">
                <a:solidFill>
                  <a:srgbClr val="ABB2BF"/>
                </a:solidFill>
                <a:cs typeface="+mn-ea"/>
                <a:sym typeface="+mn-lt"/>
              </a:rPr>
              <a:t>) }</a:t>
            </a:r>
          </a:p>
          <a:p>
            <a:r>
              <a:rPr lang="en-US" altLang="zh-CN" sz="1400">
                <a:solidFill>
                  <a:srgbClr val="ABB2BF"/>
                </a:solidFill>
                <a:cs typeface="+mn-ea"/>
                <a:sym typeface="+mn-lt"/>
              </a:rPr>
              <a:t>    }</a:t>
            </a:r>
          </a:p>
          <a:p>
            <a:r>
              <a:rPr lang="en-US" altLang="zh-CN" sz="1400">
                <a:solidFill>
                  <a:srgbClr val="ABB2BF"/>
                </a:solidFill>
                <a:cs typeface="+mn-ea"/>
                <a:sym typeface="+mn-lt"/>
              </a:rPr>
              <a:t>}</a:t>
            </a:r>
          </a:p>
          <a:p>
            <a:r>
              <a:rPr lang="en-US" altLang="zh-CN" sz="1400" i="1">
                <a:solidFill>
                  <a:srgbClr val="7F848E"/>
                </a:solidFill>
                <a:cs typeface="+mn-ea"/>
                <a:sym typeface="+mn-lt"/>
              </a:rPr>
              <a:t>// unsafe trait </a:t>
            </a:r>
            <a:r>
              <a:rPr lang="zh-CN" altLang="en-US" sz="1400" i="1">
                <a:solidFill>
                  <a:srgbClr val="7F848E"/>
                </a:solidFill>
                <a:cs typeface="+mn-ea"/>
                <a:sym typeface="+mn-lt"/>
              </a:rPr>
              <a:t>示例：</a:t>
            </a:r>
            <a:r>
              <a:rPr lang="en-US" altLang="zh-CN" sz="1400" i="1">
                <a:solidFill>
                  <a:srgbClr val="7F848E"/>
                </a:solidFill>
                <a:cs typeface="+mn-ea"/>
                <a:sym typeface="+mn-lt"/>
              </a:rPr>
              <a:t>std::alloc::GlobalAlloc</a:t>
            </a:r>
            <a:endParaRPr lang="en-US" altLang="zh-CN" sz="1400">
              <a:solidFill>
                <a:srgbClr val="ABB2BF"/>
              </a:solidFill>
              <a:cs typeface="+mn-ea"/>
              <a:sym typeface="+mn-lt"/>
            </a:endParaRPr>
          </a:p>
          <a:p>
            <a:r>
              <a:rPr lang="en-US" altLang="zh-CN" sz="1400">
                <a:solidFill>
                  <a:srgbClr val="C678DD"/>
                </a:solidFill>
                <a:cs typeface="+mn-ea"/>
                <a:sym typeface="+mn-lt"/>
              </a:rPr>
              <a:t>pub</a:t>
            </a:r>
            <a:r>
              <a:rPr lang="en-US" altLang="zh-CN" sz="1400">
                <a:solidFill>
                  <a:srgbClr val="ABB2BF"/>
                </a:solidFill>
                <a:cs typeface="+mn-ea"/>
                <a:sym typeface="+mn-lt"/>
              </a:rPr>
              <a:t> </a:t>
            </a:r>
            <a:r>
              <a:rPr lang="en-US" altLang="zh-CN" sz="1400">
                <a:solidFill>
                  <a:srgbClr val="C678DD"/>
                </a:solidFill>
                <a:cs typeface="+mn-ea"/>
                <a:sym typeface="+mn-lt"/>
              </a:rPr>
              <a:t>unsafe</a:t>
            </a:r>
            <a:r>
              <a:rPr lang="en-US" altLang="zh-CN" sz="1400">
                <a:solidFill>
                  <a:srgbClr val="ABB2BF"/>
                </a:solidFill>
                <a:cs typeface="+mn-ea"/>
                <a:sym typeface="+mn-lt"/>
              </a:rPr>
              <a:t> </a:t>
            </a:r>
            <a:r>
              <a:rPr lang="en-US" altLang="zh-CN" sz="1400">
                <a:solidFill>
                  <a:srgbClr val="C678DD"/>
                </a:solidFill>
                <a:cs typeface="+mn-ea"/>
                <a:sym typeface="+mn-lt"/>
              </a:rPr>
              <a:t>trait</a:t>
            </a:r>
            <a:r>
              <a:rPr lang="en-US" altLang="zh-CN" sz="1400">
                <a:solidFill>
                  <a:srgbClr val="ABB2BF"/>
                </a:solidFill>
                <a:cs typeface="+mn-ea"/>
                <a:sym typeface="+mn-lt"/>
              </a:rPr>
              <a:t> </a:t>
            </a:r>
            <a:r>
              <a:rPr lang="en-US" altLang="zh-CN" sz="1400">
                <a:solidFill>
                  <a:srgbClr val="E5C07B"/>
                </a:solidFill>
                <a:cs typeface="+mn-ea"/>
                <a:sym typeface="+mn-lt"/>
              </a:rPr>
              <a:t>GlobalAlloc</a:t>
            </a:r>
            <a:r>
              <a:rPr lang="en-US" altLang="zh-CN" sz="1400">
                <a:solidFill>
                  <a:srgbClr val="ABB2BF"/>
                </a:solidFill>
                <a:cs typeface="+mn-ea"/>
                <a:sym typeface="+mn-lt"/>
              </a:rPr>
              <a:t> { ... }</a:t>
            </a:r>
          </a:p>
          <a:p>
            <a:r>
              <a:rPr lang="en-US" altLang="zh-CN" sz="1400" i="1">
                <a:solidFill>
                  <a:srgbClr val="7F848E"/>
                </a:solidFill>
                <a:cs typeface="+mn-ea"/>
                <a:sym typeface="+mn-lt"/>
              </a:rPr>
              <a:t>// unsafe impl </a:t>
            </a:r>
            <a:r>
              <a:rPr lang="zh-CN" altLang="en-US" sz="1400" i="1">
                <a:solidFill>
                  <a:srgbClr val="7F848E"/>
                </a:solidFill>
                <a:cs typeface="+mn-ea"/>
                <a:sym typeface="+mn-lt"/>
              </a:rPr>
              <a:t>示例：</a:t>
            </a:r>
            <a:endParaRPr lang="zh-CN" altLang="en-US" sz="1400">
              <a:solidFill>
                <a:srgbClr val="ABB2BF"/>
              </a:solidFill>
              <a:cs typeface="+mn-ea"/>
              <a:sym typeface="+mn-lt"/>
            </a:endParaRPr>
          </a:p>
          <a:p>
            <a:r>
              <a:rPr lang="en-US" altLang="zh-CN" sz="1400">
                <a:solidFill>
                  <a:srgbClr val="C678DD"/>
                </a:solidFill>
                <a:cs typeface="+mn-ea"/>
                <a:sym typeface="+mn-lt"/>
              </a:rPr>
              <a:t>unsafe</a:t>
            </a:r>
            <a:r>
              <a:rPr lang="en-US" altLang="zh-CN" sz="1400">
                <a:solidFill>
                  <a:srgbClr val="ABB2BF"/>
                </a:solidFill>
                <a:cs typeface="+mn-ea"/>
                <a:sym typeface="+mn-lt"/>
              </a:rPr>
              <a:t> </a:t>
            </a:r>
            <a:r>
              <a:rPr lang="en-US" altLang="zh-CN" sz="1400">
                <a:solidFill>
                  <a:srgbClr val="C678DD"/>
                </a:solidFill>
                <a:cs typeface="+mn-ea"/>
                <a:sym typeface="+mn-lt"/>
              </a:rPr>
              <a:t>impl</a:t>
            </a:r>
            <a:r>
              <a:rPr lang="en-US" altLang="zh-CN" sz="1400">
                <a:solidFill>
                  <a:srgbClr val="ABB2BF"/>
                </a:solidFill>
                <a:cs typeface="+mn-ea"/>
                <a:sym typeface="+mn-lt"/>
              </a:rPr>
              <a:t> </a:t>
            </a:r>
            <a:r>
              <a:rPr lang="en-US" altLang="zh-CN" sz="1400">
                <a:solidFill>
                  <a:srgbClr val="E5C07B"/>
                </a:solidFill>
                <a:cs typeface="+mn-ea"/>
                <a:sym typeface="+mn-lt"/>
              </a:rPr>
              <a:t>GlobalAlloc</a:t>
            </a:r>
            <a:r>
              <a:rPr lang="en-US" altLang="zh-CN" sz="1400">
                <a:solidFill>
                  <a:srgbClr val="ABB2BF"/>
                </a:solidFill>
                <a:cs typeface="+mn-ea"/>
                <a:sym typeface="+mn-lt"/>
              </a:rPr>
              <a:t> </a:t>
            </a:r>
            <a:r>
              <a:rPr lang="en-US" altLang="zh-CN" sz="1400">
                <a:solidFill>
                  <a:srgbClr val="C678DD"/>
                </a:solidFill>
                <a:cs typeface="+mn-ea"/>
                <a:sym typeface="+mn-lt"/>
              </a:rPr>
              <a:t>for</a:t>
            </a:r>
            <a:r>
              <a:rPr lang="en-US" altLang="zh-CN" sz="1400">
                <a:solidFill>
                  <a:srgbClr val="ABB2BF"/>
                </a:solidFill>
                <a:cs typeface="+mn-ea"/>
                <a:sym typeface="+mn-lt"/>
              </a:rPr>
              <a:t> </a:t>
            </a:r>
            <a:r>
              <a:rPr lang="en-US" altLang="zh-CN" sz="1400">
                <a:solidFill>
                  <a:srgbClr val="E5C07B"/>
                </a:solidFill>
                <a:cs typeface="+mn-ea"/>
                <a:sym typeface="+mn-lt"/>
              </a:rPr>
              <a:t>System</a:t>
            </a:r>
            <a:r>
              <a:rPr lang="en-US" altLang="zh-CN" sz="1400">
                <a:solidFill>
                  <a:srgbClr val="ABB2BF"/>
                </a:solidFill>
                <a:cs typeface="+mn-ea"/>
                <a:sym typeface="+mn-lt"/>
              </a:rPr>
              <a:t> { ... }</a:t>
            </a:r>
            <a:endParaRPr lang="en-US" altLang="zh-CN" sz="1400" b="0">
              <a:solidFill>
                <a:srgbClr val="ABB2BF"/>
              </a:solidFill>
              <a:effectLst/>
              <a:cs typeface="+mn-ea"/>
              <a:sym typeface="+mn-lt"/>
            </a:endParaRPr>
          </a:p>
        </p:txBody>
      </p:sp>
      <p:cxnSp>
        <p:nvCxnSpPr>
          <p:cNvPr id="6" name="直接连接符 5"/>
          <p:cNvCxnSpPr/>
          <p:nvPr/>
        </p:nvCxnSpPr>
        <p:spPr>
          <a:xfrm>
            <a:off x="141344" y="570279"/>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41344" y="4921392"/>
            <a:ext cx="11495527" cy="1384995"/>
          </a:xfrm>
          <a:prstGeom prst="rect">
            <a:avLst/>
          </a:prstGeom>
          <a:solidFill>
            <a:schemeClr val="tx2"/>
          </a:solidFill>
        </p:spPr>
        <p:txBody>
          <a:bodyPr wrap="square">
            <a:spAutoFit/>
          </a:bodyPr>
          <a:lstStyle/>
          <a:p>
            <a:pPr>
              <a:lnSpc>
                <a:spcPct val="150000"/>
              </a:lnSpc>
            </a:pPr>
            <a:r>
              <a:rPr lang="zh-CN" altLang="en-US" sz="1400">
                <a:cs typeface="+mn-ea"/>
                <a:sym typeface="+mn-lt"/>
              </a:rPr>
              <a:t>当一个</a:t>
            </a:r>
            <a:r>
              <a:rPr lang="en-US" altLang="zh-CN" sz="1400">
                <a:cs typeface="+mn-ea"/>
                <a:sym typeface="+mn-lt"/>
              </a:rPr>
              <a:t>trait</a:t>
            </a:r>
            <a:r>
              <a:rPr lang="zh-CN" altLang="en-US" sz="1400">
                <a:cs typeface="+mn-ea"/>
                <a:sym typeface="+mn-lt"/>
              </a:rPr>
              <a:t>的至少一个方法具有编译器无法验证的不变量时，该</a:t>
            </a:r>
            <a:r>
              <a:rPr lang="en-US" altLang="zh-CN" sz="1400">
                <a:cs typeface="+mn-ea"/>
                <a:sym typeface="+mn-lt"/>
              </a:rPr>
              <a:t>trait</a:t>
            </a:r>
            <a:r>
              <a:rPr lang="zh-CN" altLang="en-US" sz="1400">
                <a:cs typeface="+mn-ea"/>
                <a:sym typeface="+mn-lt"/>
              </a:rPr>
              <a:t>就是不安全的。我们可以通过在</a:t>
            </a:r>
            <a:r>
              <a:rPr lang="en-US" altLang="zh-CN" sz="1400">
                <a:cs typeface="+mn-ea"/>
                <a:sym typeface="+mn-lt"/>
              </a:rPr>
              <a:t>trait</a:t>
            </a:r>
            <a:r>
              <a:rPr lang="zh-CN" altLang="en-US" sz="1400">
                <a:cs typeface="+mn-ea"/>
                <a:sym typeface="+mn-lt"/>
              </a:rPr>
              <a:t>之前添加</a:t>
            </a:r>
            <a:r>
              <a:rPr lang="en-US" altLang="zh-CN" sz="1400">
                <a:cs typeface="+mn-ea"/>
                <a:sym typeface="+mn-lt"/>
              </a:rPr>
              <a:t>unsafe</a:t>
            </a:r>
            <a:r>
              <a:rPr lang="zh-CN" altLang="en-US" sz="1400">
                <a:cs typeface="+mn-ea"/>
                <a:sym typeface="+mn-lt"/>
              </a:rPr>
              <a:t>关键字并将该</a:t>
            </a:r>
            <a:r>
              <a:rPr lang="en-US" altLang="zh-CN" sz="1400">
                <a:cs typeface="+mn-ea"/>
                <a:sym typeface="+mn-lt"/>
              </a:rPr>
              <a:t>trait</a:t>
            </a:r>
            <a:r>
              <a:rPr lang="zh-CN" altLang="en-US" sz="1400">
                <a:cs typeface="+mn-ea"/>
                <a:sym typeface="+mn-lt"/>
              </a:rPr>
              <a:t>的实现标记为</a:t>
            </a:r>
            <a:r>
              <a:rPr lang="en-US" altLang="zh-CN" sz="1400">
                <a:cs typeface="+mn-ea"/>
                <a:sym typeface="+mn-lt"/>
              </a:rPr>
              <a:t>unsafe</a:t>
            </a:r>
            <a:r>
              <a:rPr lang="zh-CN" altLang="en-US" sz="1400">
                <a:cs typeface="+mn-ea"/>
                <a:sym typeface="+mn-lt"/>
              </a:rPr>
              <a:t>来声明一个</a:t>
            </a:r>
            <a:r>
              <a:rPr lang="en-US" altLang="zh-CN" sz="1400">
                <a:cs typeface="+mn-ea"/>
                <a:sym typeface="+mn-lt"/>
              </a:rPr>
              <a:t>trait</a:t>
            </a:r>
            <a:r>
              <a:rPr lang="zh-CN" altLang="en-US" sz="1400">
                <a:cs typeface="+mn-ea"/>
                <a:sym typeface="+mn-lt"/>
              </a:rPr>
              <a:t>是不安全的。</a:t>
            </a:r>
            <a:endParaRPr lang="en-US" altLang="zh-CN" sz="1400">
              <a:cs typeface="+mn-ea"/>
              <a:sym typeface="+mn-lt"/>
            </a:endParaRPr>
          </a:p>
          <a:p>
            <a:pPr marL="285750" indent="-285750">
              <a:lnSpc>
                <a:spcPct val="150000"/>
              </a:lnSpc>
              <a:buFont typeface="Arial" panose="020B0604020202020204" pitchFamily="34" charset="0"/>
              <a:buChar char="•"/>
            </a:pPr>
            <a:r>
              <a:rPr lang="en-US" altLang="zh-CN" sz="1400">
                <a:cs typeface="+mn-ea"/>
                <a:sym typeface="+mn-lt"/>
              </a:rPr>
              <a:t>unsafe</a:t>
            </a:r>
            <a:r>
              <a:rPr lang="zh-CN" altLang="en-US" sz="1400">
                <a:cs typeface="+mn-ea"/>
                <a:sym typeface="+mn-lt"/>
              </a:rPr>
              <a:t>函数意味着有些安全条件需要调用方满足。</a:t>
            </a:r>
            <a:endParaRPr lang="en-US" altLang="zh-CN" sz="1400">
              <a:cs typeface="+mn-ea"/>
              <a:sym typeface="+mn-lt"/>
            </a:endParaRPr>
          </a:p>
          <a:p>
            <a:pPr marL="285750" indent="-285750">
              <a:lnSpc>
                <a:spcPct val="150000"/>
              </a:lnSpc>
              <a:buFont typeface="Arial" panose="020B0604020202020204" pitchFamily="34" charset="0"/>
              <a:buChar char="•"/>
            </a:pPr>
            <a:r>
              <a:rPr lang="en-US" altLang="zh-CN" sz="1400">
                <a:cs typeface="+mn-ea"/>
                <a:sym typeface="+mn-lt"/>
              </a:rPr>
              <a:t>unsafe trait</a:t>
            </a:r>
            <a:r>
              <a:rPr lang="zh-CN" altLang="en-US" sz="1400">
                <a:cs typeface="+mn-ea"/>
                <a:sym typeface="+mn-lt"/>
              </a:rPr>
              <a:t>意味着有些安全条件需要在</a:t>
            </a:r>
            <a:r>
              <a:rPr lang="en-US" altLang="zh-CN" sz="1400">
                <a:cs typeface="+mn-ea"/>
                <a:sym typeface="+mn-lt"/>
              </a:rPr>
              <a:t>impl</a:t>
            </a:r>
            <a:r>
              <a:rPr lang="zh-CN" altLang="en-US" sz="1400">
                <a:cs typeface="+mn-ea"/>
                <a:sym typeface="+mn-lt"/>
              </a:rPr>
              <a:t>的时候满足。</a:t>
            </a:r>
            <a:endParaRPr lang="en-US" altLang="zh-CN" sz="1400">
              <a:cs typeface="+mn-ea"/>
              <a:sym typeface="+mn-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41344" y="90381"/>
            <a:ext cx="10740640" cy="993400"/>
          </a:xfrm>
        </p:spPr>
        <p:txBody>
          <a:bodyPr/>
          <a:lstStyle/>
          <a:p>
            <a:r>
              <a:rPr lang="en-US" altLang="zh-CN" b="1">
                <a:solidFill>
                  <a:schemeClr val="accent1"/>
                </a:solidFill>
                <a:latin typeface="+mn-lt"/>
                <a:ea typeface="+mn-ea"/>
                <a:cs typeface="+mn-ea"/>
                <a:sym typeface="+mn-lt"/>
              </a:rPr>
              <a:t>unsafe </a:t>
            </a:r>
            <a:r>
              <a:rPr lang="zh-CN" altLang="en-US" b="1">
                <a:solidFill>
                  <a:schemeClr val="accent1"/>
                </a:solidFill>
                <a:latin typeface="+mn-lt"/>
                <a:ea typeface="+mn-ea"/>
                <a:cs typeface="+mn-ea"/>
                <a:sym typeface="+mn-lt"/>
              </a:rPr>
              <a:t>关键字基本用法</a:t>
            </a:r>
            <a:r>
              <a:rPr lang="en-US" altLang="zh-CN" b="1">
                <a:solidFill>
                  <a:schemeClr val="accent1"/>
                </a:solidFill>
                <a:latin typeface="+mn-lt"/>
                <a:ea typeface="+mn-ea"/>
                <a:cs typeface="+mn-ea"/>
                <a:sym typeface="+mn-lt"/>
              </a:rPr>
              <a:t>-unsafe </a:t>
            </a:r>
            <a:r>
              <a:rPr lang="zh-CN" altLang="en-US" b="1">
                <a:solidFill>
                  <a:schemeClr val="accent1"/>
                </a:solidFill>
                <a:latin typeface="+mn-lt"/>
                <a:ea typeface="+mn-ea"/>
                <a:cs typeface="+mn-ea"/>
                <a:sym typeface="+mn-lt"/>
              </a:rPr>
              <a:t>函数调用</a:t>
            </a:r>
            <a:endParaRPr lang="zh-CN" altLang="en-US" b="1" dirty="0">
              <a:solidFill>
                <a:schemeClr val="accent1"/>
              </a:solidFill>
              <a:latin typeface="+mn-lt"/>
              <a:ea typeface="+mn-ea"/>
              <a:cs typeface="+mn-ea"/>
              <a:sym typeface="+mn-lt"/>
            </a:endParaRPr>
          </a:p>
        </p:txBody>
      </p:sp>
      <p:sp>
        <p:nvSpPr>
          <p:cNvPr id="3" name="Content Placeholder 2"/>
          <p:cNvSpPr>
            <a:spLocks noGrp="1"/>
          </p:cNvSpPr>
          <p:nvPr>
            <p:ph idx="10"/>
          </p:nvPr>
        </p:nvSpPr>
        <p:spPr>
          <a:xfrm>
            <a:off x="309297" y="1083781"/>
            <a:ext cx="4964161" cy="3021688"/>
          </a:xfrm>
        </p:spPr>
        <p:txBody>
          <a:bodyPr/>
          <a:lstStyle/>
          <a:p>
            <a:pPr>
              <a:lnSpc>
                <a:spcPct val="150000"/>
              </a:lnSpc>
            </a:pPr>
            <a:r>
              <a:rPr lang="en-US" altLang="zh-CN" sz="1600" dirty="0">
                <a:latin typeface="+mn-lt"/>
                <a:ea typeface="+mn-ea"/>
                <a:cs typeface="+mn-ea"/>
                <a:sym typeface="+mn-lt"/>
              </a:rPr>
              <a:t>unsafe</a:t>
            </a:r>
            <a:r>
              <a:rPr lang="zh-CN" altLang="en-US" sz="1600" dirty="0">
                <a:latin typeface="+mn-lt"/>
                <a:ea typeface="+mn-ea"/>
                <a:cs typeface="+mn-ea"/>
                <a:sym typeface="+mn-lt"/>
              </a:rPr>
              <a:t>函数意味着，这个函数在某些场景下是安全的，在某些场景下是不安全的。</a:t>
            </a:r>
            <a:endParaRPr lang="en-US" altLang="zh-CN" sz="1600" dirty="0">
              <a:latin typeface="+mn-lt"/>
              <a:ea typeface="+mn-ea"/>
              <a:cs typeface="+mn-ea"/>
              <a:sym typeface="+mn-lt"/>
            </a:endParaRPr>
          </a:p>
          <a:p>
            <a:pPr>
              <a:lnSpc>
                <a:spcPct val="150000"/>
              </a:lnSpc>
            </a:pPr>
            <a:endParaRPr lang="en-US" altLang="zh-CN" sz="1600" dirty="0">
              <a:latin typeface="+mn-lt"/>
              <a:ea typeface="+mn-ea"/>
              <a:cs typeface="+mn-ea"/>
              <a:sym typeface="+mn-lt"/>
            </a:endParaRPr>
          </a:p>
          <a:p>
            <a:pPr>
              <a:lnSpc>
                <a:spcPct val="150000"/>
              </a:lnSpc>
            </a:pPr>
            <a:r>
              <a:rPr lang="zh-CN" altLang="en-US" sz="1600" dirty="0">
                <a:latin typeface="+mn-lt"/>
                <a:ea typeface="+mn-ea"/>
                <a:cs typeface="+mn-ea"/>
                <a:sym typeface="+mn-lt"/>
              </a:rPr>
              <a:t>我们说这种函数有“额外的安全条件”，而且没法靠编译器自动检查。调用方必须满足这些额外的安全条件。</a:t>
            </a:r>
            <a:endParaRPr lang="en-US" altLang="zh-CN" sz="1600" dirty="0">
              <a:latin typeface="+mn-lt"/>
              <a:ea typeface="+mn-ea"/>
              <a:cs typeface="+mn-ea"/>
              <a:sym typeface="+mn-lt"/>
            </a:endParaRPr>
          </a:p>
          <a:p>
            <a:pPr>
              <a:lnSpc>
                <a:spcPct val="150000"/>
              </a:lnSpc>
            </a:pPr>
            <a:endParaRPr lang="en-US" altLang="zh-CN" sz="1600" dirty="0">
              <a:latin typeface="+mn-lt"/>
              <a:ea typeface="+mn-ea"/>
              <a:cs typeface="+mn-ea"/>
              <a:sym typeface="+mn-lt"/>
            </a:endParaRPr>
          </a:p>
          <a:p>
            <a:pPr>
              <a:lnSpc>
                <a:spcPct val="150000"/>
              </a:lnSpc>
            </a:pPr>
            <a:r>
              <a:rPr lang="en-US" altLang="zh-CN" sz="1600" dirty="0">
                <a:latin typeface="+mn-lt"/>
                <a:ea typeface="+mn-ea"/>
                <a:cs typeface="+mn-ea"/>
                <a:sym typeface="+mn-lt"/>
              </a:rPr>
              <a:t>unsafe </a:t>
            </a:r>
            <a:r>
              <a:rPr lang="zh-CN" altLang="en-US" sz="1600" dirty="0">
                <a:latin typeface="+mn-lt"/>
                <a:ea typeface="+mn-ea"/>
                <a:cs typeface="+mn-ea"/>
                <a:sym typeface="+mn-lt"/>
              </a:rPr>
              <a:t>函数的调用，必须在“</a:t>
            </a:r>
            <a:r>
              <a:rPr lang="en-US" altLang="zh-CN" sz="1600" dirty="0">
                <a:latin typeface="+mn-lt"/>
                <a:ea typeface="+mn-ea"/>
                <a:cs typeface="+mn-ea"/>
                <a:sym typeface="+mn-lt"/>
              </a:rPr>
              <a:t>unsafe</a:t>
            </a:r>
            <a:r>
              <a:rPr lang="zh-CN" altLang="en-US" sz="1600" dirty="0">
                <a:latin typeface="+mn-lt"/>
                <a:ea typeface="+mn-ea"/>
                <a:cs typeface="+mn-ea"/>
                <a:sym typeface="+mn-lt"/>
              </a:rPr>
              <a:t>上下文”中。</a:t>
            </a:r>
          </a:p>
        </p:txBody>
      </p:sp>
      <p:sp>
        <p:nvSpPr>
          <p:cNvPr id="4" name="Rectangle 3"/>
          <p:cNvSpPr/>
          <p:nvPr/>
        </p:nvSpPr>
        <p:spPr>
          <a:xfrm>
            <a:off x="5430417" y="1083781"/>
            <a:ext cx="3538148" cy="369332"/>
          </a:xfrm>
          <a:prstGeom prst="rect">
            <a:avLst/>
          </a:prstGeom>
          <a:solidFill>
            <a:schemeClr val="bg1">
              <a:lumMod val="20000"/>
              <a:lumOff val="80000"/>
            </a:schemeClr>
          </a:solidFill>
        </p:spPr>
        <p:txBody>
          <a:bodyPr wrap="none">
            <a:spAutoFit/>
          </a:bodyPr>
          <a:lstStyle/>
          <a:p>
            <a:r>
              <a:rPr lang="en-US" altLang="zh-CN" dirty="0">
                <a:solidFill>
                  <a:srgbClr val="0000FF"/>
                </a:solidFill>
                <a:cs typeface="+mn-ea"/>
                <a:sym typeface="+mn-lt"/>
              </a:rPr>
              <a:t>extern</a:t>
            </a:r>
            <a:r>
              <a:rPr lang="en-US" altLang="zh-CN" dirty="0">
                <a:solidFill>
                  <a:srgbClr val="000000"/>
                </a:solidFill>
                <a:cs typeface="+mn-ea"/>
                <a:sym typeface="+mn-lt"/>
              </a:rPr>
              <a:t> </a:t>
            </a:r>
            <a:r>
              <a:rPr lang="en-US" altLang="zh-CN" dirty="0">
                <a:solidFill>
                  <a:srgbClr val="A31515"/>
                </a:solidFill>
                <a:cs typeface="+mn-ea"/>
                <a:sym typeface="+mn-lt"/>
              </a:rPr>
              <a:t>"C"</a:t>
            </a:r>
            <a:r>
              <a:rPr lang="en-US" altLang="zh-CN" dirty="0">
                <a:solidFill>
                  <a:srgbClr val="000000"/>
                </a:solidFill>
                <a:cs typeface="+mn-ea"/>
                <a:sym typeface="+mn-lt"/>
              </a:rPr>
              <a:t> { </a:t>
            </a:r>
            <a:r>
              <a:rPr lang="en-US" altLang="zh-CN" dirty="0" err="1">
                <a:solidFill>
                  <a:srgbClr val="0000FF"/>
                </a:solidFill>
                <a:cs typeface="+mn-ea"/>
                <a:sym typeface="+mn-lt"/>
              </a:rPr>
              <a:t>fn</a:t>
            </a:r>
            <a:r>
              <a:rPr lang="en-US" altLang="zh-CN" dirty="0">
                <a:solidFill>
                  <a:srgbClr val="000000"/>
                </a:solidFill>
                <a:cs typeface="+mn-ea"/>
                <a:sym typeface="+mn-lt"/>
              </a:rPr>
              <a:t> rand() -&gt; </a:t>
            </a:r>
            <a:r>
              <a:rPr lang="en-US" altLang="zh-CN" dirty="0" err="1">
                <a:solidFill>
                  <a:srgbClr val="000000"/>
                </a:solidFill>
                <a:cs typeface="+mn-ea"/>
                <a:sym typeface="+mn-lt"/>
              </a:rPr>
              <a:t>c_int</a:t>
            </a:r>
            <a:r>
              <a:rPr lang="en-US" altLang="zh-CN" dirty="0">
                <a:solidFill>
                  <a:srgbClr val="000000"/>
                </a:solidFill>
                <a:cs typeface="+mn-ea"/>
                <a:sym typeface="+mn-lt"/>
              </a:rPr>
              <a:t>; }</a:t>
            </a:r>
            <a:endParaRPr lang="en-US" altLang="zh-CN" b="0" dirty="0">
              <a:solidFill>
                <a:srgbClr val="000000"/>
              </a:solidFill>
              <a:effectLst/>
              <a:cs typeface="+mn-ea"/>
              <a:sym typeface="+mn-lt"/>
            </a:endParaRPr>
          </a:p>
        </p:txBody>
      </p:sp>
      <p:sp>
        <p:nvSpPr>
          <p:cNvPr id="5" name="Content Placeholder 2"/>
          <p:cNvSpPr txBox="1"/>
          <p:nvPr/>
        </p:nvSpPr>
        <p:spPr>
          <a:xfrm>
            <a:off x="5430417" y="1866358"/>
            <a:ext cx="5451567" cy="4040155"/>
          </a:xfrm>
          <a:prstGeom prst="rect">
            <a:avLst/>
          </a:prstGeom>
        </p:spPr>
        <p:txBody>
          <a:bodyPr lIns="0" tIns="0" rIns="0" bIns="0"/>
          <a:lstStyle>
            <a:lvl1pPr marL="12065" indent="0" algn="l" defTabSz="1188085" rtl="0" eaLnBrk="1" latinLnBrk="0" hangingPunct="1">
              <a:lnSpc>
                <a:spcPct val="100000"/>
              </a:lnSpc>
              <a:spcBef>
                <a:spcPts val="0"/>
              </a:spcBef>
              <a:buFontTx/>
              <a:buNone/>
              <a:tabLst>
                <a:tab pos="1208405" algn="ctr"/>
              </a:tabLst>
              <a:defRPr sz="1800" kern="12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780" indent="-171450" algn="l" defTabSz="1188085" rtl="0" eaLnBrk="1" latinLnBrk="0" hangingPunct="1">
              <a:lnSpc>
                <a:spcPct val="90000"/>
              </a:lnSpc>
              <a:spcBef>
                <a:spcPts val="650"/>
              </a:spcBef>
              <a:buFont typeface="Arial" panose="020B0604020202020204" pitchFamily="34" charset="0"/>
              <a:buChar char="•"/>
              <a:tabLst>
                <a:tab pos="1208405" algn="ctr"/>
              </a:tabLst>
              <a:defRPr sz="1300" kern="1200" baseline="0">
                <a:solidFill>
                  <a:schemeClr val="tx1"/>
                </a:solidFill>
                <a:latin typeface="+mn-lt"/>
                <a:ea typeface="+mn-ea"/>
                <a:cs typeface="+mn-cs"/>
              </a:defRPr>
            </a:lvl2pPr>
            <a:lvl3pPr marL="525780" indent="-171450" algn="l" defTabSz="1188085" rtl="0" eaLnBrk="1" latinLnBrk="0" hangingPunct="1">
              <a:lnSpc>
                <a:spcPct val="90000"/>
              </a:lnSpc>
              <a:spcBef>
                <a:spcPts val="650"/>
              </a:spcBef>
              <a:buFont typeface="Arial" panose="020B0604020202020204" pitchFamily="34" charset="0"/>
              <a:buChar char="•"/>
              <a:tabLst>
                <a:tab pos="1208405" algn="ctr"/>
              </a:tabLst>
              <a:defRPr sz="1300" kern="1200" baseline="0">
                <a:solidFill>
                  <a:schemeClr val="tx1"/>
                </a:solidFill>
                <a:latin typeface="+mn-lt"/>
                <a:ea typeface="+mn-ea"/>
                <a:cs typeface="+mn-cs"/>
              </a:defRPr>
            </a:lvl3pPr>
            <a:lvl4pPr marL="525780" indent="-171450" algn="l" defTabSz="1188085" rtl="0" eaLnBrk="1" latinLnBrk="0" hangingPunct="1">
              <a:lnSpc>
                <a:spcPct val="90000"/>
              </a:lnSpc>
              <a:spcBef>
                <a:spcPts val="650"/>
              </a:spcBef>
              <a:buFont typeface="Arial" panose="020B0604020202020204" pitchFamily="34" charset="0"/>
              <a:buChar char="•"/>
              <a:tabLst>
                <a:tab pos="1208405" algn="ctr"/>
              </a:tabLst>
              <a:defRPr sz="1300" kern="1200" baseline="0">
                <a:solidFill>
                  <a:schemeClr val="tx1"/>
                </a:solidFill>
                <a:latin typeface="+mn-lt"/>
                <a:ea typeface="+mn-ea"/>
                <a:cs typeface="+mn-cs"/>
              </a:defRPr>
            </a:lvl4pPr>
            <a:lvl5pPr marL="525780" indent="-171450" algn="l" defTabSz="1188085" rtl="0" eaLnBrk="1" latinLnBrk="0" hangingPunct="1">
              <a:lnSpc>
                <a:spcPct val="90000"/>
              </a:lnSpc>
              <a:spcBef>
                <a:spcPts val="650"/>
              </a:spcBef>
              <a:buFont typeface="Arial" panose="020B0604020202020204" pitchFamily="34" charset="0"/>
              <a:buChar char="•"/>
              <a:tabLst>
                <a:tab pos="1208405" algn="ctr"/>
              </a:tabLst>
              <a:defRPr sz="1300" kern="1200" baseline="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a:lstStyle>
          <a:p>
            <a:pPr>
              <a:lnSpc>
                <a:spcPct val="150000"/>
              </a:lnSpc>
            </a:pPr>
            <a:r>
              <a:rPr lang="zh-CN" altLang="en-US" sz="1600" dirty="0">
                <a:latin typeface="+mn-lt"/>
                <a:ea typeface="+mn-ea"/>
                <a:cs typeface="+mn-ea"/>
                <a:sym typeface="+mn-lt"/>
              </a:rPr>
              <a:t>在 </a:t>
            </a:r>
            <a:r>
              <a:rPr lang="en-US" altLang="zh-CN" sz="1600" dirty="0">
                <a:latin typeface="+mn-lt"/>
                <a:ea typeface="+mn-ea"/>
                <a:cs typeface="+mn-ea"/>
                <a:sym typeface="+mn-lt"/>
              </a:rPr>
              <a:t>extern block </a:t>
            </a:r>
            <a:r>
              <a:rPr lang="zh-CN" altLang="en-US" sz="1600" dirty="0">
                <a:latin typeface="+mn-lt"/>
                <a:ea typeface="+mn-ea"/>
                <a:cs typeface="+mn-ea"/>
                <a:sym typeface="+mn-lt"/>
              </a:rPr>
              <a:t>中声明的函数，已经隐式有 </a:t>
            </a:r>
            <a:r>
              <a:rPr lang="en-US" altLang="zh-CN" sz="1600" dirty="0">
                <a:latin typeface="+mn-lt"/>
                <a:ea typeface="+mn-ea"/>
                <a:cs typeface="+mn-ea"/>
                <a:sym typeface="+mn-lt"/>
              </a:rPr>
              <a:t>unsafe </a:t>
            </a:r>
            <a:r>
              <a:rPr lang="zh-CN" altLang="en-US" sz="1600" dirty="0">
                <a:latin typeface="+mn-lt"/>
                <a:ea typeface="+mn-ea"/>
                <a:cs typeface="+mn-ea"/>
                <a:sym typeface="+mn-lt"/>
              </a:rPr>
              <a:t>修饰。</a:t>
            </a:r>
            <a:endParaRPr lang="en-US" altLang="zh-CN" sz="1600" dirty="0">
              <a:latin typeface="+mn-lt"/>
              <a:ea typeface="+mn-ea"/>
              <a:cs typeface="+mn-ea"/>
              <a:sym typeface="+mn-lt"/>
            </a:endParaRPr>
          </a:p>
          <a:p>
            <a:pPr>
              <a:lnSpc>
                <a:spcPct val="150000"/>
              </a:lnSpc>
            </a:pPr>
            <a:endParaRPr lang="en-US" altLang="zh-CN" sz="1600" dirty="0">
              <a:latin typeface="+mn-lt"/>
              <a:ea typeface="+mn-ea"/>
              <a:cs typeface="+mn-ea"/>
              <a:sym typeface="+mn-lt"/>
            </a:endParaRPr>
          </a:p>
          <a:p>
            <a:pPr>
              <a:lnSpc>
                <a:spcPct val="150000"/>
              </a:lnSpc>
            </a:pPr>
            <a:r>
              <a:rPr lang="zh-CN" altLang="en-US" sz="1600" dirty="0">
                <a:latin typeface="+mn-lt"/>
                <a:ea typeface="+mn-ea"/>
                <a:cs typeface="+mn-ea"/>
                <a:sym typeface="+mn-lt"/>
              </a:rPr>
              <a:t>调用这些函数也必须在“</a:t>
            </a:r>
            <a:r>
              <a:rPr lang="en-US" altLang="zh-CN" sz="1600" dirty="0">
                <a:latin typeface="+mn-lt"/>
                <a:ea typeface="+mn-ea"/>
                <a:cs typeface="+mn-ea"/>
                <a:sym typeface="+mn-lt"/>
              </a:rPr>
              <a:t>unsafe</a:t>
            </a:r>
            <a:r>
              <a:rPr lang="zh-CN" altLang="en-US" sz="1600" dirty="0">
                <a:latin typeface="+mn-lt"/>
                <a:ea typeface="+mn-ea"/>
                <a:cs typeface="+mn-ea"/>
                <a:sym typeface="+mn-lt"/>
              </a:rPr>
              <a:t>上下文”中执行。</a:t>
            </a:r>
            <a:endParaRPr lang="en-US" altLang="zh-CN" sz="1600" dirty="0">
              <a:latin typeface="+mn-lt"/>
              <a:ea typeface="+mn-ea"/>
              <a:cs typeface="+mn-ea"/>
              <a:sym typeface="+mn-lt"/>
            </a:endParaRPr>
          </a:p>
          <a:p>
            <a:pPr>
              <a:lnSpc>
                <a:spcPct val="150000"/>
              </a:lnSpc>
            </a:pPr>
            <a:endParaRPr lang="en-US" altLang="zh-CN" sz="1600" dirty="0">
              <a:latin typeface="+mn-lt"/>
              <a:ea typeface="+mn-ea"/>
              <a:cs typeface="+mn-ea"/>
              <a:sym typeface="+mn-lt"/>
            </a:endParaRPr>
          </a:p>
          <a:p>
            <a:pPr marL="297815" indent="-285750">
              <a:lnSpc>
                <a:spcPct val="150000"/>
              </a:lnSpc>
              <a:buFont typeface="Arial" panose="020B0604020202020204" pitchFamily="34" charset="0"/>
              <a:buChar char="•"/>
            </a:pPr>
            <a:r>
              <a:rPr lang="zh-CN" altLang="en-US" sz="1600" dirty="0">
                <a:latin typeface="+mn-lt"/>
                <a:ea typeface="+mn-ea"/>
                <a:cs typeface="+mn-ea"/>
                <a:sym typeface="+mn-lt"/>
              </a:rPr>
              <a:t>这个函数有没有在没有做线程同步的情况下读写全局变量？</a:t>
            </a:r>
            <a:endParaRPr lang="en-US" altLang="zh-CN" sz="1600" dirty="0">
              <a:latin typeface="+mn-lt"/>
              <a:ea typeface="+mn-ea"/>
              <a:cs typeface="+mn-ea"/>
              <a:sym typeface="+mn-lt"/>
            </a:endParaRPr>
          </a:p>
          <a:p>
            <a:pPr marL="297815" indent="-285750">
              <a:lnSpc>
                <a:spcPct val="150000"/>
              </a:lnSpc>
              <a:buFont typeface="Arial" panose="020B0604020202020204" pitchFamily="34" charset="0"/>
              <a:buChar char="•"/>
            </a:pPr>
            <a:r>
              <a:rPr lang="zh-CN" altLang="en-US" sz="1600" dirty="0">
                <a:latin typeface="+mn-lt"/>
                <a:ea typeface="+mn-ea"/>
                <a:cs typeface="+mn-ea"/>
                <a:sym typeface="+mn-lt"/>
              </a:rPr>
              <a:t>这个函数有没有通过内嵌汇编做一些奇怪的事情？</a:t>
            </a:r>
            <a:endParaRPr lang="en-US" altLang="zh-CN" sz="1600" dirty="0">
              <a:latin typeface="+mn-lt"/>
              <a:ea typeface="+mn-ea"/>
              <a:cs typeface="+mn-ea"/>
              <a:sym typeface="+mn-lt"/>
            </a:endParaRPr>
          </a:p>
          <a:p>
            <a:pPr marL="297815" indent="-285750">
              <a:lnSpc>
                <a:spcPct val="150000"/>
              </a:lnSpc>
              <a:buFont typeface="Arial" panose="020B0604020202020204" pitchFamily="34" charset="0"/>
              <a:buChar char="•"/>
            </a:pPr>
            <a:r>
              <a:rPr lang="zh-CN" altLang="en-US" sz="1600" dirty="0">
                <a:latin typeface="+mn-lt"/>
                <a:ea typeface="+mn-ea"/>
                <a:cs typeface="+mn-ea"/>
                <a:sym typeface="+mn-lt"/>
              </a:rPr>
              <a:t>这个函数内部有没有抛出</a:t>
            </a:r>
            <a:r>
              <a:rPr lang="en-US" altLang="zh-CN" sz="1600" dirty="0">
                <a:latin typeface="+mn-lt"/>
                <a:ea typeface="+mn-ea"/>
                <a:cs typeface="+mn-ea"/>
                <a:sym typeface="+mn-lt"/>
              </a:rPr>
              <a:t>C++</a:t>
            </a:r>
            <a:r>
              <a:rPr lang="zh-CN" altLang="en-US" sz="1600" dirty="0">
                <a:latin typeface="+mn-lt"/>
                <a:ea typeface="+mn-ea"/>
                <a:cs typeface="+mn-ea"/>
                <a:sym typeface="+mn-lt"/>
              </a:rPr>
              <a:t>异常？</a:t>
            </a:r>
            <a:endParaRPr lang="en-US" altLang="zh-CN" sz="1600" dirty="0">
              <a:latin typeface="+mn-lt"/>
              <a:ea typeface="+mn-ea"/>
              <a:cs typeface="+mn-ea"/>
              <a:sym typeface="+mn-lt"/>
            </a:endParaRPr>
          </a:p>
          <a:p>
            <a:pPr>
              <a:lnSpc>
                <a:spcPct val="150000"/>
              </a:lnSpc>
            </a:pPr>
            <a:endParaRPr lang="en-US" altLang="zh-CN" sz="1600" dirty="0">
              <a:latin typeface="+mn-lt"/>
              <a:ea typeface="+mn-ea"/>
              <a:cs typeface="+mn-ea"/>
              <a:sym typeface="+mn-lt"/>
            </a:endParaRPr>
          </a:p>
          <a:p>
            <a:pPr>
              <a:lnSpc>
                <a:spcPct val="150000"/>
              </a:lnSpc>
            </a:pPr>
            <a:r>
              <a:rPr lang="zh-CN" altLang="en-US" sz="1600" dirty="0">
                <a:latin typeface="+mn-lt"/>
                <a:ea typeface="+mn-ea"/>
                <a:cs typeface="+mn-ea"/>
                <a:sym typeface="+mn-lt"/>
              </a:rPr>
              <a:t>等等问题，都可能导致</a:t>
            </a:r>
            <a:r>
              <a:rPr lang="en-US" altLang="zh-CN" sz="1600" dirty="0">
                <a:latin typeface="+mn-lt"/>
                <a:ea typeface="+mn-ea"/>
                <a:cs typeface="+mn-ea"/>
                <a:sym typeface="+mn-lt"/>
              </a:rPr>
              <a:t>Rust</a:t>
            </a:r>
            <a:r>
              <a:rPr lang="zh-CN" altLang="en-US" sz="1600" dirty="0">
                <a:latin typeface="+mn-lt"/>
                <a:ea typeface="+mn-ea"/>
                <a:cs typeface="+mn-ea"/>
                <a:sym typeface="+mn-lt"/>
              </a:rPr>
              <a:t>侧出现不安全。</a:t>
            </a:r>
            <a:endParaRPr lang="en-US" altLang="zh-CN" sz="1600" dirty="0">
              <a:latin typeface="+mn-lt"/>
              <a:ea typeface="+mn-ea"/>
              <a:cs typeface="+mn-ea"/>
              <a:sym typeface="+mn-lt"/>
            </a:endParaRPr>
          </a:p>
          <a:p>
            <a:pPr>
              <a:lnSpc>
                <a:spcPct val="150000"/>
              </a:lnSpc>
            </a:pPr>
            <a:r>
              <a:rPr lang="zh-CN" altLang="en-US" sz="1600" dirty="0">
                <a:latin typeface="+mn-lt"/>
                <a:ea typeface="+mn-ea"/>
                <a:cs typeface="+mn-ea"/>
                <a:sym typeface="+mn-lt"/>
              </a:rPr>
              <a:t>所以所有的 </a:t>
            </a:r>
            <a:r>
              <a:rPr lang="en-US" altLang="zh-CN" sz="1600" dirty="0">
                <a:latin typeface="+mn-lt"/>
                <a:ea typeface="+mn-ea"/>
                <a:cs typeface="+mn-ea"/>
                <a:sym typeface="+mn-lt"/>
              </a:rPr>
              <a:t>extern </a:t>
            </a:r>
            <a:r>
              <a:rPr lang="zh-CN" altLang="en-US" sz="1600" dirty="0">
                <a:latin typeface="+mn-lt"/>
                <a:ea typeface="+mn-ea"/>
                <a:cs typeface="+mn-ea"/>
                <a:sym typeface="+mn-lt"/>
              </a:rPr>
              <a:t>函数都是隐式 </a:t>
            </a:r>
            <a:r>
              <a:rPr lang="en-US" altLang="zh-CN" sz="1600" dirty="0">
                <a:latin typeface="+mn-lt"/>
                <a:ea typeface="+mn-ea"/>
                <a:cs typeface="+mn-ea"/>
                <a:sym typeface="+mn-lt"/>
              </a:rPr>
              <a:t>unsafe </a:t>
            </a:r>
            <a:r>
              <a:rPr lang="zh-CN" altLang="en-US" sz="1600" dirty="0">
                <a:latin typeface="+mn-lt"/>
                <a:ea typeface="+mn-ea"/>
                <a:cs typeface="+mn-ea"/>
                <a:sym typeface="+mn-lt"/>
              </a:rPr>
              <a:t>的，调用它们是否安全需要调用者自己判断。</a:t>
            </a:r>
          </a:p>
        </p:txBody>
      </p:sp>
      <p:cxnSp>
        <p:nvCxnSpPr>
          <p:cNvPr id="6" name="直接连接符 5"/>
          <p:cNvCxnSpPr/>
          <p:nvPr/>
        </p:nvCxnSpPr>
        <p:spPr>
          <a:xfrm>
            <a:off x="141344" y="570279"/>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92163" y="4405972"/>
            <a:ext cx="3621217" cy="954107"/>
          </a:xfrm>
          <a:prstGeom prst="rect">
            <a:avLst/>
          </a:prstGeom>
          <a:solidFill>
            <a:schemeClr val="tx1"/>
          </a:solidFill>
        </p:spPr>
        <p:txBody>
          <a:bodyPr wrap="square">
            <a:spAutoFit/>
          </a:bodyPr>
          <a:lstStyle/>
          <a:p>
            <a:r>
              <a:rPr lang="en-US" altLang="zh-CN" sz="1400" i="1">
                <a:solidFill>
                  <a:srgbClr val="7F848E"/>
                </a:solidFill>
                <a:cs typeface="+mn-ea"/>
                <a:sym typeface="+mn-lt"/>
              </a:rPr>
              <a:t>// </a:t>
            </a:r>
            <a:r>
              <a:rPr lang="zh-CN" altLang="en-US" sz="1400" b="1" i="1">
                <a:solidFill>
                  <a:srgbClr val="00B050"/>
                </a:solidFill>
                <a:cs typeface="+mn-ea"/>
                <a:sym typeface="+mn-lt"/>
              </a:rPr>
              <a:t>调用 </a:t>
            </a:r>
            <a:r>
              <a:rPr lang="en-US" altLang="zh-CN" sz="1400" b="1" i="1">
                <a:solidFill>
                  <a:srgbClr val="00B050"/>
                </a:solidFill>
                <a:cs typeface="+mn-ea"/>
                <a:sym typeface="+mn-lt"/>
              </a:rPr>
              <a:t>unsafe </a:t>
            </a:r>
            <a:r>
              <a:rPr lang="zh-CN" altLang="en-US" sz="1400" b="1" i="1">
                <a:solidFill>
                  <a:srgbClr val="00B050"/>
                </a:solidFill>
                <a:cs typeface="+mn-ea"/>
                <a:sym typeface="+mn-lt"/>
              </a:rPr>
              <a:t>函数示例</a:t>
            </a:r>
            <a:endParaRPr lang="zh-CN" altLang="en-US" sz="1400" b="1">
              <a:solidFill>
                <a:srgbClr val="00B050"/>
              </a:solidFill>
              <a:cs typeface="+mn-ea"/>
              <a:sym typeface="+mn-lt"/>
            </a:endParaRPr>
          </a:p>
          <a:p>
            <a:r>
              <a:rPr lang="en-US" altLang="zh-CN" sz="1400">
                <a:solidFill>
                  <a:srgbClr val="C678DD"/>
                </a:solidFill>
                <a:cs typeface="+mn-ea"/>
                <a:sym typeface="+mn-lt"/>
              </a:rPr>
              <a:t>fn</a:t>
            </a:r>
            <a:r>
              <a:rPr lang="en-US" altLang="zh-CN" sz="1400">
                <a:solidFill>
                  <a:srgbClr val="ABB2BF"/>
                </a:solidFill>
                <a:cs typeface="+mn-ea"/>
                <a:sym typeface="+mn-lt"/>
              </a:rPr>
              <a:t> </a:t>
            </a:r>
            <a:r>
              <a:rPr lang="en-US" altLang="zh-CN" sz="1400">
                <a:solidFill>
                  <a:srgbClr val="61AFEF"/>
                </a:solidFill>
                <a:cs typeface="+mn-ea"/>
                <a:sym typeface="+mn-lt"/>
              </a:rPr>
              <a:t>test</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C678DD"/>
                </a:solidFill>
                <a:cs typeface="+mn-ea"/>
                <a:sym typeface="+mn-lt"/>
              </a:rPr>
              <a:t>let</a:t>
            </a:r>
            <a:r>
              <a:rPr lang="en-US" altLang="zh-CN" sz="1400">
                <a:solidFill>
                  <a:srgbClr val="ABB2BF"/>
                </a:solidFill>
                <a:cs typeface="+mn-ea"/>
                <a:sym typeface="+mn-lt"/>
              </a:rPr>
              <a:t> </a:t>
            </a:r>
            <a:r>
              <a:rPr lang="en-US" altLang="zh-CN" sz="1400">
                <a:solidFill>
                  <a:srgbClr val="E06C75"/>
                </a:solidFill>
                <a:cs typeface="+mn-ea"/>
                <a:sym typeface="+mn-lt"/>
              </a:rPr>
              <a:t>r</a:t>
            </a:r>
            <a:r>
              <a:rPr lang="en-US" altLang="zh-CN" sz="1400">
                <a:solidFill>
                  <a:srgbClr val="ABB2BF"/>
                </a:solidFill>
                <a:cs typeface="+mn-ea"/>
                <a:sym typeface="+mn-lt"/>
              </a:rPr>
              <a:t> </a:t>
            </a:r>
            <a:r>
              <a:rPr lang="en-US" altLang="zh-CN" sz="1400">
                <a:solidFill>
                  <a:srgbClr val="56B6C2"/>
                </a:solidFill>
                <a:cs typeface="+mn-ea"/>
                <a:sym typeface="+mn-lt"/>
              </a:rPr>
              <a:t>=</a:t>
            </a:r>
            <a:r>
              <a:rPr lang="en-US" altLang="zh-CN" sz="1400">
                <a:solidFill>
                  <a:srgbClr val="ABB2BF"/>
                </a:solidFill>
                <a:cs typeface="+mn-ea"/>
                <a:sym typeface="+mn-lt"/>
              </a:rPr>
              <a:t> </a:t>
            </a:r>
            <a:r>
              <a:rPr lang="en-US" altLang="zh-CN" sz="1400">
                <a:solidFill>
                  <a:srgbClr val="C678DD"/>
                </a:solidFill>
                <a:cs typeface="+mn-ea"/>
                <a:sym typeface="+mn-lt"/>
              </a:rPr>
              <a:t>unsafe</a:t>
            </a:r>
            <a:r>
              <a:rPr lang="en-US" altLang="zh-CN" sz="1400">
                <a:solidFill>
                  <a:srgbClr val="ABB2BF"/>
                </a:solidFill>
                <a:cs typeface="+mn-ea"/>
                <a:sym typeface="+mn-lt"/>
              </a:rPr>
              <a:t> { </a:t>
            </a:r>
            <a:r>
              <a:rPr lang="en-US" altLang="zh-CN" sz="1400">
                <a:solidFill>
                  <a:srgbClr val="61AFEF"/>
                </a:solidFill>
                <a:cs typeface="+mn-ea"/>
                <a:sym typeface="+mn-lt"/>
              </a:rPr>
              <a:t>rand</a:t>
            </a:r>
            <a:r>
              <a:rPr lang="en-US" altLang="zh-CN" sz="1400">
                <a:solidFill>
                  <a:srgbClr val="ABB2BF"/>
                </a:solidFill>
                <a:cs typeface="+mn-ea"/>
                <a:sym typeface="+mn-lt"/>
              </a:rPr>
              <a:t>() };</a:t>
            </a:r>
          </a:p>
          <a:p>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41344" y="123617"/>
            <a:ext cx="10740640" cy="993400"/>
          </a:xfrm>
        </p:spPr>
        <p:txBody>
          <a:bodyPr/>
          <a:lstStyle/>
          <a:p>
            <a:r>
              <a:rPr lang="en-US" altLang="zh-CN" b="1">
                <a:solidFill>
                  <a:schemeClr val="accent1"/>
                </a:solidFill>
                <a:latin typeface="+mn-lt"/>
                <a:ea typeface="+mn-ea"/>
                <a:cs typeface="+mn-ea"/>
                <a:sym typeface="+mn-lt"/>
              </a:rPr>
              <a:t>unsafe </a:t>
            </a:r>
            <a:r>
              <a:rPr lang="zh-CN" altLang="en-US" b="1">
                <a:solidFill>
                  <a:schemeClr val="accent1"/>
                </a:solidFill>
                <a:latin typeface="+mn-lt"/>
                <a:ea typeface="+mn-ea"/>
                <a:cs typeface="+mn-ea"/>
                <a:sym typeface="+mn-lt"/>
              </a:rPr>
              <a:t>关键字基本用法</a:t>
            </a:r>
            <a:r>
              <a:rPr lang="en-US" altLang="zh-CN" b="1">
                <a:solidFill>
                  <a:schemeClr val="accent1"/>
                </a:solidFill>
                <a:latin typeface="+mn-lt"/>
                <a:ea typeface="+mn-ea"/>
                <a:cs typeface="+mn-ea"/>
                <a:sym typeface="+mn-lt"/>
              </a:rPr>
              <a:t>-unsafe </a:t>
            </a:r>
            <a:r>
              <a:rPr lang="en-US" altLang="zh-CN" b="1" dirty="0">
                <a:solidFill>
                  <a:schemeClr val="accent1"/>
                </a:solidFill>
                <a:latin typeface="+mn-lt"/>
                <a:ea typeface="+mn-ea"/>
                <a:cs typeface="+mn-ea"/>
                <a:sym typeface="+mn-lt"/>
              </a:rPr>
              <a:t>block</a:t>
            </a:r>
            <a:endParaRPr lang="zh-CN" altLang="en-US" b="1" dirty="0">
              <a:solidFill>
                <a:schemeClr val="accent1"/>
              </a:solidFill>
              <a:latin typeface="+mn-lt"/>
              <a:ea typeface="+mn-ea"/>
              <a:cs typeface="+mn-ea"/>
              <a:sym typeface="+mn-lt"/>
            </a:endParaRPr>
          </a:p>
        </p:txBody>
      </p:sp>
      <p:sp>
        <p:nvSpPr>
          <p:cNvPr id="3" name="Content Placeholder 2"/>
          <p:cNvSpPr>
            <a:spLocks noGrp="1"/>
          </p:cNvSpPr>
          <p:nvPr>
            <p:ph idx="10"/>
          </p:nvPr>
        </p:nvSpPr>
        <p:spPr>
          <a:xfrm>
            <a:off x="320540" y="1563679"/>
            <a:ext cx="2814545" cy="3883671"/>
          </a:xfrm>
        </p:spPr>
        <p:txBody>
          <a:bodyPr/>
          <a:lstStyle/>
          <a:p>
            <a:pPr>
              <a:lnSpc>
                <a:spcPct val="150000"/>
              </a:lnSpc>
            </a:pPr>
            <a:r>
              <a:rPr lang="zh-CN" altLang="en-US" sz="1600" dirty="0">
                <a:latin typeface="+mn-lt"/>
                <a:ea typeface="+mn-ea"/>
                <a:cs typeface="+mn-ea"/>
                <a:sym typeface="+mn-lt"/>
              </a:rPr>
              <a:t>使用 </a:t>
            </a:r>
            <a:r>
              <a:rPr lang="en-US" altLang="zh-CN" sz="1600" dirty="0">
                <a:latin typeface="+mn-lt"/>
                <a:ea typeface="+mn-ea"/>
                <a:cs typeface="+mn-ea"/>
                <a:sym typeface="+mn-lt"/>
              </a:rPr>
              <a:t>unsafe block </a:t>
            </a:r>
            <a:r>
              <a:rPr lang="zh-CN" altLang="en-US" sz="1600" dirty="0">
                <a:latin typeface="+mn-lt"/>
                <a:ea typeface="+mn-ea"/>
                <a:cs typeface="+mn-ea"/>
                <a:sym typeface="+mn-lt"/>
              </a:rPr>
              <a:t>意味着，需要使用 </a:t>
            </a:r>
            <a:r>
              <a:rPr lang="en-US" altLang="zh-CN" sz="1600" dirty="0">
                <a:latin typeface="+mn-lt"/>
                <a:ea typeface="+mn-ea"/>
                <a:cs typeface="+mn-ea"/>
                <a:sym typeface="+mn-lt"/>
              </a:rPr>
              <a:t>unsafe </a:t>
            </a:r>
            <a:r>
              <a:rPr lang="zh-CN" altLang="en-US" sz="1600" dirty="0">
                <a:latin typeface="+mn-lt"/>
                <a:ea typeface="+mn-ea"/>
                <a:cs typeface="+mn-ea"/>
                <a:sym typeface="+mn-lt"/>
              </a:rPr>
              <a:t>代码作为内部实现，而且在当前上下文已经满足了额外的安全条件。</a:t>
            </a:r>
            <a:endParaRPr lang="en-US" altLang="zh-CN" sz="1600" dirty="0">
              <a:latin typeface="+mn-lt"/>
              <a:ea typeface="+mn-ea"/>
              <a:cs typeface="+mn-ea"/>
              <a:sym typeface="+mn-lt"/>
            </a:endParaRPr>
          </a:p>
          <a:p>
            <a:pPr>
              <a:lnSpc>
                <a:spcPct val="150000"/>
              </a:lnSpc>
            </a:pPr>
            <a:endParaRPr lang="en-US" altLang="zh-CN" sz="1600" dirty="0">
              <a:latin typeface="+mn-lt"/>
              <a:ea typeface="+mn-ea"/>
              <a:cs typeface="+mn-ea"/>
              <a:sym typeface="+mn-lt"/>
            </a:endParaRPr>
          </a:p>
          <a:p>
            <a:pPr>
              <a:lnSpc>
                <a:spcPct val="150000"/>
              </a:lnSpc>
            </a:pPr>
            <a:r>
              <a:rPr lang="zh-CN" altLang="en-US" sz="1600" dirty="0">
                <a:latin typeface="+mn-lt"/>
                <a:ea typeface="+mn-ea"/>
                <a:cs typeface="+mn-ea"/>
                <a:sym typeface="+mn-lt"/>
              </a:rPr>
              <a:t>“使用</a:t>
            </a:r>
            <a:r>
              <a:rPr lang="en-US" altLang="zh-CN" sz="1600" dirty="0">
                <a:latin typeface="+mn-lt"/>
                <a:ea typeface="+mn-ea"/>
                <a:cs typeface="+mn-ea"/>
                <a:sym typeface="+mn-lt"/>
              </a:rPr>
              <a:t>unsafe</a:t>
            </a:r>
            <a:r>
              <a:rPr lang="zh-CN" altLang="en-US" sz="1600" dirty="0">
                <a:latin typeface="+mn-lt"/>
                <a:ea typeface="+mn-ea"/>
                <a:cs typeface="+mn-ea"/>
                <a:sym typeface="+mn-lt"/>
              </a:rPr>
              <a:t>代码”包括：调用</a:t>
            </a:r>
            <a:r>
              <a:rPr lang="en-US" altLang="zh-CN" sz="1600" dirty="0">
                <a:latin typeface="+mn-lt"/>
                <a:ea typeface="+mn-ea"/>
                <a:cs typeface="+mn-ea"/>
                <a:sym typeface="+mn-lt"/>
              </a:rPr>
              <a:t>unsafe</a:t>
            </a:r>
            <a:r>
              <a:rPr lang="zh-CN" altLang="en-US" sz="1600" dirty="0">
                <a:latin typeface="+mn-lt"/>
                <a:ea typeface="+mn-ea"/>
                <a:cs typeface="+mn-ea"/>
                <a:sym typeface="+mn-lt"/>
              </a:rPr>
              <a:t>函数、对裸指针</a:t>
            </a:r>
            <a:r>
              <a:rPr lang="zh-CN" altLang="en-US" sz="1600">
                <a:latin typeface="+mn-lt"/>
                <a:ea typeface="+mn-ea"/>
                <a:cs typeface="+mn-ea"/>
                <a:sym typeface="+mn-lt"/>
              </a:rPr>
              <a:t>解引用。</a:t>
            </a:r>
            <a:endParaRPr lang="en-US" altLang="zh-CN" sz="1600" dirty="0">
              <a:latin typeface="+mn-lt"/>
              <a:ea typeface="+mn-ea"/>
              <a:cs typeface="+mn-ea"/>
              <a:sym typeface="+mn-lt"/>
            </a:endParaRPr>
          </a:p>
        </p:txBody>
      </p:sp>
      <p:sp>
        <p:nvSpPr>
          <p:cNvPr id="4" name="Rectangle 3"/>
          <p:cNvSpPr/>
          <p:nvPr/>
        </p:nvSpPr>
        <p:spPr>
          <a:xfrm>
            <a:off x="3256383" y="763460"/>
            <a:ext cx="7931020" cy="1600438"/>
          </a:xfrm>
          <a:prstGeom prst="rect">
            <a:avLst/>
          </a:prstGeom>
          <a:solidFill>
            <a:schemeClr val="tx1"/>
          </a:solidFill>
        </p:spPr>
        <p:txBody>
          <a:bodyPr wrap="square">
            <a:spAutoFit/>
          </a:bodyPr>
          <a:lstStyle/>
          <a:p>
            <a:r>
              <a:rPr lang="en-US" altLang="zh-CN" sz="1400" i="1">
                <a:solidFill>
                  <a:srgbClr val="7F848E"/>
                </a:solidFill>
                <a:cs typeface="+mn-ea"/>
                <a:sym typeface="+mn-lt"/>
              </a:rPr>
              <a:t>// </a:t>
            </a:r>
            <a:r>
              <a:rPr lang="zh-CN" altLang="en-US" sz="1400" b="1" i="1">
                <a:solidFill>
                  <a:srgbClr val="00B050"/>
                </a:solidFill>
                <a:cs typeface="+mn-ea"/>
                <a:sym typeface="+mn-lt"/>
              </a:rPr>
              <a:t>代码示例</a:t>
            </a:r>
            <a:endParaRPr lang="en-US" altLang="zh-CN" sz="1400" b="1" i="1">
              <a:solidFill>
                <a:srgbClr val="00B050"/>
              </a:solidFill>
              <a:cs typeface="+mn-ea"/>
              <a:sym typeface="+mn-lt"/>
            </a:endParaRPr>
          </a:p>
          <a:p>
            <a:r>
              <a:rPr lang="en-US" altLang="zh-CN" sz="1400">
                <a:solidFill>
                  <a:srgbClr val="C678DD"/>
                </a:solidFill>
                <a:cs typeface="+mn-ea"/>
                <a:sym typeface="+mn-lt"/>
              </a:rPr>
              <a:t>pub</a:t>
            </a:r>
            <a:r>
              <a:rPr lang="en-US" altLang="zh-CN" sz="1400">
                <a:solidFill>
                  <a:srgbClr val="ABB2BF"/>
                </a:solidFill>
                <a:cs typeface="+mn-ea"/>
                <a:sym typeface="+mn-lt"/>
              </a:rPr>
              <a:t> </a:t>
            </a:r>
            <a:r>
              <a:rPr lang="en-US" altLang="zh-CN" sz="1400">
                <a:solidFill>
                  <a:srgbClr val="C678DD"/>
                </a:solidFill>
                <a:cs typeface="+mn-ea"/>
                <a:sym typeface="+mn-lt"/>
              </a:rPr>
              <a:t>const</a:t>
            </a:r>
            <a:r>
              <a:rPr lang="en-US" altLang="zh-CN" sz="1400">
                <a:solidFill>
                  <a:srgbClr val="ABB2BF"/>
                </a:solidFill>
                <a:cs typeface="+mn-ea"/>
                <a:sym typeface="+mn-lt"/>
              </a:rPr>
              <a:t> </a:t>
            </a:r>
            <a:r>
              <a:rPr lang="en-US" altLang="zh-CN" sz="1400">
                <a:solidFill>
                  <a:srgbClr val="C678DD"/>
                </a:solidFill>
                <a:cs typeface="+mn-ea"/>
                <a:sym typeface="+mn-lt"/>
              </a:rPr>
              <a:t>fn</a:t>
            </a:r>
            <a:r>
              <a:rPr lang="en-US" altLang="zh-CN" sz="1400">
                <a:solidFill>
                  <a:srgbClr val="ABB2BF"/>
                </a:solidFill>
                <a:cs typeface="+mn-ea"/>
                <a:sym typeface="+mn-lt"/>
              </a:rPr>
              <a:t> </a:t>
            </a:r>
            <a:r>
              <a:rPr lang="en-US" altLang="zh-CN" sz="1400">
                <a:solidFill>
                  <a:srgbClr val="61AFEF"/>
                </a:solidFill>
                <a:cs typeface="+mn-ea"/>
                <a:sym typeface="+mn-lt"/>
              </a:rPr>
              <a:t>split_at_mut</a:t>
            </a:r>
            <a:r>
              <a:rPr lang="en-US" altLang="zh-CN" sz="1400">
                <a:solidFill>
                  <a:srgbClr val="ABB2BF"/>
                </a:solidFill>
                <a:cs typeface="+mn-ea"/>
                <a:sym typeface="+mn-lt"/>
              </a:rPr>
              <a:t>(&amp;</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self</a:t>
            </a:r>
            <a:r>
              <a:rPr lang="en-US" altLang="zh-CN" sz="1400">
                <a:solidFill>
                  <a:srgbClr val="ABB2BF"/>
                </a:solidFill>
                <a:cs typeface="+mn-ea"/>
                <a:sym typeface="+mn-lt"/>
              </a:rPr>
              <a:t>, </a:t>
            </a:r>
            <a:r>
              <a:rPr lang="en-US" altLang="zh-CN" sz="1400">
                <a:solidFill>
                  <a:srgbClr val="E06C75"/>
                </a:solidFill>
                <a:cs typeface="+mn-ea"/>
                <a:sym typeface="+mn-lt"/>
              </a:rPr>
              <a:t>mid</a:t>
            </a:r>
            <a:r>
              <a:rPr lang="en-US" altLang="zh-CN" sz="1400">
                <a:solidFill>
                  <a:srgbClr val="ABB2BF"/>
                </a:solidFill>
                <a:cs typeface="+mn-ea"/>
                <a:sym typeface="+mn-lt"/>
              </a:rPr>
              <a:t>: </a:t>
            </a:r>
            <a:r>
              <a:rPr lang="en-US" altLang="zh-CN" sz="1400">
                <a:solidFill>
                  <a:srgbClr val="E5C07B"/>
                </a:solidFill>
                <a:cs typeface="+mn-ea"/>
                <a:sym typeface="+mn-lt"/>
              </a:rPr>
              <a:t>usize</a:t>
            </a:r>
            <a:r>
              <a:rPr lang="en-US" altLang="zh-CN" sz="1400">
                <a:solidFill>
                  <a:srgbClr val="ABB2BF"/>
                </a:solidFill>
                <a:cs typeface="+mn-ea"/>
                <a:sym typeface="+mn-lt"/>
              </a:rPr>
              <a:t>) -&gt; (&amp;</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T</a:t>
            </a:r>
            <a:r>
              <a:rPr lang="en-US" altLang="zh-CN" sz="1400">
                <a:solidFill>
                  <a:srgbClr val="ABB2BF"/>
                </a:solidFill>
                <a:cs typeface="+mn-ea"/>
                <a:sym typeface="+mn-lt"/>
              </a:rPr>
              <a:t>], &amp;</a:t>
            </a:r>
            <a:r>
              <a:rPr lang="en-US" altLang="zh-CN" sz="1400">
                <a:solidFill>
                  <a:srgbClr val="C678DD"/>
                </a:solidFill>
                <a:cs typeface="+mn-ea"/>
                <a:sym typeface="+mn-lt"/>
              </a:rPr>
              <a:t>mut</a:t>
            </a:r>
            <a:r>
              <a:rPr lang="en-US" altLang="zh-CN" sz="1400">
                <a:solidFill>
                  <a:srgbClr val="ABB2BF"/>
                </a:solidFill>
                <a:cs typeface="+mn-ea"/>
                <a:sym typeface="+mn-lt"/>
              </a:rPr>
              <a:t> [</a:t>
            </a:r>
            <a:r>
              <a:rPr lang="en-US" altLang="zh-CN" sz="1400">
                <a:solidFill>
                  <a:srgbClr val="E5C07B"/>
                </a:solidFill>
                <a:cs typeface="+mn-ea"/>
                <a:sym typeface="+mn-lt"/>
              </a:rPr>
              <a:t>T</a:t>
            </a:r>
            <a:r>
              <a:rPr lang="en-US" altLang="zh-CN" sz="1400">
                <a:solidFill>
                  <a:srgbClr val="ABB2BF"/>
                </a:solidFill>
                <a:cs typeface="+mn-ea"/>
                <a:sym typeface="+mn-lt"/>
              </a:rPr>
              <a:t>]) {</a:t>
            </a:r>
          </a:p>
          <a:p>
            <a:r>
              <a:rPr lang="en-US" altLang="zh-CN" sz="1400">
                <a:solidFill>
                  <a:srgbClr val="ABB2BF"/>
                </a:solidFill>
                <a:cs typeface="+mn-ea"/>
                <a:sym typeface="+mn-lt"/>
              </a:rPr>
              <a:t>    </a:t>
            </a:r>
            <a:r>
              <a:rPr lang="en-US" altLang="zh-CN" sz="1400">
                <a:solidFill>
                  <a:srgbClr val="61AFEF"/>
                </a:solidFill>
                <a:cs typeface="+mn-ea"/>
                <a:sym typeface="+mn-lt"/>
              </a:rPr>
              <a:t>assert!</a:t>
            </a:r>
            <a:r>
              <a:rPr lang="en-US" altLang="zh-CN" sz="1400">
                <a:solidFill>
                  <a:srgbClr val="ABB2BF"/>
                </a:solidFill>
                <a:cs typeface="+mn-ea"/>
                <a:sym typeface="+mn-lt"/>
              </a:rPr>
              <a:t>(</a:t>
            </a:r>
            <a:r>
              <a:rPr lang="en-US" altLang="zh-CN" sz="1400">
                <a:solidFill>
                  <a:srgbClr val="E06C75"/>
                </a:solidFill>
                <a:cs typeface="+mn-ea"/>
                <a:sym typeface="+mn-lt"/>
              </a:rPr>
              <a:t>mid</a:t>
            </a:r>
            <a:r>
              <a:rPr lang="en-US" altLang="zh-CN" sz="1400">
                <a:solidFill>
                  <a:srgbClr val="ABB2BF"/>
                </a:solidFill>
                <a:cs typeface="+mn-ea"/>
                <a:sym typeface="+mn-lt"/>
              </a:rPr>
              <a:t> </a:t>
            </a:r>
            <a:r>
              <a:rPr lang="en-US" altLang="zh-CN" sz="1400">
                <a:solidFill>
                  <a:srgbClr val="56B6C2"/>
                </a:solidFill>
                <a:cs typeface="+mn-ea"/>
                <a:sym typeface="+mn-lt"/>
              </a:rPr>
              <a:t>&lt;=</a:t>
            </a:r>
            <a:r>
              <a:rPr lang="en-US" altLang="zh-CN" sz="1400">
                <a:solidFill>
                  <a:srgbClr val="ABB2BF"/>
                </a:solidFill>
                <a:cs typeface="+mn-ea"/>
                <a:sym typeface="+mn-lt"/>
              </a:rPr>
              <a:t> </a:t>
            </a:r>
            <a:r>
              <a:rPr lang="en-US" altLang="zh-CN" sz="1400">
                <a:solidFill>
                  <a:srgbClr val="E5C07B"/>
                </a:solidFill>
                <a:cs typeface="+mn-ea"/>
                <a:sym typeface="+mn-lt"/>
              </a:rPr>
              <a:t>self</a:t>
            </a:r>
            <a:r>
              <a:rPr lang="en-US" altLang="zh-CN" sz="1400">
                <a:solidFill>
                  <a:srgbClr val="ABB2BF"/>
                </a:solidFill>
                <a:cs typeface="+mn-ea"/>
                <a:sym typeface="+mn-lt"/>
              </a:rPr>
              <a:t>.</a:t>
            </a:r>
            <a:r>
              <a:rPr lang="en-US" altLang="zh-CN" sz="1400">
                <a:solidFill>
                  <a:srgbClr val="61AFEF"/>
                </a:solidFill>
                <a:cs typeface="+mn-ea"/>
                <a:sym typeface="+mn-lt"/>
              </a:rPr>
              <a:t>len</a:t>
            </a:r>
            <a:r>
              <a:rPr lang="en-US" altLang="zh-CN" sz="1400">
                <a:solidFill>
                  <a:srgbClr val="ABB2BF"/>
                </a:solidFill>
                <a:cs typeface="+mn-ea"/>
                <a:sym typeface="+mn-lt"/>
              </a:rPr>
              <a:t>());</a:t>
            </a:r>
          </a:p>
          <a:p>
            <a:r>
              <a:rPr lang="en-US" altLang="zh-CN" sz="1400" i="1">
                <a:solidFill>
                  <a:srgbClr val="7F848E"/>
                </a:solidFill>
                <a:cs typeface="+mn-ea"/>
                <a:sym typeface="+mn-lt"/>
              </a:rPr>
              <a:t>    // SAFETY: `[ptr; mid]` and `[mid; len]` are inside `self`, which</a:t>
            </a:r>
            <a:endParaRPr lang="en-US" altLang="zh-CN" sz="1400">
              <a:solidFill>
                <a:srgbClr val="ABB2BF"/>
              </a:solidFill>
              <a:cs typeface="+mn-ea"/>
              <a:sym typeface="+mn-lt"/>
            </a:endParaRPr>
          </a:p>
          <a:p>
            <a:r>
              <a:rPr lang="en-US" altLang="zh-CN" sz="1400" i="1">
                <a:solidFill>
                  <a:srgbClr val="7F848E"/>
                </a:solidFill>
                <a:cs typeface="+mn-ea"/>
                <a:sym typeface="+mn-lt"/>
              </a:rPr>
              <a:t>    // fulfills the requirements of `from_raw_parts_mut`.</a:t>
            </a:r>
            <a:endParaRPr lang="en-US" altLang="zh-CN" sz="1400">
              <a:solidFill>
                <a:srgbClr val="ABB2BF"/>
              </a:solidFill>
              <a:cs typeface="+mn-ea"/>
              <a:sym typeface="+mn-lt"/>
            </a:endParaRPr>
          </a:p>
          <a:p>
            <a:r>
              <a:rPr lang="en-US" altLang="zh-CN" sz="1400">
                <a:solidFill>
                  <a:srgbClr val="ABB2BF"/>
                </a:solidFill>
                <a:cs typeface="+mn-ea"/>
                <a:sym typeface="+mn-lt"/>
              </a:rPr>
              <a:t>    </a:t>
            </a:r>
            <a:r>
              <a:rPr lang="en-US" altLang="zh-CN" sz="1400">
                <a:solidFill>
                  <a:srgbClr val="C678DD"/>
                </a:solidFill>
                <a:cs typeface="+mn-ea"/>
                <a:sym typeface="+mn-lt"/>
              </a:rPr>
              <a:t>unsafe</a:t>
            </a:r>
            <a:r>
              <a:rPr lang="en-US" altLang="zh-CN" sz="1400">
                <a:solidFill>
                  <a:srgbClr val="ABB2BF"/>
                </a:solidFill>
                <a:cs typeface="+mn-ea"/>
                <a:sym typeface="+mn-lt"/>
              </a:rPr>
              <a:t> { </a:t>
            </a:r>
            <a:r>
              <a:rPr lang="en-US" altLang="zh-CN" sz="1400">
                <a:solidFill>
                  <a:srgbClr val="E5C07B"/>
                </a:solidFill>
                <a:cs typeface="+mn-ea"/>
                <a:sym typeface="+mn-lt"/>
              </a:rPr>
              <a:t>self</a:t>
            </a:r>
            <a:r>
              <a:rPr lang="en-US" altLang="zh-CN" sz="1400">
                <a:solidFill>
                  <a:srgbClr val="ABB2BF"/>
                </a:solidFill>
                <a:cs typeface="+mn-ea"/>
                <a:sym typeface="+mn-lt"/>
              </a:rPr>
              <a:t>.</a:t>
            </a:r>
            <a:r>
              <a:rPr lang="en-US" altLang="zh-CN" sz="1400">
                <a:solidFill>
                  <a:srgbClr val="61AFEF"/>
                </a:solidFill>
                <a:cs typeface="+mn-ea"/>
                <a:sym typeface="+mn-lt"/>
              </a:rPr>
              <a:t>split_at_mut_unchecked</a:t>
            </a:r>
            <a:r>
              <a:rPr lang="en-US" altLang="zh-CN" sz="1400">
                <a:solidFill>
                  <a:srgbClr val="ABB2BF"/>
                </a:solidFill>
                <a:cs typeface="+mn-ea"/>
                <a:sym typeface="+mn-lt"/>
              </a:rPr>
              <a:t>(</a:t>
            </a:r>
            <a:r>
              <a:rPr lang="en-US" altLang="zh-CN" sz="1400">
                <a:solidFill>
                  <a:srgbClr val="E06C75"/>
                </a:solidFill>
                <a:cs typeface="+mn-ea"/>
                <a:sym typeface="+mn-lt"/>
              </a:rPr>
              <a:t>mid</a:t>
            </a:r>
            <a:r>
              <a:rPr lang="en-US" altLang="zh-CN" sz="1400">
                <a:solidFill>
                  <a:srgbClr val="ABB2BF"/>
                </a:solidFill>
                <a:cs typeface="+mn-ea"/>
                <a:sym typeface="+mn-lt"/>
              </a:rPr>
              <a:t>) }</a:t>
            </a:r>
          </a:p>
          <a:p>
            <a:r>
              <a:rPr lang="en-US" altLang="zh-CN" sz="1400">
                <a:solidFill>
                  <a:srgbClr val="ABB2BF"/>
                </a:solidFill>
                <a:cs typeface="+mn-ea"/>
                <a:sym typeface="+mn-lt"/>
              </a:rPr>
              <a:t>}</a:t>
            </a:r>
            <a:endParaRPr lang="en-US" altLang="zh-CN" sz="1400" b="0">
              <a:solidFill>
                <a:srgbClr val="ABB2BF"/>
              </a:solidFill>
              <a:effectLst/>
              <a:cs typeface="+mn-ea"/>
              <a:sym typeface="+mn-lt"/>
            </a:endParaRPr>
          </a:p>
        </p:txBody>
      </p:sp>
      <p:sp>
        <p:nvSpPr>
          <p:cNvPr id="6" name="Rectangle 5"/>
          <p:cNvSpPr/>
          <p:nvPr/>
        </p:nvSpPr>
        <p:spPr>
          <a:xfrm>
            <a:off x="3256383" y="2780466"/>
            <a:ext cx="7931020" cy="3631763"/>
          </a:xfrm>
          <a:prstGeom prst="rect">
            <a:avLst/>
          </a:prstGeom>
          <a:solidFill>
            <a:schemeClr val="tx1"/>
          </a:solidFill>
        </p:spPr>
        <p:txBody>
          <a:bodyPr wrap="square">
            <a:spAutoFit/>
          </a:bodyPr>
          <a:lstStyle/>
          <a:p>
            <a:r>
              <a:rPr lang="en-US" altLang="zh-CN" sz="1200" i="1">
                <a:solidFill>
                  <a:srgbClr val="7F848E"/>
                </a:solidFill>
                <a:cs typeface="+mn-ea"/>
                <a:sym typeface="+mn-lt"/>
              </a:rPr>
              <a:t>// </a:t>
            </a:r>
            <a:r>
              <a:rPr lang="zh-CN" altLang="en-US" sz="1200" b="1" i="1">
                <a:solidFill>
                  <a:srgbClr val="00B050"/>
                </a:solidFill>
                <a:cs typeface="+mn-ea"/>
                <a:sym typeface="+mn-lt"/>
              </a:rPr>
              <a:t>代码示例</a:t>
            </a:r>
            <a:endParaRPr lang="en-US" altLang="zh-CN" sz="1200" b="1" i="1">
              <a:solidFill>
                <a:srgbClr val="00B050"/>
              </a:solidFill>
              <a:cs typeface="+mn-ea"/>
              <a:sym typeface="+mn-lt"/>
            </a:endParaRPr>
          </a:p>
          <a:p>
            <a:r>
              <a:rPr lang="en-US" altLang="zh-CN" sz="1200">
                <a:solidFill>
                  <a:srgbClr val="C678DD"/>
                </a:solidFill>
                <a:cs typeface="+mn-ea"/>
                <a:sym typeface="+mn-lt"/>
              </a:rPr>
              <a:t>pub</a:t>
            </a:r>
            <a:r>
              <a:rPr lang="en-US" altLang="zh-CN" sz="1200">
                <a:solidFill>
                  <a:srgbClr val="ABB2BF"/>
                </a:solidFill>
                <a:cs typeface="+mn-ea"/>
                <a:sym typeface="+mn-lt"/>
              </a:rPr>
              <a:t> </a:t>
            </a:r>
            <a:r>
              <a:rPr lang="en-US" altLang="zh-CN" sz="1200">
                <a:solidFill>
                  <a:srgbClr val="C678DD"/>
                </a:solidFill>
                <a:cs typeface="+mn-ea"/>
                <a:sym typeface="+mn-lt"/>
              </a:rPr>
              <a:t>const</a:t>
            </a:r>
            <a:r>
              <a:rPr lang="en-US" altLang="zh-CN" sz="1200">
                <a:solidFill>
                  <a:srgbClr val="ABB2BF"/>
                </a:solidFill>
                <a:cs typeface="+mn-ea"/>
                <a:sym typeface="+mn-lt"/>
              </a:rPr>
              <a:t> </a:t>
            </a:r>
            <a:r>
              <a:rPr lang="en-US" altLang="zh-CN" sz="1200">
                <a:solidFill>
                  <a:srgbClr val="C678DD"/>
                </a:solidFill>
                <a:cs typeface="+mn-ea"/>
                <a:sym typeface="+mn-lt"/>
              </a:rPr>
              <a:t>unsafe</a:t>
            </a:r>
            <a:r>
              <a:rPr lang="en-US" altLang="zh-CN" sz="1200">
                <a:solidFill>
                  <a:srgbClr val="ABB2BF"/>
                </a:solidFill>
                <a:cs typeface="+mn-ea"/>
                <a:sym typeface="+mn-lt"/>
              </a:rPr>
              <a:t> </a:t>
            </a:r>
            <a:r>
              <a:rPr lang="en-US" altLang="zh-CN" sz="1200">
                <a:solidFill>
                  <a:srgbClr val="C678DD"/>
                </a:solidFill>
                <a:cs typeface="+mn-ea"/>
                <a:sym typeface="+mn-lt"/>
              </a:rPr>
              <a:t>fn</a:t>
            </a:r>
            <a:r>
              <a:rPr lang="en-US" altLang="zh-CN" sz="1200">
                <a:solidFill>
                  <a:srgbClr val="ABB2BF"/>
                </a:solidFill>
                <a:cs typeface="+mn-ea"/>
                <a:sym typeface="+mn-lt"/>
              </a:rPr>
              <a:t> </a:t>
            </a:r>
            <a:r>
              <a:rPr lang="en-US" altLang="zh-CN" sz="1200">
                <a:solidFill>
                  <a:srgbClr val="61AFEF"/>
                </a:solidFill>
                <a:cs typeface="+mn-ea"/>
                <a:sym typeface="+mn-lt"/>
              </a:rPr>
              <a:t>split_at_mut_unchecked</a:t>
            </a:r>
            <a:r>
              <a:rPr lang="en-US" altLang="zh-CN" sz="1200">
                <a:solidFill>
                  <a:srgbClr val="ABB2BF"/>
                </a:solidFill>
                <a:cs typeface="+mn-ea"/>
                <a:sym typeface="+mn-lt"/>
              </a:rPr>
              <a:t>(&amp;</a:t>
            </a:r>
            <a:r>
              <a:rPr lang="en-US" altLang="zh-CN" sz="1200">
                <a:solidFill>
                  <a:srgbClr val="C678DD"/>
                </a:solidFill>
                <a:cs typeface="+mn-ea"/>
                <a:sym typeface="+mn-lt"/>
              </a:rPr>
              <a:t>mut</a:t>
            </a:r>
            <a:r>
              <a:rPr lang="en-US" altLang="zh-CN" sz="1200">
                <a:solidFill>
                  <a:srgbClr val="ABB2BF"/>
                </a:solidFill>
                <a:cs typeface="+mn-ea"/>
                <a:sym typeface="+mn-lt"/>
              </a:rPr>
              <a:t> </a:t>
            </a:r>
            <a:r>
              <a:rPr lang="en-US" altLang="zh-CN" sz="1200">
                <a:solidFill>
                  <a:srgbClr val="E5C07B"/>
                </a:solidFill>
                <a:cs typeface="+mn-ea"/>
                <a:sym typeface="+mn-lt"/>
              </a:rPr>
              <a:t>self</a:t>
            </a:r>
            <a:r>
              <a:rPr lang="en-US" altLang="zh-CN" sz="1200">
                <a:solidFill>
                  <a:srgbClr val="ABB2BF"/>
                </a:solidFill>
                <a:cs typeface="+mn-ea"/>
                <a:sym typeface="+mn-lt"/>
              </a:rPr>
              <a:t>, </a:t>
            </a:r>
            <a:r>
              <a:rPr lang="en-US" altLang="zh-CN" sz="1200">
                <a:solidFill>
                  <a:srgbClr val="E06C75"/>
                </a:solidFill>
                <a:cs typeface="+mn-ea"/>
                <a:sym typeface="+mn-lt"/>
              </a:rPr>
              <a:t>mid</a:t>
            </a:r>
            <a:r>
              <a:rPr lang="en-US" altLang="zh-CN" sz="1200">
                <a:solidFill>
                  <a:srgbClr val="ABB2BF"/>
                </a:solidFill>
                <a:cs typeface="+mn-ea"/>
                <a:sym typeface="+mn-lt"/>
              </a:rPr>
              <a:t>: </a:t>
            </a:r>
            <a:r>
              <a:rPr lang="en-US" altLang="zh-CN" sz="1200">
                <a:solidFill>
                  <a:srgbClr val="E5C07B"/>
                </a:solidFill>
                <a:cs typeface="+mn-ea"/>
                <a:sym typeface="+mn-lt"/>
              </a:rPr>
              <a:t>usize</a:t>
            </a:r>
            <a:r>
              <a:rPr lang="en-US" altLang="zh-CN" sz="1200">
                <a:solidFill>
                  <a:srgbClr val="ABB2BF"/>
                </a:solidFill>
                <a:cs typeface="+mn-ea"/>
                <a:sym typeface="+mn-lt"/>
              </a:rPr>
              <a:t>) -&gt; (&amp;</a:t>
            </a:r>
            <a:r>
              <a:rPr lang="en-US" altLang="zh-CN" sz="1200">
                <a:solidFill>
                  <a:srgbClr val="C678DD"/>
                </a:solidFill>
                <a:cs typeface="+mn-ea"/>
                <a:sym typeface="+mn-lt"/>
              </a:rPr>
              <a:t>mut</a:t>
            </a:r>
            <a:r>
              <a:rPr lang="en-US" altLang="zh-CN" sz="1200">
                <a:solidFill>
                  <a:srgbClr val="ABB2BF"/>
                </a:solidFill>
                <a:cs typeface="+mn-ea"/>
                <a:sym typeface="+mn-lt"/>
              </a:rPr>
              <a:t> [</a:t>
            </a:r>
            <a:r>
              <a:rPr lang="en-US" altLang="zh-CN" sz="1200">
                <a:solidFill>
                  <a:srgbClr val="E5C07B"/>
                </a:solidFill>
                <a:cs typeface="+mn-ea"/>
                <a:sym typeface="+mn-lt"/>
              </a:rPr>
              <a:t>T</a:t>
            </a:r>
            <a:r>
              <a:rPr lang="en-US" altLang="zh-CN" sz="1200">
                <a:solidFill>
                  <a:srgbClr val="ABB2BF"/>
                </a:solidFill>
                <a:cs typeface="+mn-ea"/>
                <a:sym typeface="+mn-lt"/>
              </a:rPr>
              <a:t>], &amp;</a:t>
            </a:r>
            <a:r>
              <a:rPr lang="en-US" altLang="zh-CN" sz="1200">
                <a:solidFill>
                  <a:srgbClr val="C678DD"/>
                </a:solidFill>
                <a:cs typeface="+mn-ea"/>
                <a:sym typeface="+mn-lt"/>
              </a:rPr>
              <a:t>mut</a:t>
            </a:r>
            <a:r>
              <a:rPr lang="en-US" altLang="zh-CN" sz="1200">
                <a:solidFill>
                  <a:srgbClr val="ABB2BF"/>
                </a:solidFill>
                <a:cs typeface="+mn-ea"/>
                <a:sym typeface="+mn-lt"/>
              </a:rPr>
              <a:t> [</a:t>
            </a:r>
            <a:r>
              <a:rPr lang="en-US" altLang="zh-CN" sz="1200">
                <a:solidFill>
                  <a:srgbClr val="E5C07B"/>
                </a:solidFill>
                <a:cs typeface="+mn-ea"/>
                <a:sym typeface="+mn-lt"/>
              </a:rPr>
              <a:t>T</a:t>
            </a:r>
            <a:r>
              <a:rPr lang="en-US" altLang="zh-CN" sz="1200">
                <a:solidFill>
                  <a:srgbClr val="ABB2BF"/>
                </a:solidFill>
                <a:cs typeface="+mn-ea"/>
                <a:sym typeface="+mn-lt"/>
              </a:rPr>
              <a:t>]) {</a:t>
            </a:r>
          </a:p>
          <a:p>
            <a:r>
              <a:rPr lang="en-US" altLang="zh-CN" sz="1200">
                <a:solidFill>
                  <a:srgbClr val="ABB2BF"/>
                </a:solidFill>
                <a:cs typeface="+mn-ea"/>
                <a:sym typeface="+mn-lt"/>
              </a:rPr>
              <a:t>    </a:t>
            </a:r>
            <a:r>
              <a:rPr lang="en-US" altLang="zh-CN" sz="1200">
                <a:solidFill>
                  <a:srgbClr val="C678DD"/>
                </a:solidFill>
                <a:cs typeface="+mn-ea"/>
                <a:sym typeface="+mn-lt"/>
              </a:rPr>
              <a:t>let</a:t>
            </a:r>
            <a:r>
              <a:rPr lang="en-US" altLang="zh-CN" sz="1200">
                <a:solidFill>
                  <a:srgbClr val="ABB2BF"/>
                </a:solidFill>
                <a:cs typeface="+mn-ea"/>
                <a:sym typeface="+mn-lt"/>
              </a:rPr>
              <a:t> </a:t>
            </a:r>
            <a:r>
              <a:rPr lang="en-US" altLang="zh-CN" sz="1200">
                <a:solidFill>
                  <a:srgbClr val="E06C75"/>
                </a:solidFill>
                <a:cs typeface="+mn-ea"/>
                <a:sym typeface="+mn-lt"/>
              </a:rPr>
              <a:t>len</a:t>
            </a:r>
            <a:r>
              <a:rPr lang="en-US" altLang="zh-CN" sz="1200">
                <a:solidFill>
                  <a:srgbClr val="ABB2BF"/>
                </a:solidFill>
                <a:cs typeface="+mn-ea"/>
                <a:sym typeface="+mn-lt"/>
              </a:rPr>
              <a:t> </a:t>
            </a:r>
            <a:r>
              <a:rPr lang="en-US" altLang="zh-CN" sz="1200">
                <a:solidFill>
                  <a:srgbClr val="56B6C2"/>
                </a:solidFill>
                <a:cs typeface="+mn-ea"/>
                <a:sym typeface="+mn-lt"/>
              </a:rPr>
              <a:t>=</a:t>
            </a:r>
            <a:r>
              <a:rPr lang="en-US" altLang="zh-CN" sz="1200">
                <a:solidFill>
                  <a:srgbClr val="ABB2BF"/>
                </a:solidFill>
                <a:cs typeface="+mn-ea"/>
                <a:sym typeface="+mn-lt"/>
              </a:rPr>
              <a:t> </a:t>
            </a:r>
            <a:r>
              <a:rPr lang="en-US" altLang="zh-CN" sz="1200">
                <a:solidFill>
                  <a:srgbClr val="E5C07B"/>
                </a:solidFill>
                <a:cs typeface="+mn-ea"/>
                <a:sym typeface="+mn-lt"/>
              </a:rPr>
              <a:t>self</a:t>
            </a:r>
            <a:r>
              <a:rPr lang="en-US" altLang="zh-CN" sz="1200">
                <a:solidFill>
                  <a:srgbClr val="ABB2BF"/>
                </a:solidFill>
                <a:cs typeface="+mn-ea"/>
                <a:sym typeface="+mn-lt"/>
              </a:rPr>
              <a:t>.</a:t>
            </a:r>
            <a:r>
              <a:rPr lang="en-US" altLang="zh-CN" sz="1200">
                <a:solidFill>
                  <a:srgbClr val="61AFEF"/>
                </a:solidFill>
                <a:cs typeface="+mn-ea"/>
                <a:sym typeface="+mn-lt"/>
              </a:rPr>
              <a:t>len</a:t>
            </a:r>
            <a:r>
              <a:rPr lang="en-US" altLang="zh-CN" sz="1200">
                <a:solidFill>
                  <a:srgbClr val="ABB2BF"/>
                </a:solidFill>
                <a:cs typeface="+mn-ea"/>
                <a:sym typeface="+mn-lt"/>
              </a:rPr>
              <a:t>();</a:t>
            </a:r>
          </a:p>
          <a:p>
            <a:r>
              <a:rPr lang="en-US" altLang="zh-CN" sz="1200">
                <a:solidFill>
                  <a:srgbClr val="ABB2BF"/>
                </a:solidFill>
                <a:cs typeface="+mn-ea"/>
                <a:sym typeface="+mn-lt"/>
              </a:rPr>
              <a:t>    </a:t>
            </a:r>
            <a:r>
              <a:rPr lang="en-US" altLang="zh-CN" sz="1200">
                <a:solidFill>
                  <a:srgbClr val="C678DD"/>
                </a:solidFill>
                <a:cs typeface="+mn-ea"/>
                <a:sym typeface="+mn-lt"/>
              </a:rPr>
              <a:t>let</a:t>
            </a:r>
            <a:r>
              <a:rPr lang="en-US" altLang="zh-CN" sz="1200">
                <a:solidFill>
                  <a:srgbClr val="ABB2BF"/>
                </a:solidFill>
                <a:cs typeface="+mn-ea"/>
                <a:sym typeface="+mn-lt"/>
              </a:rPr>
              <a:t> </a:t>
            </a:r>
            <a:r>
              <a:rPr lang="en-US" altLang="zh-CN" sz="1200">
                <a:solidFill>
                  <a:srgbClr val="E06C75"/>
                </a:solidFill>
                <a:cs typeface="+mn-ea"/>
                <a:sym typeface="+mn-lt"/>
              </a:rPr>
              <a:t>ptr</a:t>
            </a:r>
            <a:r>
              <a:rPr lang="en-US" altLang="zh-CN" sz="1200">
                <a:solidFill>
                  <a:srgbClr val="ABB2BF"/>
                </a:solidFill>
                <a:cs typeface="+mn-ea"/>
                <a:sym typeface="+mn-lt"/>
              </a:rPr>
              <a:t> </a:t>
            </a:r>
            <a:r>
              <a:rPr lang="en-US" altLang="zh-CN" sz="1200">
                <a:solidFill>
                  <a:srgbClr val="56B6C2"/>
                </a:solidFill>
                <a:cs typeface="+mn-ea"/>
                <a:sym typeface="+mn-lt"/>
              </a:rPr>
              <a:t>=</a:t>
            </a:r>
            <a:r>
              <a:rPr lang="en-US" altLang="zh-CN" sz="1200">
                <a:solidFill>
                  <a:srgbClr val="ABB2BF"/>
                </a:solidFill>
                <a:cs typeface="+mn-ea"/>
                <a:sym typeface="+mn-lt"/>
              </a:rPr>
              <a:t> </a:t>
            </a:r>
            <a:r>
              <a:rPr lang="en-US" altLang="zh-CN" sz="1200">
                <a:solidFill>
                  <a:srgbClr val="E5C07B"/>
                </a:solidFill>
                <a:cs typeface="+mn-ea"/>
                <a:sym typeface="+mn-lt"/>
              </a:rPr>
              <a:t>self</a:t>
            </a:r>
            <a:r>
              <a:rPr lang="en-US" altLang="zh-CN" sz="1200">
                <a:solidFill>
                  <a:srgbClr val="ABB2BF"/>
                </a:solidFill>
                <a:cs typeface="+mn-ea"/>
                <a:sym typeface="+mn-lt"/>
              </a:rPr>
              <a:t>.</a:t>
            </a:r>
            <a:r>
              <a:rPr lang="en-US" altLang="zh-CN" sz="1200">
                <a:solidFill>
                  <a:srgbClr val="61AFEF"/>
                </a:solidFill>
                <a:cs typeface="+mn-ea"/>
                <a:sym typeface="+mn-lt"/>
              </a:rPr>
              <a:t>as_mut_ptr</a:t>
            </a:r>
            <a:r>
              <a:rPr lang="en-US" altLang="zh-CN" sz="1200">
                <a:solidFill>
                  <a:srgbClr val="ABB2BF"/>
                </a:solidFill>
                <a:cs typeface="+mn-ea"/>
                <a:sym typeface="+mn-lt"/>
              </a:rPr>
              <a:t>();</a:t>
            </a:r>
          </a:p>
          <a:p>
            <a:r>
              <a:rPr lang="en-US" altLang="zh-CN" sz="1200" i="1">
                <a:solidFill>
                  <a:srgbClr val="7F848E"/>
                </a:solidFill>
                <a:cs typeface="+mn-ea"/>
                <a:sym typeface="+mn-lt"/>
              </a:rPr>
              <a:t>    // SAFETY: Caller has to check that `0 &lt;= mid &lt;= self.len()`.</a:t>
            </a:r>
            <a:endParaRPr lang="en-US" altLang="zh-CN" sz="1200">
              <a:solidFill>
                <a:srgbClr val="ABB2BF"/>
              </a:solidFill>
              <a:cs typeface="+mn-ea"/>
              <a:sym typeface="+mn-lt"/>
            </a:endParaRPr>
          </a:p>
          <a:p>
            <a:r>
              <a:rPr lang="en-US" altLang="zh-CN" sz="1200" i="1">
                <a:solidFill>
                  <a:srgbClr val="7F848E"/>
                </a:solidFill>
                <a:cs typeface="+mn-ea"/>
                <a:sym typeface="+mn-lt"/>
              </a:rPr>
              <a:t>    //</a:t>
            </a:r>
            <a:endParaRPr lang="en-US" altLang="zh-CN" sz="1200">
              <a:solidFill>
                <a:srgbClr val="ABB2BF"/>
              </a:solidFill>
              <a:cs typeface="+mn-ea"/>
              <a:sym typeface="+mn-lt"/>
            </a:endParaRPr>
          </a:p>
          <a:p>
            <a:r>
              <a:rPr lang="en-US" altLang="zh-CN" sz="1200" i="1">
                <a:solidFill>
                  <a:srgbClr val="7F848E"/>
                </a:solidFill>
                <a:cs typeface="+mn-ea"/>
                <a:sym typeface="+mn-lt"/>
              </a:rPr>
              <a:t>    // `[ptr; mid]` and `[mid; len]` are not overlapping, so returning a mutable reference</a:t>
            </a:r>
            <a:endParaRPr lang="en-US" altLang="zh-CN" sz="1200">
              <a:solidFill>
                <a:srgbClr val="ABB2BF"/>
              </a:solidFill>
              <a:cs typeface="+mn-ea"/>
              <a:sym typeface="+mn-lt"/>
            </a:endParaRPr>
          </a:p>
          <a:p>
            <a:r>
              <a:rPr lang="en-US" altLang="zh-CN" sz="1200" i="1">
                <a:solidFill>
                  <a:srgbClr val="7F848E"/>
                </a:solidFill>
                <a:cs typeface="+mn-ea"/>
                <a:sym typeface="+mn-lt"/>
              </a:rPr>
              <a:t>    // is fine.</a:t>
            </a:r>
            <a:endParaRPr lang="en-US" altLang="zh-CN" sz="1200">
              <a:solidFill>
                <a:srgbClr val="ABB2BF"/>
              </a:solidFill>
              <a:cs typeface="+mn-ea"/>
              <a:sym typeface="+mn-lt"/>
            </a:endParaRPr>
          </a:p>
          <a:p>
            <a:r>
              <a:rPr lang="en-US" altLang="zh-CN" sz="1200">
                <a:solidFill>
                  <a:srgbClr val="ABB2BF"/>
                </a:solidFill>
                <a:cs typeface="+mn-ea"/>
                <a:sym typeface="+mn-lt"/>
              </a:rPr>
              <a:t>    </a:t>
            </a:r>
            <a:r>
              <a:rPr lang="en-US" altLang="zh-CN" sz="1200">
                <a:solidFill>
                  <a:srgbClr val="C678DD"/>
                </a:solidFill>
                <a:cs typeface="+mn-ea"/>
                <a:sym typeface="+mn-lt"/>
              </a:rPr>
              <a:t>unsafe</a:t>
            </a:r>
            <a:r>
              <a:rPr lang="en-US" altLang="zh-CN" sz="1200">
                <a:solidFill>
                  <a:srgbClr val="ABB2BF"/>
                </a:solidFill>
                <a:cs typeface="+mn-ea"/>
                <a:sym typeface="+mn-lt"/>
              </a:rPr>
              <a:t> {</a:t>
            </a:r>
          </a:p>
          <a:p>
            <a:r>
              <a:rPr lang="en-US" altLang="zh-CN" sz="1200">
                <a:solidFill>
                  <a:srgbClr val="ABB2BF"/>
                </a:solidFill>
                <a:cs typeface="+mn-ea"/>
                <a:sym typeface="+mn-lt"/>
              </a:rPr>
              <a:t>        </a:t>
            </a:r>
            <a:r>
              <a:rPr lang="en-US" altLang="zh-CN" sz="1200">
                <a:solidFill>
                  <a:srgbClr val="61AFEF"/>
                </a:solidFill>
                <a:cs typeface="+mn-ea"/>
                <a:sym typeface="+mn-lt"/>
              </a:rPr>
              <a:t>assert_unsafe_precondition!</a:t>
            </a:r>
            <a:r>
              <a:rPr lang="en-US" altLang="zh-CN" sz="1200">
                <a:solidFill>
                  <a:srgbClr val="ABB2BF"/>
                </a:solidFill>
                <a:cs typeface="+mn-ea"/>
                <a:sym typeface="+mn-lt"/>
              </a:rPr>
              <a:t>(</a:t>
            </a:r>
          </a:p>
          <a:p>
            <a:r>
              <a:rPr lang="en-US" altLang="zh-CN" sz="1200">
                <a:solidFill>
                  <a:srgbClr val="ABB2BF"/>
                </a:solidFill>
                <a:cs typeface="+mn-ea"/>
                <a:sym typeface="+mn-lt"/>
              </a:rPr>
              <a:t>            </a:t>
            </a:r>
            <a:r>
              <a:rPr lang="en-US" altLang="zh-CN" sz="1200">
                <a:solidFill>
                  <a:srgbClr val="98C379"/>
                </a:solidFill>
                <a:cs typeface="+mn-ea"/>
                <a:sym typeface="+mn-lt"/>
              </a:rPr>
              <a:t>"slice::split_at_mut_unchecked requires the index to be within the slice"</a:t>
            </a:r>
            <a:r>
              <a:rPr lang="en-US" altLang="zh-CN" sz="1200">
                <a:solidFill>
                  <a:srgbClr val="ABB2BF"/>
                </a:solidFill>
                <a:cs typeface="+mn-ea"/>
                <a:sym typeface="+mn-lt"/>
              </a:rPr>
              <a:t>,</a:t>
            </a:r>
          </a:p>
          <a:p>
            <a:r>
              <a:rPr lang="en-US" altLang="zh-CN" sz="1200">
                <a:solidFill>
                  <a:srgbClr val="ABB2BF"/>
                </a:solidFill>
                <a:cs typeface="+mn-ea"/>
                <a:sym typeface="+mn-lt"/>
              </a:rPr>
              <a:t>            (</a:t>
            </a:r>
            <a:r>
              <a:rPr lang="en-US" altLang="zh-CN" sz="1200">
                <a:solidFill>
                  <a:srgbClr val="E06C75"/>
                </a:solidFill>
                <a:cs typeface="+mn-ea"/>
                <a:sym typeface="+mn-lt"/>
              </a:rPr>
              <a:t>mid</a:t>
            </a:r>
            <a:r>
              <a:rPr lang="en-US" altLang="zh-CN" sz="1200">
                <a:solidFill>
                  <a:srgbClr val="ABB2BF"/>
                </a:solidFill>
                <a:cs typeface="+mn-ea"/>
                <a:sym typeface="+mn-lt"/>
              </a:rPr>
              <a:t>: </a:t>
            </a:r>
            <a:r>
              <a:rPr lang="en-US" altLang="zh-CN" sz="1200">
                <a:solidFill>
                  <a:srgbClr val="E5C07B"/>
                </a:solidFill>
                <a:cs typeface="+mn-ea"/>
                <a:sym typeface="+mn-lt"/>
              </a:rPr>
              <a:t>usize</a:t>
            </a:r>
            <a:r>
              <a:rPr lang="en-US" altLang="zh-CN" sz="1200">
                <a:solidFill>
                  <a:srgbClr val="ABB2BF"/>
                </a:solidFill>
                <a:cs typeface="+mn-ea"/>
                <a:sym typeface="+mn-lt"/>
              </a:rPr>
              <a:t>, </a:t>
            </a:r>
            <a:r>
              <a:rPr lang="en-US" altLang="zh-CN" sz="1200">
                <a:solidFill>
                  <a:srgbClr val="E06C75"/>
                </a:solidFill>
                <a:cs typeface="+mn-ea"/>
                <a:sym typeface="+mn-lt"/>
              </a:rPr>
              <a:t>len</a:t>
            </a:r>
            <a:r>
              <a:rPr lang="en-US" altLang="zh-CN" sz="1200">
                <a:solidFill>
                  <a:srgbClr val="ABB2BF"/>
                </a:solidFill>
                <a:cs typeface="+mn-ea"/>
                <a:sym typeface="+mn-lt"/>
              </a:rPr>
              <a:t>: </a:t>
            </a:r>
            <a:r>
              <a:rPr lang="en-US" altLang="zh-CN" sz="1200">
                <a:solidFill>
                  <a:srgbClr val="E5C07B"/>
                </a:solidFill>
                <a:cs typeface="+mn-ea"/>
                <a:sym typeface="+mn-lt"/>
              </a:rPr>
              <a:t>usize</a:t>
            </a:r>
            <a:r>
              <a:rPr lang="en-US" altLang="zh-CN" sz="1200">
                <a:solidFill>
                  <a:srgbClr val="ABB2BF"/>
                </a:solidFill>
                <a:cs typeface="+mn-ea"/>
                <a:sym typeface="+mn-lt"/>
              </a:rPr>
              <a:t>) =&gt; </a:t>
            </a:r>
            <a:r>
              <a:rPr lang="en-US" altLang="zh-CN" sz="1200">
                <a:solidFill>
                  <a:srgbClr val="E06C75"/>
                </a:solidFill>
                <a:cs typeface="+mn-ea"/>
                <a:sym typeface="+mn-lt"/>
              </a:rPr>
              <a:t>mid</a:t>
            </a:r>
            <a:r>
              <a:rPr lang="en-US" altLang="zh-CN" sz="1200">
                <a:solidFill>
                  <a:srgbClr val="ABB2BF"/>
                </a:solidFill>
                <a:cs typeface="+mn-ea"/>
                <a:sym typeface="+mn-lt"/>
              </a:rPr>
              <a:t> </a:t>
            </a:r>
            <a:r>
              <a:rPr lang="en-US" altLang="zh-CN" sz="1200">
                <a:solidFill>
                  <a:srgbClr val="56B6C2"/>
                </a:solidFill>
                <a:cs typeface="+mn-ea"/>
                <a:sym typeface="+mn-lt"/>
              </a:rPr>
              <a:t>&lt;=</a:t>
            </a:r>
            <a:r>
              <a:rPr lang="en-US" altLang="zh-CN" sz="1200">
                <a:solidFill>
                  <a:srgbClr val="ABB2BF"/>
                </a:solidFill>
                <a:cs typeface="+mn-ea"/>
                <a:sym typeface="+mn-lt"/>
              </a:rPr>
              <a:t> </a:t>
            </a:r>
            <a:r>
              <a:rPr lang="en-US" altLang="zh-CN" sz="1200">
                <a:solidFill>
                  <a:srgbClr val="E06C75"/>
                </a:solidFill>
                <a:cs typeface="+mn-ea"/>
                <a:sym typeface="+mn-lt"/>
              </a:rPr>
              <a:t>len</a:t>
            </a:r>
            <a:endParaRPr lang="en-US" altLang="zh-CN" sz="1200">
              <a:solidFill>
                <a:srgbClr val="ABB2BF"/>
              </a:solidFill>
              <a:cs typeface="+mn-ea"/>
              <a:sym typeface="+mn-lt"/>
            </a:endParaRPr>
          </a:p>
          <a:p>
            <a:r>
              <a:rPr lang="en-US" altLang="zh-CN" sz="1200">
                <a:solidFill>
                  <a:srgbClr val="ABB2BF"/>
                </a:solidFill>
                <a:cs typeface="+mn-ea"/>
                <a:sym typeface="+mn-lt"/>
              </a:rPr>
              <a:t>        );</a:t>
            </a:r>
          </a:p>
          <a:p>
            <a:r>
              <a:rPr lang="en-US" altLang="zh-CN" sz="1200">
                <a:solidFill>
                  <a:srgbClr val="ABB2BF"/>
                </a:solidFill>
                <a:cs typeface="+mn-ea"/>
                <a:sym typeface="+mn-lt"/>
              </a:rPr>
              <a:t>        (</a:t>
            </a:r>
          </a:p>
          <a:p>
            <a:r>
              <a:rPr lang="en-US" altLang="zh-CN" sz="1200">
                <a:solidFill>
                  <a:srgbClr val="ABB2BF"/>
                </a:solidFill>
                <a:cs typeface="+mn-ea"/>
                <a:sym typeface="+mn-lt"/>
              </a:rPr>
              <a:t>            </a:t>
            </a:r>
            <a:r>
              <a:rPr lang="en-US" altLang="zh-CN" sz="1200">
                <a:solidFill>
                  <a:srgbClr val="61AFEF"/>
                </a:solidFill>
                <a:cs typeface="+mn-ea"/>
                <a:sym typeface="+mn-lt"/>
              </a:rPr>
              <a:t>from_raw_parts_mut</a:t>
            </a:r>
            <a:r>
              <a:rPr lang="en-US" altLang="zh-CN" sz="1200">
                <a:solidFill>
                  <a:srgbClr val="ABB2BF"/>
                </a:solidFill>
                <a:cs typeface="+mn-ea"/>
                <a:sym typeface="+mn-lt"/>
              </a:rPr>
              <a:t>(</a:t>
            </a:r>
            <a:r>
              <a:rPr lang="en-US" altLang="zh-CN" sz="1200">
                <a:solidFill>
                  <a:srgbClr val="E06C75"/>
                </a:solidFill>
                <a:cs typeface="+mn-ea"/>
                <a:sym typeface="+mn-lt"/>
              </a:rPr>
              <a:t>ptr</a:t>
            </a:r>
            <a:r>
              <a:rPr lang="en-US" altLang="zh-CN" sz="1200">
                <a:solidFill>
                  <a:srgbClr val="ABB2BF"/>
                </a:solidFill>
                <a:cs typeface="+mn-ea"/>
                <a:sym typeface="+mn-lt"/>
              </a:rPr>
              <a:t>, </a:t>
            </a:r>
            <a:r>
              <a:rPr lang="en-US" altLang="zh-CN" sz="1200">
                <a:solidFill>
                  <a:srgbClr val="E06C75"/>
                </a:solidFill>
                <a:cs typeface="+mn-ea"/>
                <a:sym typeface="+mn-lt"/>
              </a:rPr>
              <a:t>mid</a:t>
            </a:r>
            <a:r>
              <a:rPr lang="en-US" altLang="zh-CN" sz="1200">
                <a:solidFill>
                  <a:srgbClr val="ABB2BF"/>
                </a:solidFill>
                <a:cs typeface="+mn-ea"/>
                <a:sym typeface="+mn-lt"/>
              </a:rPr>
              <a:t>),</a:t>
            </a:r>
          </a:p>
          <a:p>
            <a:r>
              <a:rPr lang="en-US" altLang="zh-CN" sz="1200">
                <a:solidFill>
                  <a:srgbClr val="ABB2BF"/>
                </a:solidFill>
                <a:cs typeface="+mn-ea"/>
                <a:sym typeface="+mn-lt"/>
              </a:rPr>
              <a:t>            </a:t>
            </a:r>
            <a:r>
              <a:rPr lang="en-US" altLang="zh-CN" sz="1200">
                <a:solidFill>
                  <a:srgbClr val="61AFEF"/>
                </a:solidFill>
                <a:cs typeface="+mn-ea"/>
                <a:sym typeface="+mn-lt"/>
              </a:rPr>
              <a:t>from_raw_parts_mut</a:t>
            </a:r>
            <a:r>
              <a:rPr lang="en-US" altLang="zh-CN" sz="1200">
                <a:solidFill>
                  <a:srgbClr val="ABB2BF"/>
                </a:solidFill>
                <a:cs typeface="+mn-ea"/>
                <a:sym typeface="+mn-lt"/>
              </a:rPr>
              <a:t>(</a:t>
            </a:r>
            <a:r>
              <a:rPr lang="en-US" altLang="zh-CN" sz="1200">
                <a:solidFill>
                  <a:srgbClr val="E06C75"/>
                </a:solidFill>
                <a:cs typeface="+mn-ea"/>
                <a:sym typeface="+mn-lt"/>
              </a:rPr>
              <a:t>ptr</a:t>
            </a:r>
            <a:r>
              <a:rPr lang="en-US" altLang="zh-CN" sz="1200">
                <a:solidFill>
                  <a:srgbClr val="ABB2BF"/>
                </a:solidFill>
                <a:cs typeface="+mn-ea"/>
                <a:sym typeface="+mn-lt"/>
              </a:rPr>
              <a:t>.</a:t>
            </a:r>
            <a:r>
              <a:rPr lang="en-US" altLang="zh-CN" sz="1200">
                <a:solidFill>
                  <a:srgbClr val="61AFEF"/>
                </a:solidFill>
                <a:cs typeface="+mn-ea"/>
                <a:sym typeface="+mn-lt"/>
              </a:rPr>
              <a:t>add</a:t>
            </a:r>
            <a:r>
              <a:rPr lang="en-US" altLang="zh-CN" sz="1200">
                <a:solidFill>
                  <a:srgbClr val="ABB2BF"/>
                </a:solidFill>
                <a:cs typeface="+mn-ea"/>
                <a:sym typeface="+mn-lt"/>
              </a:rPr>
              <a:t>(</a:t>
            </a:r>
            <a:r>
              <a:rPr lang="en-US" altLang="zh-CN" sz="1200">
                <a:solidFill>
                  <a:srgbClr val="E06C75"/>
                </a:solidFill>
                <a:cs typeface="+mn-ea"/>
                <a:sym typeface="+mn-lt"/>
              </a:rPr>
              <a:t>mid</a:t>
            </a:r>
            <a:r>
              <a:rPr lang="en-US" altLang="zh-CN" sz="1200">
                <a:solidFill>
                  <a:srgbClr val="ABB2BF"/>
                </a:solidFill>
                <a:cs typeface="+mn-ea"/>
                <a:sym typeface="+mn-lt"/>
              </a:rPr>
              <a:t>), </a:t>
            </a:r>
            <a:r>
              <a:rPr lang="en-US" altLang="zh-CN" sz="1200">
                <a:solidFill>
                  <a:srgbClr val="E06C75"/>
                </a:solidFill>
                <a:cs typeface="+mn-ea"/>
                <a:sym typeface="+mn-lt"/>
              </a:rPr>
              <a:t>len</a:t>
            </a:r>
            <a:r>
              <a:rPr lang="en-US" altLang="zh-CN" sz="1200">
                <a:solidFill>
                  <a:srgbClr val="ABB2BF"/>
                </a:solidFill>
                <a:cs typeface="+mn-ea"/>
                <a:sym typeface="+mn-lt"/>
              </a:rPr>
              <a:t> - </a:t>
            </a:r>
            <a:r>
              <a:rPr lang="en-US" altLang="zh-CN" sz="1200">
                <a:solidFill>
                  <a:srgbClr val="E06C75"/>
                </a:solidFill>
                <a:cs typeface="+mn-ea"/>
                <a:sym typeface="+mn-lt"/>
              </a:rPr>
              <a:t>mid</a:t>
            </a:r>
            <a:r>
              <a:rPr lang="en-US" altLang="zh-CN" sz="1200">
                <a:solidFill>
                  <a:srgbClr val="ABB2BF"/>
                </a:solidFill>
                <a:cs typeface="+mn-ea"/>
                <a:sym typeface="+mn-lt"/>
              </a:rPr>
              <a:t>),</a:t>
            </a:r>
          </a:p>
          <a:p>
            <a:r>
              <a:rPr lang="en-US" altLang="zh-CN" sz="1200">
                <a:solidFill>
                  <a:srgbClr val="ABB2BF"/>
                </a:solidFill>
                <a:cs typeface="+mn-ea"/>
                <a:sym typeface="+mn-lt"/>
              </a:rPr>
              <a:t>        )</a:t>
            </a:r>
          </a:p>
          <a:p>
            <a:r>
              <a:rPr lang="en-US" altLang="zh-CN" sz="1200">
                <a:solidFill>
                  <a:srgbClr val="ABB2BF"/>
                </a:solidFill>
                <a:cs typeface="+mn-ea"/>
                <a:sym typeface="+mn-lt"/>
              </a:rPr>
              <a:t>    }</a:t>
            </a:r>
          </a:p>
          <a:p>
            <a:r>
              <a:rPr lang="en-US" altLang="zh-CN" sz="1200">
                <a:solidFill>
                  <a:srgbClr val="ABB2BF"/>
                </a:solidFill>
                <a:cs typeface="+mn-ea"/>
                <a:sym typeface="+mn-lt"/>
              </a:rPr>
              <a:t>}</a:t>
            </a:r>
            <a:endParaRPr lang="en-US" altLang="zh-CN" sz="1200" b="0">
              <a:solidFill>
                <a:srgbClr val="ABB2BF"/>
              </a:solidFill>
              <a:effectLst/>
              <a:cs typeface="+mn-ea"/>
              <a:sym typeface="+mn-lt"/>
            </a:endParaRPr>
          </a:p>
        </p:txBody>
      </p:sp>
      <p:cxnSp>
        <p:nvCxnSpPr>
          <p:cNvPr id="7" name="直接连接符 6"/>
          <p:cNvCxnSpPr/>
          <p:nvPr/>
        </p:nvCxnSpPr>
        <p:spPr>
          <a:xfrm>
            <a:off x="141344" y="570279"/>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41344" y="123617"/>
            <a:ext cx="10740640" cy="993400"/>
          </a:xfrm>
        </p:spPr>
        <p:txBody>
          <a:bodyPr/>
          <a:lstStyle/>
          <a:p>
            <a:r>
              <a:rPr lang="en-US" altLang="zh-CN" b="1">
                <a:solidFill>
                  <a:schemeClr val="accent1"/>
                </a:solidFill>
                <a:latin typeface="+mn-lt"/>
                <a:ea typeface="+mn-ea"/>
                <a:cs typeface="+mn-ea"/>
                <a:sym typeface="+mn-lt"/>
              </a:rPr>
              <a:t>unsafe </a:t>
            </a:r>
            <a:r>
              <a:rPr lang="zh-CN" altLang="en-US" b="1">
                <a:solidFill>
                  <a:schemeClr val="accent1"/>
                </a:solidFill>
                <a:latin typeface="+mn-lt"/>
                <a:ea typeface="+mn-ea"/>
                <a:cs typeface="+mn-ea"/>
                <a:sym typeface="+mn-lt"/>
              </a:rPr>
              <a:t>关键字基本用法</a:t>
            </a:r>
            <a:r>
              <a:rPr lang="en-US" altLang="zh-CN" b="1">
                <a:solidFill>
                  <a:schemeClr val="accent1"/>
                </a:solidFill>
                <a:latin typeface="+mn-lt"/>
                <a:ea typeface="+mn-ea"/>
                <a:cs typeface="+mn-ea"/>
                <a:sym typeface="+mn-lt"/>
              </a:rPr>
              <a:t>-</a:t>
            </a:r>
            <a:r>
              <a:rPr lang="zh-CN" altLang="en-US" b="1">
                <a:solidFill>
                  <a:schemeClr val="accent1"/>
                </a:solidFill>
                <a:latin typeface="+mn-lt"/>
                <a:ea typeface="+mn-ea"/>
                <a:cs typeface="+mn-ea"/>
                <a:sym typeface="+mn-lt"/>
              </a:rPr>
              <a:t>解引用裸指针</a:t>
            </a:r>
            <a:endParaRPr lang="zh-CN" altLang="en-US" b="1" dirty="0">
              <a:solidFill>
                <a:schemeClr val="accent1"/>
              </a:solidFill>
              <a:latin typeface="+mn-lt"/>
              <a:ea typeface="+mn-ea"/>
              <a:cs typeface="+mn-ea"/>
              <a:sym typeface="+mn-lt"/>
            </a:endParaRPr>
          </a:p>
        </p:txBody>
      </p:sp>
      <p:sp>
        <p:nvSpPr>
          <p:cNvPr id="3" name="Content Placeholder 2"/>
          <p:cNvSpPr>
            <a:spLocks noGrp="1"/>
          </p:cNvSpPr>
          <p:nvPr>
            <p:ph idx="10"/>
          </p:nvPr>
        </p:nvSpPr>
        <p:spPr>
          <a:xfrm>
            <a:off x="217903" y="705264"/>
            <a:ext cx="10941509" cy="768974"/>
          </a:xfrm>
        </p:spPr>
        <p:txBody>
          <a:bodyPr/>
          <a:lstStyle/>
          <a:p>
            <a:pPr>
              <a:lnSpc>
                <a:spcPct val="150000"/>
              </a:lnSpc>
            </a:pPr>
            <a:r>
              <a:rPr lang="zh-CN" altLang="en-US" sz="1600">
                <a:latin typeface="+mn-lt"/>
                <a:ea typeface="+mn-ea"/>
                <a:cs typeface="+mn-ea"/>
                <a:sym typeface="+mn-lt"/>
              </a:rPr>
              <a:t>在</a:t>
            </a:r>
            <a:r>
              <a:rPr lang="en-US" altLang="zh-CN" sz="1600">
                <a:latin typeface="+mn-lt"/>
                <a:ea typeface="+mn-ea"/>
                <a:cs typeface="+mn-ea"/>
                <a:sym typeface="+mn-lt"/>
              </a:rPr>
              <a:t>Rust</a:t>
            </a:r>
            <a:r>
              <a:rPr lang="zh-CN" altLang="en-US" sz="1600">
                <a:latin typeface="+mn-lt"/>
                <a:ea typeface="+mn-ea"/>
                <a:cs typeface="+mn-ea"/>
                <a:sym typeface="+mn-lt"/>
              </a:rPr>
              <a:t>中，使用</a:t>
            </a:r>
            <a:r>
              <a:rPr lang="en-US" altLang="zh-CN" sz="1600">
                <a:latin typeface="+mn-lt"/>
                <a:ea typeface="+mn-ea"/>
                <a:cs typeface="+mn-ea"/>
                <a:sym typeface="+mn-lt"/>
              </a:rPr>
              <a:t>unsafe</a:t>
            </a:r>
            <a:r>
              <a:rPr lang="zh-CN" altLang="en-US" sz="1600">
                <a:latin typeface="+mn-lt"/>
                <a:ea typeface="+mn-ea"/>
                <a:cs typeface="+mn-ea"/>
                <a:sym typeface="+mn-lt"/>
              </a:rPr>
              <a:t>代码块解引用指针时，必须保证指针指向的内存是对齐的。这意味着指针的地址必须是目标类型所需对齐方式的倍数。如果指针没有正确对齐，解引用它可能会导致未定义行为。</a:t>
            </a:r>
            <a:endParaRPr lang="en-US" altLang="zh-CN" sz="1600" dirty="0">
              <a:latin typeface="+mn-lt"/>
              <a:ea typeface="+mn-ea"/>
              <a:cs typeface="+mn-ea"/>
              <a:sym typeface="+mn-lt"/>
            </a:endParaRPr>
          </a:p>
        </p:txBody>
      </p:sp>
      <p:sp>
        <p:nvSpPr>
          <p:cNvPr id="4" name="Rectangle 3"/>
          <p:cNvSpPr/>
          <p:nvPr/>
        </p:nvSpPr>
        <p:spPr>
          <a:xfrm>
            <a:off x="4694183" y="1983105"/>
            <a:ext cx="6167535" cy="2891790"/>
          </a:xfrm>
          <a:prstGeom prst="rect">
            <a:avLst/>
          </a:prstGeom>
          <a:solidFill>
            <a:schemeClr val="tx1"/>
          </a:solidFill>
        </p:spPr>
        <p:txBody>
          <a:bodyPr wrap="square">
            <a:spAutoFit/>
          </a:bodyPr>
          <a:lstStyle/>
          <a:p>
            <a:r>
              <a:rPr lang="en-US" altLang="zh-CN" sz="1400" i="1" dirty="0">
                <a:solidFill>
                  <a:srgbClr val="7F848E"/>
                </a:solidFill>
                <a:cs typeface="+mn-ea"/>
                <a:sym typeface="+mn-lt"/>
              </a:rPr>
              <a:t>// </a:t>
            </a:r>
            <a:r>
              <a:rPr lang="zh-CN" altLang="en-US" sz="1400" b="1" i="1" dirty="0">
                <a:solidFill>
                  <a:srgbClr val="00B050"/>
                </a:solidFill>
                <a:cs typeface="+mn-ea"/>
                <a:sym typeface="+mn-lt"/>
              </a:rPr>
              <a:t>代码示例</a:t>
            </a:r>
            <a:endParaRPr lang="en-US" altLang="zh-CN" sz="1400" b="1" i="1" dirty="0">
              <a:solidFill>
                <a:srgbClr val="00B050"/>
              </a:solidFill>
              <a:cs typeface="+mn-ea"/>
              <a:sym typeface="+mn-lt"/>
            </a:endParaRPr>
          </a:p>
          <a:p>
            <a:r>
              <a:rPr lang="en-US" altLang="zh-CN" sz="1400" dirty="0">
                <a:solidFill>
                  <a:srgbClr val="C678DD"/>
                </a:solidFill>
                <a:cs typeface="+mn-ea"/>
                <a:sym typeface="+mn-lt"/>
              </a:rPr>
              <a:t>use</a:t>
            </a:r>
            <a:r>
              <a:rPr lang="en-US" altLang="zh-CN" sz="1400" dirty="0">
                <a:solidFill>
                  <a:srgbClr val="ABB2BF"/>
                </a:solidFill>
                <a:cs typeface="+mn-ea"/>
                <a:sym typeface="+mn-lt"/>
              </a:rPr>
              <a:t> </a:t>
            </a:r>
            <a:r>
              <a:rPr lang="en-US" altLang="zh-CN" sz="1400" dirty="0">
                <a:solidFill>
                  <a:srgbClr val="E5C07B"/>
                </a:solidFill>
                <a:cs typeface="+mn-ea"/>
                <a:sym typeface="+mn-lt"/>
              </a:rPr>
              <a:t>std</a:t>
            </a:r>
            <a:r>
              <a:rPr lang="en-US" altLang="zh-CN" sz="1400" dirty="0">
                <a:solidFill>
                  <a:srgbClr val="ABB2BF"/>
                </a:solidFill>
                <a:cs typeface="+mn-ea"/>
                <a:sym typeface="+mn-lt"/>
              </a:rPr>
              <a:t>::mem;</a:t>
            </a:r>
          </a:p>
          <a:p>
            <a:br>
              <a:rPr lang="en-US" altLang="zh-CN" sz="1400" dirty="0">
                <a:solidFill>
                  <a:srgbClr val="ABB2BF"/>
                </a:solidFill>
                <a:cs typeface="+mn-ea"/>
                <a:sym typeface="+mn-lt"/>
              </a:rPr>
            </a:br>
            <a:r>
              <a:rPr lang="en-US" altLang="zh-CN" sz="1400" dirty="0" err="1">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5</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err="1">
                <a:solidFill>
                  <a:srgbClr val="E06C75"/>
                </a:solidFill>
                <a:cs typeface="+mn-ea"/>
                <a:sym typeface="+mn-lt"/>
              </a:rPr>
              <a:t>ptr</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&amp;</a:t>
            </a:r>
            <a:r>
              <a:rPr lang="en-US" altLang="zh-CN" sz="1400" dirty="0">
                <a:solidFill>
                  <a:srgbClr val="E06C75"/>
                </a:solidFill>
                <a:cs typeface="+mn-ea"/>
                <a:sym typeface="+mn-lt"/>
              </a:rPr>
              <a:t>x</a:t>
            </a:r>
            <a:r>
              <a:rPr lang="en-US" altLang="zh-CN" sz="1400" dirty="0">
                <a:solidFill>
                  <a:srgbClr val="ABB2BF"/>
                </a:solidFill>
                <a:cs typeface="+mn-ea"/>
                <a:sym typeface="+mn-lt"/>
              </a:rPr>
              <a:t> </a:t>
            </a:r>
            <a:r>
              <a:rPr lang="en-US" altLang="zh-CN" sz="1400" dirty="0">
                <a:solidFill>
                  <a:srgbClr val="C678DD"/>
                </a:solidFill>
                <a:cs typeface="+mn-ea"/>
                <a:sym typeface="+mn-lt"/>
              </a:rPr>
              <a:t>as</a:t>
            </a:r>
            <a:r>
              <a:rPr lang="en-US" altLang="zh-CN" sz="1400" dirty="0">
                <a:solidFill>
                  <a:srgbClr val="ABB2BF"/>
                </a:solidFill>
                <a:cs typeface="+mn-ea"/>
                <a:sym typeface="+mn-lt"/>
              </a:rPr>
              <a:t> *</a:t>
            </a:r>
            <a:r>
              <a:rPr lang="en-US" altLang="zh-CN" sz="1400" dirty="0">
                <a:solidFill>
                  <a:srgbClr val="C678DD"/>
                </a:solidFill>
                <a:cs typeface="+mn-ea"/>
                <a:sym typeface="+mn-lt"/>
              </a:rPr>
              <a:t>const</a:t>
            </a:r>
            <a:r>
              <a:rPr lang="en-US" altLang="zh-CN" sz="1400" dirty="0">
                <a:solidFill>
                  <a:srgbClr val="ABB2BF"/>
                </a:solidFill>
                <a:cs typeface="+mn-ea"/>
                <a:sym typeface="+mn-lt"/>
              </a:rPr>
              <a:t> </a:t>
            </a:r>
            <a:r>
              <a:rPr lang="en-US" altLang="zh-CN" sz="1400" dirty="0">
                <a:solidFill>
                  <a:srgbClr val="E5C07B"/>
                </a:solidFill>
                <a:cs typeface="+mn-ea"/>
                <a:sym typeface="+mn-lt"/>
              </a:rPr>
              <a:t>i32</a:t>
            </a:r>
            <a:r>
              <a:rPr lang="en-US" altLang="zh-CN" sz="1400" dirty="0">
                <a:solidFill>
                  <a:srgbClr val="ABB2BF"/>
                </a:solidFill>
                <a:cs typeface="+mn-ea"/>
                <a:sym typeface="+mn-lt"/>
              </a:rPr>
              <a:t>;</a:t>
            </a:r>
          </a:p>
          <a:p>
            <a:br>
              <a:rPr lang="en-US" altLang="zh-CN" sz="1400" dirty="0">
                <a:solidFill>
                  <a:srgbClr val="ABB2BF"/>
                </a:solidFill>
                <a:cs typeface="+mn-ea"/>
                <a:sym typeface="+mn-lt"/>
              </a:rPr>
            </a:br>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aligned</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err="1">
                <a:solidFill>
                  <a:srgbClr val="E06C75"/>
                </a:solidFill>
                <a:cs typeface="+mn-ea"/>
                <a:sym typeface="+mn-lt"/>
              </a:rPr>
              <a:t>ptr</a:t>
            </a:r>
            <a:r>
              <a:rPr lang="en-US" altLang="zh-CN" sz="1400" dirty="0">
                <a:solidFill>
                  <a:srgbClr val="ABB2BF"/>
                </a:solidFill>
                <a:cs typeface="+mn-ea"/>
                <a:sym typeface="+mn-lt"/>
              </a:rPr>
              <a:t> </a:t>
            </a:r>
            <a:r>
              <a:rPr lang="en-US" altLang="zh-CN" sz="1400" dirty="0">
                <a:solidFill>
                  <a:srgbClr val="C678DD"/>
                </a:solidFill>
                <a:cs typeface="+mn-ea"/>
                <a:sym typeface="+mn-lt"/>
              </a:rPr>
              <a:t>as</a:t>
            </a:r>
            <a:r>
              <a:rPr lang="en-US" altLang="zh-CN" sz="1400" dirty="0">
                <a:solidFill>
                  <a:srgbClr val="ABB2BF"/>
                </a:solidFill>
                <a:cs typeface="+mn-ea"/>
                <a:sym typeface="+mn-lt"/>
              </a:rPr>
              <a:t> </a:t>
            </a:r>
            <a:r>
              <a:rPr lang="en-US" altLang="zh-CN" sz="1400" dirty="0" err="1">
                <a:solidFill>
                  <a:srgbClr val="E5C07B"/>
                </a:solidFill>
                <a:cs typeface="+mn-ea"/>
                <a:sym typeface="+mn-lt"/>
              </a:rPr>
              <a:t>usize</a:t>
            </a:r>
            <a:r>
              <a:rPr lang="en-US" altLang="zh-CN" sz="1400" dirty="0">
                <a:solidFill>
                  <a:srgbClr val="ABB2BF"/>
                </a:solidFill>
                <a:cs typeface="+mn-ea"/>
                <a:sym typeface="+mn-lt"/>
              </a:rPr>
              <a:t> % </a:t>
            </a:r>
            <a:r>
              <a:rPr lang="en-US" altLang="zh-CN" sz="1400" dirty="0">
                <a:solidFill>
                  <a:srgbClr val="E5C07B"/>
                </a:solidFill>
                <a:cs typeface="+mn-ea"/>
                <a:sym typeface="+mn-lt"/>
              </a:rPr>
              <a:t>mem</a:t>
            </a:r>
            <a:r>
              <a:rPr lang="en-US" altLang="zh-CN" sz="1400" dirty="0">
                <a:solidFill>
                  <a:srgbClr val="ABB2BF"/>
                </a:solidFill>
                <a:cs typeface="+mn-ea"/>
                <a:sym typeface="+mn-lt"/>
              </a:rPr>
              <a:t>::</a:t>
            </a:r>
            <a:r>
              <a:rPr lang="en-US" altLang="zh-CN" sz="1400" dirty="0" err="1">
                <a:solidFill>
                  <a:srgbClr val="61AFEF"/>
                </a:solidFill>
                <a:cs typeface="+mn-ea"/>
                <a:sym typeface="+mn-lt"/>
              </a:rPr>
              <a:t>align_of</a:t>
            </a:r>
            <a:r>
              <a:rPr lang="en-US" altLang="zh-CN" sz="1400" dirty="0">
                <a:solidFill>
                  <a:srgbClr val="ABB2BF"/>
                </a:solidFill>
                <a:cs typeface="+mn-ea"/>
                <a:sym typeface="+mn-lt"/>
              </a:rPr>
              <a:t>::&lt;</a:t>
            </a:r>
            <a:r>
              <a:rPr lang="en-US" altLang="zh-CN" sz="1400" dirty="0">
                <a:solidFill>
                  <a:srgbClr val="E5C07B"/>
                </a:solidFill>
                <a:cs typeface="+mn-ea"/>
                <a:sym typeface="+mn-lt"/>
              </a:rPr>
              <a:t>i32</a:t>
            </a:r>
            <a:r>
              <a:rPr lang="en-US" altLang="zh-CN" sz="1400" dirty="0">
                <a:solidFill>
                  <a:srgbClr val="ABB2BF"/>
                </a:solidFill>
                <a:cs typeface="+mn-ea"/>
                <a:sym typeface="+mn-lt"/>
              </a:rPr>
              <a:t>&gt;()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0</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61AFEF"/>
                </a:solidFill>
                <a:cs typeface="+mn-ea"/>
                <a:sym typeface="+mn-lt"/>
              </a:rPr>
              <a:t>assert!</a:t>
            </a:r>
            <a:r>
              <a:rPr lang="en-US" altLang="zh-CN" sz="1400" dirty="0">
                <a:solidFill>
                  <a:srgbClr val="ABB2BF"/>
                </a:solidFill>
                <a:cs typeface="+mn-ea"/>
                <a:sym typeface="+mn-lt"/>
              </a:rPr>
              <a:t>(</a:t>
            </a:r>
            <a:r>
              <a:rPr lang="en-US" altLang="zh-CN" sz="1400" dirty="0">
                <a:solidFill>
                  <a:srgbClr val="E06C75"/>
                </a:solidFill>
                <a:cs typeface="+mn-ea"/>
                <a:sym typeface="+mn-lt"/>
              </a:rPr>
              <a:t>aligned</a:t>
            </a:r>
            <a:r>
              <a:rPr lang="en-US" altLang="zh-CN" sz="1400" dirty="0">
                <a:solidFill>
                  <a:srgbClr val="ABB2BF"/>
                </a:solidFill>
                <a:cs typeface="+mn-ea"/>
                <a:sym typeface="+mn-lt"/>
              </a:rPr>
              <a:t>);</a:t>
            </a:r>
          </a:p>
          <a:p>
            <a:br>
              <a:rPr lang="en-US" altLang="zh-CN" sz="1400" dirty="0">
                <a:solidFill>
                  <a:srgbClr val="ABB2BF"/>
                </a:solidFill>
                <a:cs typeface="+mn-ea"/>
                <a:sym typeface="+mn-lt"/>
              </a:rPr>
            </a:br>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value</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C678DD"/>
                </a:solidFill>
                <a:cs typeface="+mn-ea"/>
                <a:sym typeface="+mn-lt"/>
              </a:rPr>
              <a:t>unsafe</a:t>
            </a:r>
            <a:r>
              <a:rPr lang="en-US" altLang="zh-CN" sz="1400" dirty="0">
                <a:solidFill>
                  <a:srgbClr val="ABB2BF"/>
                </a:solidFill>
                <a:cs typeface="+mn-ea"/>
                <a:sym typeface="+mn-lt"/>
              </a:rPr>
              <a:t> { *</a:t>
            </a:r>
            <a:r>
              <a:rPr lang="en-US" altLang="zh-CN" sz="1400" dirty="0" err="1">
                <a:solidFill>
                  <a:srgbClr val="E06C75"/>
                </a:solidFill>
                <a:cs typeface="+mn-ea"/>
                <a:sym typeface="+mn-lt"/>
              </a:rPr>
              <a:t>ptr</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(5, </a:t>
            </a:r>
            <a:r>
              <a:rPr lang="en-US" altLang="zh-CN" sz="1400" dirty="0">
                <a:solidFill>
                  <a:srgbClr val="E06C75"/>
                </a:solidFill>
                <a:cs typeface="+mn-ea"/>
                <a:sym typeface="+mn-lt"/>
              </a:rPr>
              <a:t>value</a:t>
            </a:r>
            <a:r>
              <a:rPr lang="en-US" altLang="zh-CN" sz="1400" dirty="0">
                <a:solidFill>
                  <a:srgbClr val="ABB2BF"/>
                </a:solidFill>
                <a:cs typeface="+mn-ea"/>
                <a:sym typeface="+mn-lt"/>
              </a:rPr>
              <a:t>);</a:t>
            </a:r>
          </a:p>
          <a:p>
            <a:r>
              <a:rPr lang="en-US" altLang="zh-CN" sz="1400" dirty="0">
                <a:solidFill>
                  <a:srgbClr val="ABB2BF"/>
                </a:solidFill>
                <a:cs typeface="+mn-ea"/>
                <a:sym typeface="+mn-lt"/>
              </a:rPr>
              <a:t>}</a:t>
            </a:r>
          </a:p>
        </p:txBody>
      </p:sp>
      <p:cxnSp>
        <p:nvCxnSpPr>
          <p:cNvPr id="7" name="直接连接符 6"/>
          <p:cNvCxnSpPr/>
          <p:nvPr/>
        </p:nvCxnSpPr>
        <p:spPr>
          <a:xfrm>
            <a:off x="141344" y="570279"/>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217903" y="2194183"/>
            <a:ext cx="4253171" cy="2308324"/>
          </a:xfrm>
          <a:prstGeom prst="rect">
            <a:avLst/>
          </a:prstGeom>
        </p:spPr>
        <p:txBody>
          <a:bodyPr wrap="square">
            <a:spAutoFit/>
          </a:bodyPr>
          <a:lstStyle/>
          <a:p>
            <a:pPr>
              <a:lnSpc>
                <a:spcPct val="150000"/>
              </a:lnSpc>
            </a:pPr>
            <a:r>
              <a:rPr lang="zh-CN" altLang="en-US" sz="1600">
                <a:cs typeface="+mn-ea"/>
                <a:sym typeface="+mn-lt"/>
              </a:rPr>
              <a:t>在示例中，定义了一个</a:t>
            </a:r>
            <a:r>
              <a:rPr lang="en-US" altLang="zh-CN" sz="1600">
                <a:cs typeface="+mn-ea"/>
                <a:sym typeface="+mn-lt"/>
              </a:rPr>
              <a:t>x</a:t>
            </a:r>
            <a:r>
              <a:rPr lang="zh-CN" altLang="en-US" sz="1600">
                <a:cs typeface="+mn-ea"/>
                <a:sym typeface="+mn-lt"/>
              </a:rPr>
              <a:t>的变量，并创建了一个指向它的指针</a:t>
            </a:r>
            <a:r>
              <a:rPr lang="en-US" altLang="zh-CN" sz="1600">
                <a:cs typeface="+mn-ea"/>
                <a:sym typeface="+mn-lt"/>
              </a:rPr>
              <a:t>ptr</a:t>
            </a:r>
            <a:r>
              <a:rPr lang="zh-CN" altLang="en-US" sz="1600">
                <a:cs typeface="+mn-ea"/>
                <a:sym typeface="+mn-lt"/>
              </a:rPr>
              <a:t>。然后，使用</a:t>
            </a:r>
            <a:r>
              <a:rPr lang="en-US" altLang="zh-CN" sz="1600">
                <a:cs typeface="+mn-ea"/>
                <a:sym typeface="+mn-lt"/>
              </a:rPr>
              <a:t>mem::align_of</a:t>
            </a:r>
            <a:r>
              <a:rPr lang="zh-CN" altLang="en-US" sz="1600">
                <a:cs typeface="+mn-ea"/>
                <a:sym typeface="+mn-lt"/>
              </a:rPr>
              <a:t>函数来检查指针是否对齐。</a:t>
            </a:r>
            <a:endParaRPr lang="en-US" altLang="zh-CN" sz="1600">
              <a:cs typeface="+mn-ea"/>
              <a:sym typeface="+mn-lt"/>
            </a:endParaRPr>
          </a:p>
          <a:p>
            <a:pPr>
              <a:lnSpc>
                <a:spcPct val="150000"/>
              </a:lnSpc>
            </a:pPr>
            <a:r>
              <a:rPr lang="zh-CN" altLang="en-US" sz="1600">
                <a:cs typeface="+mn-ea"/>
                <a:sym typeface="+mn-lt"/>
              </a:rPr>
              <a:t>如果指针是对齐的，则可以安全地解引用它。</a:t>
            </a:r>
          </a:p>
          <a:p>
            <a:pPr>
              <a:lnSpc>
                <a:spcPct val="150000"/>
              </a:lnSpc>
            </a:pPr>
            <a:r>
              <a:rPr lang="zh-CN" altLang="en-US" sz="1600">
                <a:cs typeface="+mn-ea"/>
                <a:sym typeface="+mn-lt"/>
              </a:rPr>
              <a:t>注意，在解引用指针时，必须使用</a:t>
            </a:r>
            <a:r>
              <a:rPr lang="en-US" altLang="zh-CN" sz="1600">
                <a:cs typeface="+mn-ea"/>
                <a:sym typeface="+mn-lt"/>
              </a:rPr>
              <a:t>unsafe</a:t>
            </a:r>
            <a:r>
              <a:rPr lang="zh-CN" altLang="en-US" sz="1600">
                <a:cs typeface="+mn-ea"/>
                <a:sym typeface="+mn-lt"/>
              </a:rPr>
              <a:t>关键字，因为编译器无法验证指针是否有效。</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r>
              <a:rPr lang="zh-CN" altLang="en-US" b="1" dirty="0">
                <a:solidFill>
                  <a:srgbClr val="C00000"/>
                </a:solidFill>
                <a:latin typeface="+mn-lt"/>
                <a:ea typeface="+mn-ea"/>
                <a:cs typeface="+mn-ea"/>
                <a:sym typeface="+mn-lt"/>
              </a:rPr>
              <a:t>本章小结</a:t>
            </a:r>
            <a:endParaRPr lang="en-US" b="1" dirty="0">
              <a:solidFill>
                <a:srgbClr val="C00000"/>
              </a:solidFill>
              <a:latin typeface="+mn-lt"/>
              <a:ea typeface="+mn-ea"/>
              <a:cs typeface="+mn-ea"/>
              <a:sym typeface="+mn-lt"/>
            </a:endParaRPr>
          </a:p>
        </p:txBody>
      </p:sp>
      <p:sp>
        <p:nvSpPr>
          <p:cNvPr id="3" name="内容占位符 2"/>
          <p:cNvSpPr>
            <a:spLocks noGrp="1"/>
          </p:cNvSpPr>
          <p:nvPr>
            <p:ph idx="10"/>
          </p:nvPr>
        </p:nvSpPr>
        <p:spPr>
          <a:xfrm>
            <a:off x="729175" y="1090007"/>
            <a:ext cx="10733557" cy="4690459"/>
          </a:xfrm>
        </p:spPr>
        <p:txBody>
          <a:bodyPr/>
          <a:lstStyle/>
          <a:p>
            <a:pPr marL="297815" indent="-285750">
              <a:lnSpc>
                <a:spcPct val="150000"/>
              </a:lnSpc>
              <a:buFont typeface="Arial" panose="020B0604020202020204" pitchFamily="34" charset="0"/>
              <a:buChar char="•"/>
            </a:pPr>
            <a:r>
              <a:rPr lang="zh-CN" altLang="en-US" dirty="0">
                <a:latin typeface="+mn-lt"/>
                <a:ea typeface="+mn-ea"/>
                <a:cs typeface="+mn-ea"/>
                <a:sym typeface="+mn-lt"/>
              </a:rPr>
              <a:t>学完本章，希望可以：</a:t>
            </a:r>
            <a:endParaRPr lang="en-US" altLang="zh-CN" dirty="0">
              <a:latin typeface="+mn-lt"/>
              <a:ea typeface="+mn-ea"/>
              <a:cs typeface="+mn-ea"/>
              <a:sym typeface="+mn-lt"/>
            </a:endParaRPr>
          </a:p>
          <a:p>
            <a:pPr marL="811530" lvl="1" indent="-285750">
              <a:lnSpc>
                <a:spcPct val="150000"/>
              </a:lnSpc>
              <a:buFont typeface="Wingdings" panose="05000000000000000000" pitchFamily="2" charset="2"/>
              <a:buChar char="ü"/>
            </a:pPr>
            <a:r>
              <a:rPr lang="zh-CN" altLang="en-US" sz="1800" dirty="0">
                <a:cs typeface="+mn-ea"/>
                <a:sym typeface="+mn-lt"/>
              </a:rPr>
              <a:t>对 </a:t>
            </a:r>
            <a:r>
              <a:rPr lang="en-US" altLang="zh-CN" sz="1800" dirty="0">
                <a:cs typeface="+mn-ea"/>
                <a:sym typeface="+mn-lt"/>
              </a:rPr>
              <a:t>Rust </a:t>
            </a:r>
            <a:r>
              <a:rPr lang="zh-CN" altLang="en-US" sz="1800" dirty="0">
                <a:cs typeface="+mn-ea"/>
                <a:sym typeface="+mn-lt"/>
              </a:rPr>
              <a:t>中裸指针有全面的掌握；</a:t>
            </a:r>
            <a:endParaRPr lang="en-US" altLang="zh-CN" sz="1800" dirty="0">
              <a:cs typeface="+mn-ea"/>
              <a:sym typeface="+mn-lt"/>
            </a:endParaRPr>
          </a:p>
          <a:p>
            <a:pPr marL="811530" lvl="1" indent="-285750">
              <a:lnSpc>
                <a:spcPct val="150000"/>
              </a:lnSpc>
              <a:buFont typeface="Wingdings" panose="05000000000000000000" pitchFamily="2" charset="2"/>
              <a:buChar char="ü"/>
            </a:pPr>
            <a:r>
              <a:rPr lang="zh-CN" altLang="en-US" sz="1800" dirty="0">
                <a:cs typeface="+mn-ea"/>
                <a:sym typeface="+mn-lt"/>
              </a:rPr>
              <a:t>在日常开发中熟练对裸指针操作进行安全抽象；</a:t>
            </a:r>
            <a:endParaRPr lang="en-US" altLang="zh-CN" sz="1800" dirty="0">
              <a:cs typeface="+mn-ea"/>
              <a:sym typeface="+mn-lt"/>
            </a:endParaRPr>
          </a:p>
          <a:p>
            <a:pPr marL="811530" lvl="1" indent="-285750">
              <a:lnSpc>
                <a:spcPct val="150000"/>
              </a:lnSpc>
              <a:buFont typeface="Wingdings" panose="05000000000000000000" pitchFamily="2" charset="2"/>
              <a:buChar char="ü"/>
            </a:pPr>
            <a:r>
              <a:rPr lang="zh-CN" altLang="en-US" sz="1800" dirty="0">
                <a:cs typeface="+mn-ea"/>
                <a:sym typeface="+mn-lt"/>
              </a:rPr>
              <a:t>熟练并可安全使用标准库中裸指针相关方法或函数；</a:t>
            </a:r>
          </a:p>
          <a:p>
            <a:pPr marL="811530" lvl="1" indent="-285750">
              <a:lnSpc>
                <a:spcPct val="150000"/>
              </a:lnSpc>
              <a:buFont typeface="Wingdings" panose="05000000000000000000" pitchFamily="2" charset="2"/>
              <a:buChar char="ü"/>
            </a:pPr>
            <a:r>
              <a:rPr lang="zh-CN" altLang="en-US" sz="1800" dirty="0">
                <a:cs typeface="+mn-ea"/>
                <a:sym typeface="+mn-lt"/>
              </a:rPr>
              <a:t>掌握 </a:t>
            </a:r>
            <a:r>
              <a:rPr lang="en-US" altLang="zh-CN" sz="1800" dirty="0">
                <a:cs typeface="+mn-ea"/>
                <a:sym typeface="+mn-lt"/>
              </a:rPr>
              <a:t>unsafe </a:t>
            </a:r>
            <a:r>
              <a:rPr lang="zh-CN" altLang="en-US" sz="1800" dirty="0">
                <a:cs typeface="+mn-ea"/>
                <a:sym typeface="+mn-lt"/>
              </a:rPr>
              <a:t>关键字应该在什么场景使用；</a:t>
            </a:r>
            <a:endParaRPr lang="en-US" altLang="zh-CN" sz="1800" dirty="0">
              <a:cs typeface="+mn-ea"/>
              <a:sym typeface="+mn-lt"/>
            </a:endParaRPr>
          </a:p>
          <a:p>
            <a:pPr marL="811530" lvl="1" indent="-285750">
              <a:lnSpc>
                <a:spcPct val="150000"/>
              </a:lnSpc>
              <a:buFont typeface="Wingdings" panose="05000000000000000000" pitchFamily="2" charset="2"/>
              <a:buChar char="ü"/>
            </a:pPr>
            <a:r>
              <a:rPr lang="zh-CN" altLang="en-US" sz="1800" dirty="0">
                <a:cs typeface="+mn-ea"/>
                <a:sym typeface="+mn-lt"/>
              </a:rPr>
              <a:t>掌握 </a:t>
            </a:r>
            <a:r>
              <a:rPr lang="en-US" altLang="zh-CN" sz="1800" dirty="0">
                <a:cs typeface="+mn-ea"/>
                <a:sym typeface="+mn-lt"/>
              </a:rPr>
              <a:t>unsafe </a:t>
            </a:r>
            <a:r>
              <a:rPr lang="zh-CN" altLang="en-US" sz="1800" dirty="0">
                <a:cs typeface="+mn-ea"/>
                <a:sym typeface="+mn-lt"/>
              </a:rPr>
              <a:t>场景下有哪些注意事项；</a:t>
            </a:r>
            <a:endParaRPr lang="en-US" altLang="zh-CN" sz="1800" dirty="0">
              <a:cs typeface="+mn-ea"/>
              <a:sym typeface="+mn-lt"/>
            </a:endParaRPr>
          </a:p>
        </p:txBody>
      </p:sp>
      <p:cxnSp>
        <p:nvCxnSpPr>
          <p:cNvPr id="4" name="直接连接符 3"/>
          <p:cNvCxnSpPr/>
          <p:nvPr/>
        </p:nvCxnSpPr>
        <p:spPr>
          <a:xfrm>
            <a:off x="722092" y="962165"/>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Title Slid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qju4rcwr">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575756"/>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itle Slid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qju4rcwr">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575756"/>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art page">
  <a:themeElements>
    <a:clrScheme name="updated">
      <a:dk1>
        <a:srgbClr val="1D1D1A"/>
      </a:dk1>
      <a:lt1>
        <a:srgbClr val="1D1D1A"/>
      </a:lt1>
      <a:dk2>
        <a:srgbClr val="FFFFFF"/>
      </a:dk2>
      <a:lt2>
        <a:srgbClr val="FFFFFF"/>
      </a:lt2>
      <a:accent1>
        <a:srgbClr val="C7000A"/>
      </a:accent1>
      <a:accent2>
        <a:srgbClr val="C8102E"/>
      </a:accent2>
      <a:accent3>
        <a:srgbClr val="EA594F"/>
      </a:accent3>
      <a:accent4>
        <a:srgbClr val="F8B53C"/>
      </a:accent4>
      <a:accent5>
        <a:srgbClr val="231815"/>
      </a:accent5>
      <a:accent6>
        <a:srgbClr val="595757"/>
      </a:accent6>
      <a:hlink>
        <a:srgbClr val="898989"/>
      </a:hlink>
      <a:folHlink>
        <a:srgbClr val="B5B5B5"/>
      </a:folHlink>
    </a:clrScheme>
    <a:fontScheme name="qju4rcwr">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7000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800" dirty="0" smtClean="0">
            <a:solidFill>
              <a:schemeClr val="accent2"/>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qju4rcwr">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15151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none" rtlCol="0">
        <a:spAutoFit/>
      </a:bodyPr>
      <a:lstStyle>
        <a:defPPr algn="l">
          <a:lnSpc>
            <a:spcPts val="3440"/>
          </a:lnSpc>
          <a:defRPr dirty="0" smtClean="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End pag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qju4rcwr">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3185</TotalTime>
  <Words>5079</Words>
  <Application>Microsoft Office PowerPoint</Application>
  <PresentationFormat>自定义</PresentationFormat>
  <Paragraphs>500</Paragraphs>
  <Slides>27</Slides>
  <Notes>24</Notes>
  <HiddenSlides>0</HiddenSlides>
  <MMClips>0</MMClips>
  <ScaleCrop>false</ScaleCrop>
  <HeadingPairs>
    <vt:vector size="6" baseType="variant">
      <vt:variant>
        <vt:lpstr>已用的字体</vt:lpstr>
      </vt:variant>
      <vt:variant>
        <vt:i4>5</vt:i4>
      </vt:variant>
      <vt:variant>
        <vt:lpstr>主题</vt:lpstr>
      </vt:variant>
      <vt:variant>
        <vt:i4>5</vt:i4>
      </vt:variant>
      <vt:variant>
        <vt:lpstr>幻灯片标题</vt:lpstr>
      </vt:variant>
      <vt:variant>
        <vt:i4>27</vt:i4>
      </vt:variant>
    </vt:vector>
  </HeadingPairs>
  <TitlesOfParts>
    <vt:vector size="37" baseType="lpstr">
      <vt:lpstr>Microsoft YaHei</vt:lpstr>
      <vt:lpstr>Arial</vt:lpstr>
      <vt:lpstr>Calibri</vt:lpstr>
      <vt:lpstr>Huawei Sans</vt:lpstr>
      <vt:lpstr>Wingdings</vt:lpstr>
      <vt:lpstr>1_Title Slide</vt:lpstr>
      <vt:lpstr>2_Title Slide</vt:lpstr>
      <vt:lpstr>Chart page</vt:lpstr>
      <vt:lpstr>4_Chart page</vt:lpstr>
      <vt:lpstr>End page</vt:lpstr>
      <vt:lpstr>裸指针和Unsafe Rust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裸指针和Unsafe Rust</dc:title>
  <dc:creator>fanyan (A)</dc:creator>
  <cp:lastModifiedBy>Zhangyandong (ben)</cp:lastModifiedBy>
  <cp:revision>24</cp:revision>
  <dcterms:created xsi:type="dcterms:W3CDTF">2023-10-18T07:25:01Z</dcterms:created>
  <dcterms:modified xsi:type="dcterms:W3CDTF">2024-11-20T02:34:45Z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(3)JSuMzrPLjNgG1MoO414/KgWb558xRDnvdBPzPwTOoJqWSTuPePXNJSPDdVlnDsIf4HnvJm9X
CfqG0M9kLE1A+HHQA5ceYqpU6dKpauKHq9v6tTBYPJic5qlMHGh+P5j5yZpagR5AH1y46Q75
SVIvQdVjo86es5B6XBqntPOFGcxl25t34XpT2pY6bGxb73T+pPFqOt03rdP8kMFB+Ir64zpR
vVV9MDyOhvUVR27BNA</vt:lpwstr>
  </property>
  <property fmtid="{D5CDD505-2E9C-101B-9397-08002B2CF9AE}" pid="3" name="_2015_ms_pID_7253431">
    <vt:lpwstr>QYUizXp4zGxsi4tk4KXW04K6Nrpxx4JK0ZKrGEwMD6kK2ytHEJlgSU
l6C708ioKacpQzmYEWlVAKs0JYRVMpA8LUp8KEp1LlQtiqmhEB0k8ujZ7NuNvwXREioLm3Rb
Bso9C0nMt4IEPZifNWzzWsU+0R5G0P3FY2WH9VarRDEPAMAiG2yBr33hSLvsFaJg9ceHQ1v9
IxqneByiS3Hf8MQWq7SJ0IJrj+ZPUIlq5oOI</vt:lpwstr>
  </property>
  <property fmtid="{D5CDD505-2E9C-101B-9397-08002B2CF9AE}" pid="4" name="_2015_ms_pID_7253432">
    <vt:lpwstr>aw==</vt:lpwstr>
  </property>
  <property fmtid="{D5CDD505-2E9C-101B-9397-08002B2CF9AE}" pid="5" name="KSOProductBuildVer">
    <vt:lpwstr>2052-0.0.0.0</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1697544692</vt:lpwstr>
  </property>
</Properties>
</file>