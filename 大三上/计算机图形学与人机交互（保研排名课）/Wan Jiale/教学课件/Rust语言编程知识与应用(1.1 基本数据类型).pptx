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  <p:sldMasterId id="2147483659" r:id="rId3"/>
    <p:sldMasterId id="2147483660" r:id="rId4"/>
    <p:sldMasterId id="2147483662" r:id="rId5"/>
  </p:sldMasterIdLst>
  <p:notesMasterIdLst>
    <p:notesMasterId r:id="rId19"/>
  </p:notesMasterIdLst>
  <p:handoutMasterIdLst>
    <p:handoutMasterId r:id="rId20"/>
  </p:handoutMasterIdLst>
  <p:sldIdLst>
    <p:sldId id="424" r:id="rId6"/>
    <p:sldId id="423" r:id="rId7"/>
    <p:sldId id="429" r:id="rId8"/>
    <p:sldId id="457" r:id="rId9"/>
    <p:sldId id="433" r:id="rId10"/>
    <p:sldId id="437" r:id="rId11"/>
    <p:sldId id="448" r:id="rId12"/>
    <p:sldId id="444" r:id="rId13"/>
    <p:sldId id="435" r:id="rId14"/>
    <p:sldId id="467" r:id="rId15"/>
    <p:sldId id="438" r:id="rId16"/>
    <p:sldId id="442" r:id="rId17"/>
    <p:sldId id="280" r:id="rId18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424"/>
          </p14:sldIdLst>
        </p14:section>
        <p14:section name="目录页" id="{9D221634-295C-7843-AF5C-A0CB4F229241}">
          <p14:sldIdLst>
            <p14:sldId id="423"/>
          </p14:sldIdLst>
        </p14:section>
        <p14:section name="章节页" id="{FD05EE94-C931-8C4B-83A2-004B32AA1207}">
          <p14:sldIdLst>
            <p14:sldId id="429"/>
            <p14:sldId id="457"/>
            <p14:sldId id="433"/>
            <p14:sldId id="437"/>
            <p14:sldId id="448"/>
            <p14:sldId id="444"/>
            <p14:sldId id="435"/>
            <p14:sldId id="467"/>
            <p14:sldId id="438"/>
            <p14:sldId id="442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pos="3701">
          <p15:clr>
            <a:srgbClr val="A4A3A4"/>
          </p15:clr>
        </p15:guide>
        <p15:guide id="2" orient="horz" pos="2159">
          <p15:clr>
            <a:srgbClr val="A4A3A4"/>
          </p15:clr>
        </p15:guide>
        <p15:guide id="3" pos="35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ziqiang (A)" initials="l(" lastIdx="32" clrIdx="0"/>
  <p:cmAuthor id="2000" name="gaoshang 00419539_MRJvMvEj" initials="authorId_AK20210901:AK20210901JXNSXO980865" lastIdx="1689183856" clrIdx="0"/>
  <p:cmAuthor id="2001" name="liziqiang 00556901_ERbuA7r6" initials="authorId_AK20210901:AK20210901JXNSXO4497046" lastIdx="169028535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57B84"/>
    <a:srgbClr val="E6A8AD"/>
    <a:srgbClr val="E57984"/>
    <a:srgbClr val="FFFFFF"/>
    <a:srgbClr val="151515"/>
    <a:srgbClr val="C7000B"/>
    <a:srgbClr val="575756"/>
    <a:srgbClr val="DD4654"/>
    <a:srgbClr val="F3D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17" autoAdjust="0"/>
    <p:restoredTop sz="92618" autoAdjust="0"/>
  </p:normalViewPr>
  <p:slideViewPr>
    <p:cSldViewPr snapToGrid="0" snapToObjects="1">
      <p:cViewPr varScale="1">
        <p:scale>
          <a:sx n="66" d="100"/>
          <a:sy n="66" d="100"/>
        </p:scale>
        <p:origin x="40" y="292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commentAuthors" Target="comment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42289F-3A93-4820-A26F-49AEFF15E06C}" type="doc">
      <dgm:prSet loTypeId="urn:microsoft.com/office/officeart/2009/3/layout/HorizontalOrganizationChart#1" loCatId="hierarchy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4DA43E22-E5D1-4EFF-8229-89BFE5C14205}">
      <dgm:prSet phldrT="[文本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zh-CN" altLang="en-US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rPr>
            <a:t>原生类型</a:t>
          </a:r>
        </a:p>
      </dgm:t>
    </dgm:pt>
    <dgm:pt modelId="{BDA82401-40D9-4B43-BBB5-89309841DAFE}" type="parTrans" cxnId="{1F4D8B3D-654F-46D9-A15F-3C7B5E92707F}">
      <dgm:prSet/>
      <dgm:spPr/>
      <dgm:t>
        <a:bodyPr/>
        <a:lstStyle/>
        <a:p>
          <a:endParaRPr lang="zh-CN" altLang="en-US"/>
        </a:p>
      </dgm:t>
    </dgm:pt>
    <dgm:pt modelId="{B342A44E-E3CC-4F14-86B0-2DB62C093470}" type="sibTrans" cxnId="{1F4D8B3D-654F-46D9-A15F-3C7B5E92707F}">
      <dgm:prSet/>
      <dgm:spPr/>
      <dgm:t>
        <a:bodyPr/>
        <a:lstStyle/>
        <a:p>
          <a:endParaRPr lang="zh-CN" altLang="en-US"/>
        </a:p>
      </dgm:t>
    </dgm:pt>
    <dgm:pt modelId="{2F7D90E8-C8D5-465E-A86E-5A737D502A53}">
      <dgm:prSet phldrT="[文本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zh-CN" altLang="en-US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rPr>
            <a:t>整型</a:t>
          </a:r>
          <a:endParaRPr lang="en-US" altLang="zh-CN" dirty="0">
            <a:solidFill>
              <a:schemeClr val="tx1"/>
            </a:solidFill>
            <a:latin typeface="+mn-lt"/>
            <a:ea typeface="+mn-ea"/>
            <a:cs typeface="+mn-ea"/>
            <a:sym typeface="+mn-lt"/>
          </a:endParaRPr>
        </a:p>
      </dgm:t>
    </dgm:pt>
    <dgm:pt modelId="{334FF4A2-B789-48C6-AF65-2A52BEF3D012}" type="parTrans" cxnId="{B2780FC9-A8C4-4FB7-9B60-194629D61CD6}">
      <dgm:prSet/>
      <dgm:spPr/>
      <dgm:t>
        <a:bodyPr/>
        <a:lstStyle/>
        <a:p>
          <a:endParaRPr lang="zh-CN" altLang="en-US"/>
        </a:p>
      </dgm:t>
    </dgm:pt>
    <dgm:pt modelId="{9BD93CE1-0F1F-41FF-9BE1-C0B43C77946A}" type="sibTrans" cxnId="{B2780FC9-A8C4-4FB7-9B60-194629D61CD6}">
      <dgm:prSet/>
      <dgm:spPr/>
      <dgm:t>
        <a:bodyPr/>
        <a:lstStyle/>
        <a:p>
          <a:endParaRPr lang="zh-CN" altLang="en-US"/>
        </a:p>
      </dgm:t>
    </dgm:pt>
    <dgm:pt modelId="{60006848-F4F3-478C-85B6-35690F6C8FE7}">
      <dgm:prSet phldrT="[文本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altLang="zh-CN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rPr>
            <a:t>char</a:t>
          </a:r>
          <a:endParaRPr lang="zh-CN" altLang="en-US" dirty="0">
            <a:solidFill>
              <a:schemeClr val="tx1"/>
            </a:solidFill>
            <a:latin typeface="+mn-lt"/>
            <a:ea typeface="+mn-ea"/>
            <a:cs typeface="+mn-ea"/>
            <a:sym typeface="+mn-lt"/>
          </a:endParaRPr>
        </a:p>
      </dgm:t>
    </dgm:pt>
    <dgm:pt modelId="{C534676C-D650-4652-83FF-50288BB43C9A}" type="parTrans" cxnId="{4690516C-FC5D-42DA-BBF8-C59DD6DE6A90}">
      <dgm:prSet/>
      <dgm:spPr/>
      <dgm:t>
        <a:bodyPr/>
        <a:lstStyle/>
        <a:p>
          <a:endParaRPr lang="zh-CN" altLang="en-US"/>
        </a:p>
      </dgm:t>
    </dgm:pt>
    <dgm:pt modelId="{EBEDE395-C6CF-45EC-B41D-295DD9362467}" type="sibTrans" cxnId="{4690516C-FC5D-42DA-BBF8-C59DD6DE6A90}">
      <dgm:prSet/>
      <dgm:spPr/>
      <dgm:t>
        <a:bodyPr/>
        <a:lstStyle/>
        <a:p>
          <a:endParaRPr lang="zh-CN" altLang="en-US"/>
        </a:p>
      </dgm:t>
    </dgm:pt>
    <dgm:pt modelId="{E9881D98-8924-463E-8E17-6888F89BFBB0}">
      <dgm:prSet phldrT="[文本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zh-CN" altLang="en-US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rPr>
            <a:t>布尔型</a:t>
          </a:r>
        </a:p>
      </dgm:t>
    </dgm:pt>
    <dgm:pt modelId="{223B0C69-EC96-468C-91DF-F605908FD26E}" type="parTrans" cxnId="{BE3A001B-DDEF-4CD5-AFCD-3EFB314A5D34}">
      <dgm:prSet/>
      <dgm:spPr/>
      <dgm:t>
        <a:bodyPr/>
        <a:lstStyle/>
        <a:p>
          <a:endParaRPr lang="zh-CN" altLang="en-US"/>
        </a:p>
      </dgm:t>
    </dgm:pt>
    <dgm:pt modelId="{0B261BFD-DC44-4DE2-9FAA-D685A3496CE7}" type="sibTrans" cxnId="{BE3A001B-DDEF-4CD5-AFCD-3EFB314A5D34}">
      <dgm:prSet/>
      <dgm:spPr/>
      <dgm:t>
        <a:bodyPr/>
        <a:lstStyle/>
        <a:p>
          <a:endParaRPr lang="zh-CN" altLang="en-US"/>
        </a:p>
      </dgm:t>
    </dgm:pt>
    <dgm:pt modelId="{421850CB-ECBC-4EC8-8037-DDAC4FACC582}">
      <dgm:prSet phldrT="[文本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zh-CN" altLang="en-US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rPr>
            <a:t>浮点型</a:t>
          </a:r>
          <a:endParaRPr lang="en-US" altLang="zh-CN" dirty="0">
            <a:solidFill>
              <a:schemeClr val="tx1"/>
            </a:solidFill>
            <a:latin typeface="+mn-lt"/>
            <a:ea typeface="+mn-ea"/>
            <a:cs typeface="+mn-ea"/>
            <a:sym typeface="+mn-lt"/>
          </a:endParaRPr>
        </a:p>
      </dgm:t>
    </dgm:pt>
    <dgm:pt modelId="{E0174929-5515-42F7-98FC-2A4B2A8C3806}" type="parTrans" cxnId="{6CAD7869-7873-4824-B677-B7F1E11D2AC0}">
      <dgm:prSet/>
      <dgm:spPr/>
      <dgm:t>
        <a:bodyPr/>
        <a:lstStyle/>
        <a:p>
          <a:endParaRPr lang="zh-CN" altLang="en-US"/>
        </a:p>
      </dgm:t>
    </dgm:pt>
    <dgm:pt modelId="{3E03B4B7-71AE-461F-9BE7-1B1A5887DDD0}" type="sibTrans" cxnId="{6CAD7869-7873-4824-B677-B7F1E11D2AC0}">
      <dgm:prSet/>
      <dgm:spPr/>
      <dgm:t>
        <a:bodyPr/>
        <a:lstStyle/>
        <a:p>
          <a:endParaRPr lang="zh-CN" altLang="en-US"/>
        </a:p>
      </dgm:t>
    </dgm:pt>
    <dgm:pt modelId="{68652678-B9E5-4EAD-B29F-A556B1291597}">
      <dgm:prSet phldrT="[文本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zh-CN" altLang="en-US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rPr>
            <a:t>无符号整型</a:t>
          </a:r>
          <a:endParaRPr lang="en-US" altLang="zh-CN" dirty="0">
            <a:solidFill>
              <a:schemeClr val="tx1"/>
            </a:solidFill>
            <a:latin typeface="+mn-lt"/>
            <a:ea typeface="+mn-ea"/>
            <a:cs typeface="+mn-ea"/>
            <a:sym typeface="+mn-lt"/>
          </a:endParaRPr>
        </a:p>
      </dgm:t>
    </dgm:pt>
    <dgm:pt modelId="{3136FDF3-EB22-49B1-9584-D09499701E9E}" type="parTrans" cxnId="{DF615457-3BF6-4E05-B703-AC8F5514C9B6}">
      <dgm:prSet/>
      <dgm:spPr/>
      <dgm:t>
        <a:bodyPr/>
        <a:lstStyle/>
        <a:p>
          <a:endParaRPr lang="zh-CN" altLang="en-US"/>
        </a:p>
      </dgm:t>
    </dgm:pt>
    <dgm:pt modelId="{8A881581-D19F-4ABD-8F42-B26C1447B01C}" type="sibTrans" cxnId="{DF615457-3BF6-4E05-B703-AC8F5514C9B6}">
      <dgm:prSet/>
      <dgm:spPr/>
      <dgm:t>
        <a:bodyPr/>
        <a:lstStyle/>
        <a:p>
          <a:endParaRPr lang="zh-CN" altLang="en-US"/>
        </a:p>
      </dgm:t>
    </dgm:pt>
    <dgm:pt modelId="{9472853F-DAC3-43B6-A67D-5A33ACE23020}">
      <dgm:prSet phldrT="[文本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zh-CN" altLang="en-US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rPr>
            <a:t>有符号整性</a:t>
          </a:r>
          <a:endParaRPr lang="en-US" altLang="zh-CN" dirty="0">
            <a:solidFill>
              <a:schemeClr val="tx1"/>
            </a:solidFill>
            <a:latin typeface="+mn-lt"/>
            <a:ea typeface="+mn-ea"/>
            <a:cs typeface="+mn-ea"/>
            <a:sym typeface="+mn-lt"/>
          </a:endParaRPr>
        </a:p>
      </dgm:t>
    </dgm:pt>
    <dgm:pt modelId="{B1B19DA0-E52E-46A5-B17B-FC7F4AD7F6AA}" type="parTrans" cxnId="{51F86E17-43C8-4CCE-9F55-941EFF88CF9B}">
      <dgm:prSet/>
      <dgm:spPr/>
      <dgm:t>
        <a:bodyPr/>
        <a:lstStyle/>
        <a:p>
          <a:endParaRPr lang="zh-CN" altLang="en-US"/>
        </a:p>
      </dgm:t>
    </dgm:pt>
    <dgm:pt modelId="{939C3B68-FB6E-40D8-8C2C-B1F500A34AA3}" type="sibTrans" cxnId="{51F86E17-43C8-4CCE-9F55-941EFF88CF9B}">
      <dgm:prSet/>
      <dgm:spPr/>
      <dgm:t>
        <a:bodyPr/>
        <a:lstStyle/>
        <a:p>
          <a:endParaRPr lang="zh-CN" altLang="en-US"/>
        </a:p>
      </dgm:t>
    </dgm:pt>
    <dgm:pt modelId="{1E261EBF-C24B-4DBB-9925-6FB5FDDDBB20}">
      <dgm:prSet phldrT="[文本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altLang="zh-CN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rPr>
            <a:t>f32</a:t>
          </a:r>
        </a:p>
      </dgm:t>
    </dgm:pt>
    <dgm:pt modelId="{083E16A5-932A-4CD4-8396-974294032DD7}" type="parTrans" cxnId="{827E4498-391B-487B-A73C-2E2D4857D778}">
      <dgm:prSet/>
      <dgm:spPr/>
      <dgm:t>
        <a:bodyPr/>
        <a:lstStyle/>
        <a:p>
          <a:endParaRPr lang="zh-CN" altLang="en-US"/>
        </a:p>
      </dgm:t>
    </dgm:pt>
    <dgm:pt modelId="{58CC2575-766C-4C8D-B43C-028526F7724F}" type="sibTrans" cxnId="{827E4498-391B-487B-A73C-2E2D4857D778}">
      <dgm:prSet/>
      <dgm:spPr/>
      <dgm:t>
        <a:bodyPr/>
        <a:lstStyle/>
        <a:p>
          <a:endParaRPr lang="zh-CN" altLang="en-US"/>
        </a:p>
      </dgm:t>
    </dgm:pt>
    <dgm:pt modelId="{7889C827-81E7-41A9-A378-9C6F6F3DC33A}">
      <dgm:prSet phldrT="[文本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altLang="zh-CN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rPr>
            <a:t>f64</a:t>
          </a:r>
        </a:p>
      </dgm:t>
    </dgm:pt>
    <dgm:pt modelId="{2992CB2E-6CDC-4F08-9462-5D92BE786CB5}" type="parTrans" cxnId="{2995546B-0628-4D00-97CE-191F0CEFE01E}">
      <dgm:prSet/>
      <dgm:spPr/>
      <dgm:t>
        <a:bodyPr/>
        <a:lstStyle/>
        <a:p>
          <a:endParaRPr lang="zh-CN" altLang="en-US"/>
        </a:p>
      </dgm:t>
    </dgm:pt>
    <dgm:pt modelId="{52BF0FB8-5C79-4ED7-821A-F5B1FB7D2DBA}" type="sibTrans" cxnId="{2995546B-0628-4D00-97CE-191F0CEFE01E}">
      <dgm:prSet/>
      <dgm:spPr/>
      <dgm:t>
        <a:bodyPr/>
        <a:lstStyle/>
        <a:p>
          <a:endParaRPr lang="zh-CN" altLang="en-US"/>
        </a:p>
      </dgm:t>
    </dgm:pt>
    <dgm:pt modelId="{A8225E3E-2B89-476B-86FE-CC61D17070B2}">
      <dgm:prSet phldrT="[文本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altLang="zh-CN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rPr>
            <a:t>true</a:t>
          </a:r>
          <a:endParaRPr lang="zh-CN" altLang="en-US" dirty="0">
            <a:solidFill>
              <a:schemeClr val="tx1"/>
            </a:solidFill>
            <a:latin typeface="+mn-lt"/>
            <a:ea typeface="+mn-ea"/>
            <a:cs typeface="+mn-ea"/>
            <a:sym typeface="+mn-lt"/>
          </a:endParaRPr>
        </a:p>
      </dgm:t>
    </dgm:pt>
    <dgm:pt modelId="{9F2A6CC8-18F9-4BD3-B253-5464F0023730}" type="parTrans" cxnId="{52C11870-790B-4D06-9493-376B13B0C55E}">
      <dgm:prSet/>
      <dgm:spPr/>
      <dgm:t>
        <a:bodyPr/>
        <a:lstStyle/>
        <a:p>
          <a:endParaRPr lang="zh-CN" altLang="en-US"/>
        </a:p>
      </dgm:t>
    </dgm:pt>
    <dgm:pt modelId="{E474DDA7-932E-41A2-945C-85F38514D0B5}" type="sibTrans" cxnId="{52C11870-790B-4D06-9493-376B13B0C55E}">
      <dgm:prSet/>
      <dgm:spPr/>
      <dgm:t>
        <a:bodyPr/>
        <a:lstStyle/>
        <a:p>
          <a:endParaRPr lang="zh-CN" altLang="en-US"/>
        </a:p>
      </dgm:t>
    </dgm:pt>
    <dgm:pt modelId="{CAE1E311-D444-46B5-BCFA-EC6E6E016052}">
      <dgm:prSet phldrT="[文本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altLang="zh-CN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rPr>
            <a:t>false</a:t>
          </a:r>
          <a:endParaRPr lang="zh-CN" altLang="en-US" dirty="0">
            <a:solidFill>
              <a:schemeClr val="tx1"/>
            </a:solidFill>
            <a:latin typeface="+mn-lt"/>
            <a:ea typeface="+mn-ea"/>
            <a:cs typeface="+mn-ea"/>
            <a:sym typeface="+mn-lt"/>
          </a:endParaRPr>
        </a:p>
      </dgm:t>
    </dgm:pt>
    <dgm:pt modelId="{50B0ACF2-F354-40A3-BD14-9DC8F8DDD4F4}" type="parTrans" cxnId="{512B70CC-155E-4032-A287-F167DF2CB5A7}">
      <dgm:prSet/>
      <dgm:spPr/>
      <dgm:t>
        <a:bodyPr/>
        <a:lstStyle/>
        <a:p>
          <a:endParaRPr lang="zh-CN" altLang="en-US"/>
        </a:p>
      </dgm:t>
    </dgm:pt>
    <dgm:pt modelId="{D8FCD068-D03C-4199-B016-336CD93542F3}" type="sibTrans" cxnId="{512B70CC-155E-4032-A287-F167DF2CB5A7}">
      <dgm:prSet/>
      <dgm:spPr/>
      <dgm:t>
        <a:bodyPr/>
        <a:lstStyle/>
        <a:p>
          <a:endParaRPr lang="zh-CN" altLang="en-US"/>
        </a:p>
      </dgm:t>
    </dgm:pt>
    <dgm:pt modelId="{CDBD7528-0569-442D-9574-4146CD335A95}" type="pres">
      <dgm:prSet presAssocID="{A042289F-3A93-4820-A26F-49AEFF15E06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556A99D-9B9A-4EF5-9DDD-90F8D1BAED71}" type="pres">
      <dgm:prSet presAssocID="{4DA43E22-E5D1-4EFF-8229-89BFE5C14205}" presName="hierRoot1" presStyleCnt="0">
        <dgm:presLayoutVars>
          <dgm:hierBranch val="init"/>
        </dgm:presLayoutVars>
      </dgm:prSet>
      <dgm:spPr/>
    </dgm:pt>
    <dgm:pt modelId="{4E9B7DB0-37BE-4EA2-900C-703AD7732C3E}" type="pres">
      <dgm:prSet presAssocID="{4DA43E22-E5D1-4EFF-8229-89BFE5C14205}" presName="rootComposite1" presStyleCnt="0"/>
      <dgm:spPr/>
    </dgm:pt>
    <dgm:pt modelId="{34035CD1-F042-4C68-B030-2B85E0204067}" type="pres">
      <dgm:prSet presAssocID="{4DA43E22-E5D1-4EFF-8229-89BFE5C14205}" presName="rootText1" presStyleLbl="node0" presStyleIdx="0" presStyleCnt="1">
        <dgm:presLayoutVars>
          <dgm:chPref val="3"/>
        </dgm:presLayoutVars>
      </dgm:prSet>
      <dgm:spPr/>
    </dgm:pt>
    <dgm:pt modelId="{1079A8A3-473E-4308-BA91-69844CEE4649}" type="pres">
      <dgm:prSet presAssocID="{4DA43E22-E5D1-4EFF-8229-89BFE5C14205}" presName="rootConnector1" presStyleLbl="node1" presStyleIdx="0" presStyleCnt="0"/>
      <dgm:spPr/>
    </dgm:pt>
    <dgm:pt modelId="{218C71FF-025C-46E9-BB17-CE06DA51BE53}" type="pres">
      <dgm:prSet presAssocID="{4DA43E22-E5D1-4EFF-8229-89BFE5C14205}" presName="hierChild2" presStyleCnt="0"/>
      <dgm:spPr/>
    </dgm:pt>
    <dgm:pt modelId="{F2A6A3A5-3D82-45A5-9E12-881F7136774B}" type="pres">
      <dgm:prSet presAssocID="{334FF4A2-B789-48C6-AF65-2A52BEF3D012}" presName="Name64" presStyleLbl="parChTrans1D2" presStyleIdx="0" presStyleCnt="4"/>
      <dgm:spPr/>
    </dgm:pt>
    <dgm:pt modelId="{A659D153-D48C-470C-AE38-976F38CE263A}" type="pres">
      <dgm:prSet presAssocID="{2F7D90E8-C8D5-465E-A86E-5A737D502A53}" presName="hierRoot2" presStyleCnt="0">
        <dgm:presLayoutVars>
          <dgm:hierBranch val="init"/>
        </dgm:presLayoutVars>
      </dgm:prSet>
      <dgm:spPr/>
    </dgm:pt>
    <dgm:pt modelId="{ECE7431E-16BF-4D18-8ABB-38AD2C273E34}" type="pres">
      <dgm:prSet presAssocID="{2F7D90E8-C8D5-465E-A86E-5A737D502A53}" presName="rootComposite" presStyleCnt="0"/>
      <dgm:spPr/>
    </dgm:pt>
    <dgm:pt modelId="{70851D8D-3031-43B7-9882-241C05D8D87F}" type="pres">
      <dgm:prSet presAssocID="{2F7D90E8-C8D5-465E-A86E-5A737D502A53}" presName="rootText" presStyleLbl="node2" presStyleIdx="0" presStyleCnt="4" custLinFactNeighborX="0" custLinFactNeighborY="-54532">
        <dgm:presLayoutVars>
          <dgm:chPref val="3"/>
        </dgm:presLayoutVars>
      </dgm:prSet>
      <dgm:spPr/>
    </dgm:pt>
    <dgm:pt modelId="{FB6CFDBF-DA4B-49D1-B7FE-912F7FD7AB09}" type="pres">
      <dgm:prSet presAssocID="{2F7D90E8-C8D5-465E-A86E-5A737D502A53}" presName="rootConnector" presStyleLbl="node2" presStyleIdx="0" presStyleCnt="4"/>
      <dgm:spPr/>
    </dgm:pt>
    <dgm:pt modelId="{6D8960B5-B8BF-4334-B82D-ED63E9185D0C}" type="pres">
      <dgm:prSet presAssocID="{2F7D90E8-C8D5-465E-A86E-5A737D502A53}" presName="hierChild4" presStyleCnt="0"/>
      <dgm:spPr/>
    </dgm:pt>
    <dgm:pt modelId="{8D3592F1-4E33-4C83-AE26-5F4D1FB4FF56}" type="pres">
      <dgm:prSet presAssocID="{3136FDF3-EB22-49B1-9584-D09499701E9E}" presName="Name64" presStyleLbl="parChTrans1D3" presStyleIdx="0" presStyleCnt="6"/>
      <dgm:spPr/>
    </dgm:pt>
    <dgm:pt modelId="{A4CBC8FB-BEC0-44A5-B3A7-AB956383D538}" type="pres">
      <dgm:prSet presAssocID="{68652678-B9E5-4EAD-B29F-A556B1291597}" presName="hierRoot2" presStyleCnt="0">
        <dgm:presLayoutVars>
          <dgm:hierBranch val="init"/>
        </dgm:presLayoutVars>
      </dgm:prSet>
      <dgm:spPr/>
    </dgm:pt>
    <dgm:pt modelId="{A9F801D9-E919-4BC1-A2A1-06953054ED87}" type="pres">
      <dgm:prSet presAssocID="{68652678-B9E5-4EAD-B29F-A556B1291597}" presName="rootComposite" presStyleCnt="0"/>
      <dgm:spPr/>
    </dgm:pt>
    <dgm:pt modelId="{79EC599F-DD08-4E57-9BCE-BB1ECD5A48C5}" type="pres">
      <dgm:prSet presAssocID="{68652678-B9E5-4EAD-B29F-A556B1291597}" presName="rootText" presStyleLbl="node3" presStyleIdx="0" presStyleCnt="6" custLinFactNeighborX="135" custLinFactNeighborY="-62919">
        <dgm:presLayoutVars>
          <dgm:chPref val="3"/>
        </dgm:presLayoutVars>
      </dgm:prSet>
      <dgm:spPr/>
    </dgm:pt>
    <dgm:pt modelId="{8FF3DBCB-B235-4DAE-B1C9-5B4320534D73}" type="pres">
      <dgm:prSet presAssocID="{68652678-B9E5-4EAD-B29F-A556B1291597}" presName="rootConnector" presStyleLbl="node3" presStyleIdx="0" presStyleCnt="6"/>
      <dgm:spPr/>
    </dgm:pt>
    <dgm:pt modelId="{B3B3399B-4D23-461E-AE2D-F295247F50F4}" type="pres">
      <dgm:prSet presAssocID="{68652678-B9E5-4EAD-B29F-A556B1291597}" presName="hierChild4" presStyleCnt="0"/>
      <dgm:spPr/>
    </dgm:pt>
    <dgm:pt modelId="{CBEEE61B-57FE-486A-9C9C-6F74181D4EC6}" type="pres">
      <dgm:prSet presAssocID="{68652678-B9E5-4EAD-B29F-A556B1291597}" presName="hierChild5" presStyleCnt="0"/>
      <dgm:spPr/>
    </dgm:pt>
    <dgm:pt modelId="{0C8235AF-8723-4F04-81FA-4942F1DF8C73}" type="pres">
      <dgm:prSet presAssocID="{B1B19DA0-E52E-46A5-B17B-FC7F4AD7F6AA}" presName="Name64" presStyleLbl="parChTrans1D3" presStyleIdx="1" presStyleCnt="6"/>
      <dgm:spPr/>
    </dgm:pt>
    <dgm:pt modelId="{9ACFA971-7C62-4BA9-8EAF-E35862F05B62}" type="pres">
      <dgm:prSet presAssocID="{9472853F-DAC3-43B6-A67D-5A33ACE23020}" presName="hierRoot2" presStyleCnt="0">
        <dgm:presLayoutVars>
          <dgm:hierBranch val="init"/>
        </dgm:presLayoutVars>
      </dgm:prSet>
      <dgm:spPr/>
    </dgm:pt>
    <dgm:pt modelId="{204A53CF-C974-4546-8269-FCCDBBCB9BAD}" type="pres">
      <dgm:prSet presAssocID="{9472853F-DAC3-43B6-A67D-5A33ACE23020}" presName="rootComposite" presStyleCnt="0"/>
      <dgm:spPr/>
    </dgm:pt>
    <dgm:pt modelId="{1189721B-D33C-4213-B336-8F18448090C2}" type="pres">
      <dgm:prSet presAssocID="{9472853F-DAC3-43B6-A67D-5A33ACE23020}" presName="rootText" presStyleLbl="node3" presStyleIdx="1" presStyleCnt="6" custLinFactNeighborX="135" custLinFactNeighborY="-47693">
        <dgm:presLayoutVars>
          <dgm:chPref val="3"/>
        </dgm:presLayoutVars>
      </dgm:prSet>
      <dgm:spPr/>
    </dgm:pt>
    <dgm:pt modelId="{921F7340-54FB-4FAE-91F5-CFD70C3EAFE0}" type="pres">
      <dgm:prSet presAssocID="{9472853F-DAC3-43B6-A67D-5A33ACE23020}" presName="rootConnector" presStyleLbl="node3" presStyleIdx="1" presStyleCnt="6"/>
      <dgm:spPr/>
    </dgm:pt>
    <dgm:pt modelId="{0CA84AF8-D021-412D-9166-D700A171E834}" type="pres">
      <dgm:prSet presAssocID="{9472853F-DAC3-43B6-A67D-5A33ACE23020}" presName="hierChild4" presStyleCnt="0"/>
      <dgm:spPr/>
    </dgm:pt>
    <dgm:pt modelId="{C346E203-FFBF-43D0-A141-F10D24696637}" type="pres">
      <dgm:prSet presAssocID="{9472853F-DAC3-43B6-A67D-5A33ACE23020}" presName="hierChild5" presStyleCnt="0"/>
      <dgm:spPr/>
    </dgm:pt>
    <dgm:pt modelId="{70A7B3D8-DCD9-4B9D-A4A4-9B99667A56A5}" type="pres">
      <dgm:prSet presAssocID="{2F7D90E8-C8D5-465E-A86E-5A737D502A53}" presName="hierChild5" presStyleCnt="0"/>
      <dgm:spPr/>
    </dgm:pt>
    <dgm:pt modelId="{801D5345-1964-4B66-A469-57BBC9B1C640}" type="pres">
      <dgm:prSet presAssocID="{E0174929-5515-42F7-98FC-2A4B2A8C3806}" presName="Name64" presStyleLbl="parChTrans1D2" presStyleIdx="1" presStyleCnt="4"/>
      <dgm:spPr/>
    </dgm:pt>
    <dgm:pt modelId="{68128973-01E5-4409-971A-BCDB2BC43CE2}" type="pres">
      <dgm:prSet presAssocID="{421850CB-ECBC-4EC8-8037-DDAC4FACC582}" presName="hierRoot2" presStyleCnt="0">
        <dgm:presLayoutVars>
          <dgm:hierBranch val="init"/>
        </dgm:presLayoutVars>
      </dgm:prSet>
      <dgm:spPr/>
    </dgm:pt>
    <dgm:pt modelId="{26E858EB-0D73-4F72-8CA2-6EB52852E13D}" type="pres">
      <dgm:prSet presAssocID="{421850CB-ECBC-4EC8-8037-DDAC4FACC582}" presName="rootComposite" presStyleCnt="0"/>
      <dgm:spPr/>
    </dgm:pt>
    <dgm:pt modelId="{732E3C13-F8B2-457E-937C-80443CBD6457}" type="pres">
      <dgm:prSet presAssocID="{421850CB-ECBC-4EC8-8037-DDAC4FACC582}" presName="rootText" presStyleLbl="node2" presStyleIdx="1" presStyleCnt="4" custLinFactNeighborY="-52153">
        <dgm:presLayoutVars>
          <dgm:chPref val="3"/>
        </dgm:presLayoutVars>
      </dgm:prSet>
      <dgm:spPr/>
    </dgm:pt>
    <dgm:pt modelId="{8EB7EF8E-5CAF-4FB4-A1D0-6F9EFCB9E087}" type="pres">
      <dgm:prSet presAssocID="{421850CB-ECBC-4EC8-8037-DDAC4FACC582}" presName="rootConnector" presStyleLbl="node2" presStyleIdx="1" presStyleCnt="4"/>
      <dgm:spPr/>
    </dgm:pt>
    <dgm:pt modelId="{1C55A0CD-23F3-4912-8D63-3D21C42EA4F8}" type="pres">
      <dgm:prSet presAssocID="{421850CB-ECBC-4EC8-8037-DDAC4FACC582}" presName="hierChild4" presStyleCnt="0"/>
      <dgm:spPr/>
    </dgm:pt>
    <dgm:pt modelId="{33085E8B-6797-450D-93AC-A5B44E46D2A7}" type="pres">
      <dgm:prSet presAssocID="{083E16A5-932A-4CD4-8396-974294032DD7}" presName="Name64" presStyleLbl="parChTrans1D3" presStyleIdx="2" presStyleCnt="6"/>
      <dgm:spPr/>
    </dgm:pt>
    <dgm:pt modelId="{2D9F0ACC-59B1-4663-BB08-D85C6BF61CEB}" type="pres">
      <dgm:prSet presAssocID="{1E261EBF-C24B-4DBB-9925-6FB5FDDDBB20}" presName="hierRoot2" presStyleCnt="0">
        <dgm:presLayoutVars>
          <dgm:hierBranch val="init"/>
        </dgm:presLayoutVars>
      </dgm:prSet>
      <dgm:spPr/>
    </dgm:pt>
    <dgm:pt modelId="{F23AD355-573F-4898-A1AC-2D7A14E4CB0B}" type="pres">
      <dgm:prSet presAssocID="{1E261EBF-C24B-4DBB-9925-6FB5FDDDBB20}" presName="rootComposite" presStyleCnt="0"/>
      <dgm:spPr/>
    </dgm:pt>
    <dgm:pt modelId="{468EA140-DAFB-40AF-AC78-DBFD2334DC75}" type="pres">
      <dgm:prSet presAssocID="{1E261EBF-C24B-4DBB-9925-6FB5FDDDBB20}" presName="rootText" presStyleLbl="node3" presStyleIdx="2" presStyleCnt="6" custLinFactNeighborX="135" custLinFactNeighborY="-55549">
        <dgm:presLayoutVars>
          <dgm:chPref val="3"/>
        </dgm:presLayoutVars>
      </dgm:prSet>
      <dgm:spPr/>
    </dgm:pt>
    <dgm:pt modelId="{ECB01FCE-80F1-40FA-A3A0-43A08CF0C69E}" type="pres">
      <dgm:prSet presAssocID="{1E261EBF-C24B-4DBB-9925-6FB5FDDDBB20}" presName="rootConnector" presStyleLbl="node3" presStyleIdx="2" presStyleCnt="6"/>
      <dgm:spPr/>
    </dgm:pt>
    <dgm:pt modelId="{B88CB147-4A9B-4E73-AA99-63832BFD1131}" type="pres">
      <dgm:prSet presAssocID="{1E261EBF-C24B-4DBB-9925-6FB5FDDDBB20}" presName="hierChild4" presStyleCnt="0"/>
      <dgm:spPr/>
    </dgm:pt>
    <dgm:pt modelId="{E6F367B2-5351-4DEE-A486-011C7830822A}" type="pres">
      <dgm:prSet presAssocID="{1E261EBF-C24B-4DBB-9925-6FB5FDDDBB20}" presName="hierChild5" presStyleCnt="0"/>
      <dgm:spPr/>
    </dgm:pt>
    <dgm:pt modelId="{005A40F5-AF6F-4DE5-A886-6D7B93AD6AFB}" type="pres">
      <dgm:prSet presAssocID="{2992CB2E-6CDC-4F08-9462-5D92BE786CB5}" presName="Name64" presStyleLbl="parChTrans1D3" presStyleIdx="3" presStyleCnt="6"/>
      <dgm:spPr/>
    </dgm:pt>
    <dgm:pt modelId="{EBFECBCE-FD37-4C93-AEA2-B2F956872182}" type="pres">
      <dgm:prSet presAssocID="{7889C827-81E7-41A9-A378-9C6F6F3DC33A}" presName="hierRoot2" presStyleCnt="0">
        <dgm:presLayoutVars>
          <dgm:hierBranch val="init"/>
        </dgm:presLayoutVars>
      </dgm:prSet>
      <dgm:spPr/>
    </dgm:pt>
    <dgm:pt modelId="{00F7FE0C-B640-4FF3-8645-F36648029136}" type="pres">
      <dgm:prSet presAssocID="{7889C827-81E7-41A9-A378-9C6F6F3DC33A}" presName="rootComposite" presStyleCnt="0"/>
      <dgm:spPr/>
    </dgm:pt>
    <dgm:pt modelId="{17929E28-B813-4BBC-9576-27254941D243}" type="pres">
      <dgm:prSet presAssocID="{7889C827-81E7-41A9-A378-9C6F6F3DC33A}" presName="rootText" presStyleLbl="node3" presStyleIdx="3" presStyleCnt="6" custLinFactNeighborX="135" custLinFactNeighborY="-55110">
        <dgm:presLayoutVars>
          <dgm:chPref val="3"/>
        </dgm:presLayoutVars>
      </dgm:prSet>
      <dgm:spPr/>
    </dgm:pt>
    <dgm:pt modelId="{910E011C-9B15-45F7-A85C-65B4553065DC}" type="pres">
      <dgm:prSet presAssocID="{7889C827-81E7-41A9-A378-9C6F6F3DC33A}" presName="rootConnector" presStyleLbl="node3" presStyleIdx="3" presStyleCnt="6"/>
      <dgm:spPr/>
    </dgm:pt>
    <dgm:pt modelId="{27309369-0ACB-400A-96D3-5AA6D0FEA2EC}" type="pres">
      <dgm:prSet presAssocID="{7889C827-81E7-41A9-A378-9C6F6F3DC33A}" presName="hierChild4" presStyleCnt="0"/>
      <dgm:spPr/>
    </dgm:pt>
    <dgm:pt modelId="{AD1C822F-178E-45FE-AECF-114BA2A8D1DC}" type="pres">
      <dgm:prSet presAssocID="{7889C827-81E7-41A9-A378-9C6F6F3DC33A}" presName="hierChild5" presStyleCnt="0"/>
      <dgm:spPr/>
    </dgm:pt>
    <dgm:pt modelId="{F1C64D9F-658F-4CB2-96AB-56CC50588F11}" type="pres">
      <dgm:prSet presAssocID="{421850CB-ECBC-4EC8-8037-DDAC4FACC582}" presName="hierChild5" presStyleCnt="0"/>
      <dgm:spPr/>
    </dgm:pt>
    <dgm:pt modelId="{578663EE-3905-42E9-B30E-84FB9F625F88}" type="pres">
      <dgm:prSet presAssocID="{C534676C-D650-4652-83FF-50288BB43C9A}" presName="Name64" presStyleLbl="parChTrans1D2" presStyleIdx="2" presStyleCnt="4"/>
      <dgm:spPr/>
    </dgm:pt>
    <dgm:pt modelId="{DF870F6D-DE67-435D-9F9B-6750D9CC2B60}" type="pres">
      <dgm:prSet presAssocID="{60006848-F4F3-478C-85B6-35690F6C8FE7}" presName="hierRoot2" presStyleCnt="0">
        <dgm:presLayoutVars>
          <dgm:hierBranch val="init"/>
        </dgm:presLayoutVars>
      </dgm:prSet>
      <dgm:spPr/>
    </dgm:pt>
    <dgm:pt modelId="{CF87CF3C-AB88-4723-957A-DBFA766F5095}" type="pres">
      <dgm:prSet presAssocID="{60006848-F4F3-478C-85B6-35690F6C8FE7}" presName="rootComposite" presStyleCnt="0"/>
      <dgm:spPr/>
    </dgm:pt>
    <dgm:pt modelId="{334E1B2D-2A5B-43E0-859D-A87BE53FE403}" type="pres">
      <dgm:prSet presAssocID="{60006848-F4F3-478C-85B6-35690F6C8FE7}" presName="rootText" presStyleLbl="node2" presStyleIdx="2" presStyleCnt="4" custLinFactY="122319" custLinFactNeighborX="-856" custLinFactNeighborY="200000">
        <dgm:presLayoutVars>
          <dgm:chPref val="3"/>
        </dgm:presLayoutVars>
      </dgm:prSet>
      <dgm:spPr/>
    </dgm:pt>
    <dgm:pt modelId="{9841A680-5F0D-4642-8A9D-392F12F936ED}" type="pres">
      <dgm:prSet presAssocID="{60006848-F4F3-478C-85B6-35690F6C8FE7}" presName="rootConnector" presStyleLbl="node2" presStyleIdx="2" presStyleCnt="4"/>
      <dgm:spPr/>
    </dgm:pt>
    <dgm:pt modelId="{5EB9E9F0-5CA5-48DC-B135-A028D1E91157}" type="pres">
      <dgm:prSet presAssocID="{60006848-F4F3-478C-85B6-35690F6C8FE7}" presName="hierChild4" presStyleCnt="0"/>
      <dgm:spPr/>
    </dgm:pt>
    <dgm:pt modelId="{D0225C70-19EE-4757-9D4E-26ABA0D09964}" type="pres">
      <dgm:prSet presAssocID="{60006848-F4F3-478C-85B6-35690F6C8FE7}" presName="hierChild5" presStyleCnt="0"/>
      <dgm:spPr/>
    </dgm:pt>
    <dgm:pt modelId="{EB6D62C9-269F-4312-AAE7-1E122BC8B03D}" type="pres">
      <dgm:prSet presAssocID="{223B0C69-EC96-468C-91DF-F605908FD26E}" presName="Name64" presStyleLbl="parChTrans1D2" presStyleIdx="3" presStyleCnt="4"/>
      <dgm:spPr/>
    </dgm:pt>
    <dgm:pt modelId="{997B0A2F-D238-4E93-931F-531DA7EAC9BD}" type="pres">
      <dgm:prSet presAssocID="{E9881D98-8924-463E-8E17-6888F89BFBB0}" presName="hierRoot2" presStyleCnt="0">
        <dgm:presLayoutVars>
          <dgm:hierBranch val="init"/>
        </dgm:presLayoutVars>
      </dgm:prSet>
      <dgm:spPr/>
    </dgm:pt>
    <dgm:pt modelId="{031FDA9B-5467-427B-AB62-406C4567C522}" type="pres">
      <dgm:prSet presAssocID="{E9881D98-8924-463E-8E17-6888F89BFBB0}" presName="rootComposite" presStyleCnt="0"/>
      <dgm:spPr/>
    </dgm:pt>
    <dgm:pt modelId="{6A4EC4A4-8554-461E-BF98-A641D6907BA6}" type="pres">
      <dgm:prSet presAssocID="{E9881D98-8924-463E-8E17-6888F89BFBB0}" presName="rootText" presStyleLbl="node2" presStyleIdx="3" presStyleCnt="4" custLinFactNeighborY="-50888">
        <dgm:presLayoutVars>
          <dgm:chPref val="3"/>
        </dgm:presLayoutVars>
      </dgm:prSet>
      <dgm:spPr/>
    </dgm:pt>
    <dgm:pt modelId="{9A9196F9-322B-4EE2-AE12-409B6CF8E400}" type="pres">
      <dgm:prSet presAssocID="{E9881D98-8924-463E-8E17-6888F89BFBB0}" presName="rootConnector" presStyleLbl="node2" presStyleIdx="3" presStyleCnt="4"/>
      <dgm:spPr/>
    </dgm:pt>
    <dgm:pt modelId="{2B08222C-90B5-4A23-88E0-DB8E75C7AC24}" type="pres">
      <dgm:prSet presAssocID="{E9881D98-8924-463E-8E17-6888F89BFBB0}" presName="hierChild4" presStyleCnt="0"/>
      <dgm:spPr/>
    </dgm:pt>
    <dgm:pt modelId="{5DBC51EF-B78F-4B9F-BC05-94B1412A593A}" type="pres">
      <dgm:prSet presAssocID="{9F2A6CC8-18F9-4BD3-B253-5464F0023730}" presName="Name64" presStyleLbl="parChTrans1D3" presStyleIdx="4" presStyleCnt="6"/>
      <dgm:spPr/>
    </dgm:pt>
    <dgm:pt modelId="{20376E17-95B9-4256-A8C3-CECED4F978B7}" type="pres">
      <dgm:prSet presAssocID="{A8225E3E-2B89-476B-86FE-CC61D17070B2}" presName="hierRoot2" presStyleCnt="0">
        <dgm:presLayoutVars>
          <dgm:hierBranch val="init"/>
        </dgm:presLayoutVars>
      </dgm:prSet>
      <dgm:spPr/>
    </dgm:pt>
    <dgm:pt modelId="{8E53EC9C-1B91-482F-A6E5-FFA05C442DBE}" type="pres">
      <dgm:prSet presAssocID="{A8225E3E-2B89-476B-86FE-CC61D17070B2}" presName="rootComposite" presStyleCnt="0"/>
      <dgm:spPr/>
    </dgm:pt>
    <dgm:pt modelId="{BAE054FE-D40D-4480-B73B-6E9B8202FDEC}" type="pres">
      <dgm:prSet presAssocID="{A8225E3E-2B89-476B-86FE-CC61D17070B2}" presName="rootText" presStyleLbl="node3" presStyleIdx="4" presStyleCnt="6" custLinFactNeighborX="135" custLinFactNeighborY="-51871">
        <dgm:presLayoutVars>
          <dgm:chPref val="3"/>
        </dgm:presLayoutVars>
      </dgm:prSet>
      <dgm:spPr/>
    </dgm:pt>
    <dgm:pt modelId="{ECAF1D18-3063-4D9E-A333-7AB92E665EA4}" type="pres">
      <dgm:prSet presAssocID="{A8225E3E-2B89-476B-86FE-CC61D17070B2}" presName="rootConnector" presStyleLbl="node3" presStyleIdx="4" presStyleCnt="6"/>
      <dgm:spPr/>
    </dgm:pt>
    <dgm:pt modelId="{F14C8A92-4AD7-4E02-9C54-C9D9D4D475DD}" type="pres">
      <dgm:prSet presAssocID="{A8225E3E-2B89-476B-86FE-CC61D17070B2}" presName="hierChild4" presStyleCnt="0"/>
      <dgm:spPr/>
    </dgm:pt>
    <dgm:pt modelId="{0D0A7B2C-8C5A-42CB-9CC3-6B5B817DDE57}" type="pres">
      <dgm:prSet presAssocID="{A8225E3E-2B89-476B-86FE-CC61D17070B2}" presName="hierChild5" presStyleCnt="0"/>
      <dgm:spPr/>
    </dgm:pt>
    <dgm:pt modelId="{FF2B9017-7F82-4400-8AFB-49B1FD0A5847}" type="pres">
      <dgm:prSet presAssocID="{50B0ACF2-F354-40A3-BD14-9DC8F8DDD4F4}" presName="Name64" presStyleLbl="parChTrans1D3" presStyleIdx="5" presStyleCnt="6"/>
      <dgm:spPr/>
    </dgm:pt>
    <dgm:pt modelId="{E77DB3BE-3367-44DF-977E-12FDDE7B037E}" type="pres">
      <dgm:prSet presAssocID="{CAE1E311-D444-46B5-BCFA-EC6E6E016052}" presName="hierRoot2" presStyleCnt="0">
        <dgm:presLayoutVars>
          <dgm:hierBranch val="init"/>
        </dgm:presLayoutVars>
      </dgm:prSet>
      <dgm:spPr/>
    </dgm:pt>
    <dgm:pt modelId="{AE727B2A-5757-4974-A287-E49679935AF7}" type="pres">
      <dgm:prSet presAssocID="{CAE1E311-D444-46B5-BCFA-EC6E6E016052}" presName="rootComposite" presStyleCnt="0"/>
      <dgm:spPr/>
    </dgm:pt>
    <dgm:pt modelId="{FBC1D840-8644-4553-80AD-560DCD43A815}" type="pres">
      <dgm:prSet presAssocID="{CAE1E311-D444-46B5-BCFA-EC6E6E016052}" presName="rootText" presStyleLbl="node3" presStyleIdx="5" presStyleCnt="6" custLinFactNeighborX="135" custLinFactNeighborY="-48071">
        <dgm:presLayoutVars>
          <dgm:chPref val="3"/>
        </dgm:presLayoutVars>
      </dgm:prSet>
      <dgm:spPr/>
    </dgm:pt>
    <dgm:pt modelId="{33BCD099-B2B2-44FA-89A6-719D987ABCF0}" type="pres">
      <dgm:prSet presAssocID="{CAE1E311-D444-46B5-BCFA-EC6E6E016052}" presName="rootConnector" presStyleLbl="node3" presStyleIdx="5" presStyleCnt="6"/>
      <dgm:spPr/>
    </dgm:pt>
    <dgm:pt modelId="{377EB022-675B-4C58-B471-714A07149B2E}" type="pres">
      <dgm:prSet presAssocID="{CAE1E311-D444-46B5-BCFA-EC6E6E016052}" presName="hierChild4" presStyleCnt="0"/>
      <dgm:spPr/>
    </dgm:pt>
    <dgm:pt modelId="{C6262835-E133-43D0-B4FE-436154F920D9}" type="pres">
      <dgm:prSet presAssocID="{CAE1E311-D444-46B5-BCFA-EC6E6E016052}" presName="hierChild5" presStyleCnt="0"/>
      <dgm:spPr/>
    </dgm:pt>
    <dgm:pt modelId="{BFED4A3D-9362-4E53-9515-BD52455867C4}" type="pres">
      <dgm:prSet presAssocID="{E9881D98-8924-463E-8E17-6888F89BFBB0}" presName="hierChild5" presStyleCnt="0"/>
      <dgm:spPr/>
    </dgm:pt>
    <dgm:pt modelId="{97DE20C0-04F9-4DCA-B8AF-06A05C135F0A}" type="pres">
      <dgm:prSet presAssocID="{4DA43E22-E5D1-4EFF-8229-89BFE5C14205}" presName="hierChild3" presStyleCnt="0"/>
      <dgm:spPr/>
    </dgm:pt>
  </dgm:ptLst>
  <dgm:cxnLst>
    <dgm:cxn modelId="{D7EBAA08-EDBD-40D8-8C0F-BE264C110B9A}" type="presOf" srcId="{9472853F-DAC3-43B6-A67D-5A33ACE23020}" destId="{1189721B-D33C-4213-B336-8F18448090C2}" srcOrd="0" destOrd="0" presId="urn:microsoft.com/office/officeart/2009/3/layout/HorizontalOrganizationChart#1"/>
    <dgm:cxn modelId="{408FF00C-BB63-40EB-89D9-1EB3226CE06F}" type="presOf" srcId="{E0174929-5515-42F7-98FC-2A4B2A8C3806}" destId="{801D5345-1964-4B66-A469-57BBC9B1C640}" srcOrd="0" destOrd="0" presId="urn:microsoft.com/office/officeart/2009/3/layout/HorizontalOrganizationChart#1"/>
    <dgm:cxn modelId="{B927E90F-7E76-4F30-8D24-CCEDC7ADC1F6}" type="presOf" srcId="{A8225E3E-2B89-476B-86FE-CC61D17070B2}" destId="{BAE054FE-D40D-4480-B73B-6E9B8202FDEC}" srcOrd="0" destOrd="0" presId="urn:microsoft.com/office/officeart/2009/3/layout/HorizontalOrganizationChart#1"/>
    <dgm:cxn modelId="{B3A24114-4999-45B7-A832-133C9D8284A9}" type="presOf" srcId="{1E261EBF-C24B-4DBB-9925-6FB5FDDDBB20}" destId="{468EA140-DAFB-40AF-AC78-DBFD2334DC75}" srcOrd="0" destOrd="0" presId="urn:microsoft.com/office/officeart/2009/3/layout/HorizontalOrganizationChart#1"/>
    <dgm:cxn modelId="{51F86E17-43C8-4CCE-9F55-941EFF88CF9B}" srcId="{2F7D90E8-C8D5-465E-A86E-5A737D502A53}" destId="{9472853F-DAC3-43B6-A67D-5A33ACE23020}" srcOrd="1" destOrd="0" parTransId="{B1B19DA0-E52E-46A5-B17B-FC7F4AD7F6AA}" sibTransId="{939C3B68-FB6E-40D8-8C2C-B1F500A34AA3}"/>
    <dgm:cxn modelId="{FFD25A1A-0E2D-48DB-BAA8-93E407D19736}" type="presOf" srcId="{A042289F-3A93-4820-A26F-49AEFF15E06C}" destId="{CDBD7528-0569-442D-9574-4146CD335A95}" srcOrd="0" destOrd="0" presId="urn:microsoft.com/office/officeart/2009/3/layout/HorizontalOrganizationChart#1"/>
    <dgm:cxn modelId="{BE3A001B-DDEF-4CD5-AFCD-3EFB314A5D34}" srcId="{4DA43E22-E5D1-4EFF-8229-89BFE5C14205}" destId="{E9881D98-8924-463E-8E17-6888F89BFBB0}" srcOrd="3" destOrd="0" parTransId="{223B0C69-EC96-468C-91DF-F605908FD26E}" sibTransId="{0B261BFD-DC44-4DE2-9FAA-D685A3496CE7}"/>
    <dgm:cxn modelId="{8B218322-BC4E-464E-A810-FBC25F75866C}" type="presOf" srcId="{CAE1E311-D444-46B5-BCFA-EC6E6E016052}" destId="{33BCD099-B2B2-44FA-89A6-719D987ABCF0}" srcOrd="1" destOrd="0" presId="urn:microsoft.com/office/officeart/2009/3/layout/HorizontalOrganizationChart#1"/>
    <dgm:cxn modelId="{31D39622-3FED-4367-A1DC-A7C81CEDBDF8}" type="presOf" srcId="{E9881D98-8924-463E-8E17-6888F89BFBB0}" destId="{6A4EC4A4-8554-461E-BF98-A641D6907BA6}" srcOrd="0" destOrd="0" presId="urn:microsoft.com/office/officeart/2009/3/layout/HorizontalOrganizationChart#1"/>
    <dgm:cxn modelId="{42BBF624-BB48-40AF-99A4-E85F0CBEC4F3}" type="presOf" srcId="{50B0ACF2-F354-40A3-BD14-9DC8F8DDD4F4}" destId="{FF2B9017-7F82-4400-8AFB-49B1FD0A5847}" srcOrd="0" destOrd="0" presId="urn:microsoft.com/office/officeart/2009/3/layout/HorizontalOrganizationChart#1"/>
    <dgm:cxn modelId="{EEA72E2C-6F61-463F-9BFB-7CFB19CFFABE}" type="presOf" srcId="{B1B19DA0-E52E-46A5-B17B-FC7F4AD7F6AA}" destId="{0C8235AF-8723-4F04-81FA-4942F1DF8C73}" srcOrd="0" destOrd="0" presId="urn:microsoft.com/office/officeart/2009/3/layout/HorizontalOrganizationChart#1"/>
    <dgm:cxn modelId="{81EDD92D-00EB-4D35-A3A5-6BE837D7322E}" type="presOf" srcId="{2992CB2E-6CDC-4F08-9462-5D92BE786CB5}" destId="{005A40F5-AF6F-4DE5-A886-6D7B93AD6AFB}" srcOrd="0" destOrd="0" presId="urn:microsoft.com/office/officeart/2009/3/layout/HorizontalOrganizationChart#1"/>
    <dgm:cxn modelId="{F0708832-A19C-482D-96A1-0795D34FDDE2}" type="presOf" srcId="{2F7D90E8-C8D5-465E-A86E-5A737D502A53}" destId="{70851D8D-3031-43B7-9882-241C05D8D87F}" srcOrd="0" destOrd="0" presId="urn:microsoft.com/office/officeart/2009/3/layout/HorizontalOrganizationChart#1"/>
    <dgm:cxn modelId="{1F4D8B3D-654F-46D9-A15F-3C7B5E92707F}" srcId="{A042289F-3A93-4820-A26F-49AEFF15E06C}" destId="{4DA43E22-E5D1-4EFF-8229-89BFE5C14205}" srcOrd="0" destOrd="0" parTransId="{BDA82401-40D9-4B43-BBB5-89309841DAFE}" sibTransId="{B342A44E-E3CC-4F14-86B0-2DB62C093470}"/>
    <dgm:cxn modelId="{2C8C4640-6EB8-4D93-831E-A81412D36592}" type="presOf" srcId="{334FF4A2-B789-48C6-AF65-2A52BEF3D012}" destId="{F2A6A3A5-3D82-45A5-9E12-881F7136774B}" srcOrd="0" destOrd="0" presId="urn:microsoft.com/office/officeart/2009/3/layout/HorizontalOrganizationChart#1"/>
    <dgm:cxn modelId="{B3D19C62-7A59-4805-A9B0-A325B5EA3799}" type="presOf" srcId="{E9881D98-8924-463E-8E17-6888F89BFBB0}" destId="{9A9196F9-322B-4EE2-AE12-409B6CF8E400}" srcOrd="1" destOrd="0" presId="urn:microsoft.com/office/officeart/2009/3/layout/HorizontalOrganizationChart#1"/>
    <dgm:cxn modelId="{6CAD7869-7873-4824-B677-B7F1E11D2AC0}" srcId="{4DA43E22-E5D1-4EFF-8229-89BFE5C14205}" destId="{421850CB-ECBC-4EC8-8037-DDAC4FACC582}" srcOrd="1" destOrd="0" parTransId="{E0174929-5515-42F7-98FC-2A4B2A8C3806}" sibTransId="{3E03B4B7-71AE-461F-9BE7-1B1A5887DDD0}"/>
    <dgm:cxn modelId="{2995546B-0628-4D00-97CE-191F0CEFE01E}" srcId="{421850CB-ECBC-4EC8-8037-DDAC4FACC582}" destId="{7889C827-81E7-41A9-A378-9C6F6F3DC33A}" srcOrd="1" destOrd="0" parTransId="{2992CB2E-6CDC-4F08-9462-5D92BE786CB5}" sibTransId="{52BF0FB8-5C79-4ED7-821A-F5B1FB7D2DBA}"/>
    <dgm:cxn modelId="{4690516C-FC5D-42DA-BBF8-C59DD6DE6A90}" srcId="{4DA43E22-E5D1-4EFF-8229-89BFE5C14205}" destId="{60006848-F4F3-478C-85B6-35690F6C8FE7}" srcOrd="2" destOrd="0" parTransId="{C534676C-D650-4652-83FF-50288BB43C9A}" sibTransId="{EBEDE395-C6CF-45EC-B41D-295DD9362467}"/>
    <dgm:cxn modelId="{52C11870-790B-4D06-9493-376B13B0C55E}" srcId="{E9881D98-8924-463E-8E17-6888F89BFBB0}" destId="{A8225E3E-2B89-476B-86FE-CC61D17070B2}" srcOrd="0" destOrd="0" parTransId="{9F2A6CC8-18F9-4BD3-B253-5464F0023730}" sibTransId="{E474DDA7-932E-41A2-945C-85F38514D0B5}"/>
    <dgm:cxn modelId="{1E278171-50F9-4B14-A7C2-C63D5964B9BE}" type="presOf" srcId="{9F2A6CC8-18F9-4BD3-B253-5464F0023730}" destId="{5DBC51EF-B78F-4B9F-BC05-94B1412A593A}" srcOrd="0" destOrd="0" presId="urn:microsoft.com/office/officeart/2009/3/layout/HorizontalOrganizationChart#1"/>
    <dgm:cxn modelId="{46ABF071-2EAB-4366-94A1-0EFD34050EC9}" type="presOf" srcId="{1E261EBF-C24B-4DBB-9925-6FB5FDDDBB20}" destId="{ECB01FCE-80F1-40FA-A3A0-43A08CF0C69E}" srcOrd="1" destOrd="0" presId="urn:microsoft.com/office/officeart/2009/3/layout/HorizontalOrganizationChart#1"/>
    <dgm:cxn modelId="{8231C554-8099-4CB2-819E-364F2329F1ED}" type="presOf" srcId="{C534676C-D650-4652-83FF-50288BB43C9A}" destId="{578663EE-3905-42E9-B30E-84FB9F625F88}" srcOrd="0" destOrd="0" presId="urn:microsoft.com/office/officeart/2009/3/layout/HorizontalOrganizationChart#1"/>
    <dgm:cxn modelId="{32435076-39BA-45FA-AE28-BE4DBCC2A795}" type="presOf" srcId="{083E16A5-932A-4CD4-8396-974294032DD7}" destId="{33085E8B-6797-450D-93AC-A5B44E46D2A7}" srcOrd="0" destOrd="0" presId="urn:microsoft.com/office/officeart/2009/3/layout/HorizontalOrganizationChart#1"/>
    <dgm:cxn modelId="{DF615457-3BF6-4E05-B703-AC8F5514C9B6}" srcId="{2F7D90E8-C8D5-465E-A86E-5A737D502A53}" destId="{68652678-B9E5-4EAD-B29F-A556B1291597}" srcOrd="0" destOrd="0" parTransId="{3136FDF3-EB22-49B1-9584-D09499701E9E}" sibTransId="{8A881581-D19F-4ABD-8F42-B26C1447B01C}"/>
    <dgm:cxn modelId="{6B94A178-9B2E-4F6F-B024-053897456FCB}" type="presOf" srcId="{4DA43E22-E5D1-4EFF-8229-89BFE5C14205}" destId="{1079A8A3-473E-4308-BA91-69844CEE4649}" srcOrd="1" destOrd="0" presId="urn:microsoft.com/office/officeart/2009/3/layout/HorizontalOrganizationChart#1"/>
    <dgm:cxn modelId="{D590487C-2074-4161-BB93-B3FA5EB815B2}" type="presOf" srcId="{421850CB-ECBC-4EC8-8037-DDAC4FACC582}" destId="{8EB7EF8E-5CAF-4FB4-A1D0-6F9EFCB9E087}" srcOrd="1" destOrd="0" presId="urn:microsoft.com/office/officeart/2009/3/layout/HorizontalOrganizationChart#1"/>
    <dgm:cxn modelId="{54E2FE7D-26D2-42DA-BA96-A87B6063EBEA}" type="presOf" srcId="{60006848-F4F3-478C-85B6-35690F6C8FE7}" destId="{334E1B2D-2A5B-43E0-859D-A87BE53FE403}" srcOrd="0" destOrd="0" presId="urn:microsoft.com/office/officeart/2009/3/layout/HorizontalOrganizationChart#1"/>
    <dgm:cxn modelId="{D373E68E-8124-44F6-9BB8-82E88A602A0F}" type="presOf" srcId="{3136FDF3-EB22-49B1-9584-D09499701E9E}" destId="{8D3592F1-4E33-4C83-AE26-5F4D1FB4FF56}" srcOrd="0" destOrd="0" presId="urn:microsoft.com/office/officeart/2009/3/layout/HorizontalOrganizationChart#1"/>
    <dgm:cxn modelId="{6DE19791-E951-420E-AFC6-E612803AA066}" type="presOf" srcId="{223B0C69-EC96-468C-91DF-F605908FD26E}" destId="{EB6D62C9-269F-4312-AAE7-1E122BC8B03D}" srcOrd="0" destOrd="0" presId="urn:microsoft.com/office/officeart/2009/3/layout/HorizontalOrganizationChart#1"/>
    <dgm:cxn modelId="{827E4498-391B-487B-A73C-2E2D4857D778}" srcId="{421850CB-ECBC-4EC8-8037-DDAC4FACC582}" destId="{1E261EBF-C24B-4DBB-9925-6FB5FDDDBB20}" srcOrd="0" destOrd="0" parTransId="{083E16A5-932A-4CD4-8396-974294032DD7}" sibTransId="{58CC2575-766C-4C8D-B43C-028526F7724F}"/>
    <dgm:cxn modelId="{8C290199-CF47-44A0-83DF-D525EEA981B1}" type="presOf" srcId="{68652678-B9E5-4EAD-B29F-A556B1291597}" destId="{79EC599F-DD08-4E57-9BCE-BB1ECD5A48C5}" srcOrd="0" destOrd="0" presId="urn:microsoft.com/office/officeart/2009/3/layout/HorizontalOrganizationChart#1"/>
    <dgm:cxn modelId="{96DC14B1-0C73-4787-A975-E8A10C0EB1F2}" type="presOf" srcId="{CAE1E311-D444-46B5-BCFA-EC6E6E016052}" destId="{FBC1D840-8644-4553-80AD-560DCD43A815}" srcOrd="0" destOrd="0" presId="urn:microsoft.com/office/officeart/2009/3/layout/HorizontalOrganizationChart#1"/>
    <dgm:cxn modelId="{101123BA-DDE9-42E5-9B40-35AF2A6C5692}" type="presOf" srcId="{A8225E3E-2B89-476B-86FE-CC61D17070B2}" destId="{ECAF1D18-3063-4D9E-A333-7AB92E665EA4}" srcOrd="1" destOrd="0" presId="urn:microsoft.com/office/officeart/2009/3/layout/HorizontalOrganizationChart#1"/>
    <dgm:cxn modelId="{477A38BA-076B-4E77-87F8-B9A1BAD2FCC4}" type="presOf" srcId="{7889C827-81E7-41A9-A378-9C6F6F3DC33A}" destId="{17929E28-B813-4BBC-9576-27254941D243}" srcOrd="0" destOrd="0" presId="urn:microsoft.com/office/officeart/2009/3/layout/HorizontalOrganizationChart#1"/>
    <dgm:cxn modelId="{C35B30BC-98E6-416A-BEC4-F14EA3032398}" type="presOf" srcId="{2F7D90E8-C8D5-465E-A86E-5A737D502A53}" destId="{FB6CFDBF-DA4B-49D1-B7FE-912F7FD7AB09}" srcOrd="1" destOrd="0" presId="urn:microsoft.com/office/officeart/2009/3/layout/HorizontalOrganizationChart#1"/>
    <dgm:cxn modelId="{6DE0F5C1-5FDC-4643-A8E8-88FCD68812E3}" type="presOf" srcId="{9472853F-DAC3-43B6-A67D-5A33ACE23020}" destId="{921F7340-54FB-4FAE-91F5-CFD70C3EAFE0}" srcOrd="1" destOrd="0" presId="urn:microsoft.com/office/officeart/2009/3/layout/HorizontalOrganizationChart#1"/>
    <dgm:cxn modelId="{035A21C6-596C-4574-A3F4-D11853F74029}" type="presOf" srcId="{60006848-F4F3-478C-85B6-35690F6C8FE7}" destId="{9841A680-5F0D-4642-8A9D-392F12F936ED}" srcOrd="1" destOrd="0" presId="urn:microsoft.com/office/officeart/2009/3/layout/HorizontalOrganizationChart#1"/>
    <dgm:cxn modelId="{B2780FC9-A8C4-4FB7-9B60-194629D61CD6}" srcId="{4DA43E22-E5D1-4EFF-8229-89BFE5C14205}" destId="{2F7D90E8-C8D5-465E-A86E-5A737D502A53}" srcOrd="0" destOrd="0" parTransId="{334FF4A2-B789-48C6-AF65-2A52BEF3D012}" sibTransId="{9BD93CE1-0F1F-41FF-9BE1-C0B43C77946A}"/>
    <dgm:cxn modelId="{512B70CC-155E-4032-A287-F167DF2CB5A7}" srcId="{E9881D98-8924-463E-8E17-6888F89BFBB0}" destId="{CAE1E311-D444-46B5-BCFA-EC6E6E016052}" srcOrd="1" destOrd="0" parTransId="{50B0ACF2-F354-40A3-BD14-9DC8F8DDD4F4}" sibTransId="{D8FCD068-D03C-4199-B016-336CD93542F3}"/>
    <dgm:cxn modelId="{816CF4D6-3FDE-471A-864D-71FB2CBE32AE}" type="presOf" srcId="{4DA43E22-E5D1-4EFF-8229-89BFE5C14205}" destId="{34035CD1-F042-4C68-B030-2B85E0204067}" srcOrd="0" destOrd="0" presId="urn:microsoft.com/office/officeart/2009/3/layout/HorizontalOrganizationChart#1"/>
    <dgm:cxn modelId="{6C507CD7-1E78-4A19-AE40-EFC369F06706}" type="presOf" srcId="{421850CB-ECBC-4EC8-8037-DDAC4FACC582}" destId="{732E3C13-F8B2-457E-937C-80443CBD6457}" srcOrd="0" destOrd="0" presId="urn:microsoft.com/office/officeart/2009/3/layout/HorizontalOrganizationChart#1"/>
    <dgm:cxn modelId="{337040D9-984A-41BD-A160-FE9DD7EAF9DA}" type="presOf" srcId="{68652678-B9E5-4EAD-B29F-A556B1291597}" destId="{8FF3DBCB-B235-4DAE-B1C9-5B4320534D73}" srcOrd="1" destOrd="0" presId="urn:microsoft.com/office/officeart/2009/3/layout/HorizontalOrganizationChart#1"/>
    <dgm:cxn modelId="{038128DB-5F15-40CA-8978-9F42F694B4DF}" type="presOf" srcId="{7889C827-81E7-41A9-A378-9C6F6F3DC33A}" destId="{910E011C-9B15-45F7-A85C-65B4553065DC}" srcOrd="1" destOrd="0" presId="urn:microsoft.com/office/officeart/2009/3/layout/HorizontalOrganizationChart#1"/>
    <dgm:cxn modelId="{1D4FB17B-7AFB-4AEF-8BC8-1A95D52AE221}" type="presParOf" srcId="{CDBD7528-0569-442D-9574-4146CD335A95}" destId="{C556A99D-9B9A-4EF5-9DDD-90F8D1BAED71}" srcOrd="0" destOrd="0" presId="urn:microsoft.com/office/officeart/2009/3/layout/HorizontalOrganizationChart#1"/>
    <dgm:cxn modelId="{3B39CAD8-7C77-46A5-9A6C-318C93B8A20D}" type="presParOf" srcId="{C556A99D-9B9A-4EF5-9DDD-90F8D1BAED71}" destId="{4E9B7DB0-37BE-4EA2-900C-703AD7732C3E}" srcOrd="0" destOrd="0" presId="urn:microsoft.com/office/officeart/2009/3/layout/HorizontalOrganizationChart#1"/>
    <dgm:cxn modelId="{2B4CA9EB-7774-48AF-A47C-36CF960A2757}" type="presParOf" srcId="{4E9B7DB0-37BE-4EA2-900C-703AD7732C3E}" destId="{34035CD1-F042-4C68-B030-2B85E0204067}" srcOrd="0" destOrd="0" presId="urn:microsoft.com/office/officeart/2009/3/layout/HorizontalOrganizationChart#1"/>
    <dgm:cxn modelId="{C5D63310-99F4-4F66-B750-CF6DDD83701E}" type="presParOf" srcId="{4E9B7DB0-37BE-4EA2-900C-703AD7732C3E}" destId="{1079A8A3-473E-4308-BA91-69844CEE4649}" srcOrd="1" destOrd="0" presId="urn:microsoft.com/office/officeart/2009/3/layout/HorizontalOrganizationChart#1"/>
    <dgm:cxn modelId="{10AB2F86-448C-4B06-B421-4C8028D94D9E}" type="presParOf" srcId="{C556A99D-9B9A-4EF5-9DDD-90F8D1BAED71}" destId="{218C71FF-025C-46E9-BB17-CE06DA51BE53}" srcOrd="1" destOrd="0" presId="urn:microsoft.com/office/officeart/2009/3/layout/HorizontalOrganizationChart#1"/>
    <dgm:cxn modelId="{EEBF7937-93B8-4AF8-9356-02A981945283}" type="presParOf" srcId="{218C71FF-025C-46E9-BB17-CE06DA51BE53}" destId="{F2A6A3A5-3D82-45A5-9E12-881F7136774B}" srcOrd="0" destOrd="0" presId="urn:microsoft.com/office/officeart/2009/3/layout/HorizontalOrganizationChart#1"/>
    <dgm:cxn modelId="{915033B7-D43D-4E46-A7AB-2A4273959BBC}" type="presParOf" srcId="{218C71FF-025C-46E9-BB17-CE06DA51BE53}" destId="{A659D153-D48C-470C-AE38-976F38CE263A}" srcOrd="1" destOrd="0" presId="urn:microsoft.com/office/officeart/2009/3/layout/HorizontalOrganizationChart#1"/>
    <dgm:cxn modelId="{0F9D3E5F-F39A-4BBF-8980-C4D826AB2998}" type="presParOf" srcId="{A659D153-D48C-470C-AE38-976F38CE263A}" destId="{ECE7431E-16BF-4D18-8ABB-38AD2C273E34}" srcOrd="0" destOrd="0" presId="urn:microsoft.com/office/officeart/2009/3/layout/HorizontalOrganizationChart#1"/>
    <dgm:cxn modelId="{0458167B-6CA2-4C7C-B963-E916F7A540A9}" type="presParOf" srcId="{ECE7431E-16BF-4D18-8ABB-38AD2C273E34}" destId="{70851D8D-3031-43B7-9882-241C05D8D87F}" srcOrd="0" destOrd="0" presId="urn:microsoft.com/office/officeart/2009/3/layout/HorizontalOrganizationChart#1"/>
    <dgm:cxn modelId="{DFAC54D8-25B8-4557-B0C9-7E44E5C4352F}" type="presParOf" srcId="{ECE7431E-16BF-4D18-8ABB-38AD2C273E34}" destId="{FB6CFDBF-DA4B-49D1-B7FE-912F7FD7AB09}" srcOrd="1" destOrd="0" presId="urn:microsoft.com/office/officeart/2009/3/layout/HorizontalOrganizationChart#1"/>
    <dgm:cxn modelId="{2DDEDBE0-DC74-419C-951A-F5ECF2981C9D}" type="presParOf" srcId="{A659D153-D48C-470C-AE38-976F38CE263A}" destId="{6D8960B5-B8BF-4334-B82D-ED63E9185D0C}" srcOrd="1" destOrd="0" presId="urn:microsoft.com/office/officeart/2009/3/layout/HorizontalOrganizationChart#1"/>
    <dgm:cxn modelId="{E21DA630-DFF6-40BA-B531-5FCFAA1A445A}" type="presParOf" srcId="{6D8960B5-B8BF-4334-B82D-ED63E9185D0C}" destId="{8D3592F1-4E33-4C83-AE26-5F4D1FB4FF56}" srcOrd="0" destOrd="0" presId="urn:microsoft.com/office/officeart/2009/3/layout/HorizontalOrganizationChart#1"/>
    <dgm:cxn modelId="{0DD3DA9E-6559-4E8A-9085-7B5814D56F85}" type="presParOf" srcId="{6D8960B5-B8BF-4334-B82D-ED63E9185D0C}" destId="{A4CBC8FB-BEC0-44A5-B3A7-AB956383D538}" srcOrd="1" destOrd="0" presId="urn:microsoft.com/office/officeart/2009/3/layout/HorizontalOrganizationChart#1"/>
    <dgm:cxn modelId="{9C2EA03F-3230-479F-9C84-E8B7A0214D93}" type="presParOf" srcId="{A4CBC8FB-BEC0-44A5-B3A7-AB956383D538}" destId="{A9F801D9-E919-4BC1-A2A1-06953054ED87}" srcOrd="0" destOrd="0" presId="urn:microsoft.com/office/officeart/2009/3/layout/HorizontalOrganizationChart#1"/>
    <dgm:cxn modelId="{3CBF7D03-67CC-414F-A470-8025D5419ADF}" type="presParOf" srcId="{A9F801D9-E919-4BC1-A2A1-06953054ED87}" destId="{79EC599F-DD08-4E57-9BCE-BB1ECD5A48C5}" srcOrd="0" destOrd="0" presId="urn:microsoft.com/office/officeart/2009/3/layout/HorizontalOrganizationChart#1"/>
    <dgm:cxn modelId="{0705D1E0-385E-4FEC-9684-A8361ABED377}" type="presParOf" srcId="{A9F801D9-E919-4BC1-A2A1-06953054ED87}" destId="{8FF3DBCB-B235-4DAE-B1C9-5B4320534D73}" srcOrd="1" destOrd="0" presId="urn:microsoft.com/office/officeart/2009/3/layout/HorizontalOrganizationChart#1"/>
    <dgm:cxn modelId="{0D11FA30-496B-4E4E-BE01-E53C8745206F}" type="presParOf" srcId="{A4CBC8FB-BEC0-44A5-B3A7-AB956383D538}" destId="{B3B3399B-4D23-461E-AE2D-F295247F50F4}" srcOrd="1" destOrd="0" presId="urn:microsoft.com/office/officeart/2009/3/layout/HorizontalOrganizationChart#1"/>
    <dgm:cxn modelId="{5C766920-1176-46A2-A199-A0385B9DC113}" type="presParOf" srcId="{A4CBC8FB-BEC0-44A5-B3A7-AB956383D538}" destId="{CBEEE61B-57FE-486A-9C9C-6F74181D4EC6}" srcOrd="2" destOrd="0" presId="urn:microsoft.com/office/officeart/2009/3/layout/HorizontalOrganizationChart#1"/>
    <dgm:cxn modelId="{80370149-702D-4A9C-8254-3CCB25ACEEFC}" type="presParOf" srcId="{6D8960B5-B8BF-4334-B82D-ED63E9185D0C}" destId="{0C8235AF-8723-4F04-81FA-4942F1DF8C73}" srcOrd="2" destOrd="0" presId="urn:microsoft.com/office/officeart/2009/3/layout/HorizontalOrganizationChart#1"/>
    <dgm:cxn modelId="{AE2A9DD1-AB0F-493C-85CF-8CAA8433D5B0}" type="presParOf" srcId="{6D8960B5-B8BF-4334-B82D-ED63E9185D0C}" destId="{9ACFA971-7C62-4BA9-8EAF-E35862F05B62}" srcOrd="3" destOrd="0" presId="urn:microsoft.com/office/officeart/2009/3/layout/HorizontalOrganizationChart#1"/>
    <dgm:cxn modelId="{5FFEDE22-305D-4F32-8D38-023C4EC69F3C}" type="presParOf" srcId="{9ACFA971-7C62-4BA9-8EAF-E35862F05B62}" destId="{204A53CF-C974-4546-8269-FCCDBBCB9BAD}" srcOrd="0" destOrd="0" presId="urn:microsoft.com/office/officeart/2009/3/layout/HorizontalOrganizationChart#1"/>
    <dgm:cxn modelId="{7EF1A080-9385-4903-B54F-F323FEC6E86D}" type="presParOf" srcId="{204A53CF-C974-4546-8269-FCCDBBCB9BAD}" destId="{1189721B-D33C-4213-B336-8F18448090C2}" srcOrd="0" destOrd="0" presId="urn:microsoft.com/office/officeart/2009/3/layout/HorizontalOrganizationChart#1"/>
    <dgm:cxn modelId="{000EF182-568C-44CA-ACDE-1FC305A75709}" type="presParOf" srcId="{204A53CF-C974-4546-8269-FCCDBBCB9BAD}" destId="{921F7340-54FB-4FAE-91F5-CFD70C3EAFE0}" srcOrd="1" destOrd="0" presId="urn:microsoft.com/office/officeart/2009/3/layout/HorizontalOrganizationChart#1"/>
    <dgm:cxn modelId="{F4041B23-0C89-4E4B-9432-1A43B5CD2D9C}" type="presParOf" srcId="{9ACFA971-7C62-4BA9-8EAF-E35862F05B62}" destId="{0CA84AF8-D021-412D-9166-D700A171E834}" srcOrd="1" destOrd="0" presId="urn:microsoft.com/office/officeart/2009/3/layout/HorizontalOrganizationChart#1"/>
    <dgm:cxn modelId="{08C1F082-6958-42F8-A31A-7329E384B78E}" type="presParOf" srcId="{9ACFA971-7C62-4BA9-8EAF-E35862F05B62}" destId="{C346E203-FFBF-43D0-A141-F10D24696637}" srcOrd="2" destOrd="0" presId="urn:microsoft.com/office/officeart/2009/3/layout/HorizontalOrganizationChart#1"/>
    <dgm:cxn modelId="{B4BAC7AE-8AE5-4394-8049-1D5B921DFDD5}" type="presParOf" srcId="{A659D153-D48C-470C-AE38-976F38CE263A}" destId="{70A7B3D8-DCD9-4B9D-A4A4-9B99667A56A5}" srcOrd="2" destOrd="0" presId="urn:microsoft.com/office/officeart/2009/3/layout/HorizontalOrganizationChart#1"/>
    <dgm:cxn modelId="{E7C8F5E7-E4D6-4DDF-974E-5254C1211FAD}" type="presParOf" srcId="{218C71FF-025C-46E9-BB17-CE06DA51BE53}" destId="{801D5345-1964-4B66-A469-57BBC9B1C640}" srcOrd="2" destOrd="0" presId="urn:microsoft.com/office/officeart/2009/3/layout/HorizontalOrganizationChart#1"/>
    <dgm:cxn modelId="{F55D3DD0-A161-4B1D-87BE-022D76013753}" type="presParOf" srcId="{218C71FF-025C-46E9-BB17-CE06DA51BE53}" destId="{68128973-01E5-4409-971A-BCDB2BC43CE2}" srcOrd="3" destOrd="0" presId="urn:microsoft.com/office/officeart/2009/3/layout/HorizontalOrganizationChart#1"/>
    <dgm:cxn modelId="{E7C500D1-3F7F-46F3-B108-9A56A33E5A4E}" type="presParOf" srcId="{68128973-01E5-4409-971A-BCDB2BC43CE2}" destId="{26E858EB-0D73-4F72-8CA2-6EB52852E13D}" srcOrd="0" destOrd="0" presId="urn:microsoft.com/office/officeart/2009/3/layout/HorizontalOrganizationChart#1"/>
    <dgm:cxn modelId="{E17DD392-594E-47FD-84B4-F5500C2A961F}" type="presParOf" srcId="{26E858EB-0D73-4F72-8CA2-6EB52852E13D}" destId="{732E3C13-F8B2-457E-937C-80443CBD6457}" srcOrd="0" destOrd="0" presId="urn:microsoft.com/office/officeart/2009/3/layout/HorizontalOrganizationChart#1"/>
    <dgm:cxn modelId="{3C5E4EDC-2BCA-469A-9BF3-C7D73B60F33B}" type="presParOf" srcId="{26E858EB-0D73-4F72-8CA2-6EB52852E13D}" destId="{8EB7EF8E-5CAF-4FB4-A1D0-6F9EFCB9E087}" srcOrd="1" destOrd="0" presId="urn:microsoft.com/office/officeart/2009/3/layout/HorizontalOrganizationChart#1"/>
    <dgm:cxn modelId="{E54DDF6E-216C-4373-99A2-B6AC708CA02A}" type="presParOf" srcId="{68128973-01E5-4409-971A-BCDB2BC43CE2}" destId="{1C55A0CD-23F3-4912-8D63-3D21C42EA4F8}" srcOrd="1" destOrd="0" presId="urn:microsoft.com/office/officeart/2009/3/layout/HorizontalOrganizationChart#1"/>
    <dgm:cxn modelId="{03FB3EFB-036C-44F3-9D1B-74756E258EAA}" type="presParOf" srcId="{1C55A0CD-23F3-4912-8D63-3D21C42EA4F8}" destId="{33085E8B-6797-450D-93AC-A5B44E46D2A7}" srcOrd="0" destOrd="0" presId="urn:microsoft.com/office/officeart/2009/3/layout/HorizontalOrganizationChart#1"/>
    <dgm:cxn modelId="{402C2988-0254-4F63-ACBC-AA7D1CB85C51}" type="presParOf" srcId="{1C55A0CD-23F3-4912-8D63-3D21C42EA4F8}" destId="{2D9F0ACC-59B1-4663-BB08-D85C6BF61CEB}" srcOrd="1" destOrd="0" presId="urn:microsoft.com/office/officeart/2009/3/layout/HorizontalOrganizationChart#1"/>
    <dgm:cxn modelId="{528D57B5-D22B-4D28-9126-E5841F047C7D}" type="presParOf" srcId="{2D9F0ACC-59B1-4663-BB08-D85C6BF61CEB}" destId="{F23AD355-573F-4898-A1AC-2D7A14E4CB0B}" srcOrd="0" destOrd="0" presId="urn:microsoft.com/office/officeart/2009/3/layout/HorizontalOrganizationChart#1"/>
    <dgm:cxn modelId="{01EF7CFB-E1B3-478E-AC80-0E496FDF2212}" type="presParOf" srcId="{F23AD355-573F-4898-A1AC-2D7A14E4CB0B}" destId="{468EA140-DAFB-40AF-AC78-DBFD2334DC75}" srcOrd="0" destOrd="0" presId="urn:microsoft.com/office/officeart/2009/3/layout/HorizontalOrganizationChart#1"/>
    <dgm:cxn modelId="{DA73F1F4-8817-4564-9E8A-E96B851212CE}" type="presParOf" srcId="{F23AD355-573F-4898-A1AC-2D7A14E4CB0B}" destId="{ECB01FCE-80F1-40FA-A3A0-43A08CF0C69E}" srcOrd="1" destOrd="0" presId="urn:microsoft.com/office/officeart/2009/3/layout/HorizontalOrganizationChart#1"/>
    <dgm:cxn modelId="{9ABCEEB9-2F12-4D92-9FB2-7F645E44F611}" type="presParOf" srcId="{2D9F0ACC-59B1-4663-BB08-D85C6BF61CEB}" destId="{B88CB147-4A9B-4E73-AA99-63832BFD1131}" srcOrd="1" destOrd="0" presId="urn:microsoft.com/office/officeart/2009/3/layout/HorizontalOrganizationChart#1"/>
    <dgm:cxn modelId="{5F773C83-968C-42DE-81AF-6E4E2EBE9447}" type="presParOf" srcId="{2D9F0ACC-59B1-4663-BB08-D85C6BF61CEB}" destId="{E6F367B2-5351-4DEE-A486-011C7830822A}" srcOrd="2" destOrd="0" presId="urn:microsoft.com/office/officeart/2009/3/layout/HorizontalOrganizationChart#1"/>
    <dgm:cxn modelId="{23A2860E-A891-4FBD-9283-D2E1B41D5549}" type="presParOf" srcId="{1C55A0CD-23F3-4912-8D63-3D21C42EA4F8}" destId="{005A40F5-AF6F-4DE5-A886-6D7B93AD6AFB}" srcOrd="2" destOrd="0" presId="urn:microsoft.com/office/officeart/2009/3/layout/HorizontalOrganizationChart#1"/>
    <dgm:cxn modelId="{A582705B-9BC9-430B-B711-A663F40E8941}" type="presParOf" srcId="{1C55A0CD-23F3-4912-8D63-3D21C42EA4F8}" destId="{EBFECBCE-FD37-4C93-AEA2-B2F956872182}" srcOrd="3" destOrd="0" presId="urn:microsoft.com/office/officeart/2009/3/layout/HorizontalOrganizationChart#1"/>
    <dgm:cxn modelId="{2543E882-DB4D-49FB-986D-DC74A5357009}" type="presParOf" srcId="{EBFECBCE-FD37-4C93-AEA2-B2F956872182}" destId="{00F7FE0C-B640-4FF3-8645-F36648029136}" srcOrd="0" destOrd="0" presId="urn:microsoft.com/office/officeart/2009/3/layout/HorizontalOrganizationChart#1"/>
    <dgm:cxn modelId="{70DC1921-D8A5-4786-A788-3E5DE34157B4}" type="presParOf" srcId="{00F7FE0C-B640-4FF3-8645-F36648029136}" destId="{17929E28-B813-4BBC-9576-27254941D243}" srcOrd="0" destOrd="0" presId="urn:microsoft.com/office/officeart/2009/3/layout/HorizontalOrganizationChart#1"/>
    <dgm:cxn modelId="{02190B1B-3FE0-4C01-B52C-936139D68C8A}" type="presParOf" srcId="{00F7FE0C-B640-4FF3-8645-F36648029136}" destId="{910E011C-9B15-45F7-A85C-65B4553065DC}" srcOrd="1" destOrd="0" presId="urn:microsoft.com/office/officeart/2009/3/layout/HorizontalOrganizationChart#1"/>
    <dgm:cxn modelId="{1C71366C-DD30-490E-8EDC-4B01ECD11FF3}" type="presParOf" srcId="{EBFECBCE-FD37-4C93-AEA2-B2F956872182}" destId="{27309369-0ACB-400A-96D3-5AA6D0FEA2EC}" srcOrd="1" destOrd="0" presId="urn:microsoft.com/office/officeart/2009/3/layout/HorizontalOrganizationChart#1"/>
    <dgm:cxn modelId="{58B433CD-193E-4F99-BAC9-EB74351002DD}" type="presParOf" srcId="{EBFECBCE-FD37-4C93-AEA2-B2F956872182}" destId="{AD1C822F-178E-45FE-AECF-114BA2A8D1DC}" srcOrd="2" destOrd="0" presId="urn:microsoft.com/office/officeart/2009/3/layout/HorizontalOrganizationChart#1"/>
    <dgm:cxn modelId="{23F5649C-B86E-4028-8CB0-006FBA4E2EAD}" type="presParOf" srcId="{68128973-01E5-4409-971A-BCDB2BC43CE2}" destId="{F1C64D9F-658F-4CB2-96AB-56CC50588F11}" srcOrd="2" destOrd="0" presId="urn:microsoft.com/office/officeart/2009/3/layout/HorizontalOrganizationChart#1"/>
    <dgm:cxn modelId="{E4ED59D6-278A-410C-A958-1ECE5983A691}" type="presParOf" srcId="{218C71FF-025C-46E9-BB17-CE06DA51BE53}" destId="{578663EE-3905-42E9-B30E-84FB9F625F88}" srcOrd="4" destOrd="0" presId="urn:microsoft.com/office/officeart/2009/3/layout/HorizontalOrganizationChart#1"/>
    <dgm:cxn modelId="{14897004-EF5A-4D6A-8AFA-5A04CA3E6CCA}" type="presParOf" srcId="{218C71FF-025C-46E9-BB17-CE06DA51BE53}" destId="{DF870F6D-DE67-435D-9F9B-6750D9CC2B60}" srcOrd="5" destOrd="0" presId="urn:microsoft.com/office/officeart/2009/3/layout/HorizontalOrganizationChart#1"/>
    <dgm:cxn modelId="{B5098106-C68D-4B37-8749-0237CB16C07A}" type="presParOf" srcId="{DF870F6D-DE67-435D-9F9B-6750D9CC2B60}" destId="{CF87CF3C-AB88-4723-957A-DBFA766F5095}" srcOrd="0" destOrd="0" presId="urn:microsoft.com/office/officeart/2009/3/layout/HorizontalOrganizationChart#1"/>
    <dgm:cxn modelId="{8D5D341F-49AE-4B36-BC46-E739484E0FAC}" type="presParOf" srcId="{CF87CF3C-AB88-4723-957A-DBFA766F5095}" destId="{334E1B2D-2A5B-43E0-859D-A87BE53FE403}" srcOrd="0" destOrd="0" presId="urn:microsoft.com/office/officeart/2009/3/layout/HorizontalOrganizationChart#1"/>
    <dgm:cxn modelId="{69C9724A-A222-4A75-AF79-DADBA3118468}" type="presParOf" srcId="{CF87CF3C-AB88-4723-957A-DBFA766F5095}" destId="{9841A680-5F0D-4642-8A9D-392F12F936ED}" srcOrd="1" destOrd="0" presId="urn:microsoft.com/office/officeart/2009/3/layout/HorizontalOrganizationChart#1"/>
    <dgm:cxn modelId="{9D0444E9-D374-4ACE-B280-409CFE3D465C}" type="presParOf" srcId="{DF870F6D-DE67-435D-9F9B-6750D9CC2B60}" destId="{5EB9E9F0-5CA5-48DC-B135-A028D1E91157}" srcOrd="1" destOrd="0" presId="urn:microsoft.com/office/officeart/2009/3/layout/HorizontalOrganizationChart#1"/>
    <dgm:cxn modelId="{C022EF18-1AA7-47DB-BFFC-9C59B1C0939E}" type="presParOf" srcId="{DF870F6D-DE67-435D-9F9B-6750D9CC2B60}" destId="{D0225C70-19EE-4757-9D4E-26ABA0D09964}" srcOrd="2" destOrd="0" presId="urn:microsoft.com/office/officeart/2009/3/layout/HorizontalOrganizationChart#1"/>
    <dgm:cxn modelId="{3E8E6227-2238-4EFC-BCF2-2C5BE6D4B3D2}" type="presParOf" srcId="{218C71FF-025C-46E9-BB17-CE06DA51BE53}" destId="{EB6D62C9-269F-4312-AAE7-1E122BC8B03D}" srcOrd="6" destOrd="0" presId="urn:microsoft.com/office/officeart/2009/3/layout/HorizontalOrganizationChart#1"/>
    <dgm:cxn modelId="{19E092F7-2ABE-4EC8-B4B3-7BFDD5A106AB}" type="presParOf" srcId="{218C71FF-025C-46E9-BB17-CE06DA51BE53}" destId="{997B0A2F-D238-4E93-931F-531DA7EAC9BD}" srcOrd="7" destOrd="0" presId="urn:microsoft.com/office/officeart/2009/3/layout/HorizontalOrganizationChart#1"/>
    <dgm:cxn modelId="{5713A15E-9C00-4D44-8C7A-95A8DCF1BD3A}" type="presParOf" srcId="{997B0A2F-D238-4E93-931F-531DA7EAC9BD}" destId="{031FDA9B-5467-427B-AB62-406C4567C522}" srcOrd="0" destOrd="0" presId="urn:microsoft.com/office/officeart/2009/3/layout/HorizontalOrganizationChart#1"/>
    <dgm:cxn modelId="{BB4A4CA9-AA34-47DE-A27D-30F2EDCF49BF}" type="presParOf" srcId="{031FDA9B-5467-427B-AB62-406C4567C522}" destId="{6A4EC4A4-8554-461E-BF98-A641D6907BA6}" srcOrd="0" destOrd="0" presId="urn:microsoft.com/office/officeart/2009/3/layout/HorizontalOrganizationChart#1"/>
    <dgm:cxn modelId="{A762E872-7711-498C-BFA1-C6066B89648D}" type="presParOf" srcId="{031FDA9B-5467-427B-AB62-406C4567C522}" destId="{9A9196F9-322B-4EE2-AE12-409B6CF8E400}" srcOrd="1" destOrd="0" presId="urn:microsoft.com/office/officeart/2009/3/layout/HorizontalOrganizationChart#1"/>
    <dgm:cxn modelId="{2117C5E2-2EF0-43E2-8B8B-5E1DDCB87813}" type="presParOf" srcId="{997B0A2F-D238-4E93-931F-531DA7EAC9BD}" destId="{2B08222C-90B5-4A23-88E0-DB8E75C7AC24}" srcOrd="1" destOrd="0" presId="urn:microsoft.com/office/officeart/2009/3/layout/HorizontalOrganizationChart#1"/>
    <dgm:cxn modelId="{CD07A7A1-3959-45FA-8E39-F44343EF8853}" type="presParOf" srcId="{2B08222C-90B5-4A23-88E0-DB8E75C7AC24}" destId="{5DBC51EF-B78F-4B9F-BC05-94B1412A593A}" srcOrd="0" destOrd="0" presId="urn:microsoft.com/office/officeart/2009/3/layout/HorizontalOrganizationChart#1"/>
    <dgm:cxn modelId="{905E3513-66FB-4F20-8951-D59C60B2D4AB}" type="presParOf" srcId="{2B08222C-90B5-4A23-88E0-DB8E75C7AC24}" destId="{20376E17-95B9-4256-A8C3-CECED4F978B7}" srcOrd="1" destOrd="0" presId="urn:microsoft.com/office/officeart/2009/3/layout/HorizontalOrganizationChart#1"/>
    <dgm:cxn modelId="{CAE356D2-CA0A-4623-A32E-5AB0C3BD4CA6}" type="presParOf" srcId="{20376E17-95B9-4256-A8C3-CECED4F978B7}" destId="{8E53EC9C-1B91-482F-A6E5-FFA05C442DBE}" srcOrd="0" destOrd="0" presId="urn:microsoft.com/office/officeart/2009/3/layout/HorizontalOrganizationChart#1"/>
    <dgm:cxn modelId="{A9EF326E-4E0F-4816-A455-43051D447E30}" type="presParOf" srcId="{8E53EC9C-1B91-482F-A6E5-FFA05C442DBE}" destId="{BAE054FE-D40D-4480-B73B-6E9B8202FDEC}" srcOrd="0" destOrd="0" presId="urn:microsoft.com/office/officeart/2009/3/layout/HorizontalOrganizationChart#1"/>
    <dgm:cxn modelId="{86F57800-2CC0-4B2B-BB68-9E209FDC7BDF}" type="presParOf" srcId="{8E53EC9C-1B91-482F-A6E5-FFA05C442DBE}" destId="{ECAF1D18-3063-4D9E-A333-7AB92E665EA4}" srcOrd="1" destOrd="0" presId="urn:microsoft.com/office/officeart/2009/3/layout/HorizontalOrganizationChart#1"/>
    <dgm:cxn modelId="{9C71450B-3ED7-4816-9B12-938A2D9B8C9F}" type="presParOf" srcId="{20376E17-95B9-4256-A8C3-CECED4F978B7}" destId="{F14C8A92-4AD7-4E02-9C54-C9D9D4D475DD}" srcOrd="1" destOrd="0" presId="urn:microsoft.com/office/officeart/2009/3/layout/HorizontalOrganizationChart#1"/>
    <dgm:cxn modelId="{18EA1517-91D3-435B-8750-4629E0A3A0B6}" type="presParOf" srcId="{20376E17-95B9-4256-A8C3-CECED4F978B7}" destId="{0D0A7B2C-8C5A-42CB-9CC3-6B5B817DDE57}" srcOrd="2" destOrd="0" presId="urn:microsoft.com/office/officeart/2009/3/layout/HorizontalOrganizationChart#1"/>
    <dgm:cxn modelId="{10879349-1801-4BD9-8516-CF9D203D24E7}" type="presParOf" srcId="{2B08222C-90B5-4A23-88E0-DB8E75C7AC24}" destId="{FF2B9017-7F82-4400-8AFB-49B1FD0A5847}" srcOrd="2" destOrd="0" presId="urn:microsoft.com/office/officeart/2009/3/layout/HorizontalOrganizationChart#1"/>
    <dgm:cxn modelId="{F710E488-312A-4E07-9DF7-92841762C2CB}" type="presParOf" srcId="{2B08222C-90B5-4A23-88E0-DB8E75C7AC24}" destId="{E77DB3BE-3367-44DF-977E-12FDDE7B037E}" srcOrd="3" destOrd="0" presId="urn:microsoft.com/office/officeart/2009/3/layout/HorizontalOrganizationChart#1"/>
    <dgm:cxn modelId="{CF2A7D94-4E19-46EC-9302-7BABA5A8E91F}" type="presParOf" srcId="{E77DB3BE-3367-44DF-977E-12FDDE7B037E}" destId="{AE727B2A-5757-4974-A287-E49679935AF7}" srcOrd="0" destOrd="0" presId="urn:microsoft.com/office/officeart/2009/3/layout/HorizontalOrganizationChart#1"/>
    <dgm:cxn modelId="{D855BAC7-E58D-4E35-9F20-EF8F9A2C66C2}" type="presParOf" srcId="{AE727B2A-5757-4974-A287-E49679935AF7}" destId="{FBC1D840-8644-4553-80AD-560DCD43A815}" srcOrd="0" destOrd="0" presId="urn:microsoft.com/office/officeart/2009/3/layout/HorizontalOrganizationChart#1"/>
    <dgm:cxn modelId="{1C2C2312-7128-44E1-B95C-67224BDA27CA}" type="presParOf" srcId="{AE727B2A-5757-4974-A287-E49679935AF7}" destId="{33BCD099-B2B2-44FA-89A6-719D987ABCF0}" srcOrd="1" destOrd="0" presId="urn:microsoft.com/office/officeart/2009/3/layout/HorizontalOrganizationChart#1"/>
    <dgm:cxn modelId="{57175DB3-38FF-47F6-AD64-2B7A28310088}" type="presParOf" srcId="{E77DB3BE-3367-44DF-977E-12FDDE7B037E}" destId="{377EB022-675B-4C58-B471-714A07149B2E}" srcOrd="1" destOrd="0" presId="urn:microsoft.com/office/officeart/2009/3/layout/HorizontalOrganizationChart#1"/>
    <dgm:cxn modelId="{69DF301A-C58C-4DA2-B810-47DC4EA02E4F}" type="presParOf" srcId="{E77DB3BE-3367-44DF-977E-12FDDE7B037E}" destId="{C6262835-E133-43D0-B4FE-436154F920D9}" srcOrd="2" destOrd="0" presId="urn:microsoft.com/office/officeart/2009/3/layout/HorizontalOrganizationChart#1"/>
    <dgm:cxn modelId="{B84356C8-5231-43A1-BDE6-8678FBC74E50}" type="presParOf" srcId="{997B0A2F-D238-4E93-931F-531DA7EAC9BD}" destId="{BFED4A3D-9362-4E53-9515-BD52455867C4}" srcOrd="2" destOrd="0" presId="urn:microsoft.com/office/officeart/2009/3/layout/HorizontalOrganizationChart#1"/>
    <dgm:cxn modelId="{FC3D06FC-C63F-4AD8-8B83-B4FFB06BE9D3}" type="presParOf" srcId="{C556A99D-9B9A-4EF5-9DDD-90F8D1BAED71}" destId="{97DE20C0-04F9-4DCA-B8AF-06A05C135F0A}" srcOrd="2" destOrd="0" presId="urn:microsoft.com/office/officeart/2009/3/layout/HorizontalOrganizationChar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B9017-7F82-4400-8AFB-49B1FD0A5847}">
      <dsp:nvSpPr>
        <dsp:cNvPr id="0" name=""/>
        <dsp:cNvSpPr/>
      </dsp:nvSpPr>
      <dsp:spPr>
        <a:xfrm>
          <a:off x="2306296" y="2876473"/>
          <a:ext cx="210949" cy="2342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6181" y="0"/>
              </a:lnTo>
              <a:lnTo>
                <a:pt x="106181" y="234251"/>
              </a:lnTo>
              <a:lnTo>
                <a:pt x="210949" y="2342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BC51EF-B78F-4B9F-BC05-94B1412A593A}">
      <dsp:nvSpPr>
        <dsp:cNvPr id="0" name=""/>
        <dsp:cNvSpPr/>
      </dsp:nvSpPr>
      <dsp:spPr>
        <a:xfrm>
          <a:off x="2306296" y="2648082"/>
          <a:ext cx="210949" cy="228390"/>
        </a:xfrm>
        <a:custGeom>
          <a:avLst/>
          <a:gdLst/>
          <a:ahLst/>
          <a:cxnLst/>
          <a:rect l="0" t="0" r="0" b="0"/>
          <a:pathLst>
            <a:path>
              <a:moveTo>
                <a:pt x="0" y="228390"/>
              </a:moveTo>
              <a:lnTo>
                <a:pt x="106181" y="228390"/>
              </a:lnTo>
              <a:lnTo>
                <a:pt x="106181" y="0"/>
              </a:lnTo>
              <a:lnTo>
                <a:pt x="21094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6D62C9-269F-4312-AAE7-1E122BC8B03D}">
      <dsp:nvSpPr>
        <dsp:cNvPr id="0" name=""/>
        <dsp:cNvSpPr/>
      </dsp:nvSpPr>
      <dsp:spPr>
        <a:xfrm>
          <a:off x="1049088" y="2138082"/>
          <a:ext cx="209534" cy="7383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4767" y="0"/>
              </a:lnTo>
              <a:lnTo>
                <a:pt x="104767" y="738391"/>
              </a:lnTo>
              <a:lnTo>
                <a:pt x="209534" y="7383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8663EE-3905-42E9-B30E-84FB9F625F88}">
      <dsp:nvSpPr>
        <dsp:cNvPr id="0" name=""/>
        <dsp:cNvSpPr/>
      </dsp:nvSpPr>
      <dsp:spPr>
        <a:xfrm>
          <a:off x="1049088" y="2138082"/>
          <a:ext cx="200566" cy="14804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5799" y="0"/>
              </a:lnTo>
              <a:lnTo>
                <a:pt x="95799" y="1480439"/>
              </a:lnTo>
              <a:lnTo>
                <a:pt x="200566" y="148043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5A40F5-AF6F-4DE5-A886-6D7B93AD6AFB}">
      <dsp:nvSpPr>
        <dsp:cNvPr id="0" name=""/>
        <dsp:cNvSpPr/>
      </dsp:nvSpPr>
      <dsp:spPr>
        <a:xfrm>
          <a:off x="2306296" y="1971432"/>
          <a:ext cx="210949" cy="2158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6181" y="0"/>
              </a:lnTo>
              <a:lnTo>
                <a:pt x="106181" y="215801"/>
              </a:lnTo>
              <a:lnTo>
                <a:pt x="210949" y="2158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085E8B-6797-450D-93AC-A5B44E46D2A7}">
      <dsp:nvSpPr>
        <dsp:cNvPr id="0" name=""/>
        <dsp:cNvSpPr/>
      </dsp:nvSpPr>
      <dsp:spPr>
        <a:xfrm>
          <a:off x="2306296" y="1735330"/>
          <a:ext cx="210949" cy="236101"/>
        </a:xfrm>
        <a:custGeom>
          <a:avLst/>
          <a:gdLst/>
          <a:ahLst/>
          <a:cxnLst/>
          <a:rect l="0" t="0" r="0" b="0"/>
          <a:pathLst>
            <a:path>
              <a:moveTo>
                <a:pt x="0" y="236101"/>
              </a:moveTo>
              <a:lnTo>
                <a:pt x="106181" y="236101"/>
              </a:lnTo>
              <a:lnTo>
                <a:pt x="106181" y="0"/>
              </a:lnTo>
              <a:lnTo>
                <a:pt x="21094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1D5345-1964-4B66-A469-57BBC9B1C640}">
      <dsp:nvSpPr>
        <dsp:cNvPr id="0" name=""/>
        <dsp:cNvSpPr/>
      </dsp:nvSpPr>
      <dsp:spPr>
        <a:xfrm>
          <a:off x="1049088" y="1971432"/>
          <a:ext cx="209534" cy="166649"/>
        </a:xfrm>
        <a:custGeom>
          <a:avLst/>
          <a:gdLst/>
          <a:ahLst/>
          <a:cxnLst/>
          <a:rect l="0" t="0" r="0" b="0"/>
          <a:pathLst>
            <a:path>
              <a:moveTo>
                <a:pt x="0" y="166649"/>
              </a:moveTo>
              <a:lnTo>
                <a:pt x="104767" y="166649"/>
              </a:lnTo>
              <a:lnTo>
                <a:pt x="104767" y="0"/>
              </a:lnTo>
              <a:lnTo>
                <a:pt x="209534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8235AF-8723-4F04-81FA-4942F1DF8C73}">
      <dsp:nvSpPr>
        <dsp:cNvPr id="0" name=""/>
        <dsp:cNvSpPr/>
      </dsp:nvSpPr>
      <dsp:spPr>
        <a:xfrm>
          <a:off x="2306296" y="1062830"/>
          <a:ext cx="210949" cy="2471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6181" y="0"/>
              </a:lnTo>
              <a:lnTo>
                <a:pt x="106181" y="247103"/>
              </a:lnTo>
              <a:lnTo>
                <a:pt x="210949" y="24710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3592F1-4E33-4C83-AE26-5F4D1FB4FF56}">
      <dsp:nvSpPr>
        <dsp:cNvPr id="0" name=""/>
        <dsp:cNvSpPr/>
      </dsp:nvSpPr>
      <dsp:spPr>
        <a:xfrm>
          <a:off x="2306296" y="810780"/>
          <a:ext cx="210949" cy="252049"/>
        </a:xfrm>
        <a:custGeom>
          <a:avLst/>
          <a:gdLst/>
          <a:ahLst/>
          <a:cxnLst/>
          <a:rect l="0" t="0" r="0" b="0"/>
          <a:pathLst>
            <a:path>
              <a:moveTo>
                <a:pt x="0" y="252049"/>
              </a:moveTo>
              <a:lnTo>
                <a:pt x="106181" y="252049"/>
              </a:lnTo>
              <a:lnTo>
                <a:pt x="106181" y="0"/>
              </a:lnTo>
              <a:lnTo>
                <a:pt x="21094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A6A3A5-3D82-45A5-9E12-881F7136774B}">
      <dsp:nvSpPr>
        <dsp:cNvPr id="0" name=""/>
        <dsp:cNvSpPr/>
      </dsp:nvSpPr>
      <dsp:spPr>
        <a:xfrm>
          <a:off x="1049088" y="1062830"/>
          <a:ext cx="209534" cy="1075251"/>
        </a:xfrm>
        <a:custGeom>
          <a:avLst/>
          <a:gdLst/>
          <a:ahLst/>
          <a:cxnLst/>
          <a:rect l="0" t="0" r="0" b="0"/>
          <a:pathLst>
            <a:path>
              <a:moveTo>
                <a:pt x="0" y="1075251"/>
              </a:moveTo>
              <a:lnTo>
                <a:pt x="104767" y="1075251"/>
              </a:lnTo>
              <a:lnTo>
                <a:pt x="104767" y="0"/>
              </a:lnTo>
              <a:lnTo>
                <a:pt x="209534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035CD1-F042-4C68-B030-2B85E0204067}">
      <dsp:nvSpPr>
        <dsp:cNvPr id="0" name=""/>
        <dsp:cNvSpPr/>
      </dsp:nvSpPr>
      <dsp:spPr>
        <a:xfrm>
          <a:off x="1414" y="1978311"/>
          <a:ext cx="1047673" cy="319540"/>
        </a:xfrm>
        <a:prstGeom prst="rect">
          <a:avLst/>
        </a:prstGeom>
        <a:solidFill>
          <a:schemeClr val="accent3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rPr>
            <a:t>原生类型</a:t>
          </a:r>
        </a:p>
      </dsp:txBody>
      <dsp:txXfrm>
        <a:off x="1414" y="1978311"/>
        <a:ext cx="1047673" cy="319540"/>
      </dsp:txXfrm>
    </dsp:sp>
    <dsp:sp modelId="{70851D8D-3031-43B7-9882-241C05D8D87F}">
      <dsp:nvSpPr>
        <dsp:cNvPr id="0" name=""/>
        <dsp:cNvSpPr/>
      </dsp:nvSpPr>
      <dsp:spPr>
        <a:xfrm>
          <a:off x="1258623" y="903060"/>
          <a:ext cx="1047673" cy="319540"/>
        </a:xfrm>
        <a:prstGeom prst="rect">
          <a:avLst/>
        </a:prstGeom>
        <a:solidFill>
          <a:schemeClr val="accent3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rPr>
            <a:t>整型</a:t>
          </a:r>
          <a:endParaRPr lang="en-US" altLang="zh-CN" sz="1600" kern="1200" dirty="0">
            <a:solidFill>
              <a:schemeClr val="tx1"/>
            </a:solidFill>
            <a:latin typeface="+mn-lt"/>
            <a:ea typeface="+mn-ea"/>
            <a:cs typeface="+mn-ea"/>
            <a:sym typeface="+mn-lt"/>
          </a:endParaRPr>
        </a:p>
      </dsp:txBody>
      <dsp:txXfrm>
        <a:off x="1258623" y="903060"/>
        <a:ext cx="1047673" cy="319540"/>
      </dsp:txXfrm>
    </dsp:sp>
    <dsp:sp modelId="{79EC599F-DD08-4E57-9BCE-BB1ECD5A48C5}">
      <dsp:nvSpPr>
        <dsp:cNvPr id="0" name=""/>
        <dsp:cNvSpPr/>
      </dsp:nvSpPr>
      <dsp:spPr>
        <a:xfrm>
          <a:off x="2517246" y="651010"/>
          <a:ext cx="1047673" cy="319540"/>
        </a:xfrm>
        <a:prstGeom prst="rect">
          <a:avLst/>
        </a:prstGeom>
        <a:solidFill>
          <a:schemeClr val="accent3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rPr>
            <a:t>无符号整型</a:t>
          </a:r>
          <a:endParaRPr lang="en-US" altLang="zh-CN" sz="1600" kern="1200" dirty="0">
            <a:solidFill>
              <a:schemeClr val="tx1"/>
            </a:solidFill>
            <a:latin typeface="+mn-lt"/>
            <a:ea typeface="+mn-ea"/>
            <a:cs typeface="+mn-ea"/>
            <a:sym typeface="+mn-lt"/>
          </a:endParaRPr>
        </a:p>
      </dsp:txBody>
      <dsp:txXfrm>
        <a:off x="2517246" y="651010"/>
        <a:ext cx="1047673" cy="319540"/>
      </dsp:txXfrm>
    </dsp:sp>
    <dsp:sp modelId="{1189721B-D33C-4213-B336-8F18448090C2}">
      <dsp:nvSpPr>
        <dsp:cNvPr id="0" name=""/>
        <dsp:cNvSpPr/>
      </dsp:nvSpPr>
      <dsp:spPr>
        <a:xfrm>
          <a:off x="2517246" y="1150163"/>
          <a:ext cx="1047673" cy="319540"/>
        </a:xfrm>
        <a:prstGeom prst="rect">
          <a:avLst/>
        </a:prstGeom>
        <a:solidFill>
          <a:schemeClr val="accent3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rPr>
            <a:t>有符号整性</a:t>
          </a:r>
          <a:endParaRPr lang="en-US" altLang="zh-CN" sz="1600" kern="1200" dirty="0">
            <a:solidFill>
              <a:schemeClr val="tx1"/>
            </a:solidFill>
            <a:latin typeface="+mn-lt"/>
            <a:ea typeface="+mn-ea"/>
            <a:cs typeface="+mn-ea"/>
            <a:sym typeface="+mn-lt"/>
          </a:endParaRPr>
        </a:p>
      </dsp:txBody>
      <dsp:txXfrm>
        <a:off x="2517246" y="1150163"/>
        <a:ext cx="1047673" cy="319540"/>
      </dsp:txXfrm>
    </dsp:sp>
    <dsp:sp modelId="{732E3C13-F8B2-457E-937C-80443CBD6457}">
      <dsp:nvSpPr>
        <dsp:cNvPr id="0" name=""/>
        <dsp:cNvSpPr/>
      </dsp:nvSpPr>
      <dsp:spPr>
        <a:xfrm>
          <a:off x="1258623" y="1811661"/>
          <a:ext cx="1047673" cy="319540"/>
        </a:xfrm>
        <a:prstGeom prst="rect">
          <a:avLst/>
        </a:prstGeom>
        <a:solidFill>
          <a:schemeClr val="accent3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rPr>
            <a:t>浮点型</a:t>
          </a:r>
          <a:endParaRPr lang="en-US" altLang="zh-CN" sz="1600" kern="1200" dirty="0">
            <a:solidFill>
              <a:schemeClr val="tx1"/>
            </a:solidFill>
            <a:latin typeface="+mn-lt"/>
            <a:ea typeface="+mn-ea"/>
            <a:cs typeface="+mn-ea"/>
            <a:sym typeface="+mn-lt"/>
          </a:endParaRPr>
        </a:p>
      </dsp:txBody>
      <dsp:txXfrm>
        <a:off x="1258623" y="1811661"/>
        <a:ext cx="1047673" cy="319540"/>
      </dsp:txXfrm>
    </dsp:sp>
    <dsp:sp modelId="{468EA140-DAFB-40AF-AC78-DBFD2334DC75}">
      <dsp:nvSpPr>
        <dsp:cNvPr id="0" name=""/>
        <dsp:cNvSpPr/>
      </dsp:nvSpPr>
      <dsp:spPr>
        <a:xfrm>
          <a:off x="2517246" y="1575560"/>
          <a:ext cx="1047673" cy="319540"/>
        </a:xfrm>
        <a:prstGeom prst="rect">
          <a:avLst/>
        </a:prstGeom>
        <a:solidFill>
          <a:schemeClr val="accent3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rPr>
            <a:t>f32</a:t>
          </a:r>
        </a:p>
      </dsp:txBody>
      <dsp:txXfrm>
        <a:off x="2517246" y="1575560"/>
        <a:ext cx="1047673" cy="319540"/>
      </dsp:txXfrm>
    </dsp:sp>
    <dsp:sp modelId="{17929E28-B813-4BBC-9576-27254941D243}">
      <dsp:nvSpPr>
        <dsp:cNvPr id="0" name=""/>
        <dsp:cNvSpPr/>
      </dsp:nvSpPr>
      <dsp:spPr>
        <a:xfrm>
          <a:off x="2517246" y="2027462"/>
          <a:ext cx="1047673" cy="319540"/>
        </a:xfrm>
        <a:prstGeom prst="rect">
          <a:avLst/>
        </a:prstGeom>
        <a:solidFill>
          <a:schemeClr val="accent3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rPr>
            <a:t>f64</a:t>
          </a:r>
        </a:p>
      </dsp:txBody>
      <dsp:txXfrm>
        <a:off x="2517246" y="2027462"/>
        <a:ext cx="1047673" cy="319540"/>
      </dsp:txXfrm>
    </dsp:sp>
    <dsp:sp modelId="{334E1B2D-2A5B-43E0-859D-A87BE53FE403}">
      <dsp:nvSpPr>
        <dsp:cNvPr id="0" name=""/>
        <dsp:cNvSpPr/>
      </dsp:nvSpPr>
      <dsp:spPr>
        <a:xfrm>
          <a:off x="1249654" y="3458751"/>
          <a:ext cx="1047673" cy="319540"/>
        </a:xfrm>
        <a:prstGeom prst="rect">
          <a:avLst/>
        </a:prstGeom>
        <a:solidFill>
          <a:schemeClr val="accent3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rPr>
            <a:t>char</a:t>
          </a:r>
          <a:endParaRPr lang="zh-CN" altLang="en-US" sz="1600" kern="1200" dirty="0">
            <a:solidFill>
              <a:schemeClr val="tx1"/>
            </a:solidFill>
            <a:latin typeface="+mn-lt"/>
            <a:ea typeface="+mn-ea"/>
            <a:cs typeface="+mn-ea"/>
            <a:sym typeface="+mn-lt"/>
          </a:endParaRPr>
        </a:p>
      </dsp:txBody>
      <dsp:txXfrm>
        <a:off x="1249654" y="3458751"/>
        <a:ext cx="1047673" cy="319540"/>
      </dsp:txXfrm>
    </dsp:sp>
    <dsp:sp modelId="{6A4EC4A4-8554-461E-BF98-A641D6907BA6}">
      <dsp:nvSpPr>
        <dsp:cNvPr id="0" name=""/>
        <dsp:cNvSpPr/>
      </dsp:nvSpPr>
      <dsp:spPr>
        <a:xfrm>
          <a:off x="1258623" y="2716703"/>
          <a:ext cx="1047673" cy="319540"/>
        </a:xfrm>
        <a:prstGeom prst="rect">
          <a:avLst/>
        </a:prstGeom>
        <a:solidFill>
          <a:schemeClr val="accent3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rPr>
            <a:t>布尔型</a:t>
          </a:r>
        </a:p>
      </dsp:txBody>
      <dsp:txXfrm>
        <a:off x="1258623" y="2716703"/>
        <a:ext cx="1047673" cy="319540"/>
      </dsp:txXfrm>
    </dsp:sp>
    <dsp:sp modelId="{BAE054FE-D40D-4480-B73B-6E9B8202FDEC}">
      <dsp:nvSpPr>
        <dsp:cNvPr id="0" name=""/>
        <dsp:cNvSpPr/>
      </dsp:nvSpPr>
      <dsp:spPr>
        <a:xfrm>
          <a:off x="2517246" y="2488312"/>
          <a:ext cx="1047673" cy="319540"/>
        </a:xfrm>
        <a:prstGeom prst="rect">
          <a:avLst/>
        </a:prstGeom>
        <a:solidFill>
          <a:schemeClr val="accent3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rPr>
            <a:t>true</a:t>
          </a:r>
          <a:endParaRPr lang="zh-CN" altLang="en-US" sz="1600" kern="1200" dirty="0">
            <a:solidFill>
              <a:schemeClr val="tx1"/>
            </a:solidFill>
            <a:latin typeface="+mn-lt"/>
            <a:ea typeface="+mn-ea"/>
            <a:cs typeface="+mn-ea"/>
            <a:sym typeface="+mn-lt"/>
          </a:endParaRPr>
        </a:p>
      </dsp:txBody>
      <dsp:txXfrm>
        <a:off x="2517246" y="2488312"/>
        <a:ext cx="1047673" cy="319540"/>
      </dsp:txXfrm>
    </dsp:sp>
    <dsp:sp modelId="{FBC1D840-8644-4553-80AD-560DCD43A815}">
      <dsp:nvSpPr>
        <dsp:cNvPr id="0" name=""/>
        <dsp:cNvSpPr/>
      </dsp:nvSpPr>
      <dsp:spPr>
        <a:xfrm>
          <a:off x="2517246" y="2950954"/>
          <a:ext cx="1047673" cy="319540"/>
        </a:xfrm>
        <a:prstGeom prst="rect">
          <a:avLst/>
        </a:prstGeom>
        <a:solidFill>
          <a:schemeClr val="accent3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rPr>
            <a:t>false</a:t>
          </a:r>
          <a:endParaRPr lang="zh-CN" altLang="en-US" sz="1600" kern="1200" dirty="0">
            <a:solidFill>
              <a:schemeClr val="tx1"/>
            </a:solidFill>
            <a:latin typeface="+mn-lt"/>
            <a:ea typeface="+mn-ea"/>
            <a:cs typeface="+mn-ea"/>
            <a:sym typeface="+mn-lt"/>
          </a:endParaRPr>
        </a:p>
      </dsp:txBody>
      <dsp:txXfrm>
        <a:off x="2517246" y="2950954"/>
        <a:ext cx="1047673" cy="3195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#1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linDir" val="fromL"/>
                      <dgm:param type="chAlign" val="t"/>
                    </dgm:alg>
                  </dgm:if>
                  <dgm:else name="Name31">
                    <dgm:alg type="hierChild">
                      <dgm:param type="linDir" val="fromR"/>
                      <dgm:param type="chAlign" val="t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linDir" val="fromL"/>
                      <dgm:param type="chAlign" val="b"/>
                    </dgm:alg>
                  </dgm:if>
                  <dgm:else name="Name35">
                    <dgm:alg type="hierChild">
                      <dgm:param type="linDir" val="fromR"/>
                      <dgm:param type="chAlign" val="b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linDir" val="fromT"/>
                      <dgm:param type="chAlign" val="l"/>
                      <dgm:param type="secLinDir" val="fromL"/>
                      <dgm:param type="secChAlign" val="t"/>
                    </dgm:alg>
                  </dgm:if>
                  <dgm:else name="Name39">
                    <dgm:alg type="hierChild">
                      <dgm:param type="linDir" val="fromT"/>
                      <dgm:param type="chAlign" val="r"/>
                      <dgm:param type="secLinDir" val="fromR"/>
                      <dgm:param type="secChAlign" val="t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linDir" val="fromL"/>
                            <dgm:param type="chAlign" val="t"/>
                          </dgm:alg>
                        </dgm:if>
                        <dgm:else name="Name93">
                          <dgm:alg type="hierChild">
                            <dgm:param type="linDir" val="fromR"/>
                            <dgm:param type="chAlign" val="t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linDir" val="fromL"/>
                            <dgm:param type="chAlign" val="b"/>
                          </dgm:alg>
                        </dgm:if>
                        <dgm:else name="Name97">
                          <dgm:alg type="hierChild">
                            <dgm:param type="linDir" val="fromR"/>
                            <dgm:param type="chAlign" val="b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linDir" val="fromT"/>
                            <dgm:param type="chAlign" val="l"/>
                            <dgm:param type="secLinDir" val="fromL"/>
                            <dgm:param type="secChAlign" val="t"/>
                          </dgm:alg>
                        </dgm:if>
                        <dgm:else name="Name101">
                          <dgm:alg type="hierChild">
                            <dgm:param type="linDir" val="fromT"/>
                            <dgm:param type="chAlign" val="r"/>
                            <dgm:param type="secLinDir" val="fromR"/>
                            <dgm:param type="secChAlign" val="t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linDir" val="fromT"/>
                        <dgm:param type="chAlign" val="l"/>
                        <dgm:param type="secLinDir" val="fromL"/>
                        <dgm:param type="secChAlign" val="t"/>
                      </dgm:alg>
                    </dgm:if>
                    <dgm:else name="Name109">
                      <dgm:alg type="hierChild">
                        <dgm:param type="linDir" val="fromT"/>
                        <dgm:param type="chAlign" val="r"/>
                        <dgm:param type="secLinDir" val="fromR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linDir" val="fromT"/>
                  <dgm:param type="chAlign" val="l"/>
                  <dgm:param type="secLinDir" val="fromL"/>
                  <dgm:param type="secChAlign" val="t"/>
                </dgm:alg>
              </dgm:if>
              <dgm:else name="Name113">
                <dgm:alg type="hierChild">
                  <dgm:param type="linDir" val="fromT"/>
                  <dgm:param type="chAlign" val="r"/>
                  <dgm:param type="secLinDir" val="fromR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linDir" val="fromL"/>
                            <dgm:param type="chAlign" val="t"/>
                          </dgm:alg>
                        </dgm:if>
                        <dgm:else name="Name145">
                          <dgm:alg type="hierChild">
                            <dgm:param type="linDir" val="fromR"/>
                            <dgm:param type="chAlign" val="t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linDir" val="fromL"/>
                            <dgm:param type="chAlign" val="b"/>
                          </dgm:alg>
                        </dgm:if>
                        <dgm:else name="Name149">
                          <dgm:alg type="hierChild">
                            <dgm:param type="linDir" val="fromR"/>
                            <dgm:param type="chAlign" val="b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linDir" val="fromT"/>
                            <dgm:param type="chAlign" val="l"/>
                            <dgm:param type="secLinDir" val="fromL"/>
                            <dgm:param type="secChAlign" val="t"/>
                          </dgm:alg>
                        </dgm:if>
                        <dgm:else name="Name153">
                          <dgm:alg type="hierChild">
                            <dgm:param type="linDir" val="fromT"/>
                            <dgm:param type="chAlign" val="r"/>
                            <dgm:param type="secLinDir" val="fromR"/>
                            <dgm:param type="secChAlign" val="t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linDir" val="fromT"/>
                        <dgm:param type="chAlign" val="l"/>
                        <dgm:param type="secLinDir" val="fromL"/>
                        <dgm:param type="secChAlign" val="t"/>
                      </dgm:alg>
                    </dgm:if>
                    <dgm:else name="Name161">
                      <dgm:alg type="hierChild">
                        <dgm:param type="linDir" val="fromT"/>
                        <dgm:param type="chAlign" val="r"/>
                        <dgm:param type="secLinDir" val="fromR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kern="1200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cs"/>
              </a:rPr>
              <a:t>Rust </a:t>
            </a:r>
            <a:r>
              <a:rPr lang="zh-CN" altLang="en-US" sz="1400" kern="1200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cs"/>
              </a:rPr>
              <a:t>提供了两个原生的复合类型：元组、数组</a:t>
            </a:r>
            <a:endParaRPr lang="en-US" altLang="zh-CN" sz="1400" kern="1200" dirty="0">
              <a:solidFill>
                <a:schemeClr val="tx1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54" y="-57144"/>
            <a:ext cx="12243078" cy="5625189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0363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方正兰亭黑简体" panose="02000000000000000000" pitchFamily="2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方正兰亭黑简体" panose="02000000000000000000" pitchFamily="2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方正兰亭黑简体" panose="02000000000000000000" pitchFamily="2" charset="-122"/>
                    <a:ea typeface="方正兰亭黑简体" panose="02000000000000000000" pitchFamily="2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方正兰亭黑简体" panose="02000000000000000000" pitchFamily="2" charset="-122"/>
                    <a:ea typeface="方正兰亭黑简体" panose="02000000000000000000" pitchFamily="2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255/255/255</a:t>
                </a: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  <a:ea typeface="方正兰亭黑简体" panose="02000000000000000000" pitchFamily="2" charset="-122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  <a:ea typeface="方正兰亭黑简体" panose="02000000000000000000" pitchFamily="2" charset="-122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  <a:ea typeface="方正兰亭黑简体" panose="02000000000000000000" pitchFamily="2" charset="-122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  <a:ea typeface="方正兰亭黑简体" panose="02000000000000000000" pitchFamily="2" charset="-122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Microsoft YaHei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Microsoft YaHei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Microsoft YaHei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方正兰亭黑简体" panose="02000000000000000000" pitchFamily="2" charset="-122"/>
              <a:cs typeface="Microsoft YaHei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8" y="5237637"/>
            <a:ext cx="1869596" cy="4088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方正兰亭黑简体" panose="02000000000000000000" pitchFamily="2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948808" y="1066890"/>
            <a:ext cx="6559809" cy="690255"/>
          </a:xfrm>
        </p:spPr>
        <p:txBody>
          <a:bodyPr>
            <a:no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基本数据类型</a:t>
            </a:r>
          </a:p>
        </p:txBody>
      </p:sp>
      <p:sp>
        <p:nvSpPr>
          <p:cNvPr id="4" name="Text Placeholder 3"/>
          <p:cNvSpPr txBox="1"/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1000">
                <a:cs typeface="+mn-ea"/>
                <a:sym typeface="+mn-lt"/>
              </a:rPr>
              <a:t>Security Level:</a:t>
            </a:r>
            <a:endParaRPr lang="en-US" sz="100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01663" y="5858894"/>
            <a:ext cx="2794958" cy="888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关于本章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36258" y="1102351"/>
            <a:ext cx="10733557" cy="141806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章节目标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通过本章节的学习，掌握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Rust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基本数据类型、基础复合类型、常量和变量 等基础知识。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36258" y="1536343"/>
            <a:ext cx="9065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36258" y="2968588"/>
            <a:ext cx="20736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26205" y="2938130"/>
            <a:ext cx="419642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cs typeface="+mn-ea"/>
                <a:sym typeface="+mn-lt"/>
              </a:rPr>
              <a:t>基本数据类型；</a:t>
            </a:r>
            <a:endParaRPr lang="en-US" altLang="zh-CN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cs typeface="+mn-ea"/>
                <a:sym typeface="+mn-lt"/>
              </a:rPr>
              <a:t>复合类型；</a:t>
            </a:r>
            <a:endParaRPr lang="en-US" altLang="zh-CN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cs typeface="+mn-ea"/>
                <a:sym typeface="+mn-lt"/>
              </a:rPr>
              <a:t>变量声明；</a:t>
            </a:r>
            <a:endParaRPr lang="en-US" altLang="zh-CN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cs typeface="+mn-ea"/>
                <a:sym typeface="+mn-lt"/>
              </a:rPr>
              <a:t>静态变量和常量；</a:t>
            </a: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42009" y="2520415"/>
            <a:ext cx="2276585" cy="4649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cs typeface="+mn-ea"/>
                <a:sym typeface="+mn-lt"/>
              </a:rPr>
              <a:t>本章预期掌握知识点</a:t>
            </a:r>
            <a:endParaRPr lang="en-US" altLang="zh-CN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9" name="直接连接符 8"/>
          <p:cNvCxnSpPr>
            <a:stCxn id="2" idx="1"/>
            <a:endCxn id="2" idx="3"/>
          </p:cNvCxnSpPr>
          <p:nvPr/>
        </p:nvCxnSpPr>
        <p:spPr>
          <a:xfrm>
            <a:off x="729175" y="95283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624474" y="0"/>
            <a:ext cx="36000" cy="6840000"/>
          </a:xfrm>
          <a:prstGeom prst="rect">
            <a:avLst/>
          </a:prstGeom>
          <a:gradFill>
            <a:gsLst>
              <a:gs pos="4000">
                <a:schemeClr val="tx2">
                  <a:lumMod val="85000"/>
                </a:schemeClr>
              </a:gs>
              <a:gs pos="54000">
                <a:schemeClr val="tx2">
                  <a:lumMod val="85000"/>
                </a:schemeClr>
              </a:gs>
              <a:gs pos="100000">
                <a:schemeClr val="tx2">
                  <a:lumMod val="85000"/>
                  <a:alpha val="7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481893"/>
            <a:ext cx="10733557" cy="4690459"/>
          </a:xfrm>
        </p:spPr>
        <p:txBody>
          <a:bodyPr/>
          <a:lstStyle/>
          <a:p>
            <a:pPr marL="354965" indent="-342900">
              <a:lnSpc>
                <a:spcPct val="150000"/>
              </a:lnSpc>
              <a:buAutoNum type="arabicPeriod"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Rust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基本程序介绍</a:t>
            </a:r>
          </a:p>
          <a:p>
            <a:pPr marL="354965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基本数据类型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复合类型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变量声明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静态变量和常量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22092" y="97260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311163" y="204411"/>
            <a:ext cx="10740640" cy="510517"/>
          </a:xfrm>
        </p:spPr>
        <p:txBody>
          <a:bodyPr>
            <a:normAutofit fontScale="97500"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Rust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基本程序介绍</a:t>
            </a:r>
          </a:p>
        </p:txBody>
      </p:sp>
      <p:sp>
        <p:nvSpPr>
          <p:cNvPr id="15" name="矩形 14"/>
          <p:cNvSpPr/>
          <p:nvPr/>
        </p:nvSpPr>
        <p:spPr>
          <a:xfrm>
            <a:off x="1394234" y="963495"/>
            <a:ext cx="8286059" cy="4647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66762" y="974830"/>
            <a:ext cx="7010909" cy="54168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en-US" altLang="zh-CN" sz="1400" i="1" dirty="0" err="1">
                <a:solidFill>
                  <a:srgbClr val="7F848E"/>
                </a:solidFill>
                <a:cs typeface="+mn-ea"/>
                <a:sym typeface="+mn-lt"/>
              </a:rPr>
              <a:t>fn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关键字用于声明一个函数，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main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为函数名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()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内可以包含函数的参数；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{}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用来标识代码块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let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关键字用于声明变量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下面声明变量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a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，它的类型为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i32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，为变量赋值为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1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，使用分号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(;)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结尾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=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如果没有指定数据类型，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Rust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会通过值来推断变量的类型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例如下方的变量声明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Rust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会推断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b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为类型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i32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=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en-US" altLang="zh-CN" sz="1400" i="1" dirty="0" err="1">
                <a:solidFill>
                  <a:srgbClr val="7F848E"/>
                </a:solidFill>
                <a:cs typeface="+mn-ea"/>
                <a:sym typeface="+mn-lt"/>
              </a:rPr>
              <a:t>println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!():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是一个宏，用于打印输出，并在末尾添加换行符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打印时其中的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{}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会被替换为参数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a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，进行打印输出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D19A66"/>
                </a:solidFill>
                <a:cs typeface="+mn-ea"/>
                <a:sym typeface="+mn-lt"/>
              </a:rPr>
              <a:t>println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{}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直接打印字符串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D19A66"/>
                </a:solidFill>
                <a:cs typeface="+mn-ea"/>
                <a:sym typeface="+mn-lt"/>
              </a:rPr>
              <a:t>println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"hello, world"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en-US" altLang="zh-CN" sz="1400" i="1" dirty="0" err="1">
                <a:solidFill>
                  <a:srgbClr val="7F848E"/>
                </a:solidFill>
                <a:cs typeface="+mn-ea"/>
                <a:sym typeface="+mn-lt"/>
              </a:rPr>
              <a:t>assert_eq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!()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：是一个宏，用于判断两个参数是否相等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如果相等没有输出信息，如果不相等则报错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更多宏参考：</a:t>
            </a:r>
            <a:endParaRPr lang="en-US" altLang="zh-CN" sz="1400" i="1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   // https://doc.rust-lang.org/std/index.html?search=assert#macros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D19A66"/>
                </a:solidFill>
                <a:cs typeface="+mn-ea"/>
                <a:sym typeface="+mn-lt"/>
              </a:rPr>
              <a:t>assert_eq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60162" y="70090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upload_8775854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331" y="3077582"/>
            <a:ext cx="3990004" cy="702785"/>
          </a:xfrm>
          <a:prstGeom prst="rect">
            <a:avLst/>
          </a:prstGeom>
        </p:spPr>
      </p:pic>
      <p:sp>
        <p:nvSpPr>
          <p:cNvPr id="4" name="右箭头 3"/>
          <p:cNvSpPr/>
          <p:nvPr userDrawn="1"/>
        </p:nvSpPr>
        <p:spPr>
          <a:xfrm>
            <a:off x="7659819" y="3174897"/>
            <a:ext cx="181364" cy="521421"/>
          </a:xfrm>
          <a:prstGeom prst="rightArrow">
            <a:avLst/>
          </a:prstGeom>
          <a:solidFill>
            <a:srgbClr val="ED7D31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461863" y="216175"/>
            <a:ext cx="10740640" cy="993400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基本数据类型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468946" y="807324"/>
            <a:ext cx="10733557" cy="40225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数据类型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– 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标量类型</a:t>
            </a:r>
          </a:p>
        </p:txBody>
      </p:sp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3552493430"/>
              </p:ext>
            </p:extLst>
          </p:nvPr>
        </p:nvGraphicFramePr>
        <p:xfrm>
          <a:off x="567605" y="569113"/>
          <a:ext cx="3564920" cy="42761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950155"/>
              </p:ext>
            </p:extLst>
          </p:nvPr>
        </p:nvGraphicFramePr>
        <p:xfrm>
          <a:off x="5718971" y="921469"/>
          <a:ext cx="5140617" cy="282321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04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0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0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83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整型</a:t>
                      </a:r>
                      <a:endParaRPr lang="en-US" sz="1200" dirty="0"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类型</a:t>
                      </a:r>
                      <a:endParaRPr lang="en-US" sz="1200" dirty="0"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最小值</a:t>
                      </a:r>
                      <a:endParaRPr lang="en-US" sz="1200" dirty="0"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最大值</a:t>
                      </a:r>
                      <a:endParaRPr lang="en-US" sz="1200" dirty="0"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Size(bytes)</a:t>
                      </a:r>
                      <a:endParaRPr lang="en-US" sz="1200" dirty="0"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90500" marR="190500" marT="28575" marB="285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259">
                <a:tc rowSpan="5">
                  <a:txBody>
                    <a:bodyPr/>
                    <a:lstStyle/>
                    <a:p>
                      <a:r>
                        <a:rPr lang="zh-CN" altLang="en-US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无符号整型</a:t>
                      </a:r>
                      <a:endParaRPr lang="en-US" sz="1200" dirty="0"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u8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</a:t>
                      </a:r>
                      <a:r>
                        <a:rPr lang="en-US" altLang="zh-CN" sz="1200" baseline="300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8</a:t>
                      </a:r>
                      <a:r>
                        <a:rPr lang="en-US" altLang="zh-CN" sz="12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-1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</a:t>
                      </a:r>
                    </a:p>
                  </a:txBody>
                  <a:tcPr marL="190500" marR="190500" marT="28575" marB="285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25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u16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</a:t>
                      </a:r>
                      <a:r>
                        <a:rPr lang="en-US" altLang="zh-CN" sz="1200" baseline="300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16</a:t>
                      </a:r>
                      <a:r>
                        <a:rPr lang="en-US" altLang="zh-CN" sz="12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-1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</a:t>
                      </a:r>
                    </a:p>
                  </a:txBody>
                  <a:tcPr marL="190500" marR="190500" marT="28575" marB="285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25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u32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</a:t>
                      </a:r>
                      <a:r>
                        <a:rPr lang="en-US" altLang="zh-CN" sz="1200" baseline="300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32</a:t>
                      </a:r>
                      <a:r>
                        <a:rPr lang="en-US" altLang="zh-CN" sz="12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-1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</a:t>
                      </a:r>
                    </a:p>
                  </a:txBody>
                  <a:tcPr marL="190500" marR="190500" marT="28575" marB="285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25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u64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</a:t>
                      </a:r>
                      <a:r>
                        <a:rPr lang="en-US" altLang="zh-CN" sz="1200" baseline="300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64</a:t>
                      </a:r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-1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8</a:t>
                      </a:r>
                    </a:p>
                  </a:txBody>
                  <a:tcPr marL="190500" marR="190500" marT="28575" marB="285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25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u128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</a:t>
                      </a:r>
                      <a:r>
                        <a:rPr lang="en-US" altLang="zh-CN" sz="1200" baseline="300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128</a:t>
                      </a:r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-1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16</a:t>
                      </a:r>
                    </a:p>
                  </a:txBody>
                  <a:tcPr marL="190500" marR="190500" marT="28575" marB="285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259">
                <a:tc rowSpan="5">
                  <a:txBody>
                    <a:bodyPr/>
                    <a:lstStyle/>
                    <a:p>
                      <a:r>
                        <a:rPr lang="zh-CN" altLang="en-US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有符号整型</a:t>
                      </a:r>
                      <a:endParaRPr lang="en-US" sz="1200" dirty="0"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i8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-(2</a:t>
                      </a:r>
                      <a:r>
                        <a:rPr lang="en-US" altLang="zh-CN" sz="1200" baseline="300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7</a:t>
                      </a:r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</a:t>
                      </a:r>
                      <a:r>
                        <a:rPr lang="en-US" altLang="zh-CN" sz="1200" baseline="300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7</a:t>
                      </a:r>
                      <a:r>
                        <a:rPr lang="en-US" altLang="zh-CN" sz="12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-1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</a:t>
                      </a:r>
                    </a:p>
                  </a:txBody>
                  <a:tcPr marL="190500" marR="190500" marT="28575" marB="2857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25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i16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-(2</a:t>
                      </a:r>
                      <a:r>
                        <a:rPr lang="en-US" altLang="zh-CN" sz="1200" baseline="300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15</a:t>
                      </a:r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</a:t>
                      </a:r>
                      <a:r>
                        <a:rPr lang="en-US" altLang="zh-CN" sz="1200" baseline="300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15</a:t>
                      </a:r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-1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</a:t>
                      </a:r>
                    </a:p>
                  </a:txBody>
                  <a:tcPr marL="190500" marR="190500" marT="28575" marB="2857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25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i32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-(2</a:t>
                      </a:r>
                      <a:r>
                        <a:rPr lang="en-US" altLang="zh-CN" sz="1200" baseline="300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31</a:t>
                      </a:r>
                      <a:r>
                        <a:rPr lang="en-US" altLang="zh-CN" sz="12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</a:t>
                      </a:r>
                      <a:r>
                        <a:rPr lang="en-US" altLang="zh-CN" sz="1200" baseline="300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31</a:t>
                      </a:r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-1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</a:t>
                      </a:r>
                    </a:p>
                  </a:txBody>
                  <a:tcPr marL="190500" marR="190500" marT="28575" marB="2857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525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i64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-(2</a:t>
                      </a:r>
                      <a:r>
                        <a:rPr lang="en-US" altLang="zh-CN" sz="1200" baseline="300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63</a:t>
                      </a:r>
                      <a:r>
                        <a:rPr lang="en-US" altLang="zh-CN" sz="12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</a:t>
                      </a:r>
                      <a:r>
                        <a:rPr lang="en-US" altLang="zh-CN" sz="1200" baseline="300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63</a:t>
                      </a:r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-1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8</a:t>
                      </a:r>
                    </a:p>
                  </a:txBody>
                  <a:tcPr marL="190500" marR="190500" marT="28575" marB="28575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525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i128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-(2</a:t>
                      </a:r>
                      <a:r>
                        <a:rPr lang="en-US" altLang="zh-CN" sz="1200" baseline="300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127</a:t>
                      </a:r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</a:t>
                      </a:r>
                      <a:r>
                        <a:rPr lang="en-US" altLang="zh-CN" sz="1200" baseline="300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127</a:t>
                      </a:r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-1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16</a:t>
                      </a:r>
                    </a:p>
                  </a:txBody>
                  <a:tcPr marL="190500" marR="190500" marT="28575" marB="28575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307958"/>
              </p:ext>
            </p:extLst>
          </p:nvPr>
        </p:nvGraphicFramePr>
        <p:xfrm>
          <a:off x="5718972" y="3869294"/>
          <a:ext cx="5140616" cy="10564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01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9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136"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类型</a:t>
                      </a:r>
                      <a:endParaRPr lang="en-US" sz="1200" dirty="0"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size(bytes)</a:t>
                      </a:r>
                    </a:p>
                  </a:txBody>
                  <a:tcPr marL="190500" marR="190500" marT="28575" marB="285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13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f32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</a:t>
                      </a:r>
                    </a:p>
                  </a:txBody>
                  <a:tcPr marL="190500" marR="190500" marT="28575" marB="285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136"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f64</a:t>
                      </a:r>
                    </a:p>
                  </a:txBody>
                  <a:tcPr marL="190500" marR="190500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8</a:t>
                      </a:r>
                    </a:p>
                  </a:txBody>
                  <a:tcPr marL="190500" marR="190500" marT="28575" marB="285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5584501" y="4845277"/>
            <a:ext cx="6117771" cy="16363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200" b="1" dirty="0">
                <a:cs typeface="+mn-ea"/>
                <a:sym typeface="+mn-lt"/>
              </a:rPr>
              <a:t>布尔型</a:t>
            </a:r>
            <a:r>
              <a:rPr lang="zh-CN" altLang="en-US" sz="1200" dirty="0">
                <a:cs typeface="+mn-ea"/>
                <a:sym typeface="+mn-lt"/>
              </a:rPr>
              <a:t>占用一个字节；</a:t>
            </a:r>
            <a:endParaRPr lang="en-US" altLang="zh-CN" sz="1200" dirty="0">
              <a:cs typeface="+mn-ea"/>
              <a:sym typeface="+mn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b="1" dirty="0">
                <a:solidFill>
                  <a:srgbClr val="000000"/>
                </a:solidFill>
                <a:cs typeface="+mn-ea"/>
                <a:sym typeface="+mn-lt"/>
              </a:rPr>
              <a:t>char 类型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的大小为四个字节，并代表了一个 Unicode 标量值，这意味着它可以比 ASCII 表示更多内容。所有的 char 都使用4个字节的内存，因为4个字节足以容纳任何种类的字符：</a:t>
            </a:r>
            <a:endParaRPr lang="zh-CN" altLang="zh-CN" sz="1200" dirty="0">
              <a:cs typeface="+mn-ea"/>
              <a:sym typeface="+mn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基本字母和符号通常需要4个字节中的1个：a b 1 2 + - = $ @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其他字母，如德语的 Umlauts 或重音，需要4个字节中的2个： ä ö ü ß è é à ñ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韩文、日文或中文字符需要3或4个字节： 国</a:t>
            </a:r>
          </a:p>
        </p:txBody>
      </p:sp>
      <p:cxnSp>
        <p:nvCxnSpPr>
          <p:cNvPr id="9" name="直接连接符 8"/>
          <p:cNvCxnSpPr>
            <a:stCxn id="2" idx="1"/>
          </p:cNvCxnSpPr>
          <p:nvPr/>
        </p:nvCxnSpPr>
        <p:spPr>
          <a:xfrm flipV="1">
            <a:off x="461863" y="700908"/>
            <a:ext cx="11007952" cy="1196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525" y="4728501"/>
            <a:ext cx="4518362" cy="18698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311163" y="204411"/>
            <a:ext cx="10740640" cy="510517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变量声明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030169" y="937185"/>
            <a:ext cx="4999235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cs typeface="+mn-ea"/>
                <a:sym typeface="+mn-lt"/>
              </a:rPr>
              <a:t>2.Rust </a:t>
            </a:r>
            <a:r>
              <a:rPr lang="zh-CN" altLang="en-US" sz="1600" dirty="0">
                <a:cs typeface="+mn-ea"/>
                <a:sym typeface="+mn-lt"/>
              </a:rPr>
              <a:t>中变量默认是不可变的，当变量不可变时，一旦值被绑定一个名称上，就不能改变这个值。</a:t>
            </a:r>
            <a:r>
              <a:rPr lang="zh-CN" altLang="zh-CN" sz="1600" dirty="0">
                <a:solidFill>
                  <a:srgbClr val="000000"/>
                </a:solidFill>
                <a:cs typeface="+mn-ea"/>
                <a:sym typeface="+mn-lt"/>
              </a:rPr>
              <a:t>在变量名前添加 </a:t>
            </a:r>
            <a:r>
              <a:rPr lang="zh-CN" altLang="zh-CN" sz="1600" dirty="0">
                <a:cs typeface="+mn-ea"/>
                <a:sym typeface="+mn-lt"/>
              </a:rPr>
              <a:t>mut</a:t>
            </a:r>
            <a:r>
              <a:rPr lang="zh-CN" altLang="zh-CN" sz="1600" dirty="0">
                <a:solidFill>
                  <a:srgbClr val="000000"/>
                </a:solidFill>
                <a:cs typeface="+mn-ea"/>
                <a:sym typeface="+mn-lt"/>
              </a:rPr>
              <a:t> 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修饰后就可改变</a:t>
            </a:r>
            <a:r>
              <a:rPr lang="zh-CN" altLang="zh-CN" sz="1600" dirty="0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30170" y="2247928"/>
            <a:ext cx="4999234" cy="16004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FF0000"/>
                </a:solidFill>
                <a:cs typeface="+mn-ea"/>
                <a:sym typeface="+mn-lt"/>
              </a:rPr>
              <a:t>错误示例</a:t>
            </a:r>
            <a:endParaRPr lang="en-US" altLang="zh-CN" sz="1400" b="1" dirty="0">
              <a:solidFill>
                <a:srgbClr val="FF000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  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变量默认不可变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      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改变变量值发生错误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endParaRPr lang="en-US" altLang="zh-CN" sz="1400" dirty="0">
              <a:solidFill>
                <a:srgbClr val="FFFFF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正确示例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变量可变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      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改变变量值</a:t>
            </a:r>
            <a:endParaRPr lang="zh-CN" altLang="en-US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4" name="内容占位符 2"/>
          <p:cNvSpPr>
            <a:spLocks noGrp="1"/>
          </p:cNvSpPr>
          <p:nvPr>
            <p:ph idx="10"/>
          </p:nvPr>
        </p:nvSpPr>
        <p:spPr>
          <a:xfrm>
            <a:off x="488834" y="775555"/>
            <a:ext cx="4832099" cy="110922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变量声明：</a:t>
            </a: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类型在可以推断时可以省略不写；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声明结尾使用分号（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;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）结尾；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88833" y="3541251"/>
            <a:ext cx="463958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1.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可以通过定义一个与之前变量同名的新变量“遮蔽”前一个变量。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76080" y="4126026"/>
            <a:ext cx="4681453" cy="14883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500" b="0" u="none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500" b="0" u="none" dirty="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500" b="0" u="none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 err="1">
                <a:solidFill>
                  <a:srgbClr val="D19A66"/>
                </a:solidFill>
                <a:cs typeface="+mn-ea"/>
                <a:sym typeface="+mn-lt"/>
              </a:rPr>
              <a:t>assert_eq</a:t>
            </a:r>
            <a:r>
              <a:rPr lang="en-US" sz="1500" b="0" u="none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500" b="0" u="none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60162" y="70090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49" y="1860062"/>
            <a:ext cx="4631629" cy="1469303"/>
          </a:xfrm>
          <a:prstGeom prst="rect">
            <a:avLst/>
          </a:prstGeom>
        </p:spPr>
      </p:pic>
      <p:sp>
        <p:nvSpPr>
          <p:cNvPr id="6" name="下箭头 5"/>
          <p:cNvSpPr/>
          <p:nvPr/>
        </p:nvSpPr>
        <p:spPr>
          <a:xfrm>
            <a:off x="8175123" y="3970115"/>
            <a:ext cx="685800" cy="214230"/>
          </a:xfrm>
          <a:prstGeom prst="down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7" name="Picture 6" descr="upload_2070171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174" y="4341396"/>
            <a:ext cx="4228044" cy="1666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461863" y="216175"/>
            <a:ext cx="10740640" cy="993400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基本数据类型</a:t>
            </a:r>
          </a:p>
        </p:txBody>
      </p:sp>
      <p:cxnSp>
        <p:nvCxnSpPr>
          <p:cNvPr id="9" name="直接连接符 8"/>
          <p:cNvCxnSpPr>
            <a:stCxn id="2" idx="1"/>
          </p:cNvCxnSpPr>
          <p:nvPr/>
        </p:nvCxnSpPr>
        <p:spPr>
          <a:xfrm flipV="1">
            <a:off x="461863" y="700908"/>
            <a:ext cx="11007952" cy="1196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461863" y="960335"/>
            <a:ext cx="4567009" cy="415417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b="1" dirty="0">
                <a:cs typeface="+mn-ea"/>
                <a:sym typeface="+mn-lt"/>
              </a:rPr>
              <a:t>数据类型的字面量</a:t>
            </a:r>
            <a:r>
              <a:rPr lang="zh-CN" altLang="en-US" sz="1600" dirty="0">
                <a:cs typeface="+mn-ea"/>
                <a:sym typeface="+mn-lt"/>
              </a:rPr>
              <a:t>：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cs typeface="+mn-ea"/>
                <a:sym typeface="+mn-lt"/>
              </a:rPr>
              <a:t>整数：可以是有符号的（如 </a:t>
            </a:r>
            <a:r>
              <a:rPr lang="en-US" altLang="zh-CN" sz="1600" dirty="0">
                <a:cs typeface="+mn-ea"/>
                <a:sym typeface="+mn-lt"/>
              </a:rPr>
              <a:t>42 </a:t>
            </a:r>
            <a:r>
              <a:rPr lang="zh-CN" altLang="en-US" sz="1600" dirty="0">
                <a:cs typeface="+mn-ea"/>
                <a:sym typeface="+mn-lt"/>
              </a:rPr>
              <a:t>或 </a:t>
            </a:r>
            <a:r>
              <a:rPr lang="en-US" altLang="zh-CN" sz="1600" dirty="0">
                <a:cs typeface="+mn-ea"/>
                <a:sym typeface="+mn-lt"/>
              </a:rPr>
              <a:t>-42</a:t>
            </a:r>
            <a:r>
              <a:rPr lang="zh-CN" altLang="en-US" sz="1600" dirty="0">
                <a:cs typeface="+mn-ea"/>
                <a:sym typeface="+mn-lt"/>
              </a:rPr>
              <a:t>）或无符号的（如 </a:t>
            </a:r>
            <a:r>
              <a:rPr lang="en-US" altLang="zh-CN" sz="1600" dirty="0">
                <a:cs typeface="+mn-ea"/>
                <a:sym typeface="+mn-lt"/>
              </a:rPr>
              <a:t>42u32</a:t>
            </a:r>
            <a:r>
              <a:rPr lang="zh-CN" altLang="en-US" sz="1600" dirty="0">
                <a:cs typeface="+mn-ea"/>
                <a:sym typeface="+mn-lt"/>
              </a:rPr>
              <a:t>），可以使用不同的进制来表示整数，例如十进制 </a:t>
            </a:r>
            <a:r>
              <a:rPr lang="en-US" altLang="zh-CN" sz="1600" dirty="0">
                <a:cs typeface="+mn-ea"/>
                <a:sym typeface="+mn-lt"/>
              </a:rPr>
              <a:t>98_222</a:t>
            </a:r>
            <a:r>
              <a:rPr lang="zh-CN" altLang="en-US" sz="1600" dirty="0">
                <a:cs typeface="+mn-ea"/>
                <a:sym typeface="+mn-lt"/>
              </a:rPr>
              <a:t>、十六进制 </a:t>
            </a:r>
            <a:r>
              <a:rPr lang="en-US" altLang="zh-CN" sz="1600" dirty="0">
                <a:cs typeface="+mn-ea"/>
                <a:sym typeface="+mn-lt"/>
              </a:rPr>
              <a:t>0xff</a:t>
            </a:r>
            <a:r>
              <a:rPr lang="zh-CN" altLang="en-US" sz="1600" dirty="0">
                <a:cs typeface="+mn-ea"/>
                <a:sym typeface="+mn-lt"/>
              </a:rPr>
              <a:t>、八进制 </a:t>
            </a:r>
            <a:r>
              <a:rPr lang="en-US" altLang="zh-CN" sz="1600" dirty="0">
                <a:cs typeface="+mn-ea"/>
                <a:sym typeface="+mn-lt"/>
              </a:rPr>
              <a:t>0o77 </a:t>
            </a:r>
            <a:r>
              <a:rPr lang="zh-CN" altLang="en-US" sz="1600" dirty="0">
                <a:cs typeface="+mn-ea"/>
                <a:sym typeface="+mn-lt"/>
              </a:rPr>
              <a:t>和二进制 </a:t>
            </a:r>
            <a:r>
              <a:rPr lang="en-US" altLang="zh-CN" sz="1600" dirty="0">
                <a:cs typeface="+mn-ea"/>
                <a:sym typeface="+mn-lt"/>
              </a:rPr>
              <a:t>0b1111_0000</a:t>
            </a:r>
            <a:r>
              <a:rPr lang="zh-CN" altLang="en-US" sz="1600" dirty="0">
                <a:cs typeface="+mn-ea"/>
                <a:sym typeface="+mn-lt"/>
              </a:rPr>
              <a:t>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cs typeface="+mn-ea"/>
                <a:sym typeface="+mn-lt"/>
              </a:rPr>
              <a:t>浮点数：默认为 </a:t>
            </a:r>
            <a:r>
              <a:rPr lang="en-US" altLang="zh-CN" sz="1600" dirty="0">
                <a:cs typeface="+mn-ea"/>
                <a:sym typeface="+mn-lt"/>
              </a:rPr>
              <a:t>f64 </a:t>
            </a:r>
            <a:r>
              <a:rPr lang="zh-CN" altLang="en-US" sz="1600" dirty="0">
                <a:cs typeface="+mn-ea"/>
                <a:sym typeface="+mn-lt"/>
              </a:rPr>
              <a:t>类型，例如，</a:t>
            </a:r>
            <a:r>
              <a:rPr lang="en-US" altLang="zh-CN" sz="1600" dirty="0">
                <a:cs typeface="+mn-ea"/>
                <a:sym typeface="+mn-lt"/>
              </a:rPr>
              <a:t>1.23 </a:t>
            </a:r>
            <a:r>
              <a:rPr lang="zh-CN" altLang="en-US" sz="1600" dirty="0">
                <a:cs typeface="+mn-ea"/>
                <a:sym typeface="+mn-lt"/>
              </a:rPr>
              <a:t>是一个浮点数字面量；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cs typeface="+mn-ea"/>
                <a:sym typeface="+mn-lt"/>
              </a:rPr>
              <a:t>字符：用单引号括起来的 </a:t>
            </a:r>
            <a:r>
              <a:rPr lang="en-US" altLang="zh-CN" sz="1600" dirty="0">
                <a:cs typeface="+mn-ea"/>
                <a:sym typeface="+mn-lt"/>
              </a:rPr>
              <a:t>Unicode </a:t>
            </a:r>
            <a:r>
              <a:rPr lang="zh-CN" altLang="en-US" sz="1600" dirty="0">
                <a:cs typeface="+mn-ea"/>
                <a:sym typeface="+mn-lt"/>
              </a:rPr>
              <a:t>标量值，例如，</a:t>
            </a:r>
            <a:r>
              <a:rPr lang="en-US" altLang="zh-CN" sz="1600" dirty="0">
                <a:cs typeface="+mn-ea"/>
                <a:sym typeface="+mn-lt"/>
              </a:rPr>
              <a:t>'a' </a:t>
            </a:r>
            <a:r>
              <a:rPr lang="zh-CN" altLang="en-US" sz="1600" dirty="0">
                <a:cs typeface="+mn-ea"/>
                <a:sym typeface="+mn-lt"/>
              </a:rPr>
              <a:t>是一个字符字面量；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cs typeface="+mn-ea"/>
                <a:sym typeface="+mn-lt"/>
              </a:rPr>
              <a:t>布尔值：可以是 </a:t>
            </a:r>
            <a:r>
              <a:rPr lang="en-US" altLang="zh-CN" sz="1600" dirty="0">
                <a:cs typeface="+mn-ea"/>
                <a:sym typeface="+mn-lt"/>
              </a:rPr>
              <a:t>true </a:t>
            </a:r>
            <a:r>
              <a:rPr lang="zh-CN" altLang="en-US" sz="1600" dirty="0">
                <a:cs typeface="+mn-ea"/>
                <a:sym typeface="+mn-lt"/>
              </a:rPr>
              <a:t>或 </a:t>
            </a:r>
            <a:r>
              <a:rPr lang="en-US" altLang="zh-CN" sz="1600" dirty="0">
                <a:cs typeface="+mn-ea"/>
                <a:sym typeface="+mn-lt"/>
              </a:rPr>
              <a:t>false</a:t>
            </a:r>
            <a:r>
              <a:rPr lang="zh-CN" altLang="en-US" sz="1600" dirty="0">
                <a:cs typeface="+mn-ea"/>
                <a:sym typeface="+mn-lt"/>
              </a:rPr>
              <a:t>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296184" y="960335"/>
            <a:ext cx="6173631" cy="44012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400" b="0" u="none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  <a:endParaRPr lang="en-US" sz="1400" b="0" i="1" u="none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400" b="0" i="1" u="none" dirty="0">
                <a:solidFill>
                  <a:srgbClr val="7F848E"/>
                </a:solidFill>
                <a:cs typeface="+mn-ea"/>
                <a:sym typeface="+mn-lt"/>
              </a:rPr>
              <a:t>    </a:t>
            </a:r>
            <a:r>
              <a:rPr lang="zh-CN" sz="1400" b="0" i="1" u="none" dirty="0">
                <a:solidFill>
                  <a:srgbClr val="7F848E"/>
                </a:solidFill>
                <a:cs typeface="+mn-ea"/>
                <a:sym typeface="+mn-lt"/>
              </a:rPr>
              <a:t>// 整型</a:t>
            </a:r>
            <a:endParaRPr lang="en-US" sz="14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400" b="0" u="none" dirty="0">
                <a:solidFill>
                  <a:srgbClr val="D19A66"/>
                </a:solidFill>
                <a:cs typeface="+mn-ea"/>
                <a:sym typeface="+mn-lt"/>
              </a:rPr>
              <a:t>42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400" b="0" u="none" dirty="0">
                <a:solidFill>
                  <a:srgbClr val="D19A66"/>
                </a:solidFill>
                <a:cs typeface="+mn-ea"/>
                <a:sym typeface="+mn-lt"/>
              </a:rPr>
              <a:t>42u32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c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400" b="0" u="none" dirty="0">
                <a:solidFill>
                  <a:srgbClr val="D19A66"/>
                </a:solidFill>
                <a:cs typeface="+mn-ea"/>
                <a:sym typeface="+mn-lt"/>
              </a:rPr>
              <a:t>-42i32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d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400" b="0" u="none" dirty="0">
                <a:solidFill>
                  <a:srgbClr val="D19A66"/>
                </a:solidFill>
                <a:cs typeface="+mn-ea"/>
                <a:sym typeface="+mn-lt"/>
              </a:rPr>
              <a:t>98_222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; </a:t>
            </a:r>
            <a:r>
              <a:rPr lang="zh-CN" sz="1400" b="0" i="1" u="none" dirty="0">
                <a:solidFill>
                  <a:srgbClr val="7F848E"/>
                </a:solidFill>
                <a:cs typeface="+mn-ea"/>
                <a:sym typeface="+mn-lt"/>
              </a:rPr>
              <a:t>// 十进制</a:t>
            </a:r>
            <a:endParaRPr lang="en-US" sz="14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400" b="0" u="none" dirty="0">
                <a:solidFill>
                  <a:srgbClr val="D19A66"/>
                </a:solidFill>
                <a:cs typeface="+mn-ea"/>
                <a:sym typeface="+mn-lt"/>
              </a:rPr>
              <a:t>0xff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;   </a:t>
            </a:r>
            <a:r>
              <a:rPr lang="zh-CN" sz="1400" b="0" i="1" u="none" dirty="0">
                <a:solidFill>
                  <a:srgbClr val="7F848E"/>
                </a:solidFill>
                <a:cs typeface="+mn-ea"/>
                <a:sym typeface="+mn-lt"/>
              </a:rPr>
              <a:t>// 十六进制</a:t>
            </a:r>
            <a:endParaRPr lang="en-US" sz="14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f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400" b="0" u="none" dirty="0">
                <a:solidFill>
                  <a:srgbClr val="D19A66"/>
                </a:solidFill>
                <a:cs typeface="+mn-ea"/>
                <a:sym typeface="+mn-lt"/>
              </a:rPr>
              <a:t>0o77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;   </a:t>
            </a:r>
            <a:r>
              <a:rPr lang="zh-CN" sz="1400" b="0" i="1" u="none" dirty="0">
                <a:solidFill>
                  <a:srgbClr val="7F848E"/>
                </a:solidFill>
                <a:cs typeface="+mn-ea"/>
                <a:sym typeface="+mn-lt"/>
              </a:rPr>
              <a:t>// 八进制</a:t>
            </a:r>
            <a:endParaRPr lang="en-US" sz="14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g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400" b="0" u="none" dirty="0">
                <a:solidFill>
                  <a:srgbClr val="D19A66"/>
                </a:solidFill>
                <a:cs typeface="+mn-ea"/>
                <a:sym typeface="+mn-lt"/>
              </a:rPr>
              <a:t>0b1111_0000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; </a:t>
            </a:r>
            <a:r>
              <a:rPr lang="zh-CN" sz="1400" b="0" i="1" u="none" dirty="0">
                <a:solidFill>
                  <a:srgbClr val="7F848E"/>
                </a:solidFill>
                <a:cs typeface="+mn-ea"/>
                <a:sym typeface="+mn-lt"/>
              </a:rPr>
              <a:t>// 二进制</a:t>
            </a:r>
            <a:endParaRPr lang="en-US" sz="14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h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u8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400" b="0" u="none" dirty="0" err="1">
                <a:solidFill>
                  <a:srgbClr val="D19A66"/>
                </a:solidFill>
                <a:cs typeface="+mn-ea"/>
                <a:sym typeface="+mn-lt"/>
              </a:rPr>
              <a:t>b'A</a:t>
            </a:r>
            <a:r>
              <a:rPr lang="en-US" sz="1400" b="0" u="none" dirty="0">
                <a:solidFill>
                  <a:srgbClr val="D19A66"/>
                </a:solidFill>
                <a:cs typeface="+mn-ea"/>
                <a:sym typeface="+mn-lt"/>
              </a:rPr>
              <a:t>'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;    </a:t>
            </a:r>
            <a:r>
              <a:rPr lang="zh-CN" sz="1400" b="0" i="1" u="none" dirty="0">
                <a:solidFill>
                  <a:srgbClr val="7F848E"/>
                </a:solidFill>
                <a:cs typeface="+mn-ea"/>
                <a:sym typeface="+mn-lt"/>
              </a:rPr>
              <a:t>// 单字节字符</a:t>
            </a:r>
            <a:endParaRPr lang="en-US" sz="1400" b="0" i="1" u="none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400" b="0" i="1" u="none" dirty="0">
                <a:solidFill>
                  <a:srgbClr val="7F848E"/>
                </a:solidFill>
                <a:cs typeface="+mn-ea"/>
                <a:sym typeface="+mn-lt"/>
              </a:rPr>
              <a:t>    </a:t>
            </a:r>
            <a:r>
              <a:rPr lang="zh-CN" sz="1400" b="0" i="1" u="none" dirty="0">
                <a:solidFill>
                  <a:srgbClr val="7F848E"/>
                </a:solidFill>
                <a:cs typeface="+mn-ea"/>
                <a:sym typeface="+mn-lt"/>
              </a:rPr>
              <a:t>// 浮点型</a:t>
            </a:r>
            <a:endParaRPr lang="en-US" sz="14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f64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400" b="0" u="none" dirty="0">
                <a:solidFill>
                  <a:srgbClr val="D19A66"/>
                </a:solidFill>
                <a:cs typeface="+mn-ea"/>
                <a:sym typeface="+mn-lt"/>
              </a:rPr>
              <a:t>1.23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f32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400" b="0" u="none" dirty="0">
                <a:solidFill>
                  <a:srgbClr val="D19A66"/>
                </a:solidFill>
                <a:cs typeface="+mn-ea"/>
                <a:sym typeface="+mn-lt"/>
              </a:rPr>
              <a:t>1.23f32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endParaRPr lang="en-US" sz="1400" b="0" i="1" u="none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400" b="0" i="1" u="none" dirty="0">
                <a:solidFill>
                  <a:srgbClr val="7F848E"/>
                </a:solidFill>
                <a:cs typeface="+mn-ea"/>
                <a:sym typeface="+mn-lt"/>
              </a:rPr>
              <a:t>    </a:t>
            </a:r>
            <a:r>
              <a:rPr lang="zh-CN" sz="1400" b="0" i="1" u="none" dirty="0">
                <a:solidFill>
                  <a:srgbClr val="7F848E"/>
                </a:solidFill>
                <a:cs typeface="+mn-ea"/>
                <a:sym typeface="+mn-lt"/>
              </a:rPr>
              <a:t>// 字符</a:t>
            </a:r>
            <a:endParaRPr lang="en-US" sz="14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char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400" b="0" u="none" dirty="0">
                <a:solidFill>
                  <a:srgbClr val="98C379"/>
                </a:solidFill>
                <a:cs typeface="+mn-ea"/>
                <a:sym typeface="+mn-lt"/>
              </a:rPr>
              <a:t>'a'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u8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400" b="0" u="none" dirty="0" err="1">
                <a:solidFill>
                  <a:srgbClr val="D19A66"/>
                </a:solidFill>
                <a:cs typeface="+mn-ea"/>
                <a:sym typeface="+mn-lt"/>
              </a:rPr>
              <a:t>b'a</a:t>
            </a:r>
            <a:r>
              <a:rPr lang="en-US" sz="1400" b="0" u="none" dirty="0">
                <a:solidFill>
                  <a:srgbClr val="D19A66"/>
                </a:solidFill>
                <a:cs typeface="+mn-ea"/>
                <a:sym typeface="+mn-lt"/>
              </a:rPr>
              <a:t>'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;  </a:t>
            </a:r>
            <a:r>
              <a:rPr lang="zh-CN" sz="1400" b="0" i="1" u="none" dirty="0">
                <a:solidFill>
                  <a:srgbClr val="7F848E"/>
                </a:solidFill>
                <a:cs typeface="+mn-ea"/>
                <a:sym typeface="+mn-lt"/>
              </a:rPr>
              <a:t>// b'a'表示字符 a 的 ASCII 值</a:t>
            </a:r>
            <a:endParaRPr lang="en-US" sz="1400" b="0" i="1" u="none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400" b="0" i="1" u="none" dirty="0">
                <a:solidFill>
                  <a:srgbClr val="7F848E"/>
                </a:solidFill>
                <a:cs typeface="+mn-ea"/>
                <a:sym typeface="+mn-lt"/>
              </a:rPr>
              <a:t>    </a:t>
            </a:r>
            <a:r>
              <a:rPr lang="zh-CN" sz="1400" b="0" i="1" u="none" dirty="0">
                <a:solidFill>
                  <a:srgbClr val="7F848E"/>
                </a:solidFill>
                <a:cs typeface="+mn-ea"/>
                <a:sym typeface="+mn-lt"/>
              </a:rPr>
              <a:t>// 布尔值</a:t>
            </a:r>
            <a:endParaRPr lang="en-US" sz="14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bool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400" b="0" u="none" dirty="0">
                <a:solidFill>
                  <a:srgbClr val="D19A66"/>
                </a:solidFill>
                <a:cs typeface="+mn-ea"/>
                <a:sym typeface="+mn-lt"/>
              </a:rPr>
              <a:t>true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i="1" u="none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76330" y="172159"/>
            <a:ext cx="11340282" cy="1087474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基本数据类型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类型转换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315660" y="902947"/>
            <a:ext cx="11340282" cy="405351"/>
          </a:xfrm>
        </p:spPr>
        <p:txBody>
          <a:bodyPr/>
          <a:lstStyle/>
          <a:p>
            <a:pPr marL="0"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latin typeface="+mn-lt"/>
                <a:ea typeface="+mn-ea"/>
                <a:cs typeface="+mn-ea"/>
                <a:sym typeface="+mn-lt"/>
              </a:rPr>
              <a:t>· </a:t>
            </a:r>
            <a:r>
              <a:rPr lang="zh-CN" altLang="zh-CN" sz="1400" dirty="0">
                <a:latin typeface="+mn-lt"/>
                <a:ea typeface="+mn-ea"/>
                <a:cs typeface="+mn-ea"/>
                <a:sym typeface="+mn-lt"/>
              </a:rPr>
              <a:t>Rust 是类型安全的语言，不提供原生类型之间的隐式类型转换，</a:t>
            </a:r>
            <a:r>
              <a:rPr lang="zh-CN" altLang="en-US" sz="1400" dirty="0">
                <a:latin typeface="+mn-lt"/>
                <a:ea typeface="+mn-ea"/>
                <a:cs typeface="+mn-ea"/>
                <a:sym typeface="+mn-lt"/>
              </a:rPr>
              <a:t>可以</a:t>
            </a:r>
            <a:r>
              <a:rPr lang="zh-CN" altLang="zh-CN" sz="1400" dirty="0">
                <a:latin typeface="+mn-lt"/>
                <a:ea typeface="+mn-ea"/>
                <a:cs typeface="+mn-ea"/>
                <a:sym typeface="+mn-lt"/>
              </a:rPr>
              <a:t>使用 as 进行显式类型转换。</a:t>
            </a:r>
            <a:endParaRPr lang="en-US" altLang="zh-CN" sz="14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7882" y="1495348"/>
            <a:ext cx="4841987" cy="50783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2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编译属性，控制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lint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报错信息</a:t>
            </a:r>
            <a:endParaRPr lang="en-US" altLang="zh-CN" sz="1200" i="1" dirty="0">
              <a:solidFill>
                <a:srgbClr val="7F848E"/>
              </a:solidFill>
              <a:cs typeface="+mn-ea"/>
              <a:sym typeface="+mn-lt"/>
            </a:endParaRPr>
          </a:p>
          <a:p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#![allow(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overflowing_literals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)]</a:t>
            </a:r>
            <a:endParaRPr lang="en-US" altLang="zh-CN" sz="1200" i="1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decimal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65.4321_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f32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错误！不提供隐式转换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integer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u8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decimal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ERROR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b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使用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as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显式转换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integer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decimal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as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u8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该转换会丢失数值精度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character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integer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as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char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65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integer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'A'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character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b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小范围的类型转换到大范围的类型，没有数据损失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65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65_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i8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as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b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使用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as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转换如果发生溢出，从最低有效位开始保留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8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位，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然后剩余位置，直到最高有效位都被抛弃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1000 - 256 - 256 - 256 = 232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232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1000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as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u8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255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-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1_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i8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as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u8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 // -1 + 256 = 255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b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1000 as u8 -&gt; 232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232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1000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as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u8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7" name="直接连接符 6"/>
          <p:cNvCxnSpPr>
            <a:stCxn id="2" idx="1"/>
            <a:endCxn id="2" idx="3"/>
          </p:cNvCxnSpPr>
          <p:nvPr/>
        </p:nvCxnSpPr>
        <p:spPr>
          <a:xfrm>
            <a:off x="276330" y="715896"/>
            <a:ext cx="113402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E743DE86-E994-4401-8F83-554F526F5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9869" y="1579629"/>
            <a:ext cx="7086600" cy="45624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302455" y="218387"/>
            <a:ext cx="10740640" cy="993400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复合类型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数组和元组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687844" y="3759201"/>
            <a:ext cx="6446883" cy="181588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tup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(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f64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u8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= 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500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6.4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unit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= ();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pair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= 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"a string"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D19A66"/>
                </a:solidFill>
                <a:cs typeface="+mn-ea"/>
                <a:sym typeface="+mn-lt"/>
              </a:rPr>
              <a:t>assert_eq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pair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元组索引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81765" y="3752272"/>
            <a:ext cx="4226768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cs typeface="+mn-ea"/>
                <a:sym typeface="+mn-lt"/>
              </a:rPr>
              <a:t>元组：</a:t>
            </a:r>
            <a:r>
              <a:rPr lang="zh-CN" altLang="en-US" sz="1400" dirty="0">
                <a:cs typeface="+mn-ea"/>
                <a:sym typeface="+mn-lt"/>
              </a:rPr>
              <a:t>将多个其他类型的值组合进一个复合类型的主要方式。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元组一旦声明，其长度是固定的。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不带任何值的元组有个特殊的名称，叫做 </a:t>
            </a: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单元</a:t>
            </a:r>
            <a:r>
              <a:rPr lang="zh-CN" altLang="en-US" sz="1400" b="1" dirty="0">
                <a:solidFill>
                  <a:srgbClr val="000000"/>
                </a:solidFill>
                <a:cs typeface="+mn-ea"/>
                <a:sym typeface="+mn-lt"/>
              </a:rPr>
              <a:t>类型</a:t>
            </a: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（</a:t>
            </a: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U</a:t>
            </a: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nit） </a:t>
            </a:r>
            <a:r>
              <a:rPr lang="zh-CN" altLang="en-US" sz="1400" b="1" dirty="0">
                <a:solidFill>
                  <a:srgbClr val="000000"/>
                </a:solidFill>
                <a:cs typeface="+mn-ea"/>
                <a:sym typeface="+mn-lt"/>
              </a:rPr>
              <a:t>，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它的唯一值就是空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元组。这种值以及对应的类型都写作 </a:t>
            </a:r>
            <a:r>
              <a:rPr lang="zh-CN" altLang="zh-CN" sz="1400" dirty="0">
                <a:cs typeface="+mn-ea"/>
                <a:sym typeface="+mn-lt"/>
              </a:rPr>
              <a:t>()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，表示空值或空的返回类型。</a:t>
            </a:r>
            <a:endParaRPr lang="zh-CN" altLang="zh-CN" sz="1400" dirty="0"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687844" y="1001810"/>
            <a:ext cx="6446882" cy="13849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chemeClr val="tx2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xs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[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]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[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];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固定长度的数组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ys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[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500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]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[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500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];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所有元素可以初始化成相同的值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xs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]);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数组索引，下标从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0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开始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02456" y="1040915"/>
            <a:ext cx="43853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cs typeface="+mn-ea"/>
                <a:sym typeface="+mn-lt"/>
              </a:rPr>
              <a:t>数组：</a:t>
            </a:r>
            <a:r>
              <a:rPr lang="zh-CN" altLang="en-US" sz="1400" dirty="0">
                <a:cs typeface="+mn-ea"/>
                <a:sym typeface="+mn-lt"/>
              </a:rPr>
              <a:t>数组中的每个元素的类型必须相同。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Rust 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中的数组长度是固定的。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访问数组元素采用索引的方式：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a[0]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a[1]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a[2]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a[3]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…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302455" y="70090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302455" y="218387"/>
            <a:ext cx="10740640" cy="993400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复合类型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切片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302455" y="70090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813721" y="2804431"/>
            <a:ext cx="6574438" cy="227963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[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] = [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55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66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77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通过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&amp;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符号可以访问储存于该地址的数据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&amp;[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] = &amp;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..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D19A66"/>
                </a:solidFill>
                <a:cs typeface="+mn-ea"/>
                <a:sym typeface="+mn-lt"/>
              </a:rPr>
              <a:t>assert_eq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([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55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66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],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使用</a:t>
            </a:r>
            <a:r>
              <a:rPr lang="en-US" altLang="zh-CN" sz="1400" i="1" dirty="0" err="1">
                <a:solidFill>
                  <a:srgbClr val="7F848E"/>
                </a:solidFill>
                <a:cs typeface="+mn-ea"/>
                <a:sym typeface="+mn-lt"/>
              </a:rPr>
              <a:t>len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()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获取数组和切片长度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D19A66"/>
                </a:solidFill>
                <a:cs typeface="+mn-ea"/>
                <a:sym typeface="+mn-lt"/>
              </a:rPr>
              <a:t>assert_ne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len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len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sp>
        <p:nvSpPr>
          <p:cNvPr id="3" name="矩形 2"/>
          <p:cNvSpPr/>
          <p:nvPr/>
        </p:nvSpPr>
        <p:spPr>
          <a:xfrm>
            <a:off x="691450" y="1054177"/>
            <a:ext cx="8637451" cy="160960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数组切片允许使用数组中一段连续的元素序列。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cs typeface="+mn-ea"/>
                <a:sym typeface="+mn-lt"/>
              </a:rPr>
              <a:t>数组切片</a:t>
            </a:r>
            <a:r>
              <a:rPr lang="en-US" altLang="zh-CN" sz="1600" dirty="0">
                <a:cs typeface="+mn-ea"/>
                <a:sym typeface="+mn-lt"/>
              </a:rPr>
              <a:t>(slice)</a:t>
            </a:r>
            <a:r>
              <a:rPr lang="zh-CN" altLang="en-US" sz="1600" dirty="0">
                <a:cs typeface="+mn-ea"/>
                <a:sym typeface="+mn-lt"/>
              </a:rPr>
              <a:t>不拥有数据，只是指向一段内存，需要使用引用</a:t>
            </a:r>
            <a:r>
              <a:rPr lang="en-US" altLang="zh-CN" sz="1600" dirty="0">
                <a:cs typeface="+mn-ea"/>
                <a:sym typeface="+mn-lt"/>
              </a:rPr>
              <a:t>(</a:t>
            </a:r>
            <a:r>
              <a:rPr lang="zh-CN" altLang="en-US" sz="1600" dirty="0">
                <a:cs typeface="+mn-ea"/>
                <a:sym typeface="+mn-lt"/>
              </a:rPr>
              <a:t>&amp;</a:t>
            </a:r>
            <a:r>
              <a:rPr lang="en-US" altLang="zh-CN" sz="1600" dirty="0">
                <a:cs typeface="+mn-ea"/>
                <a:sym typeface="+mn-lt"/>
              </a:rPr>
              <a:t>)</a:t>
            </a:r>
            <a:r>
              <a:rPr lang="zh-CN" altLang="en-US" sz="1600" dirty="0">
                <a:cs typeface="+mn-ea"/>
                <a:sym typeface="+mn-lt"/>
              </a:rPr>
              <a:t>指向一个地址；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cs typeface="+mn-ea"/>
                <a:sym typeface="+mn-lt"/>
              </a:rPr>
              <a:t>切片的长度可以与数组不同，并不是固定的，而是取决于指定的起始和结束位置；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cs typeface="+mn-ea"/>
                <a:sym typeface="+mn-lt"/>
              </a:rPr>
              <a:t>切片的布局与它们所切的那部分数组片段相同；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319872" y="200875"/>
            <a:ext cx="10740640" cy="510517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常量和静态变量</a:t>
            </a:r>
          </a:p>
        </p:txBody>
      </p:sp>
      <p:sp>
        <p:nvSpPr>
          <p:cNvPr id="7" name="内容占位符 2"/>
          <p:cNvSpPr>
            <a:spLocks noGrp="1"/>
          </p:cNvSpPr>
          <p:nvPr>
            <p:ph idx="10"/>
          </p:nvPr>
        </p:nvSpPr>
        <p:spPr>
          <a:xfrm>
            <a:off x="319870" y="1100196"/>
            <a:ext cx="5965181" cy="26472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常量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是用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const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关键字定义的固定不变的值</a:t>
            </a:r>
            <a:r>
              <a:rPr lang="zh-CN" altLang="en-US" sz="1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：</a:t>
            </a: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需要明确指定常量的类型，一旦定义了一个常量，那么它的值无法被改变。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不能出现同名常量，常量不能被屏蔽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遮挡，也不能被重复定义。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没有固定的内存地址。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常量的值必须在编译时计算出来。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在声明它的作用域之中，常量在整个程序生命周期中都有效。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07746" y="1495945"/>
            <a:ext cx="4999234" cy="13849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正确示例</a:t>
            </a:r>
            <a:endParaRPr lang="en-US" altLang="zh-CN" sz="1400" dirty="0">
              <a:solidFill>
                <a:srgbClr val="FFFFF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THING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0xABAD1DEA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错误示例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THRESHOLD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 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THRESHOLD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20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与上面的常量同名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319869" y="3874612"/>
            <a:ext cx="5965181" cy="2364264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/>
          <a:lstStyle>
            <a:lvl1pPr marL="12065" indent="0" algn="l" defTabSz="1188085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2"/>
                </a:solidFill>
                <a:latin typeface="+mn-lt"/>
                <a:ea typeface="+mn-ea"/>
                <a:cs typeface="+mn-ea"/>
                <a:sym typeface="+mn-lt"/>
              </a:rPr>
              <a:t>静态变量 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是用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static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关键字定义的全局变量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需要明确指定数据类型，不能重复出现同名静态变量。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和常量不同，静态变量可以定义为可变的（</a:t>
            </a:r>
            <a:r>
              <a:rPr lang="en-US" altLang="zh-CN" sz="1600" dirty="0" err="1">
                <a:latin typeface="+mn-lt"/>
                <a:ea typeface="+mn-ea"/>
                <a:cs typeface="+mn-ea"/>
                <a:sym typeface="+mn-lt"/>
              </a:rPr>
              <a:t>mut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）。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访问和修改可变静态变量都是非安全的，需要使用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unsafe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块。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可变静态变量在多线程环境下访问需要避免数据竞争。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具有固定的内存地址。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07746" y="3874612"/>
            <a:ext cx="4999234" cy="16004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正确示例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static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LEVELS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   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不可变静态变量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static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COUNTS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可变静态变量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FF0000"/>
                </a:solidFill>
                <a:cs typeface="+mn-ea"/>
                <a:sym typeface="+mn-lt"/>
              </a:rPr>
              <a:t>错误示例</a:t>
            </a:r>
            <a:endParaRPr lang="en-US" altLang="zh-CN" sz="1400" dirty="0">
              <a:solidFill>
                <a:srgbClr val="FF000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static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LEVELS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static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LEVELS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319872" y="730012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本章小结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090007"/>
            <a:ext cx="10733557" cy="4690459"/>
          </a:xfrm>
        </p:spPr>
        <p:txBody>
          <a:bodyPr/>
          <a:lstStyle/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学完本章，希望可以：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>
                <a:cs typeface="+mn-ea"/>
                <a:sym typeface="+mn-lt"/>
              </a:rPr>
              <a:t>掌握</a:t>
            </a:r>
            <a:r>
              <a:rPr lang="en-US" altLang="zh-CN" sz="1800" dirty="0">
                <a:cs typeface="+mn-ea"/>
                <a:sym typeface="+mn-lt"/>
              </a:rPr>
              <a:t>Rust</a:t>
            </a:r>
            <a:r>
              <a:rPr lang="zh-CN" altLang="en-US" sz="1800" dirty="0">
                <a:cs typeface="+mn-ea"/>
                <a:sym typeface="+mn-lt"/>
              </a:rPr>
              <a:t>基本数据类型概念、声明语法和基础使用；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>
                <a:cs typeface="+mn-ea"/>
                <a:sym typeface="+mn-lt"/>
              </a:rPr>
              <a:t>掌握</a:t>
            </a:r>
            <a:r>
              <a:rPr lang="en-US" altLang="zh-CN" sz="1800" dirty="0">
                <a:cs typeface="+mn-ea"/>
                <a:sym typeface="+mn-lt"/>
              </a:rPr>
              <a:t>Rust</a:t>
            </a:r>
            <a:r>
              <a:rPr lang="zh-CN" altLang="en-US" sz="1800" dirty="0">
                <a:cs typeface="+mn-ea"/>
                <a:sym typeface="+mn-lt"/>
              </a:rPr>
              <a:t>数组和元组的概念和使用以及数组和切片的区别和联系；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>
                <a:cs typeface="+mn-ea"/>
                <a:sym typeface="+mn-lt"/>
              </a:rPr>
              <a:t>掌握</a:t>
            </a:r>
            <a:r>
              <a:rPr lang="en-US" altLang="zh-CN" sz="1800" dirty="0">
                <a:cs typeface="+mn-ea"/>
                <a:sym typeface="+mn-lt"/>
              </a:rPr>
              <a:t>Rust</a:t>
            </a:r>
            <a:r>
              <a:rPr lang="zh-CN" altLang="en-US" sz="1800" dirty="0">
                <a:cs typeface="+mn-ea"/>
                <a:sym typeface="+mn-lt"/>
              </a:rPr>
              <a:t>常量和静态变量的声明和使用；</a:t>
            </a:r>
            <a:endParaRPr lang="en-US" altLang="zh-CN" sz="1800" dirty="0"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22092" y="962165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m1bjgtlu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m1bjgtlu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m1bjgtlu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m1bjgtlu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15151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none" rtlCol="0">
        <a:spAutoFit/>
      </a:bodyPr>
      <a:lstStyle>
        <a:defPPr algn="l">
          <a:lnSpc>
            <a:spcPts val="3440"/>
          </a:lnSpc>
          <a:defRPr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m1bjgtlu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2068</Words>
  <Application>Microsoft Office PowerPoint</Application>
  <PresentationFormat>自定义</PresentationFormat>
  <Paragraphs>257</Paragraphs>
  <Slides>13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方正兰亭黑简体</vt:lpstr>
      <vt:lpstr>Microsoft YaHei</vt:lpstr>
      <vt:lpstr>Arial</vt:lpstr>
      <vt:lpstr>Calibri</vt:lpstr>
      <vt:lpstr>Huawei Sans</vt:lpstr>
      <vt:lpstr>Wingdings</vt:lpstr>
      <vt:lpstr>1_Title Slide</vt:lpstr>
      <vt:lpstr>2_Title Slide</vt:lpstr>
      <vt:lpstr>Chart page</vt:lpstr>
      <vt:lpstr>4_Chart page</vt:lpstr>
      <vt:lpstr>End page</vt:lpstr>
      <vt:lpstr>基本数据类型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基本数据类型</dc:title>
  <dc:creator>fanyan (A)</dc:creator>
  <cp:lastModifiedBy>Zhangyandong (ben)</cp:lastModifiedBy>
  <cp:revision>15</cp:revision>
  <dcterms:created xsi:type="dcterms:W3CDTF">2023-10-18T07:14:42Z</dcterms:created>
  <dcterms:modified xsi:type="dcterms:W3CDTF">2024-11-20T02:24:51Z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(3)kq30fwmQM9PUuY3f+F3LrsCbmRRXFjCLISO/lwdSrPRNp2A8M6uqBKE4KAEoYq2vq746HhVQ
j7IhB6B4uEYrueTCJX8bovYRHMldc0zsr9F/dkeO/945xQUPm5p4nN+ebOqmFcEzRBGPFNCJ
92abhW8RwjIIVgmGoqIrjes1KpCa8f5rQbCyo13jf2fl1Xd/xI5PlE86wHX+KZOJ8EoUWCVH
nBbbrnXAsmqExv4tPN</vt:lpwstr>
  </property>
  <property fmtid="{D5CDD505-2E9C-101B-9397-08002B2CF9AE}" pid="3" name="_2015_ms_pID_7253431">
    <vt:lpwstr>FfDoqB1qNHpK1Yn7QXo7uO/unn/Lck+tUY4wp5nyWdZ0kgxMCQn9/X
LMZTvkZen2Ac9B8TP9UuUhTiozo5WQrgxTzgWI6GbBvUh1ZEJePzgi4MEHW9mrKTVqlvsk5o
j19CXc7+ki3Ir9dABjCu7U75Y50lVmXnelkDSwiJ46JXVdqpA891yvtN9VyEhjRPOI8ZAKbU
aqhsMZXITWsY7+gZn8/u8mYwicyyZNZ6utkx</vt:lpwstr>
  </property>
  <property fmtid="{D5CDD505-2E9C-101B-9397-08002B2CF9AE}" pid="4" name="_2015_ms_pID_7253432">
    <vt:lpwstr>yg==</vt:lpwstr>
  </property>
  <property fmtid="{D5CDD505-2E9C-101B-9397-08002B2CF9AE}" pid="5" name="KSOProductBuildVer">
    <vt:lpwstr>2052-0.0.0.0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1697529755</vt:lpwstr>
  </property>
</Properties>
</file>