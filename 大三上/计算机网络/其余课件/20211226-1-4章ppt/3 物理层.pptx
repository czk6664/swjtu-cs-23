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90"/>
  </p:notesMasterIdLst>
  <p:sldIdLst>
    <p:sldId id="876" r:id="rId2"/>
    <p:sldId id="654" r:id="rId3"/>
    <p:sldId id="525" r:id="rId4"/>
    <p:sldId id="725" r:id="rId5"/>
    <p:sldId id="655" r:id="rId6"/>
    <p:sldId id="527" r:id="rId7"/>
    <p:sldId id="656" r:id="rId8"/>
    <p:sldId id="530" r:id="rId9"/>
    <p:sldId id="531" r:id="rId10"/>
    <p:sldId id="532" r:id="rId11"/>
    <p:sldId id="689" r:id="rId12"/>
    <p:sldId id="536" r:id="rId13"/>
    <p:sldId id="673" r:id="rId14"/>
    <p:sldId id="674" r:id="rId15"/>
    <p:sldId id="690" r:id="rId16"/>
    <p:sldId id="693" r:id="rId17"/>
    <p:sldId id="691" r:id="rId18"/>
    <p:sldId id="694" r:id="rId19"/>
    <p:sldId id="666" r:id="rId20"/>
    <p:sldId id="873" r:id="rId21"/>
    <p:sldId id="546" r:id="rId22"/>
    <p:sldId id="579" r:id="rId23"/>
    <p:sldId id="675" r:id="rId24"/>
    <p:sldId id="695" r:id="rId25"/>
    <p:sldId id="667" r:id="rId26"/>
    <p:sldId id="867" r:id="rId27"/>
    <p:sldId id="586" r:id="rId28"/>
    <p:sldId id="668" r:id="rId29"/>
    <p:sldId id="677" r:id="rId30"/>
    <p:sldId id="877" r:id="rId31"/>
    <p:sldId id="874" r:id="rId32"/>
    <p:sldId id="670" r:id="rId33"/>
    <p:sldId id="588" r:id="rId34"/>
    <p:sldId id="671" r:id="rId35"/>
    <p:sldId id="672" r:id="rId36"/>
    <p:sldId id="878" r:id="rId37"/>
    <p:sldId id="879" r:id="rId38"/>
    <p:sldId id="886" r:id="rId39"/>
    <p:sldId id="887" r:id="rId40"/>
    <p:sldId id="888" r:id="rId41"/>
    <p:sldId id="889" r:id="rId42"/>
    <p:sldId id="893" r:id="rId43"/>
    <p:sldId id="896" r:id="rId44"/>
    <p:sldId id="897" r:id="rId45"/>
    <p:sldId id="898" r:id="rId46"/>
    <p:sldId id="900" r:id="rId47"/>
    <p:sldId id="901" r:id="rId48"/>
    <p:sldId id="902" r:id="rId49"/>
    <p:sldId id="904" r:id="rId50"/>
    <p:sldId id="905" r:id="rId51"/>
    <p:sldId id="906" r:id="rId52"/>
    <p:sldId id="907" r:id="rId53"/>
    <p:sldId id="908" r:id="rId54"/>
    <p:sldId id="909" r:id="rId55"/>
    <p:sldId id="910" r:id="rId56"/>
    <p:sldId id="911" r:id="rId57"/>
    <p:sldId id="912" r:id="rId58"/>
    <p:sldId id="914" r:id="rId59"/>
    <p:sldId id="915" r:id="rId60"/>
    <p:sldId id="916" r:id="rId61"/>
    <p:sldId id="917" r:id="rId62"/>
    <p:sldId id="918" r:id="rId63"/>
    <p:sldId id="919" r:id="rId64"/>
    <p:sldId id="880" r:id="rId65"/>
    <p:sldId id="881" r:id="rId66"/>
    <p:sldId id="882" r:id="rId67"/>
    <p:sldId id="885" r:id="rId68"/>
    <p:sldId id="920" r:id="rId69"/>
    <p:sldId id="921" r:id="rId70"/>
    <p:sldId id="922" r:id="rId71"/>
    <p:sldId id="890" r:id="rId72"/>
    <p:sldId id="891" r:id="rId73"/>
    <p:sldId id="892" r:id="rId74"/>
    <p:sldId id="923" r:id="rId75"/>
    <p:sldId id="924" r:id="rId76"/>
    <p:sldId id="925" r:id="rId77"/>
    <p:sldId id="899" r:id="rId78"/>
    <p:sldId id="926" r:id="rId79"/>
    <p:sldId id="927" r:id="rId80"/>
    <p:sldId id="928" r:id="rId81"/>
    <p:sldId id="903" r:id="rId82"/>
    <p:sldId id="929" r:id="rId83"/>
    <p:sldId id="930" r:id="rId84"/>
    <p:sldId id="931" r:id="rId85"/>
    <p:sldId id="932" r:id="rId86"/>
    <p:sldId id="933" r:id="rId87"/>
    <p:sldId id="934" r:id="rId88"/>
    <p:sldId id="935" r:id="rId89"/>
  </p:sldIdLst>
  <p:sldSz cx="12192000" cy="6858000"/>
  <p:notesSz cx="6888163" cy="9623425"/>
  <p:defaultTextStyle>
    <a:defPPr>
      <a:defRPr lang="zh-CN"/>
    </a:defPPr>
    <a:lvl1pPr algn="l" rtl="0" eaLnBrk="0" fontAlgn="base" hangingPunct="0">
      <a:spcBef>
        <a:spcPct val="0"/>
      </a:spcBef>
      <a:spcAft>
        <a:spcPct val="0"/>
      </a:spcAft>
      <a:defRPr sz="2800" kern="1200">
        <a:solidFill>
          <a:schemeClr val="tx1"/>
        </a:solidFill>
        <a:latin typeface="Times New Roman" panose="02020603050405020304" pitchFamily="18" charset="0"/>
        <a:ea typeface="华文楷体" panose="02010600040101010101" pitchFamily="2" charset="-122"/>
        <a:cs typeface="+mn-cs"/>
      </a:defRPr>
    </a:lvl1pPr>
    <a:lvl2pPr marL="457200" algn="l" rtl="0" eaLnBrk="0" fontAlgn="base" hangingPunct="0">
      <a:spcBef>
        <a:spcPct val="0"/>
      </a:spcBef>
      <a:spcAft>
        <a:spcPct val="0"/>
      </a:spcAft>
      <a:defRPr sz="2800" kern="1200">
        <a:solidFill>
          <a:schemeClr val="tx1"/>
        </a:solidFill>
        <a:latin typeface="Times New Roman" panose="02020603050405020304" pitchFamily="18" charset="0"/>
        <a:ea typeface="华文楷体" panose="02010600040101010101" pitchFamily="2" charset="-122"/>
        <a:cs typeface="+mn-cs"/>
      </a:defRPr>
    </a:lvl2pPr>
    <a:lvl3pPr marL="914400" algn="l" rtl="0" eaLnBrk="0" fontAlgn="base" hangingPunct="0">
      <a:spcBef>
        <a:spcPct val="0"/>
      </a:spcBef>
      <a:spcAft>
        <a:spcPct val="0"/>
      </a:spcAft>
      <a:defRPr sz="2800" kern="1200">
        <a:solidFill>
          <a:schemeClr val="tx1"/>
        </a:solidFill>
        <a:latin typeface="Times New Roman" panose="02020603050405020304" pitchFamily="18" charset="0"/>
        <a:ea typeface="华文楷体" panose="02010600040101010101" pitchFamily="2" charset="-122"/>
        <a:cs typeface="+mn-cs"/>
      </a:defRPr>
    </a:lvl3pPr>
    <a:lvl4pPr marL="1371600" algn="l" rtl="0" eaLnBrk="0" fontAlgn="base" hangingPunct="0">
      <a:spcBef>
        <a:spcPct val="0"/>
      </a:spcBef>
      <a:spcAft>
        <a:spcPct val="0"/>
      </a:spcAft>
      <a:defRPr sz="2800" kern="1200">
        <a:solidFill>
          <a:schemeClr val="tx1"/>
        </a:solidFill>
        <a:latin typeface="Times New Roman" panose="02020603050405020304" pitchFamily="18" charset="0"/>
        <a:ea typeface="华文楷体" panose="02010600040101010101" pitchFamily="2" charset="-122"/>
        <a:cs typeface="+mn-cs"/>
      </a:defRPr>
    </a:lvl4pPr>
    <a:lvl5pPr marL="1828800" algn="l" rtl="0" eaLnBrk="0" fontAlgn="base" hangingPunct="0">
      <a:spcBef>
        <a:spcPct val="0"/>
      </a:spcBef>
      <a:spcAft>
        <a:spcPct val="0"/>
      </a:spcAft>
      <a:defRPr sz="2800" kern="1200">
        <a:solidFill>
          <a:schemeClr val="tx1"/>
        </a:solidFill>
        <a:latin typeface="Times New Roman" panose="02020603050405020304" pitchFamily="18" charset="0"/>
        <a:ea typeface="华文楷体" panose="02010600040101010101" pitchFamily="2" charset="-122"/>
        <a:cs typeface="+mn-cs"/>
      </a:defRPr>
    </a:lvl5pPr>
    <a:lvl6pPr marL="2286000" algn="l" defTabSz="914400" rtl="0" eaLnBrk="1" latinLnBrk="0" hangingPunct="1">
      <a:defRPr sz="2800" kern="1200">
        <a:solidFill>
          <a:schemeClr val="tx1"/>
        </a:solidFill>
        <a:latin typeface="Times New Roman" panose="02020603050405020304" pitchFamily="18" charset="0"/>
        <a:ea typeface="华文楷体" panose="02010600040101010101" pitchFamily="2" charset="-122"/>
        <a:cs typeface="+mn-cs"/>
      </a:defRPr>
    </a:lvl6pPr>
    <a:lvl7pPr marL="2743200" algn="l" defTabSz="914400" rtl="0" eaLnBrk="1" latinLnBrk="0" hangingPunct="1">
      <a:defRPr sz="2800" kern="1200">
        <a:solidFill>
          <a:schemeClr val="tx1"/>
        </a:solidFill>
        <a:latin typeface="Times New Roman" panose="02020603050405020304" pitchFamily="18" charset="0"/>
        <a:ea typeface="华文楷体" panose="02010600040101010101" pitchFamily="2" charset="-122"/>
        <a:cs typeface="+mn-cs"/>
      </a:defRPr>
    </a:lvl7pPr>
    <a:lvl8pPr marL="3200400" algn="l" defTabSz="914400" rtl="0" eaLnBrk="1" latinLnBrk="0" hangingPunct="1">
      <a:defRPr sz="2800" kern="1200">
        <a:solidFill>
          <a:schemeClr val="tx1"/>
        </a:solidFill>
        <a:latin typeface="Times New Roman" panose="02020603050405020304" pitchFamily="18" charset="0"/>
        <a:ea typeface="华文楷体" panose="02010600040101010101" pitchFamily="2" charset="-122"/>
        <a:cs typeface="+mn-cs"/>
      </a:defRPr>
    </a:lvl8pPr>
    <a:lvl9pPr marL="3657600" algn="l" defTabSz="914400" rtl="0" eaLnBrk="1" latinLnBrk="0" hangingPunct="1">
      <a:defRPr sz="2800" kern="1200">
        <a:solidFill>
          <a:schemeClr val="tx1"/>
        </a:solidFill>
        <a:latin typeface="Times New Roman" panose="02020603050405020304" pitchFamily="18" charset="0"/>
        <a:ea typeface="华文楷体" panose="02010600040101010101" pitchFamily="2" charset="-122"/>
        <a:cs typeface="+mn-cs"/>
      </a:defRPr>
    </a:lvl9pPr>
  </p:defaultTextStyle>
  <p:extLst>
    <p:ext uri="{EFAFB233-063F-42B5-8137-9DF3F51BA10A}">
      <p15:sldGuideLst xmlns:p15="http://schemas.microsoft.com/office/powerpoint/2012/main">
        <p15:guide id="1" orient="horz" pos="2148">
          <p15:clr>
            <a:srgbClr val="A4A3A4"/>
          </p15:clr>
        </p15:guide>
        <p15:guide id="2" pos="383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99"/>
    <a:srgbClr val="33CCCC"/>
    <a:srgbClr val="DDDDDD"/>
    <a:srgbClr val="808080"/>
    <a:srgbClr val="B2B2B2"/>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54" y="78"/>
      </p:cViewPr>
      <p:guideLst>
        <p:guide orient="horz" pos="2148"/>
        <p:guide pos="383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4.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48ACF631-2A16-47A0-93A6-FC0D4F23A6EE}"/>
              </a:ext>
            </a:extLst>
          </p:cNvPr>
          <p:cNvSpPr>
            <a:spLocks noGrp="1" noChangeArrowheads="1"/>
          </p:cNvSpPr>
          <p:nvPr>
            <p:ph type="hdr" sz="quarter"/>
          </p:nvPr>
        </p:nvSpPr>
        <p:spPr bwMode="auto">
          <a:xfrm>
            <a:off x="0" y="0"/>
            <a:ext cx="2984500"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348" tIns="47174" rIns="94348" bIns="47174" numCol="1" anchor="t" anchorCtr="0" compatLnSpc="1">
            <a:prstTxWarp prst="textNoShape">
              <a:avLst/>
            </a:prstTxWarp>
          </a:bodyPr>
          <a:lstStyle>
            <a:lvl1pPr defTabSz="942975" eaLnBrk="1" hangingPunct="1">
              <a:defRPr sz="1200">
                <a:latin typeface="Tahoma" pitchFamily="34" charset="0"/>
                <a:ea typeface="宋体" pitchFamily="2" charset="-122"/>
              </a:defRPr>
            </a:lvl1pPr>
          </a:lstStyle>
          <a:p>
            <a:pPr>
              <a:defRPr/>
            </a:pPr>
            <a:endParaRPr lang="zh-CN" altLang="zh-CN"/>
          </a:p>
        </p:txBody>
      </p:sp>
      <p:sp>
        <p:nvSpPr>
          <p:cNvPr id="3075" name="Rectangle 3">
            <a:extLst>
              <a:ext uri="{FF2B5EF4-FFF2-40B4-BE49-F238E27FC236}">
                <a16:creationId xmlns:a16="http://schemas.microsoft.com/office/drawing/2014/main" id="{2D4848EC-EB06-4660-86DE-0557FF362F99}"/>
              </a:ext>
            </a:extLst>
          </p:cNvPr>
          <p:cNvSpPr>
            <a:spLocks noGrp="1" noChangeArrowheads="1"/>
          </p:cNvSpPr>
          <p:nvPr>
            <p:ph type="dt" idx="1"/>
          </p:nvPr>
        </p:nvSpPr>
        <p:spPr bwMode="auto">
          <a:xfrm>
            <a:off x="3903663" y="0"/>
            <a:ext cx="2984500"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348" tIns="47174" rIns="94348" bIns="47174" numCol="1" anchor="t" anchorCtr="0" compatLnSpc="1">
            <a:prstTxWarp prst="textNoShape">
              <a:avLst/>
            </a:prstTxWarp>
          </a:bodyPr>
          <a:lstStyle>
            <a:lvl1pPr algn="r" defTabSz="942975" eaLnBrk="1" hangingPunct="1">
              <a:defRPr sz="1200">
                <a:latin typeface="Tahoma" pitchFamily="34" charset="0"/>
                <a:ea typeface="宋体" pitchFamily="2" charset="-122"/>
              </a:defRPr>
            </a:lvl1pPr>
          </a:lstStyle>
          <a:p>
            <a:pPr>
              <a:defRPr/>
            </a:pPr>
            <a:endParaRPr lang="zh-CN" altLang="zh-CN"/>
          </a:p>
        </p:txBody>
      </p:sp>
      <p:sp>
        <p:nvSpPr>
          <p:cNvPr id="3076" name="Rectangle 4">
            <a:extLst>
              <a:ext uri="{FF2B5EF4-FFF2-40B4-BE49-F238E27FC236}">
                <a16:creationId xmlns:a16="http://schemas.microsoft.com/office/drawing/2014/main" id="{42BD8200-5993-4538-9058-5355297021B7}"/>
              </a:ext>
            </a:extLst>
          </p:cNvPr>
          <p:cNvSpPr>
            <a:spLocks noGrp="1" noRot="1" noChangeAspect="1" noChangeArrowheads="1"/>
          </p:cNvSpPr>
          <p:nvPr>
            <p:ph type="sldImg" idx="2"/>
          </p:nvPr>
        </p:nvSpPr>
        <p:spPr bwMode="auto">
          <a:xfrm>
            <a:off x="238125" y="722313"/>
            <a:ext cx="6411913" cy="3608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7" name="Rectangle 5">
            <a:extLst>
              <a:ext uri="{FF2B5EF4-FFF2-40B4-BE49-F238E27FC236}">
                <a16:creationId xmlns:a16="http://schemas.microsoft.com/office/drawing/2014/main" id="{8C5ABAB6-E5F1-415E-A1E5-2C96CA9D17F7}"/>
              </a:ext>
            </a:extLst>
          </p:cNvPr>
          <p:cNvSpPr>
            <a:spLocks noGrp="1" noChangeArrowheads="1"/>
          </p:cNvSpPr>
          <p:nvPr>
            <p:ph type="body" sz="quarter" idx="3"/>
          </p:nvPr>
        </p:nvSpPr>
        <p:spPr bwMode="auto">
          <a:xfrm>
            <a:off x="919163" y="4570413"/>
            <a:ext cx="5049837" cy="433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348" tIns="47174" rIns="94348" bIns="47174" numCol="1" anchor="ctr" anchorCtr="0" compatLnSpc="1">
            <a:prstTxWarp prst="textNoShape">
              <a:avLst/>
            </a:prstTxWarp>
          </a:bodyPr>
          <a:lstStyle/>
          <a:p>
            <a:pPr lvl="0"/>
            <a:r>
              <a:rPr lang="zh-CN" noProof="0"/>
              <a:t>单击此处编辑母版文本样式</a:t>
            </a:r>
          </a:p>
          <a:p>
            <a:pPr lvl="1"/>
            <a:r>
              <a:rPr lang="zh-CN" noProof="0"/>
              <a:t>第二级</a:t>
            </a:r>
          </a:p>
          <a:p>
            <a:pPr lvl="2"/>
            <a:r>
              <a:rPr lang="zh-CN" noProof="0"/>
              <a:t>第三级</a:t>
            </a:r>
          </a:p>
          <a:p>
            <a:pPr lvl="3"/>
            <a:r>
              <a:rPr lang="zh-CN" noProof="0"/>
              <a:t>第四级</a:t>
            </a:r>
          </a:p>
          <a:p>
            <a:pPr lvl="4"/>
            <a:r>
              <a:rPr lang="zh-CN" noProof="0"/>
              <a:t>第五级</a:t>
            </a:r>
          </a:p>
        </p:txBody>
      </p:sp>
      <p:sp>
        <p:nvSpPr>
          <p:cNvPr id="3078" name="Rectangle 6">
            <a:extLst>
              <a:ext uri="{FF2B5EF4-FFF2-40B4-BE49-F238E27FC236}">
                <a16:creationId xmlns:a16="http://schemas.microsoft.com/office/drawing/2014/main" id="{80FBB38F-F80D-4A1C-B1D8-E6B8AE5FA775}"/>
              </a:ext>
            </a:extLst>
          </p:cNvPr>
          <p:cNvSpPr>
            <a:spLocks noGrp="1" noChangeArrowheads="1"/>
          </p:cNvSpPr>
          <p:nvPr>
            <p:ph type="ftr" sz="quarter" idx="4"/>
          </p:nvPr>
        </p:nvSpPr>
        <p:spPr bwMode="auto">
          <a:xfrm>
            <a:off x="0" y="9142413"/>
            <a:ext cx="2984500" cy="48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348" tIns="47174" rIns="94348" bIns="47174" numCol="1" anchor="b" anchorCtr="0" compatLnSpc="1">
            <a:prstTxWarp prst="textNoShape">
              <a:avLst/>
            </a:prstTxWarp>
          </a:bodyPr>
          <a:lstStyle>
            <a:lvl1pPr defTabSz="942975" eaLnBrk="1" hangingPunct="1">
              <a:defRPr sz="1200">
                <a:latin typeface="Tahoma" pitchFamily="34" charset="0"/>
                <a:ea typeface="宋体" pitchFamily="2" charset="-122"/>
              </a:defRPr>
            </a:lvl1pPr>
          </a:lstStyle>
          <a:p>
            <a:pPr>
              <a:defRPr/>
            </a:pPr>
            <a:endParaRPr lang="zh-CN" altLang="zh-CN"/>
          </a:p>
        </p:txBody>
      </p:sp>
      <p:sp>
        <p:nvSpPr>
          <p:cNvPr id="3079" name="Rectangle 7">
            <a:extLst>
              <a:ext uri="{FF2B5EF4-FFF2-40B4-BE49-F238E27FC236}">
                <a16:creationId xmlns:a16="http://schemas.microsoft.com/office/drawing/2014/main" id="{BA100766-C737-4190-BD93-B8579AED7C58}"/>
              </a:ext>
            </a:extLst>
          </p:cNvPr>
          <p:cNvSpPr>
            <a:spLocks noGrp="1" noChangeArrowheads="1"/>
          </p:cNvSpPr>
          <p:nvPr>
            <p:ph type="sldNum" sz="quarter" idx="5"/>
          </p:nvPr>
        </p:nvSpPr>
        <p:spPr bwMode="auto">
          <a:xfrm>
            <a:off x="3903663" y="9142413"/>
            <a:ext cx="2984500" cy="48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348" tIns="47174" rIns="94348" bIns="47174" numCol="1" anchor="b" anchorCtr="0" compatLnSpc="1">
            <a:prstTxWarp prst="textNoShape">
              <a:avLst/>
            </a:prstTxWarp>
          </a:bodyPr>
          <a:lstStyle>
            <a:lvl1pPr algn="r" defTabSz="942975" eaLnBrk="1" hangingPunct="1">
              <a:defRPr sz="1200">
                <a:latin typeface="Tahoma" panose="020B0604030504040204" pitchFamily="34" charset="0"/>
                <a:ea typeface="宋体" panose="02010600030101010101" pitchFamily="2" charset="-122"/>
              </a:defRPr>
            </a:lvl1pPr>
          </a:lstStyle>
          <a:p>
            <a:pPr>
              <a:defRPr/>
            </a:pPr>
            <a:fld id="{BDE6BB3C-6459-4A17-A0BD-EB67138B78A8}" type="slidenum">
              <a:rPr lang="zh-CN" altLang="zh-CN"/>
              <a:pPr>
                <a:defRPr/>
              </a:pPr>
              <a:t>‹#›</a:t>
            </a:fld>
            <a:endParaRPr lang="zh-CN"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84007CA-8034-4390-8D66-5AE284A1101E}"/>
              </a:ext>
            </a:extLst>
          </p:cNvPr>
          <p:cNvSpPr>
            <a:spLocks noGrp="1" noRot="1" noChangeAspect="1" noChangeArrowheads="1" noTextEdit="1"/>
          </p:cNvSpPr>
          <p:nvPr>
            <p:ph type="sldImg"/>
          </p:nvPr>
        </p:nvSpPr>
        <p:spPr/>
      </p:sp>
      <p:sp>
        <p:nvSpPr>
          <p:cNvPr id="13315" name="Rectangle 3">
            <a:extLst>
              <a:ext uri="{FF2B5EF4-FFF2-40B4-BE49-F238E27FC236}">
                <a16:creationId xmlns:a16="http://schemas.microsoft.com/office/drawing/2014/main" id="{0C50A842-E402-4F60-9E8F-4C28A5772AC1}"/>
              </a:ext>
            </a:extLst>
          </p:cNvPr>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zh-CN" altLang="zh-CN"/>
              <a:t>单工、半双工、全双工</a:t>
            </a: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095AE314-F6C3-419C-A500-9C3B37068BC4}"/>
              </a:ext>
            </a:extLst>
          </p:cNvPr>
          <p:cNvSpPr>
            <a:spLocks noGrp="1" noRot="1" noChangeAspect="1" noChangeArrowheads="1" noTextEdit="1"/>
          </p:cNvSpPr>
          <p:nvPr>
            <p:ph type="sldImg"/>
          </p:nvPr>
        </p:nvSpPr>
        <p:spPr/>
      </p:sp>
      <p:sp>
        <p:nvSpPr>
          <p:cNvPr id="15363" name="Rectangle 3">
            <a:extLst>
              <a:ext uri="{FF2B5EF4-FFF2-40B4-BE49-F238E27FC236}">
                <a16:creationId xmlns:a16="http://schemas.microsoft.com/office/drawing/2014/main" id="{AEB98952-5907-4994-87A0-E2FF09AD0CD7}"/>
              </a:ext>
            </a:extLst>
          </p:cNvPr>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zh-CN" altLang="zh-CN"/>
              <a:t>在了解信道带宽的知识前，先了解一下数字通信系统的组成。</a:t>
            </a: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CF5F007-D539-445C-B008-ECE2DECE31F8}"/>
              </a:ext>
            </a:extLst>
          </p:cNvPr>
          <p:cNvSpPr>
            <a:spLocks noGrp="1" noRot="1" noChangeAspect="1" noChangeArrowheads="1" noTextEdit="1"/>
          </p:cNvSpPr>
          <p:nvPr>
            <p:ph type="sldImg"/>
          </p:nvPr>
        </p:nvSpPr>
        <p:spPr/>
      </p:sp>
      <p:sp>
        <p:nvSpPr>
          <p:cNvPr id="17411" name="Rectangle 3">
            <a:extLst>
              <a:ext uri="{FF2B5EF4-FFF2-40B4-BE49-F238E27FC236}">
                <a16:creationId xmlns:a16="http://schemas.microsoft.com/office/drawing/2014/main" id="{943B23A7-9841-4A74-B2E4-B9FAF2A7C327}"/>
              </a:ext>
            </a:extLst>
          </p:cNvPr>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zh-CN" altLang="zh-CN"/>
              <a:t>M60</a:t>
            </a: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76AFE7C-0A64-4C5B-8E3E-7C28A86743AF}"/>
              </a:ext>
            </a:extLst>
          </p:cNvPr>
          <p:cNvSpPr>
            <a:spLocks noGrp="1" noRot="1" noChangeAspect="1" noChangeArrowheads="1" noTextEdit="1"/>
          </p:cNvSpPr>
          <p:nvPr>
            <p:ph type="sldImg"/>
          </p:nvPr>
        </p:nvSpPr>
        <p:spPr/>
      </p:sp>
      <p:sp>
        <p:nvSpPr>
          <p:cNvPr id="19459" name="Rectangle 3">
            <a:extLst>
              <a:ext uri="{FF2B5EF4-FFF2-40B4-BE49-F238E27FC236}">
                <a16:creationId xmlns:a16="http://schemas.microsoft.com/office/drawing/2014/main" id="{3553A31A-919F-402A-95C5-CAD38EDBFE86}"/>
              </a:ext>
            </a:extLst>
          </p:cNvPr>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zh-CN" altLang="zh-CN"/>
              <a:t>当探测器上不是需要的辐射照射时所产生的输出，通称探测器噪声。在讨论探测器噪声中的信号问题时通常方便地说信号与噪声比。由于噪声是随机过程，表示瞬时的信噪比是不实际的，因此用均方根（在一个相当长的时间周期内平均）来代替瞬时值，如果在电路的同一点测信号与噪声，因而通过同一阻抗，均方电压之比的平方即为功率比称为信噪（功率）比（</a:t>
            </a:r>
            <a:r>
              <a:rPr lang="zh-CN" altLang="zh-CN">
                <a:cs typeface="Times New Roman" panose="02020603050405020304" pitchFamily="18" charset="0"/>
              </a:rPr>
              <a:t>S"N</a:t>
            </a:r>
            <a:r>
              <a:rPr lang="zh-CN" altLang="zh-CN"/>
              <a:t>），它是无量钢的。</a:t>
            </a:r>
            <a:r>
              <a:rPr lang="zh-CN" altLang="zh-CN">
                <a:cs typeface="Times New Roman" panose="02020603050405020304" pitchFamily="18" charset="0"/>
              </a:rPr>
              <a:t> </a:t>
            </a:r>
            <a:endParaRPr lang="zh-CN" altLang="zh-CN">
              <a:latin typeface="宋体" panose="02010600030101010101" pitchFamily="2" charset="-122"/>
            </a:endParaRPr>
          </a:p>
          <a:p>
            <a:pPr eaLnBrk="1" hangingPunct="1"/>
            <a:endParaRPr lang="zh-CN" altLang="zh-CN"/>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4AC9DC8-BBF1-48F0-9D08-86FDF2EA167C}"/>
              </a:ext>
            </a:extLst>
          </p:cNvPr>
          <p:cNvSpPr>
            <a:spLocks noGrp="1" noChangeArrowheads="1"/>
          </p:cNvSpPr>
          <p:nvPr>
            <p:ph type="sldNum" sz="quarter" idx="5"/>
          </p:nvPr>
        </p:nvSpPr>
        <p:spPr>
          <a:noFill/>
        </p:spPr>
        <p:txBody>
          <a:bodyPr/>
          <a:lstStyle>
            <a:lvl1pPr defTabSz="942975">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4297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8704100-869B-4B6F-9410-A98E9DEB3CFB}" type="slidenum">
              <a:rPr lang="en-US" altLang="zh-CN" smtClean="0">
                <a:latin typeface="Tahoma" panose="020B0604030504040204" pitchFamily="34" charset="0"/>
              </a:rPr>
              <a:pPr>
                <a:spcBef>
                  <a:spcPct val="0"/>
                </a:spcBef>
              </a:pPr>
              <a:t>38</a:t>
            </a:fld>
            <a:endParaRPr lang="en-US" altLang="zh-CN">
              <a:latin typeface="Tahoma" panose="020B0604030504040204" pitchFamily="34" charset="0"/>
            </a:endParaRPr>
          </a:p>
        </p:txBody>
      </p:sp>
      <p:sp>
        <p:nvSpPr>
          <p:cNvPr id="10243" name="Rectangle 2">
            <a:extLst>
              <a:ext uri="{FF2B5EF4-FFF2-40B4-BE49-F238E27FC236}">
                <a16:creationId xmlns:a16="http://schemas.microsoft.com/office/drawing/2014/main" id="{DDFC10C8-2DD9-4CFF-989D-96F337C7D728}"/>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0CAA8E4A-2CC9-44AE-B780-B8E33F30CE59}"/>
              </a:ext>
            </a:extLst>
          </p:cNvPr>
          <p:cNvSpPr>
            <a:spLocks noGrp="1" noChangeArrowheads="1"/>
          </p:cNvSpPr>
          <p:nvPr>
            <p:ph type="body" idx="1"/>
          </p:nvPr>
        </p:nvSpPr>
        <p:spPr>
          <a:noFill/>
        </p:spPr>
        <p:txBody>
          <a:bodyPr/>
          <a:lstStyle/>
          <a:p>
            <a:pPr eaLnBrk="1" hangingPunct="1"/>
            <a:r>
              <a:rPr lang="en-US" altLang="zh-CN"/>
              <a:t>M87—</a:t>
            </a:r>
            <a:r>
              <a:rPr lang="zh-CN" altLang="en-US"/>
              <a:t>在电视系统中，规模经济起着重要作用。成本等等方面</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C4984C4E-FF00-47EE-9624-590EF4E03707}"/>
              </a:ext>
            </a:extLst>
          </p:cNvPr>
          <p:cNvSpPr>
            <a:spLocks noGrp="1" noChangeArrowheads="1"/>
          </p:cNvSpPr>
          <p:nvPr>
            <p:ph type="sldNum" sz="quarter" idx="5"/>
          </p:nvPr>
        </p:nvSpPr>
        <p:spPr>
          <a:noFill/>
        </p:spPr>
        <p:txBody>
          <a:bodyPr/>
          <a:lstStyle>
            <a:lvl1pPr defTabSz="942975">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4297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78D50FE-CA6F-49A5-952F-1969C60FFEED}" type="slidenum">
              <a:rPr lang="en-US" altLang="zh-CN" smtClean="0">
                <a:latin typeface="Tahoma" panose="020B0604030504040204" pitchFamily="34" charset="0"/>
              </a:rPr>
              <a:pPr>
                <a:spcBef>
                  <a:spcPct val="0"/>
                </a:spcBef>
              </a:pPr>
              <a:t>41</a:t>
            </a:fld>
            <a:endParaRPr lang="en-US" altLang="zh-CN">
              <a:latin typeface="Tahoma" panose="020B0604030504040204" pitchFamily="34" charset="0"/>
            </a:endParaRPr>
          </a:p>
        </p:txBody>
      </p:sp>
      <p:sp>
        <p:nvSpPr>
          <p:cNvPr id="14339" name="Rectangle 2">
            <a:extLst>
              <a:ext uri="{FF2B5EF4-FFF2-40B4-BE49-F238E27FC236}">
                <a16:creationId xmlns:a16="http://schemas.microsoft.com/office/drawing/2014/main" id="{F86F1D85-EB7B-473C-AC71-728D1AF84DE8}"/>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50FB9C2E-9D1C-49C5-921E-ED028A12EB78}"/>
              </a:ext>
            </a:extLst>
          </p:cNvPr>
          <p:cNvSpPr>
            <a:spLocks noGrp="1" noChangeArrowheads="1"/>
          </p:cNvSpPr>
          <p:nvPr>
            <p:ph type="body" idx="1"/>
          </p:nvPr>
        </p:nvSpPr>
        <p:spPr>
          <a:noFill/>
        </p:spPr>
        <p:txBody>
          <a:bodyPr/>
          <a:lstStyle/>
          <a:p>
            <a:pPr eaLnBrk="1" hangingPunct="1"/>
            <a:r>
              <a:rPr lang="en-US" altLang="zh-CN"/>
              <a:t>M88---</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9AE7354C-58E5-4F63-88CB-1D5E0D62D430}"/>
              </a:ext>
            </a:extLst>
          </p:cNvPr>
          <p:cNvSpPr>
            <a:spLocks noGrp="1" noChangeArrowheads="1"/>
          </p:cNvSpPr>
          <p:nvPr>
            <p:ph type="sldNum" sz="quarter" idx="5"/>
          </p:nvPr>
        </p:nvSpPr>
        <p:spPr>
          <a:noFill/>
        </p:spPr>
        <p:txBody>
          <a:bodyPr/>
          <a:lstStyle>
            <a:lvl1pPr defTabSz="942975">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4297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A97FC6C-5762-4426-A22E-85C92ADC903C}" type="slidenum">
              <a:rPr lang="en-US" altLang="zh-CN" smtClean="0">
                <a:latin typeface="Tahoma" panose="020B0604030504040204" pitchFamily="34" charset="0"/>
              </a:rPr>
              <a:pPr>
                <a:spcBef>
                  <a:spcPct val="0"/>
                </a:spcBef>
              </a:pPr>
              <a:t>42</a:t>
            </a:fld>
            <a:endParaRPr lang="en-US" altLang="zh-CN">
              <a:latin typeface="Tahoma" panose="020B0604030504040204" pitchFamily="34" charset="0"/>
            </a:endParaRPr>
          </a:p>
        </p:txBody>
      </p:sp>
      <p:sp>
        <p:nvSpPr>
          <p:cNvPr id="16387" name="Rectangle 2">
            <a:extLst>
              <a:ext uri="{FF2B5EF4-FFF2-40B4-BE49-F238E27FC236}">
                <a16:creationId xmlns:a16="http://schemas.microsoft.com/office/drawing/2014/main" id="{4B431736-18E3-4856-B400-81474E9B8FD7}"/>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2CD9B9F0-8185-48FD-A237-0ECAB2F2B251}"/>
              </a:ext>
            </a:extLst>
          </p:cNvPr>
          <p:cNvSpPr>
            <a:spLocks noGrp="1" noChangeArrowheads="1"/>
          </p:cNvSpPr>
          <p:nvPr>
            <p:ph type="body" idx="1"/>
          </p:nvPr>
        </p:nvSpPr>
        <p:spPr>
          <a:noFill/>
        </p:spPr>
        <p:txBody>
          <a:bodyPr/>
          <a:lstStyle/>
          <a:p>
            <a:pPr eaLnBrk="1" hangingPunct="1"/>
            <a:r>
              <a:rPr lang="en-US" altLang="zh-CN"/>
              <a:t>M90—FDM</a:t>
            </a:r>
            <a:r>
              <a:rPr lang="zh-CN" altLang="en-US"/>
              <a:t>使用模拟电路</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528CA2FD-DC22-4121-9E47-745F5AE9F558}"/>
              </a:ext>
            </a:extLst>
          </p:cNvPr>
          <p:cNvSpPr>
            <a:spLocks noGrp="1" noChangeArrowheads="1"/>
          </p:cNvSpPr>
          <p:nvPr>
            <p:ph type="sldNum" sz="quarter" idx="5"/>
          </p:nvPr>
        </p:nvSpPr>
        <p:spPr>
          <a:noFill/>
        </p:spPr>
        <p:txBody>
          <a:bodyPr/>
          <a:lstStyle>
            <a:lvl1pPr defTabSz="942975">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4297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80963B1-6428-4A3E-B0D4-43428D3E0840}" type="slidenum">
              <a:rPr lang="en-US" altLang="zh-CN" smtClean="0">
                <a:latin typeface="Tahoma" panose="020B0604030504040204" pitchFamily="34" charset="0"/>
              </a:rPr>
              <a:pPr>
                <a:spcBef>
                  <a:spcPct val="0"/>
                </a:spcBef>
              </a:pPr>
              <a:t>43</a:t>
            </a:fld>
            <a:endParaRPr lang="en-US" altLang="zh-CN">
              <a:latin typeface="Tahoma" panose="020B0604030504040204" pitchFamily="34" charset="0"/>
            </a:endParaRPr>
          </a:p>
        </p:txBody>
      </p:sp>
      <p:sp>
        <p:nvSpPr>
          <p:cNvPr id="18435" name="Rectangle 2">
            <a:extLst>
              <a:ext uri="{FF2B5EF4-FFF2-40B4-BE49-F238E27FC236}">
                <a16:creationId xmlns:a16="http://schemas.microsoft.com/office/drawing/2014/main" id="{6DE36A6B-29C7-4171-AB16-A7C9592B3A5E}"/>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58027C60-B32F-4585-83DF-EA1B07E6FC01}"/>
              </a:ext>
            </a:extLst>
          </p:cNvPr>
          <p:cNvSpPr>
            <a:spLocks noGrp="1" noChangeArrowheads="1"/>
          </p:cNvSpPr>
          <p:nvPr>
            <p:ph type="body" idx="1"/>
          </p:nvPr>
        </p:nvSpPr>
        <p:spPr>
          <a:noFill/>
        </p:spPr>
        <p:txBody>
          <a:bodyPr/>
          <a:lstStyle/>
          <a:p>
            <a:pPr eaLnBrk="1" hangingPunct="1"/>
            <a:r>
              <a:rPr lang="en-US" altLang="zh-CN"/>
              <a:t>M89----</a:t>
            </a:r>
            <a:r>
              <a:rPr lang="zh-CN" altLang="en-US"/>
              <a:t>添张图？</a:t>
            </a:r>
            <a:r>
              <a:rPr lang="en-US" altLang="zh-CN"/>
              <a:t>M--197</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CD0989B0-61F0-4743-BB68-5E7182F7BA55}"/>
              </a:ext>
            </a:extLst>
          </p:cNvPr>
          <p:cNvSpPr>
            <a:spLocks noGrp="1" noChangeArrowheads="1"/>
          </p:cNvSpPr>
          <p:nvPr>
            <p:ph type="sldNum" sz="quarter" idx="5"/>
          </p:nvPr>
        </p:nvSpPr>
        <p:spPr>
          <a:noFill/>
        </p:spPr>
        <p:txBody>
          <a:bodyPr/>
          <a:lstStyle>
            <a:lvl1pPr defTabSz="942975">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4297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2696241-1859-43A0-9822-65F13117E20E}" type="slidenum">
              <a:rPr lang="en-US" altLang="zh-CN" smtClean="0">
                <a:latin typeface="Tahoma" panose="020B0604030504040204" pitchFamily="34" charset="0"/>
              </a:rPr>
              <a:pPr>
                <a:spcBef>
                  <a:spcPct val="0"/>
                </a:spcBef>
              </a:pPr>
              <a:t>44</a:t>
            </a:fld>
            <a:endParaRPr lang="en-US" altLang="zh-CN">
              <a:latin typeface="Tahoma" panose="020B0604030504040204" pitchFamily="34" charset="0"/>
            </a:endParaRPr>
          </a:p>
        </p:txBody>
      </p:sp>
      <p:sp>
        <p:nvSpPr>
          <p:cNvPr id="20483" name="Rectangle 2">
            <a:extLst>
              <a:ext uri="{FF2B5EF4-FFF2-40B4-BE49-F238E27FC236}">
                <a16:creationId xmlns:a16="http://schemas.microsoft.com/office/drawing/2014/main" id="{ABBA4F08-919F-44BE-8192-E6BA5A1AFBC7}"/>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F646A921-A08B-408A-B4E4-568C0F53BE56}"/>
              </a:ext>
            </a:extLst>
          </p:cNvPr>
          <p:cNvSpPr>
            <a:spLocks noGrp="1" noChangeArrowheads="1"/>
          </p:cNvSpPr>
          <p:nvPr>
            <p:ph type="body" idx="1"/>
          </p:nvPr>
        </p:nvSpPr>
        <p:spPr>
          <a:noFill/>
        </p:spPr>
        <p:txBody>
          <a:bodyPr/>
          <a:lstStyle/>
          <a:p>
            <a:pPr eaLnBrk="1" hangingPunct="1"/>
            <a:r>
              <a:rPr lang="en-US" altLang="zh-CN"/>
              <a:t>M89----</a:t>
            </a:r>
            <a:r>
              <a:rPr lang="zh-CN" altLang="en-US"/>
              <a:t>是不是添张图？</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77DD9052-D603-491C-AAA4-2A0B3C840918}"/>
              </a:ext>
            </a:extLst>
          </p:cNvPr>
          <p:cNvSpPr>
            <a:spLocks noGrp="1" noChangeArrowheads="1"/>
          </p:cNvSpPr>
          <p:nvPr>
            <p:ph type="sldNum" sz="quarter" idx="5"/>
          </p:nvPr>
        </p:nvSpPr>
        <p:spPr>
          <a:noFill/>
        </p:spPr>
        <p:txBody>
          <a:bodyPr/>
          <a:lstStyle>
            <a:lvl1pPr defTabSz="942975">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4297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A67CF8F-62CE-4AE7-83D3-AAB9A8FB0F24}" type="slidenum">
              <a:rPr lang="en-US" altLang="zh-CN" smtClean="0">
                <a:latin typeface="Tahoma" panose="020B0604030504040204" pitchFamily="34" charset="0"/>
              </a:rPr>
              <a:pPr>
                <a:spcBef>
                  <a:spcPct val="0"/>
                </a:spcBef>
              </a:pPr>
              <a:t>45</a:t>
            </a:fld>
            <a:endParaRPr lang="en-US" altLang="zh-CN">
              <a:latin typeface="Tahoma" panose="020B0604030504040204" pitchFamily="34" charset="0"/>
            </a:endParaRPr>
          </a:p>
        </p:txBody>
      </p:sp>
      <p:sp>
        <p:nvSpPr>
          <p:cNvPr id="22531" name="Rectangle 2">
            <a:extLst>
              <a:ext uri="{FF2B5EF4-FFF2-40B4-BE49-F238E27FC236}">
                <a16:creationId xmlns:a16="http://schemas.microsoft.com/office/drawing/2014/main" id="{C39CC87D-1171-4785-AC2A-ECDCAEFB270C}"/>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8E5DC941-DCDF-495B-9C87-910558D4C6C6}"/>
              </a:ext>
            </a:extLst>
          </p:cNvPr>
          <p:cNvSpPr>
            <a:spLocks noGrp="1" noChangeArrowheads="1"/>
          </p:cNvSpPr>
          <p:nvPr>
            <p:ph type="body" idx="1"/>
          </p:nvPr>
        </p:nvSpPr>
        <p:spPr>
          <a:noFill/>
        </p:spPr>
        <p:txBody>
          <a:bodyPr/>
          <a:lstStyle/>
          <a:p>
            <a:pPr eaLnBrk="1" hangingPunct="1"/>
            <a:r>
              <a:rPr lang="en-US" altLang="zh-CN"/>
              <a:t>M206</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E965EA65-E8DF-4568-B1FD-19C4437E9286}"/>
              </a:ext>
            </a:extLst>
          </p:cNvPr>
          <p:cNvSpPr>
            <a:spLocks noGrp="1" noChangeArrowheads="1"/>
          </p:cNvSpPr>
          <p:nvPr>
            <p:ph type="sldNum" sz="quarter" idx="5"/>
          </p:nvPr>
        </p:nvSpPr>
        <p:spPr>
          <a:noFill/>
        </p:spPr>
        <p:txBody>
          <a:bodyPr/>
          <a:lstStyle>
            <a:lvl1pPr defTabSz="942975">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4297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6938502-195F-4372-949E-497CDB497B7F}" type="slidenum">
              <a:rPr lang="en-US" altLang="zh-CN" smtClean="0">
                <a:latin typeface="Tahoma" panose="020B0604030504040204" pitchFamily="34" charset="0"/>
              </a:rPr>
              <a:pPr>
                <a:spcBef>
                  <a:spcPct val="0"/>
                </a:spcBef>
              </a:pPr>
              <a:t>48</a:t>
            </a:fld>
            <a:endParaRPr lang="en-US" altLang="zh-CN">
              <a:latin typeface="Tahoma" panose="020B0604030504040204" pitchFamily="34" charset="0"/>
            </a:endParaRPr>
          </a:p>
        </p:txBody>
      </p:sp>
      <p:sp>
        <p:nvSpPr>
          <p:cNvPr id="26627" name="Rectangle 2">
            <a:extLst>
              <a:ext uri="{FF2B5EF4-FFF2-40B4-BE49-F238E27FC236}">
                <a16:creationId xmlns:a16="http://schemas.microsoft.com/office/drawing/2014/main" id="{B2D2D05B-5D3B-4172-9A39-3B80DC0C02C6}"/>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1A133DD7-E401-4AC9-95CC-C191DA50228A}"/>
              </a:ext>
            </a:extLst>
          </p:cNvPr>
          <p:cNvSpPr>
            <a:spLocks noGrp="1" noChangeArrowheads="1"/>
          </p:cNvSpPr>
          <p:nvPr>
            <p:ph type="body" idx="1"/>
          </p:nvPr>
        </p:nvSpPr>
        <p:spPr>
          <a:noFill/>
        </p:spPr>
        <p:txBody>
          <a:bodyPr lIns="93101" tIns="46550" rIns="93101" bIns="46550"/>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2777878E-9AA2-496A-A600-4359B53AE2F8}"/>
              </a:ext>
            </a:extLst>
          </p:cNvPr>
          <p:cNvSpPr>
            <a:spLocks noGrp="1" noChangeArrowheads="1"/>
          </p:cNvSpPr>
          <p:nvPr>
            <p:ph type="sldNum" sz="quarter" idx="5"/>
          </p:nvPr>
        </p:nvSpPr>
        <p:spPr>
          <a:noFill/>
        </p:spPr>
        <p:txBody>
          <a:bodyPr/>
          <a:lstStyle>
            <a:lvl1pPr defTabSz="942975">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4297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F4232CE-8D04-450F-A0D7-93C4A40E4E8F}" type="slidenum">
              <a:rPr lang="en-US" altLang="zh-CN" smtClean="0">
                <a:latin typeface="Tahoma" panose="020B0604030504040204" pitchFamily="34" charset="0"/>
              </a:rPr>
              <a:pPr>
                <a:spcBef>
                  <a:spcPct val="0"/>
                </a:spcBef>
              </a:pPr>
              <a:t>50</a:t>
            </a:fld>
            <a:endParaRPr lang="en-US" altLang="zh-CN">
              <a:latin typeface="Tahoma" panose="020B0604030504040204" pitchFamily="34" charset="0"/>
            </a:endParaRPr>
          </a:p>
        </p:txBody>
      </p:sp>
      <p:sp>
        <p:nvSpPr>
          <p:cNvPr id="29699" name="Rectangle 2">
            <a:extLst>
              <a:ext uri="{FF2B5EF4-FFF2-40B4-BE49-F238E27FC236}">
                <a16:creationId xmlns:a16="http://schemas.microsoft.com/office/drawing/2014/main" id="{A0629FB4-B88C-44C8-BD14-13B3FC72BD77}"/>
              </a:ext>
            </a:extLst>
          </p:cNvPr>
          <p:cNvSpPr>
            <a:spLocks noGrp="1" noRot="1" noChangeAspect="1" noChangeArrowheads="1" noTextEdit="1"/>
          </p:cNvSpPr>
          <p:nvPr>
            <p:ph type="sldImg"/>
          </p:nvPr>
        </p:nvSpPr>
        <p:spPr>
          <a:xfrm>
            <a:off x="192088" y="714375"/>
            <a:ext cx="6492875" cy="3652838"/>
          </a:xfrm>
          <a:ln/>
        </p:spPr>
      </p:sp>
      <p:sp>
        <p:nvSpPr>
          <p:cNvPr id="29700" name="Rectangle 3">
            <a:extLst>
              <a:ext uri="{FF2B5EF4-FFF2-40B4-BE49-F238E27FC236}">
                <a16:creationId xmlns:a16="http://schemas.microsoft.com/office/drawing/2014/main" id="{32C22B49-814A-4445-80EF-6CB4759E2A5F}"/>
              </a:ext>
            </a:extLst>
          </p:cNvPr>
          <p:cNvSpPr>
            <a:spLocks noGrp="1" noChangeArrowheads="1"/>
          </p:cNvSpPr>
          <p:nvPr>
            <p:ph type="body" idx="1"/>
          </p:nvPr>
        </p:nvSpPr>
        <p:spPr>
          <a:xfrm>
            <a:off x="909638" y="4606925"/>
            <a:ext cx="5056187" cy="4287838"/>
          </a:xfrm>
          <a:noFill/>
        </p:spPr>
        <p:txBody>
          <a:bodyPr lIns="94327" tIns="47164" rIns="94327" bIns="47164"/>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0391584D-C815-4B30-BFD7-050C1D7F9C65}"/>
              </a:ext>
            </a:extLst>
          </p:cNvPr>
          <p:cNvSpPr>
            <a:spLocks noGrp="1" noChangeArrowheads="1"/>
          </p:cNvSpPr>
          <p:nvPr>
            <p:ph type="sldNum" sz="quarter" idx="5"/>
          </p:nvPr>
        </p:nvSpPr>
        <p:spPr>
          <a:noFill/>
        </p:spPr>
        <p:txBody>
          <a:bodyPr/>
          <a:lstStyle>
            <a:lvl1pPr defTabSz="942975">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4297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FA2C2C7-B2F5-4FE3-B119-BA05B641A281}" type="slidenum">
              <a:rPr lang="en-US" altLang="zh-CN" smtClean="0">
                <a:latin typeface="Tahoma" panose="020B0604030504040204" pitchFamily="34" charset="0"/>
              </a:rPr>
              <a:pPr>
                <a:spcBef>
                  <a:spcPct val="0"/>
                </a:spcBef>
              </a:pPr>
              <a:t>57</a:t>
            </a:fld>
            <a:endParaRPr lang="en-US" altLang="zh-CN">
              <a:latin typeface="Tahoma" panose="020B0604030504040204" pitchFamily="34" charset="0"/>
            </a:endParaRPr>
          </a:p>
        </p:txBody>
      </p:sp>
      <p:sp>
        <p:nvSpPr>
          <p:cNvPr id="37891" name="Rectangle 2">
            <a:extLst>
              <a:ext uri="{FF2B5EF4-FFF2-40B4-BE49-F238E27FC236}">
                <a16:creationId xmlns:a16="http://schemas.microsoft.com/office/drawing/2014/main" id="{B2EB928B-C00F-46E7-812B-1EF3CD9F9CB3}"/>
              </a:ext>
            </a:extLst>
          </p:cNvPr>
          <p:cNvSpPr>
            <a:spLocks noGrp="1" noRot="1" noChangeAspect="1" noChangeArrowheads="1" noTextEdit="1"/>
          </p:cNvSpPr>
          <p:nvPr>
            <p:ph type="sldImg"/>
          </p:nvPr>
        </p:nvSpPr>
        <p:spPr>
          <a:xfrm>
            <a:off x="192088" y="714375"/>
            <a:ext cx="6492875" cy="3652838"/>
          </a:xfrm>
          <a:ln/>
        </p:spPr>
      </p:sp>
      <p:sp>
        <p:nvSpPr>
          <p:cNvPr id="37892" name="Rectangle 3">
            <a:extLst>
              <a:ext uri="{FF2B5EF4-FFF2-40B4-BE49-F238E27FC236}">
                <a16:creationId xmlns:a16="http://schemas.microsoft.com/office/drawing/2014/main" id="{C43AAA61-850B-4345-8CA3-F0D23C419F0E}"/>
              </a:ext>
            </a:extLst>
          </p:cNvPr>
          <p:cNvSpPr>
            <a:spLocks noGrp="1" noChangeArrowheads="1"/>
          </p:cNvSpPr>
          <p:nvPr>
            <p:ph type="body" idx="1"/>
          </p:nvPr>
        </p:nvSpPr>
        <p:spPr>
          <a:xfrm>
            <a:off x="909638" y="4606925"/>
            <a:ext cx="5056187" cy="4287838"/>
          </a:xfrm>
          <a:noFill/>
        </p:spPr>
        <p:txBody>
          <a:bodyPr lIns="94327" tIns="47164" rIns="94327" bIns="47164"/>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2D14F254-0799-4992-A980-C05DDBD0C9C4}"/>
              </a:ext>
            </a:extLst>
          </p:cNvPr>
          <p:cNvSpPr>
            <a:spLocks noGrp="1" noChangeArrowheads="1"/>
          </p:cNvSpPr>
          <p:nvPr>
            <p:ph type="sldNum" sz="quarter" idx="5"/>
          </p:nvPr>
        </p:nvSpPr>
        <p:spPr>
          <a:noFill/>
        </p:spPr>
        <p:txBody>
          <a:bodyPr/>
          <a:lstStyle>
            <a:lvl1pPr defTabSz="942975">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4297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8ABF1ED-4517-4FEE-8369-58EA9B47F3C1}" type="slidenum">
              <a:rPr lang="en-US" altLang="zh-CN" smtClean="0">
                <a:latin typeface="Tahoma" panose="020B0604030504040204" pitchFamily="34" charset="0"/>
              </a:rPr>
              <a:pPr>
                <a:spcBef>
                  <a:spcPct val="0"/>
                </a:spcBef>
              </a:pPr>
              <a:t>58</a:t>
            </a:fld>
            <a:endParaRPr lang="en-US" altLang="zh-CN">
              <a:latin typeface="Tahoma" panose="020B0604030504040204" pitchFamily="34" charset="0"/>
            </a:endParaRPr>
          </a:p>
        </p:txBody>
      </p:sp>
      <p:sp>
        <p:nvSpPr>
          <p:cNvPr id="39939" name="Rectangle 2">
            <a:extLst>
              <a:ext uri="{FF2B5EF4-FFF2-40B4-BE49-F238E27FC236}">
                <a16:creationId xmlns:a16="http://schemas.microsoft.com/office/drawing/2014/main" id="{6C80E452-2F38-4D4E-9A48-B97D966F4544}"/>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B89A51E1-D3FF-4811-A2ED-35190E0FA3B1}"/>
              </a:ext>
            </a:extLst>
          </p:cNvPr>
          <p:cNvSpPr>
            <a:spLocks noGrp="1" noChangeArrowheads="1"/>
          </p:cNvSpPr>
          <p:nvPr>
            <p:ph type="body" idx="1"/>
          </p:nvPr>
        </p:nvSpPr>
        <p:spPr>
          <a:noFill/>
        </p:spPr>
        <p:txBody>
          <a:bodyPr/>
          <a:lstStyle/>
          <a:p>
            <a:pPr eaLnBrk="1" hangingPunct="1"/>
            <a:r>
              <a:rPr lang="en-US" altLang="zh-CN"/>
              <a:t>1</a:t>
            </a:r>
            <a:r>
              <a:rPr lang="zh-CN" altLang="en-US"/>
              <a:t>、火车的运行模式，多个站点客流分配</a:t>
            </a:r>
            <a:r>
              <a:rPr lang="en-US" altLang="zh-CN"/>
              <a:t>,</a:t>
            </a:r>
            <a:r>
              <a:rPr lang="zh-CN" altLang="en-US"/>
              <a:t>旅客           </a:t>
            </a:r>
            <a:r>
              <a:rPr lang="en-US" altLang="zh-CN"/>
              <a:t>M45</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7F18BA89-68E9-49A1-A359-600C85E0028A}"/>
              </a:ext>
            </a:extLst>
          </p:cNvPr>
          <p:cNvSpPr>
            <a:spLocks noGrp="1" noChangeArrowheads="1"/>
          </p:cNvSpPr>
          <p:nvPr>
            <p:ph type="sldNum" sz="quarter" idx="5"/>
          </p:nvPr>
        </p:nvSpPr>
        <p:spPr>
          <a:noFill/>
        </p:spPr>
        <p:txBody>
          <a:bodyPr/>
          <a:lstStyle>
            <a:lvl1pPr defTabSz="942975">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4297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E0481A9-54E4-4D8C-8025-F8C285E89E02}" type="slidenum">
              <a:rPr lang="en-US" altLang="zh-CN" smtClean="0">
                <a:latin typeface="Tahoma" panose="020B0604030504040204" pitchFamily="34" charset="0"/>
              </a:rPr>
              <a:pPr>
                <a:spcBef>
                  <a:spcPct val="0"/>
                </a:spcBef>
              </a:pPr>
              <a:t>59</a:t>
            </a:fld>
            <a:endParaRPr lang="en-US" altLang="zh-CN">
              <a:latin typeface="Tahoma" panose="020B0604030504040204" pitchFamily="34" charset="0"/>
            </a:endParaRPr>
          </a:p>
        </p:txBody>
      </p:sp>
      <p:sp>
        <p:nvSpPr>
          <p:cNvPr id="41987" name="Rectangle 2">
            <a:extLst>
              <a:ext uri="{FF2B5EF4-FFF2-40B4-BE49-F238E27FC236}">
                <a16:creationId xmlns:a16="http://schemas.microsoft.com/office/drawing/2014/main" id="{2034B3CA-2364-4A10-A094-F685262EB660}"/>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D8877F6D-A7AC-41FA-BE6A-F3110D176AC4}"/>
              </a:ext>
            </a:extLst>
          </p:cNvPr>
          <p:cNvSpPr>
            <a:spLocks noGrp="1" noChangeArrowheads="1"/>
          </p:cNvSpPr>
          <p:nvPr>
            <p:ph type="body" idx="1"/>
          </p:nvPr>
        </p:nvSpPr>
        <p:spPr>
          <a:noFill/>
        </p:spPr>
        <p:txBody>
          <a:bodyPr/>
          <a:lstStyle/>
          <a:p>
            <a:pPr eaLnBrk="1" hangingPunct="1"/>
            <a:r>
              <a:rPr lang="en-US" altLang="zh-CN"/>
              <a:t>2</a:t>
            </a:r>
            <a:r>
              <a:rPr lang="zh-CN" altLang="en-US"/>
              <a:t>、 </a:t>
            </a:r>
            <a:r>
              <a:rPr lang="en-US" altLang="zh-CN"/>
              <a:t>3</a:t>
            </a:r>
            <a:r>
              <a:rPr lang="zh-CN" altLang="en-US"/>
              <a:t>、</a:t>
            </a:r>
            <a:r>
              <a:rPr lang="en-US" altLang="zh-CN"/>
              <a:t>4</a:t>
            </a:r>
            <a:r>
              <a:rPr lang="zh-CN" altLang="en-US"/>
              <a:t>、</a:t>
            </a:r>
            <a:r>
              <a:rPr lang="en-US" altLang="zh-CN"/>
              <a:t>5</a:t>
            </a:r>
            <a:r>
              <a:rPr lang="zh-CN" altLang="en-US"/>
              <a:t>、</a:t>
            </a:r>
            <a:r>
              <a:rPr lang="en-US" altLang="zh-CN"/>
              <a:t>M45</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A5E8635E-D18A-48B0-A843-15A5F8F2DE9A}"/>
              </a:ext>
            </a:extLst>
          </p:cNvPr>
          <p:cNvSpPr>
            <a:spLocks noGrp="1" noChangeArrowheads="1"/>
          </p:cNvSpPr>
          <p:nvPr>
            <p:ph type="sldNum" sz="quarter" idx="5"/>
          </p:nvPr>
        </p:nvSpPr>
        <p:spPr>
          <a:noFill/>
        </p:spPr>
        <p:txBody>
          <a:bodyPr/>
          <a:lstStyle>
            <a:lvl1pPr defTabSz="942975">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4297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39B2438-79C5-4849-84AC-CC9315B1B44B}" type="slidenum">
              <a:rPr lang="en-US" altLang="zh-CN" smtClean="0">
                <a:latin typeface="Tahoma" panose="020B0604030504040204" pitchFamily="34" charset="0"/>
              </a:rPr>
              <a:pPr>
                <a:spcBef>
                  <a:spcPct val="0"/>
                </a:spcBef>
              </a:pPr>
              <a:t>60</a:t>
            </a:fld>
            <a:endParaRPr lang="en-US" altLang="zh-CN">
              <a:latin typeface="Tahoma" panose="020B0604030504040204" pitchFamily="34" charset="0"/>
            </a:endParaRPr>
          </a:p>
        </p:txBody>
      </p:sp>
      <p:sp>
        <p:nvSpPr>
          <p:cNvPr id="44035" name="Rectangle 2">
            <a:extLst>
              <a:ext uri="{FF2B5EF4-FFF2-40B4-BE49-F238E27FC236}">
                <a16:creationId xmlns:a16="http://schemas.microsoft.com/office/drawing/2014/main" id="{1925701A-2C31-45F4-8D35-6785DFE44291}"/>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3C3C9A8E-95A3-4FC2-92CA-EEB90499F19A}"/>
              </a:ext>
            </a:extLst>
          </p:cNvPr>
          <p:cNvSpPr>
            <a:spLocks noGrp="1" noChangeArrowheads="1"/>
          </p:cNvSpPr>
          <p:nvPr>
            <p:ph type="body" idx="1"/>
          </p:nvPr>
        </p:nvSpPr>
        <p:spPr>
          <a:noFill/>
        </p:spPr>
        <p:txBody>
          <a:bodyPr/>
          <a:lstStyle/>
          <a:p>
            <a:pPr eaLnBrk="1" hangingPunct="1"/>
            <a:r>
              <a:rPr lang="en-US" altLang="zh-CN"/>
              <a:t>2</a:t>
            </a:r>
            <a:r>
              <a:rPr lang="zh-CN" altLang="en-US"/>
              <a:t>、 </a:t>
            </a:r>
            <a:r>
              <a:rPr lang="en-US" altLang="zh-CN"/>
              <a:t>3</a:t>
            </a:r>
            <a:r>
              <a:rPr lang="zh-CN" altLang="en-US"/>
              <a:t>、</a:t>
            </a:r>
            <a:r>
              <a:rPr lang="en-US" altLang="zh-CN"/>
              <a:t>4</a:t>
            </a:r>
            <a:r>
              <a:rPr lang="zh-CN" altLang="en-US"/>
              <a:t>、</a:t>
            </a:r>
            <a:r>
              <a:rPr lang="en-US" altLang="zh-CN"/>
              <a:t>5</a:t>
            </a:r>
            <a:r>
              <a:rPr lang="zh-CN" altLang="en-US"/>
              <a:t>、</a:t>
            </a:r>
            <a:r>
              <a:rPr lang="en-US" altLang="zh-CN"/>
              <a:t>M45</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8CB710FE-2A5F-427E-8D90-E42A977661E2}"/>
              </a:ext>
            </a:extLst>
          </p:cNvPr>
          <p:cNvSpPr>
            <a:spLocks noGrp="1" noChangeArrowheads="1"/>
          </p:cNvSpPr>
          <p:nvPr>
            <p:ph type="sldNum" sz="quarter" idx="5"/>
          </p:nvPr>
        </p:nvSpPr>
        <p:spPr>
          <a:noFill/>
        </p:spPr>
        <p:txBody>
          <a:bodyPr/>
          <a:lstStyle>
            <a:lvl1pPr defTabSz="942975">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4297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1647AAD-9085-4606-9A18-38B5F7D992AD}" type="slidenum">
              <a:rPr lang="en-US" altLang="zh-CN" smtClean="0">
                <a:latin typeface="Tahoma" panose="020B0604030504040204" pitchFamily="34" charset="0"/>
              </a:rPr>
              <a:pPr>
                <a:spcBef>
                  <a:spcPct val="0"/>
                </a:spcBef>
              </a:pPr>
              <a:t>61</a:t>
            </a:fld>
            <a:endParaRPr lang="en-US" altLang="zh-CN">
              <a:latin typeface="Tahoma" panose="020B0604030504040204" pitchFamily="34" charset="0"/>
            </a:endParaRPr>
          </a:p>
        </p:txBody>
      </p:sp>
      <p:sp>
        <p:nvSpPr>
          <p:cNvPr id="46083" name="Rectangle 2">
            <a:extLst>
              <a:ext uri="{FF2B5EF4-FFF2-40B4-BE49-F238E27FC236}">
                <a16:creationId xmlns:a16="http://schemas.microsoft.com/office/drawing/2014/main" id="{A55A9DA4-9A16-4B75-B055-CADB3C1CFDBD}"/>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181BED42-F81F-426C-B173-52CECC713822}"/>
              </a:ext>
            </a:extLst>
          </p:cNvPr>
          <p:cNvSpPr>
            <a:spLocks noGrp="1" noChangeArrowheads="1"/>
          </p:cNvSpPr>
          <p:nvPr>
            <p:ph type="body" idx="1"/>
          </p:nvPr>
        </p:nvSpPr>
        <p:spPr>
          <a:noFill/>
        </p:spPr>
        <p:txBody>
          <a:bodyPr/>
          <a:lstStyle/>
          <a:p>
            <a:pPr eaLnBrk="1" hangingPunct="1"/>
            <a:r>
              <a:rPr lang="en-US" altLang="zh-CN"/>
              <a:t>2</a:t>
            </a:r>
            <a:r>
              <a:rPr lang="zh-CN" altLang="en-US"/>
              <a:t>、 </a:t>
            </a:r>
            <a:r>
              <a:rPr lang="en-US" altLang="zh-CN"/>
              <a:t>3</a:t>
            </a:r>
            <a:r>
              <a:rPr lang="zh-CN" altLang="en-US"/>
              <a:t>、</a:t>
            </a:r>
            <a:r>
              <a:rPr lang="en-US" altLang="zh-CN"/>
              <a:t>4</a:t>
            </a:r>
            <a:r>
              <a:rPr lang="zh-CN" altLang="en-US"/>
              <a:t>、</a:t>
            </a:r>
            <a:r>
              <a:rPr lang="en-US" altLang="zh-CN"/>
              <a:t>5</a:t>
            </a:r>
            <a:r>
              <a:rPr lang="zh-CN" altLang="en-US"/>
              <a:t>、</a:t>
            </a:r>
            <a:r>
              <a:rPr lang="en-US" altLang="zh-CN"/>
              <a:t>M45</a:t>
            </a:r>
          </a:p>
          <a:p>
            <a:pPr eaLnBrk="1" hangingPunct="1"/>
            <a:r>
              <a:rPr lang="zh-CN" altLang="en-US"/>
              <a:t>交通警察的指挥。</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5872E270-2699-49F7-A0F6-5BAE7BE5C967}"/>
              </a:ext>
            </a:extLst>
          </p:cNvPr>
          <p:cNvSpPr>
            <a:spLocks noGrp="1" noChangeArrowheads="1"/>
          </p:cNvSpPr>
          <p:nvPr>
            <p:ph type="sldNum" sz="quarter" idx="5"/>
          </p:nvPr>
        </p:nvSpPr>
        <p:spPr>
          <a:noFill/>
        </p:spPr>
        <p:txBody>
          <a:bodyPr/>
          <a:lstStyle>
            <a:lvl1pPr defTabSz="942975">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4297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E1E9520-F2EA-47D5-87AC-80A641E3B6CE}" type="slidenum">
              <a:rPr lang="en-US" altLang="zh-CN" smtClean="0">
                <a:latin typeface="Tahoma" panose="020B0604030504040204" pitchFamily="34" charset="0"/>
              </a:rPr>
              <a:pPr>
                <a:spcBef>
                  <a:spcPct val="0"/>
                </a:spcBef>
              </a:pPr>
              <a:t>62</a:t>
            </a:fld>
            <a:endParaRPr lang="en-US" altLang="zh-CN">
              <a:latin typeface="Tahoma" panose="020B0604030504040204" pitchFamily="34" charset="0"/>
            </a:endParaRPr>
          </a:p>
        </p:txBody>
      </p:sp>
      <p:sp>
        <p:nvSpPr>
          <p:cNvPr id="13315" name="Rectangle 2">
            <a:extLst>
              <a:ext uri="{FF2B5EF4-FFF2-40B4-BE49-F238E27FC236}">
                <a16:creationId xmlns:a16="http://schemas.microsoft.com/office/drawing/2014/main" id="{EC9660FA-843F-4353-BA0E-79ADC116268A}"/>
              </a:ext>
            </a:extLst>
          </p:cNvPr>
          <p:cNvSpPr>
            <a:spLocks noGrp="1" noRot="1" noChangeAspect="1" noChangeArrowheads="1" noTextEdit="1"/>
          </p:cNvSpPr>
          <p:nvPr>
            <p:ph type="sldImg"/>
          </p:nvPr>
        </p:nvSpPr>
        <p:spPr>
          <a:xfrm>
            <a:off x="238125" y="722313"/>
            <a:ext cx="6411913" cy="3608387"/>
          </a:xfrm>
          <a:ln/>
        </p:spPr>
      </p:sp>
      <p:sp>
        <p:nvSpPr>
          <p:cNvPr id="13316" name="Rectangle 3">
            <a:extLst>
              <a:ext uri="{FF2B5EF4-FFF2-40B4-BE49-F238E27FC236}">
                <a16:creationId xmlns:a16="http://schemas.microsoft.com/office/drawing/2014/main" id="{07C56309-46D0-4651-B3BC-77825C595D15}"/>
              </a:ext>
            </a:extLst>
          </p:cNvPr>
          <p:cNvSpPr>
            <a:spLocks noGrp="1" noChangeArrowheads="1"/>
          </p:cNvSpPr>
          <p:nvPr>
            <p:ph type="body" idx="1"/>
          </p:nvPr>
        </p:nvSpPr>
        <p:spPr>
          <a:noFill/>
        </p:spPr>
        <p:txBody>
          <a:bodyPr/>
          <a:lstStyle/>
          <a:p>
            <a:pPr eaLnBrk="1" hangingPunct="1"/>
            <a:r>
              <a:rPr lang="en-US" altLang="zh-CN"/>
              <a:t>B61</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FF7276DA-7E25-42DE-B439-2494819E24C9}"/>
              </a:ext>
            </a:extLst>
          </p:cNvPr>
          <p:cNvSpPr>
            <a:spLocks noGrp="1" noChangeArrowheads="1"/>
          </p:cNvSpPr>
          <p:nvPr>
            <p:ph type="sldNum" sz="quarter" idx="5"/>
          </p:nvPr>
        </p:nvSpPr>
        <p:spPr>
          <a:noFill/>
        </p:spPr>
        <p:txBody>
          <a:bodyPr/>
          <a:lstStyle>
            <a:lvl1pPr defTabSz="942975">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4297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C5CA152-81B5-4C04-AA98-C866A2CDB2EE}" type="slidenum">
              <a:rPr lang="en-US" altLang="zh-CN" smtClean="0">
                <a:latin typeface="Tahoma" panose="020B0604030504040204" pitchFamily="34" charset="0"/>
              </a:rPr>
              <a:pPr>
                <a:spcBef>
                  <a:spcPct val="0"/>
                </a:spcBef>
              </a:pPr>
              <a:t>64</a:t>
            </a:fld>
            <a:endParaRPr lang="en-US" altLang="zh-CN">
              <a:latin typeface="Tahoma" panose="020B0604030504040204" pitchFamily="34" charset="0"/>
            </a:endParaRPr>
          </a:p>
        </p:txBody>
      </p:sp>
      <p:sp>
        <p:nvSpPr>
          <p:cNvPr id="16387" name="Rectangle 2">
            <a:extLst>
              <a:ext uri="{FF2B5EF4-FFF2-40B4-BE49-F238E27FC236}">
                <a16:creationId xmlns:a16="http://schemas.microsoft.com/office/drawing/2014/main" id="{E686E687-ABE6-4780-8AFB-3743E9D989D3}"/>
              </a:ext>
            </a:extLst>
          </p:cNvPr>
          <p:cNvSpPr>
            <a:spLocks noGrp="1" noRot="1" noChangeAspect="1" noChangeArrowheads="1" noTextEdit="1"/>
          </p:cNvSpPr>
          <p:nvPr>
            <p:ph type="sldImg"/>
          </p:nvPr>
        </p:nvSpPr>
        <p:spPr>
          <a:xfrm>
            <a:off x="238125" y="722313"/>
            <a:ext cx="6411913" cy="3608387"/>
          </a:xfrm>
          <a:ln/>
        </p:spPr>
      </p:sp>
      <p:sp>
        <p:nvSpPr>
          <p:cNvPr id="16388" name="Rectangle 3">
            <a:extLst>
              <a:ext uri="{FF2B5EF4-FFF2-40B4-BE49-F238E27FC236}">
                <a16:creationId xmlns:a16="http://schemas.microsoft.com/office/drawing/2014/main" id="{7742A186-7F2E-4F3B-A93D-92E9F093C871}"/>
              </a:ext>
            </a:extLst>
          </p:cNvPr>
          <p:cNvSpPr>
            <a:spLocks noGrp="1" noChangeArrowheads="1"/>
          </p:cNvSpPr>
          <p:nvPr>
            <p:ph type="body" idx="1"/>
          </p:nvPr>
        </p:nvSpPr>
        <p:spPr>
          <a:noFill/>
        </p:spPr>
        <p:txBody>
          <a:bodyPr/>
          <a:lstStyle/>
          <a:p>
            <a:pPr eaLnBrk="1" hangingPunct="1"/>
            <a:r>
              <a:rPr lang="en-US" altLang="zh-CN"/>
              <a:t>B61</a:t>
            </a:r>
          </a:p>
          <a:p>
            <a:pPr eaLnBrk="1" hangingPunct="1"/>
            <a:r>
              <a:rPr lang="en-US" altLang="zh-CN"/>
              <a:t>m13</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1B6EF0F0-4C2C-414A-B4D3-FC74628D7A56}"/>
              </a:ext>
            </a:extLst>
          </p:cNvPr>
          <p:cNvSpPr>
            <a:spLocks noGrp="1" noChangeArrowheads="1"/>
          </p:cNvSpPr>
          <p:nvPr>
            <p:ph type="sldNum" sz="quarter" idx="5"/>
          </p:nvPr>
        </p:nvSpPr>
        <p:spPr>
          <a:noFill/>
        </p:spPr>
        <p:txBody>
          <a:bodyPr/>
          <a:lstStyle>
            <a:lvl1pPr defTabSz="942975">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4297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35A7C7C-DCF0-4975-9C9F-CC37CA8CF673}" type="slidenum">
              <a:rPr lang="en-US" altLang="zh-CN" smtClean="0">
                <a:latin typeface="Tahoma" panose="020B0604030504040204" pitchFamily="34" charset="0"/>
              </a:rPr>
              <a:pPr>
                <a:spcBef>
                  <a:spcPct val="0"/>
                </a:spcBef>
              </a:pPr>
              <a:t>65</a:t>
            </a:fld>
            <a:endParaRPr lang="en-US" altLang="zh-CN">
              <a:latin typeface="Tahoma" panose="020B0604030504040204" pitchFamily="34" charset="0"/>
            </a:endParaRPr>
          </a:p>
        </p:txBody>
      </p:sp>
      <p:sp>
        <p:nvSpPr>
          <p:cNvPr id="18435" name="Rectangle 2">
            <a:extLst>
              <a:ext uri="{FF2B5EF4-FFF2-40B4-BE49-F238E27FC236}">
                <a16:creationId xmlns:a16="http://schemas.microsoft.com/office/drawing/2014/main" id="{E2E62B0E-8C05-49F1-99D6-F4373285A9BD}"/>
              </a:ext>
            </a:extLst>
          </p:cNvPr>
          <p:cNvSpPr>
            <a:spLocks noGrp="1" noRot="1" noChangeAspect="1" noChangeArrowheads="1" noTextEdit="1"/>
          </p:cNvSpPr>
          <p:nvPr>
            <p:ph type="sldImg"/>
          </p:nvPr>
        </p:nvSpPr>
        <p:spPr>
          <a:xfrm>
            <a:off x="238125" y="722313"/>
            <a:ext cx="6411913" cy="3608387"/>
          </a:xfrm>
          <a:ln/>
        </p:spPr>
      </p:sp>
      <p:sp>
        <p:nvSpPr>
          <p:cNvPr id="18436" name="Rectangle 3">
            <a:extLst>
              <a:ext uri="{FF2B5EF4-FFF2-40B4-BE49-F238E27FC236}">
                <a16:creationId xmlns:a16="http://schemas.microsoft.com/office/drawing/2014/main" id="{2CE0730A-DE5C-471F-B86D-534DD16B3197}"/>
              </a:ext>
            </a:extLst>
          </p:cNvPr>
          <p:cNvSpPr>
            <a:spLocks noGrp="1" noChangeArrowheads="1"/>
          </p:cNvSpPr>
          <p:nvPr>
            <p:ph type="body" idx="1"/>
          </p:nvPr>
        </p:nvSpPr>
        <p:spPr>
          <a:noFill/>
        </p:spPr>
        <p:txBody>
          <a:bodyPr/>
          <a:lstStyle/>
          <a:p>
            <a:pPr eaLnBrk="1" hangingPunct="1"/>
            <a:r>
              <a:rPr lang="en-US" altLang="zh-CN"/>
              <a:t>B61</a:t>
            </a:r>
          </a:p>
          <a:p>
            <a:pPr eaLnBrk="1" hangingPunct="1"/>
            <a:r>
              <a:rPr lang="en-US" altLang="zh-CN"/>
              <a:t>m13</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87CCF31E-561B-4AB7-828A-548029CD879B}"/>
              </a:ext>
            </a:extLst>
          </p:cNvPr>
          <p:cNvSpPr>
            <a:spLocks noGrp="1" noChangeArrowheads="1"/>
          </p:cNvSpPr>
          <p:nvPr>
            <p:ph type="sldNum" sz="quarter" idx="5"/>
          </p:nvPr>
        </p:nvSpPr>
        <p:spPr>
          <a:noFill/>
        </p:spPr>
        <p:txBody>
          <a:bodyPr/>
          <a:lstStyle>
            <a:lvl1pPr defTabSz="942975">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4297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32BDDBA-7C83-4ACF-AB0E-DB84DA5CDE08}" type="slidenum">
              <a:rPr lang="en-US" altLang="zh-CN" smtClean="0">
                <a:latin typeface="Tahoma" panose="020B0604030504040204" pitchFamily="34" charset="0"/>
              </a:rPr>
              <a:pPr>
                <a:spcBef>
                  <a:spcPct val="0"/>
                </a:spcBef>
              </a:pPr>
              <a:t>71</a:t>
            </a:fld>
            <a:endParaRPr lang="en-US" altLang="zh-CN">
              <a:latin typeface="Tahoma" panose="020B0604030504040204" pitchFamily="34" charset="0"/>
            </a:endParaRPr>
          </a:p>
        </p:txBody>
      </p:sp>
      <p:sp>
        <p:nvSpPr>
          <p:cNvPr id="29699" name="Rectangle 2">
            <a:extLst>
              <a:ext uri="{FF2B5EF4-FFF2-40B4-BE49-F238E27FC236}">
                <a16:creationId xmlns:a16="http://schemas.microsoft.com/office/drawing/2014/main" id="{37A7C0C1-B1E5-4D5C-A7C3-E318E17A139A}"/>
              </a:ext>
            </a:extLst>
          </p:cNvPr>
          <p:cNvSpPr>
            <a:spLocks noGrp="1" noRot="1" noChangeAspect="1" noChangeArrowheads="1" noTextEdit="1"/>
          </p:cNvSpPr>
          <p:nvPr>
            <p:ph type="sldImg"/>
          </p:nvPr>
        </p:nvSpPr>
        <p:spPr>
          <a:xfrm>
            <a:off x="238125" y="722313"/>
            <a:ext cx="6411913" cy="3608387"/>
          </a:xfrm>
          <a:ln/>
        </p:spPr>
      </p:sp>
      <p:sp>
        <p:nvSpPr>
          <p:cNvPr id="29700" name="Rectangle 3">
            <a:extLst>
              <a:ext uri="{FF2B5EF4-FFF2-40B4-BE49-F238E27FC236}">
                <a16:creationId xmlns:a16="http://schemas.microsoft.com/office/drawing/2014/main" id="{9F5FFBA9-2B9B-4538-B060-1D39A6633F0D}"/>
              </a:ext>
            </a:extLst>
          </p:cNvPr>
          <p:cNvSpPr>
            <a:spLocks noGrp="1" noChangeArrowheads="1"/>
          </p:cNvSpPr>
          <p:nvPr>
            <p:ph type="body" idx="1"/>
          </p:nvPr>
        </p:nvSpPr>
        <p:spPr>
          <a:noFill/>
        </p:spPr>
        <p:txBody>
          <a:bodyPr/>
          <a:lstStyle/>
          <a:p>
            <a:pPr eaLnBrk="1" hangingPunct="1"/>
            <a:r>
              <a:rPr lang="en-US" altLang="zh-CN"/>
              <a:t>m14</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662529EC-1A6E-440B-8C73-DDA93EC03DD0}"/>
              </a:ext>
            </a:extLst>
          </p:cNvPr>
          <p:cNvSpPr>
            <a:spLocks noGrp="1" noChangeArrowheads="1"/>
          </p:cNvSpPr>
          <p:nvPr>
            <p:ph type="sldNum" sz="quarter" idx="5"/>
          </p:nvPr>
        </p:nvSpPr>
        <p:spPr>
          <a:noFill/>
        </p:spPr>
        <p:txBody>
          <a:bodyPr/>
          <a:lstStyle>
            <a:lvl1pPr defTabSz="942975">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4297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4BC4F39-CEE1-4931-8480-288612304AB5}" type="slidenum">
              <a:rPr lang="en-US" altLang="zh-CN" smtClean="0">
                <a:latin typeface="Tahoma" panose="020B0604030504040204" pitchFamily="34" charset="0"/>
              </a:rPr>
              <a:pPr>
                <a:spcBef>
                  <a:spcPct val="0"/>
                </a:spcBef>
              </a:pPr>
              <a:t>73</a:t>
            </a:fld>
            <a:endParaRPr lang="en-US" altLang="zh-CN">
              <a:latin typeface="Tahoma" panose="020B0604030504040204" pitchFamily="34" charset="0"/>
            </a:endParaRPr>
          </a:p>
        </p:txBody>
      </p:sp>
      <p:sp>
        <p:nvSpPr>
          <p:cNvPr id="32771" name="Rectangle 2">
            <a:extLst>
              <a:ext uri="{FF2B5EF4-FFF2-40B4-BE49-F238E27FC236}">
                <a16:creationId xmlns:a16="http://schemas.microsoft.com/office/drawing/2014/main" id="{F90F2399-8034-4405-B017-60BCB65E39A4}"/>
              </a:ext>
            </a:extLst>
          </p:cNvPr>
          <p:cNvSpPr>
            <a:spLocks noGrp="1" noRot="1" noChangeAspect="1" noChangeArrowheads="1" noTextEdit="1"/>
          </p:cNvSpPr>
          <p:nvPr>
            <p:ph type="sldImg"/>
          </p:nvPr>
        </p:nvSpPr>
        <p:spPr>
          <a:xfrm>
            <a:off x="238125" y="722313"/>
            <a:ext cx="6411913" cy="3608387"/>
          </a:xfrm>
          <a:ln/>
        </p:spPr>
      </p:sp>
      <p:sp>
        <p:nvSpPr>
          <p:cNvPr id="32772" name="Rectangle 3">
            <a:extLst>
              <a:ext uri="{FF2B5EF4-FFF2-40B4-BE49-F238E27FC236}">
                <a16:creationId xmlns:a16="http://schemas.microsoft.com/office/drawing/2014/main" id="{272FA5F1-CBA9-4582-B881-21D33288961E}"/>
              </a:ext>
            </a:extLst>
          </p:cNvPr>
          <p:cNvSpPr>
            <a:spLocks noGrp="1" noChangeArrowheads="1"/>
          </p:cNvSpPr>
          <p:nvPr>
            <p:ph type="body" idx="1"/>
          </p:nvPr>
        </p:nvSpPr>
        <p:spPr>
          <a:noFill/>
        </p:spPr>
        <p:txBody>
          <a:bodyPr/>
          <a:lstStyle/>
          <a:p>
            <a:pPr eaLnBrk="1" hangingPunct="1"/>
            <a:r>
              <a:rPr lang="en-US" altLang="zh-CN"/>
              <a:t>B64,</a:t>
            </a:r>
            <a:r>
              <a:rPr lang="zh-CN" altLang="en-US"/>
              <a:t>何处</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61318F4D-EC62-4601-B2DC-C1EB0C8DABD8}"/>
              </a:ext>
            </a:extLst>
          </p:cNvPr>
          <p:cNvSpPr>
            <a:spLocks noGrp="1" noChangeArrowheads="1"/>
          </p:cNvSpPr>
          <p:nvPr>
            <p:ph type="sldNum" sz="quarter" idx="5"/>
          </p:nvPr>
        </p:nvSpPr>
        <p:spPr>
          <a:noFill/>
        </p:spPr>
        <p:txBody>
          <a:bodyPr/>
          <a:lstStyle>
            <a:lvl1pPr defTabSz="942975">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4297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15AF557-FBE1-4052-97BC-73E292B45209}" type="slidenum">
              <a:rPr lang="en-US" altLang="zh-CN" smtClean="0">
                <a:latin typeface="Tahoma" panose="020B0604030504040204" pitchFamily="34" charset="0"/>
              </a:rPr>
              <a:pPr>
                <a:spcBef>
                  <a:spcPct val="0"/>
                </a:spcBef>
              </a:pPr>
              <a:t>76</a:t>
            </a:fld>
            <a:endParaRPr lang="en-US" altLang="zh-CN">
              <a:latin typeface="Tahoma" panose="020B0604030504040204" pitchFamily="34" charset="0"/>
            </a:endParaRPr>
          </a:p>
        </p:txBody>
      </p:sp>
      <p:sp>
        <p:nvSpPr>
          <p:cNvPr id="39939" name="Rectangle 2">
            <a:extLst>
              <a:ext uri="{FF2B5EF4-FFF2-40B4-BE49-F238E27FC236}">
                <a16:creationId xmlns:a16="http://schemas.microsoft.com/office/drawing/2014/main" id="{F3E99D72-E6CF-4A78-8166-04A6015DAC7D}"/>
              </a:ext>
            </a:extLst>
          </p:cNvPr>
          <p:cNvSpPr>
            <a:spLocks noGrp="1" noRot="1" noChangeAspect="1" noChangeArrowheads="1" noTextEdit="1"/>
          </p:cNvSpPr>
          <p:nvPr>
            <p:ph type="sldImg"/>
          </p:nvPr>
        </p:nvSpPr>
        <p:spPr>
          <a:xfrm>
            <a:off x="238125" y="722313"/>
            <a:ext cx="6411913" cy="3608387"/>
          </a:xfrm>
          <a:ln/>
        </p:spPr>
      </p:sp>
      <p:sp>
        <p:nvSpPr>
          <p:cNvPr id="39940" name="Rectangle 3">
            <a:extLst>
              <a:ext uri="{FF2B5EF4-FFF2-40B4-BE49-F238E27FC236}">
                <a16:creationId xmlns:a16="http://schemas.microsoft.com/office/drawing/2014/main" id="{8F69435A-338F-46C0-B60C-27EF1C965AF4}"/>
              </a:ext>
            </a:extLst>
          </p:cNvPr>
          <p:cNvSpPr>
            <a:spLocks noGrp="1" noChangeArrowheads="1"/>
          </p:cNvSpPr>
          <p:nvPr>
            <p:ph type="body" idx="1"/>
          </p:nvPr>
        </p:nvSpPr>
        <p:spPr>
          <a:noFill/>
        </p:spPr>
        <p:txBody>
          <a:bodyPr/>
          <a:lstStyle/>
          <a:p>
            <a:pPr eaLnBrk="1" hangingPunct="1"/>
            <a:r>
              <a:rPr lang="en-US" altLang="zh-CN"/>
              <a:t>b69</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F3B94C72-432D-474A-8128-83F52310860B}"/>
              </a:ext>
            </a:extLst>
          </p:cNvPr>
          <p:cNvSpPr>
            <a:spLocks noGrp="1" noChangeArrowheads="1"/>
          </p:cNvSpPr>
          <p:nvPr>
            <p:ph type="sldNum" sz="quarter" idx="5"/>
          </p:nvPr>
        </p:nvSpPr>
        <p:spPr>
          <a:noFill/>
        </p:spPr>
        <p:txBody>
          <a:bodyPr/>
          <a:lstStyle>
            <a:lvl1pPr defTabSz="942975">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4297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BF3E321-4757-4F2E-A3B7-7C7C25E5CA20}" type="slidenum">
              <a:rPr lang="en-US" altLang="zh-CN" smtClean="0">
                <a:latin typeface="Tahoma" panose="020B0604030504040204" pitchFamily="34" charset="0"/>
              </a:rPr>
              <a:pPr>
                <a:spcBef>
                  <a:spcPct val="0"/>
                </a:spcBef>
              </a:pPr>
              <a:t>77</a:t>
            </a:fld>
            <a:endParaRPr lang="en-US" altLang="zh-CN">
              <a:latin typeface="Tahoma" panose="020B0604030504040204" pitchFamily="34" charset="0"/>
            </a:endParaRPr>
          </a:p>
        </p:txBody>
      </p:sp>
      <p:sp>
        <p:nvSpPr>
          <p:cNvPr id="41987" name="Rectangle 2">
            <a:extLst>
              <a:ext uri="{FF2B5EF4-FFF2-40B4-BE49-F238E27FC236}">
                <a16:creationId xmlns:a16="http://schemas.microsoft.com/office/drawing/2014/main" id="{24EBB63F-0E15-4F50-B0A3-1EB994F3161A}"/>
              </a:ext>
            </a:extLst>
          </p:cNvPr>
          <p:cNvSpPr>
            <a:spLocks noGrp="1" noRot="1" noChangeAspect="1" noChangeArrowheads="1" noTextEdit="1"/>
          </p:cNvSpPr>
          <p:nvPr>
            <p:ph type="sldImg"/>
          </p:nvPr>
        </p:nvSpPr>
        <p:spPr>
          <a:xfrm>
            <a:off x="238125" y="722313"/>
            <a:ext cx="6411913" cy="3608387"/>
          </a:xfrm>
          <a:ln/>
        </p:spPr>
      </p:sp>
      <p:sp>
        <p:nvSpPr>
          <p:cNvPr id="41988" name="Rectangle 3">
            <a:extLst>
              <a:ext uri="{FF2B5EF4-FFF2-40B4-BE49-F238E27FC236}">
                <a16:creationId xmlns:a16="http://schemas.microsoft.com/office/drawing/2014/main" id="{CD84670C-7774-4A34-ABDF-4E941B8A7B22}"/>
              </a:ext>
            </a:extLst>
          </p:cNvPr>
          <p:cNvSpPr>
            <a:spLocks noGrp="1" noChangeArrowheads="1"/>
          </p:cNvSpPr>
          <p:nvPr>
            <p:ph type="body" idx="1"/>
          </p:nvPr>
        </p:nvSpPr>
        <p:spPr>
          <a:noFill/>
        </p:spPr>
        <p:txBody>
          <a:bodyPr/>
          <a:lstStyle/>
          <a:p>
            <a:pPr eaLnBrk="1" hangingPunct="1"/>
            <a:r>
              <a:rPr lang="en-US" altLang="zh-CN"/>
              <a:t>b73</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6D3E1566-8B24-40F4-9120-DD9953A4995B}"/>
              </a:ext>
            </a:extLst>
          </p:cNvPr>
          <p:cNvSpPr>
            <a:spLocks noGrp="1" noChangeArrowheads="1"/>
          </p:cNvSpPr>
          <p:nvPr>
            <p:ph type="sldNum" sz="quarter" idx="5"/>
          </p:nvPr>
        </p:nvSpPr>
        <p:spPr>
          <a:noFill/>
        </p:spPr>
        <p:txBody>
          <a:bodyPr/>
          <a:lstStyle>
            <a:lvl1pPr defTabSz="942975">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4297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429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429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2549915-31C0-41F6-B0D3-4F003F2C34E0}" type="slidenum">
              <a:rPr lang="en-US" altLang="zh-CN" smtClean="0">
                <a:latin typeface="Tahoma" panose="020B0604030504040204" pitchFamily="34" charset="0"/>
              </a:rPr>
              <a:pPr>
                <a:spcBef>
                  <a:spcPct val="0"/>
                </a:spcBef>
              </a:pPr>
              <a:t>82</a:t>
            </a:fld>
            <a:endParaRPr lang="en-US" altLang="zh-CN">
              <a:latin typeface="Tahoma" panose="020B0604030504040204" pitchFamily="34" charset="0"/>
            </a:endParaRPr>
          </a:p>
        </p:txBody>
      </p:sp>
      <p:sp>
        <p:nvSpPr>
          <p:cNvPr id="48131" name="Rectangle 2">
            <a:extLst>
              <a:ext uri="{FF2B5EF4-FFF2-40B4-BE49-F238E27FC236}">
                <a16:creationId xmlns:a16="http://schemas.microsoft.com/office/drawing/2014/main" id="{391C23F4-B994-448F-870C-ADDFE36215C3}"/>
              </a:ext>
            </a:extLst>
          </p:cNvPr>
          <p:cNvSpPr>
            <a:spLocks noGrp="1" noRot="1" noChangeAspect="1" noChangeArrowheads="1" noTextEdit="1"/>
          </p:cNvSpPr>
          <p:nvPr>
            <p:ph type="sldImg"/>
          </p:nvPr>
        </p:nvSpPr>
        <p:spPr>
          <a:xfrm>
            <a:off x="238125" y="722313"/>
            <a:ext cx="6411913" cy="3608387"/>
          </a:xfrm>
          <a:ln/>
        </p:spPr>
      </p:sp>
      <p:sp>
        <p:nvSpPr>
          <p:cNvPr id="48132" name="Rectangle 3">
            <a:extLst>
              <a:ext uri="{FF2B5EF4-FFF2-40B4-BE49-F238E27FC236}">
                <a16:creationId xmlns:a16="http://schemas.microsoft.com/office/drawing/2014/main" id="{A5DFF98F-F0DC-4FE7-9DA3-BEE56E895D52}"/>
              </a:ext>
            </a:extLst>
          </p:cNvPr>
          <p:cNvSpPr>
            <a:spLocks noGrp="1" noChangeArrowheads="1"/>
          </p:cNvSpPr>
          <p:nvPr>
            <p:ph type="body" idx="1"/>
          </p:nvPr>
        </p:nvSpPr>
        <p:spPr>
          <a:noFill/>
        </p:spPr>
        <p:txBody>
          <a:bodyPr/>
          <a:lstStyle/>
          <a:p>
            <a:pPr eaLnBrk="1" hangingPunct="1"/>
            <a:r>
              <a:rPr lang="zh-CN" altLang="en-US"/>
              <a:t>光波传输</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vmlDrawing" Target="../drawings/vmlDrawing1.vml"/><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F44ECC10-C196-4CE6-BD3F-D0B6587C9937}"/>
              </a:ext>
            </a:extLst>
          </p:cNvPr>
          <p:cNvGraphicFramePr>
            <a:graphicFrameLocks noChangeAspect="1"/>
          </p:cNvGraphicFramePr>
          <p:nvPr userDrawn="1"/>
        </p:nvGraphicFramePr>
        <p:xfrm>
          <a:off x="0" y="0"/>
          <a:ext cx="12192000" cy="3429000"/>
        </p:xfrm>
        <a:graphic>
          <a:graphicData uri="http://schemas.openxmlformats.org/presentationml/2006/ole">
            <mc:AlternateContent xmlns:mc="http://schemas.openxmlformats.org/markup-compatibility/2006">
              <mc:Choice xmlns:v="urn:schemas-microsoft-com:vml" Requires="v">
                <p:oleObj spid="_x0000_s45089" r:id="rId3" imgW="7733333" imgH="2704762" progId="Paint.Picture">
                  <p:embed/>
                </p:oleObj>
              </mc:Choice>
              <mc:Fallback>
                <p:oleObj r:id="rId3" imgW="7733333" imgH="2704762" progId="Paint.Picture">
                  <p:embed/>
                  <p:pic>
                    <p:nvPicPr>
                      <p:cNvPr id="2050" name="Object 2">
                        <a:extLst>
                          <a:ext uri="{FF2B5EF4-FFF2-40B4-BE49-F238E27FC236}">
                            <a16:creationId xmlns:a16="http://schemas.microsoft.com/office/drawing/2014/main" id="{D8492129-24F6-413A-B939-D6AE3C88BB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 name="图片 7">
            <a:extLst>
              <a:ext uri="{FF2B5EF4-FFF2-40B4-BE49-F238E27FC236}">
                <a16:creationId xmlns:a16="http://schemas.microsoft.com/office/drawing/2014/main" id="{1AC59CCA-31EF-4C7A-867A-E7B042F32C53}"/>
              </a:ext>
            </a:extLst>
          </p:cNvPr>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266238" y="3236913"/>
            <a:ext cx="2857500"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Rectangle 3"/>
          <p:cNvSpPr>
            <a:spLocks noGrp="1" noChangeArrowheads="1"/>
          </p:cNvSpPr>
          <p:nvPr>
            <p:ph type="subTitle" idx="1"/>
          </p:nvPr>
        </p:nvSpPr>
        <p:spPr>
          <a:xfrm>
            <a:off x="529167" y="4251325"/>
            <a:ext cx="11120967" cy="1798638"/>
          </a:xfrm>
          <a:effectLst>
            <a:outerShdw algn="ctr" rotWithShape="0">
              <a:schemeClr val="tx1"/>
            </a:outerShdw>
          </a:effectLst>
        </p:spPr>
        <p:txBody>
          <a:bodyPr/>
          <a:lstStyle>
            <a:lvl1pPr marL="0" indent="0" algn="ctr">
              <a:buFont typeface="Wingdings" pitchFamily="2" charset="2"/>
              <a:buNone/>
              <a:defRPr/>
            </a:lvl1pPr>
          </a:lstStyle>
          <a:p>
            <a:pPr lvl="0"/>
            <a:r>
              <a:rPr lang="zh-CN" altLang="zh-CN" noProof="0"/>
              <a:t>Click to Edit Master Subtitle Style</a:t>
            </a:r>
          </a:p>
        </p:txBody>
      </p:sp>
    </p:spTree>
    <p:extLst>
      <p:ext uri="{BB962C8B-B14F-4D97-AF65-F5344CB8AC3E}">
        <p14:creationId xmlns:p14="http://schemas.microsoft.com/office/powerpoint/2010/main" val="1670461127"/>
      </p:ext>
    </p:extLst>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193166447"/>
      </p:ext>
    </p:extLst>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031540183"/>
      </p:ext>
    </p:extLst>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7484" y="1784350"/>
            <a:ext cx="538056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1251" y="1784350"/>
            <a:ext cx="5382683"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7927110"/>
      </p:ext>
    </p:extLst>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22309161"/>
      </p:ext>
    </p:extLst>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785426429"/>
      </p:ext>
    </p:extLst>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0506395"/>
      </p:ext>
    </p:extLst>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122134798"/>
      </p:ext>
    </p:extLst>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138836342"/>
      </p:ext>
    </p:extLst>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61587299"/>
      </p:ext>
    </p:extLst>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2851" y="222251"/>
            <a:ext cx="2741083" cy="5133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7485" y="222251"/>
            <a:ext cx="8022167" cy="51339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518613793"/>
      </p:ext>
    </p:extLst>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052F2D3-2995-496F-BA14-32F4D3A83795}"/>
              </a:ext>
            </a:extLst>
          </p:cNvPr>
          <p:cNvSpPr>
            <a:spLocks noChangeArrowheads="1"/>
          </p:cNvSpPr>
          <p:nvPr userDrawn="1"/>
        </p:nvSpPr>
        <p:spPr bwMode="auto">
          <a:xfrm>
            <a:off x="2667000" y="3409950"/>
            <a:ext cx="121920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800">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800">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800">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800">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华文楷体" panose="02010600040101010101" pitchFamily="2" charset="-122"/>
              </a:defRPr>
            </a:lvl9pPr>
          </a:lstStyle>
          <a:p>
            <a:pPr eaLnBrk="1" hangingPunct="1">
              <a:defRPr/>
            </a:pPr>
            <a:endParaRPr lang="zh-CN" altLang="en-US"/>
          </a:p>
        </p:txBody>
      </p:sp>
      <p:sp>
        <p:nvSpPr>
          <p:cNvPr id="1027" name="Rectangle 3">
            <a:extLst>
              <a:ext uri="{FF2B5EF4-FFF2-40B4-BE49-F238E27FC236}">
                <a16:creationId xmlns:a16="http://schemas.microsoft.com/office/drawing/2014/main" id="{CB3B4ADA-4993-488D-BFDE-9A814F22A458}"/>
              </a:ext>
            </a:extLst>
          </p:cNvPr>
          <p:cNvSpPr>
            <a:spLocks noGrp="1" noChangeArrowheads="1"/>
          </p:cNvSpPr>
          <p:nvPr>
            <p:ph type="title"/>
          </p:nvPr>
        </p:nvSpPr>
        <p:spPr bwMode="auto">
          <a:xfrm>
            <a:off x="723900" y="222250"/>
            <a:ext cx="10742613" cy="630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28398" dir="3806097" algn="ctr" rotWithShape="0">
                    <a:schemeClr val="bg2"/>
                  </a:outerShdw>
                </a:effectLst>
              </a14:hiddenEffects>
            </a:ext>
          </a:extLst>
        </p:spPr>
        <p:txBody>
          <a:bodyPr vert="horz" wrap="square" lIns="82124" tIns="41061" rIns="82124" bIns="41061" numCol="1" anchor="ctr" anchorCtr="0" compatLnSpc="1">
            <a:prstTxWarp prst="textNoShape">
              <a:avLst/>
            </a:prstTxWarp>
          </a:bodyPr>
          <a:lstStyle/>
          <a:p>
            <a:pPr lvl="0"/>
            <a:r>
              <a:rPr lang="zh-CN" altLang="zh-CN"/>
              <a:t>Slide Title</a:t>
            </a:r>
          </a:p>
        </p:txBody>
      </p:sp>
      <p:sp>
        <p:nvSpPr>
          <p:cNvPr id="1028" name="Rectangle 4">
            <a:extLst>
              <a:ext uri="{FF2B5EF4-FFF2-40B4-BE49-F238E27FC236}">
                <a16:creationId xmlns:a16="http://schemas.microsoft.com/office/drawing/2014/main" id="{A238BA40-387F-4A6F-9D4A-101AE8A9CF71}"/>
              </a:ext>
            </a:extLst>
          </p:cNvPr>
          <p:cNvSpPr>
            <a:spLocks noGrp="1" noChangeArrowheads="1"/>
          </p:cNvSpPr>
          <p:nvPr>
            <p:ph type="body" idx="1"/>
          </p:nvPr>
        </p:nvSpPr>
        <p:spPr bwMode="auto">
          <a:xfrm>
            <a:off x="608013" y="1784350"/>
            <a:ext cx="10966450" cy="357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124" tIns="41061" rIns="82124" bIns="41061" numCol="1" anchor="t" anchorCtr="0" compatLnSpc="1">
            <a:prstTxWarp prst="textNoShape">
              <a:avLst/>
            </a:prstTxWarp>
          </a:bodyPr>
          <a:lstStyle/>
          <a:p>
            <a:pPr lvl="0"/>
            <a:r>
              <a:rPr lang="zh-CN" altLang="zh-CN"/>
              <a:t>Body Text</a:t>
            </a:r>
          </a:p>
          <a:p>
            <a:pPr lvl="1"/>
            <a:r>
              <a:rPr lang="zh-CN" altLang="zh-CN"/>
              <a:t>Second Level</a:t>
            </a:r>
          </a:p>
          <a:p>
            <a:pPr lvl="2"/>
            <a:r>
              <a:rPr lang="zh-CN" altLang="zh-CN"/>
              <a:t>Third Level</a:t>
            </a:r>
          </a:p>
          <a:p>
            <a:pPr lvl="3"/>
            <a:r>
              <a:rPr lang="zh-CN" altLang="zh-CN"/>
              <a:t>Fourth Level</a:t>
            </a:r>
          </a:p>
          <a:p>
            <a:pPr lvl="4"/>
            <a:r>
              <a:rPr lang="zh-CN" altLang="zh-CN"/>
              <a:t>Fifth Level</a:t>
            </a:r>
          </a:p>
        </p:txBody>
      </p:sp>
      <p:sp>
        <p:nvSpPr>
          <p:cNvPr id="1029" name="Rectangle 5">
            <a:extLst>
              <a:ext uri="{FF2B5EF4-FFF2-40B4-BE49-F238E27FC236}">
                <a16:creationId xmlns:a16="http://schemas.microsoft.com/office/drawing/2014/main" id="{15222EE7-6208-4C7E-9DFA-E28F2DB7738F}"/>
              </a:ext>
            </a:extLst>
          </p:cNvPr>
          <p:cNvSpPr>
            <a:spLocks noChangeArrowheads="1"/>
          </p:cNvSpPr>
          <p:nvPr userDrawn="1"/>
        </p:nvSpPr>
        <p:spPr bwMode="auto">
          <a:xfrm>
            <a:off x="11449050" y="6602413"/>
            <a:ext cx="300038" cy="220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lvl1pPr defTabSz="814388" eaLnBrk="0" hangingPunct="0">
              <a:defRPr sz="2800">
                <a:solidFill>
                  <a:schemeClr val="tx1"/>
                </a:solidFill>
                <a:latin typeface="Times New Roman" panose="02020603050405020304" pitchFamily="18" charset="0"/>
                <a:ea typeface="华文楷体" panose="02010600040101010101" pitchFamily="2" charset="-122"/>
              </a:defRPr>
            </a:lvl1pPr>
            <a:lvl2pPr marL="742950" indent="-285750" defTabSz="814388" eaLnBrk="0" hangingPunct="0">
              <a:defRPr sz="2800">
                <a:solidFill>
                  <a:schemeClr val="tx1"/>
                </a:solidFill>
                <a:latin typeface="Times New Roman" panose="02020603050405020304" pitchFamily="18" charset="0"/>
                <a:ea typeface="华文楷体" panose="02010600040101010101" pitchFamily="2" charset="-122"/>
              </a:defRPr>
            </a:lvl2pPr>
            <a:lvl3pPr marL="1143000" indent="-228600" defTabSz="814388" eaLnBrk="0" hangingPunct="0">
              <a:defRPr sz="2800">
                <a:solidFill>
                  <a:schemeClr val="tx1"/>
                </a:solidFill>
                <a:latin typeface="Times New Roman" panose="02020603050405020304" pitchFamily="18" charset="0"/>
                <a:ea typeface="华文楷体" panose="02010600040101010101" pitchFamily="2" charset="-122"/>
              </a:defRPr>
            </a:lvl3pPr>
            <a:lvl4pPr marL="1600200" indent="-228600" defTabSz="814388" eaLnBrk="0" hangingPunct="0">
              <a:defRPr sz="2800">
                <a:solidFill>
                  <a:schemeClr val="tx1"/>
                </a:solidFill>
                <a:latin typeface="Times New Roman" panose="02020603050405020304" pitchFamily="18" charset="0"/>
                <a:ea typeface="华文楷体" panose="02010600040101010101" pitchFamily="2" charset="-122"/>
              </a:defRPr>
            </a:lvl4pPr>
            <a:lvl5pPr marL="2057400" indent="-228600" defTabSz="814388" eaLnBrk="0" hangingPunct="0">
              <a:defRPr sz="2800">
                <a:solidFill>
                  <a:schemeClr val="tx1"/>
                </a:solidFill>
                <a:latin typeface="Times New Roman" panose="02020603050405020304" pitchFamily="18" charset="0"/>
                <a:ea typeface="华文楷体" panose="02010600040101010101" pitchFamily="2" charset="-122"/>
              </a:defRPr>
            </a:lvl5pPr>
            <a:lvl6pPr marL="2514600" indent="-228600" defTabSz="814388" eaLnBrk="0" fontAlgn="base" hangingPunct="0">
              <a:spcBef>
                <a:spcPct val="0"/>
              </a:spcBef>
              <a:spcAft>
                <a:spcPct val="0"/>
              </a:spcAft>
              <a:defRPr sz="2800">
                <a:solidFill>
                  <a:schemeClr val="tx1"/>
                </a:solidFill>
                <a:latin typeface="Times New Roman" panose="02020603050405020304" pitchFamily="18" charset="0"/>
                <a:ea typeface="华文楷体" panose="02010600040101010101" pitchFamily="2" charset="-122"/>
              </a:defRPr>
            </a:lvl6pPr>
            <a:lvl7pPr marL="2971800" indent="-228600" defTabSz="814388" eaLnBrk="0" fontAlgn="base" hangingPunct="0">
              <a:spcBef>
                <a:spcPct val="0"/>
              </a:spcBef>
              <a:spcAft>
                <a:spcPct val="0"/>
              </a:spcAft>
              <a:defRPr sz="2800">
                <a:solidFill>
                  <a:schemeClr val="tx1"/>
                </a:solidFill>
                <a:latin typeface="Times New Roman" panose="02020603050405020304" pitchFamily="18" charset="0"/>
                <a:ea typeface="华文楷体" panose="02010600040101010101" pitchFamily="2" charset="-122"/>
              </a:defRPr>
            </a:lvl7pPr>
            <a:lvl8pPr marL="3429000" indent="-228600" defTabSz="814388" eaLnBrk="0" fontAlgn="base" hangingPunct="0">
              <a:spcBef>
                <a:spcPct val="0"/>
              </a:spcBef>
              <a:spcAft>
                <a:spcPct val="0"/>
              </a:spcAft>
              <a:defRPr sz="2800">
                <a:solidFill>
                  <a:schemeClr val="tx1"/>
                </a:solidFill>
                <a:latin typeface="Times New Roman" panose="02020603050405020304" pitchFamily="18" charset="0"/>
                <a:ea typeface="华文楷体" panose="02010600040101010101" pitchFamily="2" charset="-122"/>
              </a:defRPr>
            </a:lvl8pPr>
            <a:lvl9pPr marL="3886200" indent="-228600" defTabSz="814388" eaLnBrk="0" fontAlgn="base" hangingPunct="0">
              <a:spcBef>
                <a:spcPct val="0"/>
              </a:spcBef>
              <a:spcAft>
                <a:spcPct val="0"/>
              </a:spcAft>
              <a:defRPr sz="2800">
                <a:solidFill>
                  <a:schemeClr val="tx1"/>
                </a:solidFill>
                <a:latin typeface="Times New Roman" panose="02020603050405020304" pitchFamily="18" charset="0"/>
                <a:ea typeface="华文楷体" panose="02010600040101010101" pitchFamily="2" charset="-122"/>
              </a:defRPr>
            </a:lvl9pPr>
          </a:lstStyle>
          <a:p>
            <a:pPr>
              <a:defRPr/>
            </a:pPr>
            <a:fld id="{BF2010C7-9C94-46B5-8A88-70C73BB9A53C}" type="slidenum">
              <a:rPr lang="zh-CN" altLang="zh-CN" sz="900" smtClean="0">
                <a:solidFill>
                  <a:srgbClr val="808080"/>
                </a:solidFill>
                <a:ea typeface="宋体" panose="02010600030101010101" pitchFamily="2" charset="-122"/>
              </a:rPr>
              <a:pPr>
                <a:defRPr/>
              </a:pPr>
              <a:t>‹#›</a:t>
            </a:fld>
            <a:endParaRPr lang="zh-CN" altLang="zh-CN" sz="900">
              <a:solidFill>
                <a:srgbClr val="808080"/>
              </a:solidFill>
              <a:ea typeface="宋体" panose="02010600030101010101" pitchFamily="2" charset="-122"/>
            </a:endParaRPr>
          </a:p>
        </p:txBody>
      </p:sp>
      <p:pic>
        <p:nvPicPr>
          <p:cNvPr id="1030" name="Picture 6">
            <a:extLst>
              <a:ext uri="{FF2B5EF4-FFF2-40B4-BE49-F238E27FC236}">
                <a16:creationId xmlns:a16="http://schemas.microsoft.com/office/drawing/2014/main" id="{12143CAC-B9A3-48D1-AFEF-3824B31289E2}"/>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0638" y="893763"/>
            <a:ext cx="12179300" cy="238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 bg1="lt1" tx1="dk1" bg2="lt2" tx2="dk2" accent1="accent1" accent2="accent2" accent3="accent3" accent4="accent4" accent5="accent5" accent6="accent6" hlink="hlink" folHlink="folHlink"/>
  <p:sldLayoutIdLst>
    <p:sldLayoutId id="2147483794"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Lst>
  <p:transition spd="med">
    <p:random/>
  </p:transition>
  <p:txStyles>
    <p:titleStyle>
      <a:lvl1pPr algn="ctr" rtl="0" eaLnBrk="0" fontAlgn="base" hangingPunct="0">
        <a:spcBef>
          <a:spcPct val="0"/>
        </a:spcBef>
        <a:spcAft>
          <a:spcPct val="0"/>
        </a:spcAft>
        <a:defRPr sz="4400" b="1">
          <a:solidFill>
            <a:schemeClr val="tx1"/>
          </a:solidFill>
          <a:latin typeface="+mj-lt"/>
          <a:ea typeface="+mj-ea"/>
          <a:cs typeface="+mj-cs"/>
        </a:defRPr>
      </a:lvl1pPr>
      <a:lvl2pPr algn="ctr" rtl="0" eaLnBrk="0" fontAlgn="base" hangingPunct="0">
        <a:spcBef>
          <a:spcPct val="0"/>
        </a:spcBef>
        <a:spcAft>
          <a:spcPct val="0"/>
        </a:spcAft>
        <a:defRPr sz="4400" b="1">
          <a:solidFill>
            <a:schemeClr val="tx1"/>
          </a:solidFill>
          <a:latin typeface="华文楷体" pitchFamily="2" charset="-122"/>
          <a:ea typeface="宋体" pitchFamily="2" charset="-122"/>
        </a:defRPr>
      </a:lvl2pPr>
      <a:lvl3pPr algn="ctr" rtl="0" eaLnBrk="0" fontAlgn="base" hangingPunct="0">
        <a:spcBef>
          <a:spcPct val="0"/>
        </a:spcBef>
        <a:spcAft>
          <a:spcPct val="0"/>
        </a:spcAft>
        <a:defRPr sz="4400" b="1">
          <a:solidFill>
            <a:schemeClr val="tx1"/>
          </a:solidFill>
          <a:latin typeface="华文楷体" pitchFamily="2" charset="-122"/>
          <a:ea typeface="宋体" pitchFamily="2" charset="-122"/>
        </a:defRPr>
      </a:lvl3pPr>
      <a:lvl4pPr algn="ctr" rtl="0" eaLnBrk="0" fontAlgn="base" hangingPunct="0">
        <a:spcBef>
          <a:spcPct val="0"/>
        </a:spcBef>
        <a:spcAft>
          <a:spcPct val="0"/>
        </a:spcAft>
        <a:defRPr sz="4400" b="1">
          <a:solidFill>
            <a:schemeClr val="tx1"/>
          </a:solidFill>
          <a:latin typeface="华文楷体" pitchFamily="2" charset="-122"/>
          <a:ea typeface="宋体" pitchFamily="2" charset="-122"/>
        </a:defRPr>
      </a:lvl4pPr>
      <a:lvl5pPr algn="ctr" rtl="0" eaLnBrk="0" fontAlgn="base" hangingPunct="0">
        <a:spcBef>
          <a:spcPct val="0"/>
        </a:spcBef>
        <a:spcAft>
          <a:spcPct val="0"/>
        </a:spcAft>
        <a:defRPr sz="4400" b="1">
          <a:solidFill>
            <a:schemeClr val="tx1"/>
          </a:solidFill>
          <a:latin typeface="华文楷体" pitchFamily="2" charset="-122"/>
          <a:ea typeface="宋体" pitchFamily="2" charset="-122"/>
        </a:defRPr>
      </a:lvl5pPr>
      <a:lvl6pPr marL="457200" algn="ctr" rtl="0" fontAlgn="base">
        <a:spcBef>
          <a:spcPct val="0"/>
        </a:spcBef>
        <a:spcAft>
          <a:spcPct val="0"/>
        </a:spcAft>
        <a:defRPr sz="4400" b="1">
          <a:solidFill>
            <a:schemeClr val="tx1"/>
          </a:solidFill>
          <a:latin typeface="华文楷体" pitchFamily="2" charset="-122"/>
          <a:ea typeface="宋体" pitchFamily="2" charset="-122"/>
        </a:defRPr>
      </a:lvl6pPr>
      <a:lvl7pPr marL="914400" algn="ctr" rtl="0" fontAlgn="base">
        <a:spcBef>
          <a:spcPct val="0"/>
        </a:spcBef>
        <a:spcAft>
          <a:spcPct val="0"/>
        </a:spcAft>
        <a:defRPr sz="4400" b="1">
          <a:solidFill>
            <a:schemeClr val="tx1"/>
          </a:solidFill>
          <a:latin typeface="华文楷体" pitchFamily="2" charset="-122"/>
          <a:ea typeface="宋体" pitchFamily="2" charset="-122"/>
        </a:defRPr>
      </a:lvl7pPr>
      <a:lvl8pPr marL="1371600" algn="ctr" rtl="0" fontAlgn="base">
        <a:spcBef>
          <a:spcPct val="0"/>
        </a:spcBef>
        <a:spcAft>
          <a:spcPct val="0"/>
        </a:spcAft>
        <a:defRPr sz="4400" b="1">
          <a:solidFill>
            <a:schemeClr val="tx1"/>
          </a:solidFill>
          <a:latin typeface="华文楷体" pitchFamily="2" charset="-122"/>
          <a:ea typeface="宋体" pitchFamily="2" charset="-122"/>
        </a:defRPr>
      </a:lvl8pPr>
      <a:lvl9pPr marL="1828800" algn="ctr" rtl="0" fontAlgn="base">
        <a:spcBef>
          <a:spcPct val="0"/>
        </a:spcBef>
        <a:spcAft>
          <a:spcPct val="0"/>
        </a:spcAft>
        <a:defRPr sz="4400" b="1">
          <a:solidFill>
            <a:schemeClr val="tx1"/>
          </a:solidFill>
          <a:latin typeface="华文楷体" pitchFamily="2" charset="-122"/>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23.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4.wmf"/><Relationship Id="rId5" Type="http://schemas.openxmlformats.org/officeDocument/2006/relationships/oleObject" Target="../embeddings/oleObject4.bin"/><Relationship Id="rId4" Type="http://schemas.openxmlformats.org/officeDocument/2006/relationships/image" Target="../media/image25.png"/></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4.vml"/><Relationship Id="rId5" Type="http://schemas.openxmlformats.org/officeDocument/2006/relationships/oleObject" Target="../embeddings/oleObject6.bin"/><Relationship Id="rId4" Type="http://schemas.openxmlformats.org/officeDocument/2006/relationships/image" Target="../media/image27.wmf"/></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7.png"/></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notesSlide" Target="../notesSlides/notesSlide16.xml"/><Relationship Id="rId7" Type="http://schemas.openxmlformats.org/officeDocument/2006/relationships/image" Target="../media/image38.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37.wmf"/><Relationship Id="rId5" Type="http://schemas.openxmlformats.org/officeDocument/2006/relationships/image" Target="../media/image36.jpeg"/><Relationship Id="rId4" Type="http://schemas.openxmlformats.org/officeDocument/2006/relationships/image" Target="../media/image35.wmf"/><Relationship Id="rId9" Type="http://schemas.openxmlformats.org/officeDocument/2006/relationships/image" Target="../media/image34.wmf"/></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file:///E:\&#35745;&#31639;&#26426;&#32593;&#32476;&#35762;&#20041;\&#23616;&#22495;&#32593;&#35762;&#20041;\lan1.files\lan1map2.gif" TargetMode="External"/><Relationship Id="rId4" Type="http://schemas.openxmlformats.org/officeDocument/2006/relationships/image" Target="../media/image40.png"/></Relationships>
</file>

<file path=ppt/slides/_rels/slide6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file:///E:\&#35745;&#31639;&#26426;&#32593;&#32476;&#35762;&#20041;\&#23616;&#22495;&#32593;&#35762;&#20041;\lan1.files\lan1map1.gif" TargetMode="External"/></Relationships>
</file>

<file path=ppt/slides/_rels/slide7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file:///D:\&#30005;&#33041;&#25216;&#26415;&#20449;&#24687;\&#32467;&#26500;&#21270;&#24067;&#32447;&#31995;&#32479;&#30340;&#35774;&#35745;&#19982;&#23454;&#26045;.files\17-1.gif" TargetMode="External"/><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5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55.wmf"/></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A939D57-726B-46E8-8620-54E8EF927C14}"/>
              </a:ext>
            </a:extLst>
          </p:cNvPr>
          <p:cNvSpPr>
            <a:spLocks noChangeArrowheads="1"/>
          </p:cNvSpPr>
          <p:nvPr/>
        </p:nvSpPr>
        <p:spPr bwMode="auto">
          <a:xfrm>
            <a:off x="2614613" y="3538538"/>
            <a:ext cx="701040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defRPr/>
            </a:pPr>
            <a:r>
              <a:rPr lang="zh-CN" altLang="en-US" sz="4800" b="1">
                <a:solidFill>
                  <a:schemeClr val="tx2"/>
                </a:solidFill>
                <a:effectLst>
                  <a:outerShdw blurRad="38100" dist="38100" dir="2700000" algn="tl">
                    <a:srgbClr val="C0C0C0"/>
                  </a:outerShdw>
                </a:effectLst>
                <a:latin typeface="Arial" pitchFamily="34" charset="0"/>
                <a:ea typeface="华文新魏" pitchFamily="2" charset="-122"/>
              </a:rPr>
              <a:t>第</a:t>
            </a:r>
            <a:r>
              <a:rPr lang="en-US" altLang="zh-CN" sz="4800" b="1">
                <a:solidFill>
                  <a:schemeClr val="tx2"/>
                </a:solidFill>
                <a:effectLst>
                  <a:outerShdw blurRad="38100" dist="38100" dir="2700000" algn="tl">
                    <a:srgbClr val="C0C0C0"/>
                  </a:outerShdw>
                </a:effectLst>
                <a:latin typeface="Arial" pitchFamily="34" charset="0"/>
                <a:ea typeface="华文新魏" pitchFamily="2" charset="-122"/>
              </a:rPr>
              <a:t>3</a:t>
            </a:r>
            <a:r>
              <a:rPr lang="zh-CN" altLang="en-US" sz="4800" b="1">
                <a:solidFill>
                  <a:schemeClr val="tx2"/>
                </a:solidFill>
                <a:effectLst>
                  <a:outerShdw blurRad="38100" dist="38100" dir="2700000" algn="tl">
                    <a:srgbClr val="C0C0C0"/>
                  </a:outerShdw>
                </a:effectLst>
                <a:latin typeface="Arial" pitchFamily="34" charset="0"/>
                <a:ea typeface="华文新魏" pitchFamily="2" charset="-122"/>
              </a:rPr>
              <a:t>章 物理层</a:t>
            </a:r>
          </a:p>
        </p:txBody>
      </p:sp>
      <p:sp>
        <p:nvSpPr>
          <p:cNvPr id="4099" name="Text Box 3">
            <a:extLst>
              <a:ext uri="{FF2B5EF4-FFF2-40B4-BE49-F238E27FC236}">
                <a16:creationId xmlns:a16="http://schemas.microsoft.com/office/drawing/2014/main" id="{180E6577-7351-4125-9085-FBEB5C493C1A}"/>
              </a:ext>
            </a:extLst>
          </p:cNvPr>
          <p:cNvSpPr txBox="1">
            <a:spLocks noChangeArrowheads="1"/>
          </p:cNvSpPr>
          <p:nvPr/>
        </p:nvSpPr>
        <p:spPr bwMode="auto">
          <a:xfrm>
            <a:off x="3449638" y="4471988"/>
            <a:ext cx="5821362" cy="165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nSpc>
                <a:spcPct val="90000"/>
              </a:lnSpc>
              <a:spcBef>
                <a:spcPct val="40000"/>
              </a:spcBef>
              <a:buClrTx/>
              <a:buSzTx/>
              <a:buFontTx/>
              <a:buNone/>
            </a:pPr>
            <a:r>
              <a:rPr lang="zh-CN" altLang="zh-CN" sz="2900" b="1">
                <a:solidFill>
                  <a:srgbClr val="009999"/>
                </a:solidFill>
                <a:latin typeface="华文楷体" panose="02010600040101010101" pitchFamily="2" charset="-122"/>
                <a:ea typeface="华文楷体" panose="02010600040101010101" pitchFamily="2" charset="-122"/>
              </a:rPr>
              <a:t>主讲：陈剑波</a:t>
            </a:r>
          </a:p>
          <a:p>
            <a:pPr>
              <a:lnSpc>
                <a:spcPct val="90000"/>
              </a:lnSpc>
              <a:spcBef>
                <a:spcPct val="40000"/>
              </a:spcBef>
              <a:buClrTx/>
              <a:buSzTx/>
              <a:buFontTx/>
              <a:buNone/>
            </a:pPr>
            <a:r>
              <a:rPr lang="zh-CN" altLang="zh-CN" sz="2900" b="1">
                <a:solidFill>
                  <a:srgbClr val="009999"/>
                </a:solidFill>
                <a:latin typeface="华文楷体" panose="02010600040101010101" pitchFamily="2" charset="-122"/>
                <a:ea typeface="华文楷体" panose="02010600040101010101" pitchFamily="2" charset="-122"/>
              </a:rPr>
              <a:t>电话：13709088388</a:t>
            </a:r>
          </a:p>
          <a:p>
            <a:pPr>
              <a:lnSpc>
                <a:spcPct val="90000"/>
              </a:lnSpc>
              <a:spcBef>
                <a:spcPct val="40000"/>
              </a:spcBef>
              <a:buClrTx/>
              <a:buSzTx/>
              <a:buFontTx/>
              <a:buNone/>
            </a:pPr>
            <a:r>
              <a:rPr lang="zh-CN" altLang="zh-CN" sz="2900" b="1">
                <a:solidFill>
                  <a:srgbClr val="009999"/>
                </a:solidFill>
                <a:latin typeface="华文楷体" panose="02010600040101010101" pitchFamily="2" charset="-122"/>
                <a:ea typeface="华文楷体" panose="02010600040101010101" pitchFamily="2" charset="-122"/>
              </a:rPr>
              <a:t>邮件：jbchen@swjtu.edu.cn</a:t>
            </a:r>
            <a:endParaRPr lang="zh-CN" altLang="zh-CN" sz="2000" b="1">
              <a:solidFill>
                <a:srgbClr val="009999"/>
              </a:solidFill>
              <a:latin typeface="Times New Roman" panose="02020603050405020304" pitchFamily="18" charset="0"/>
              <a:ea typeface="华文楷体"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999" advTm="4261"/>
    </mc:Choice>
    <mc:Fallback xmlns="">
      <p:transition spd="slow" advTm="426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49D720C-65F0-4FDD-9D60-70FC84C11ADD}"/>
              </a:ext>
            </a:extLst>
          </p:cNvPr>
          <p:cNvSpPr>
            <a:spLocks noGrp="1" noChangeArrowheads="1"/>
          </p:cNvSpPr>
          <p:nvPr>
            <p:ph type="title"/>
          </p:nvPr>
        </p:nvSpPr>
        <p:spPr>
          <a:xfrm>
            <a:off x="3683000" y="246063"/>
            <a:ext cx="4826000" cy="603250"/>
          </a:xfrm>
          <a:noFill/>
        </p:spPr>
        <p:txBody>
          <a:bodyPr/>
          <a:lstStyle/>
          <a:p>
            <a:pPr eaLnBrk="1" hangingPunct="1"/>
            <a:r>
              <a:rPr lang="zh-CN" altLang="zh-CN">
                <a:ea typeface="华文楷体" panose="02010600040101010101" pitchFamily="2" charset="-122"/>
              </a:rPr>
              <a:t>物理层主要内容</a:t>
            </a:r>
          </a:p>
        </p:txBody>
      </p:sp>
      <p:sp>
        <p:nvSpPr>
          <p:cNvPr id="5123" name="Text Box 3">
            <a:extLst>
              <a:ext uri="{FF2B5EF4-FFF2-40B4-BE49-F238E27FC236}">
                <a16:creationId xmlns:a16="http://schemas.microsoft.com/office/drawing/2014/main" id="{F3105A87-BC84-4934-B791-DACB1652B9BF}"/>
              </a:ext>
            </a:extLst>
          </p:cNvPr>
          <p:cNvSpPr txBox="1">
            <a:spLocks noChangeArrowheads="1"/>
          </p:cNvSpPr>
          <p:nvPr/>
        </p:nvSpPr>
        <p:spPr bwMode="auto">
          <a:xfrm>
            <a:off x="4103688" y="1454150"/>
            <a:ext cx="5924550"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30000"/>
              </a:spcBef>
              <a:buClr>
                <a:schemeClr val="tx2"/>
              </a:buClr>
              <a:buSzPct val="50000"/>
              <a:buFont typeface="Wingdings" panose="05000000000000000000" pitchFamily="2" charset="2"/>
              <a:buChar char="u"/>
            </a:pPr>
            <a:r>
              <a:rPr lang="zh-CN" altLang="zh-CN" sz="4400">
                <a:latin typeface="Times New Roman" panose="02020603050405020304" pitchFamily="18" charset="0"/>
                <a:ea typeface="华文楷体" panose="02010600040101010101" pitchFamily="2" charset="-122"/>
              </a:rPr>
              <a:t>数据通信基础</a:t>
            </a:r>
          </a:p>
          <a:p>
            <a:pPr eaLnBrk="1" hangingPunct="1">
              <a:spcBef>
                <a:spcPct val="30000"/>
              </a:spcBef>
              <a:buClr>
                <a:schemeClr val="tx2"/>
              </a:buClr>
              <a:buSzPct val="50000"/>
              <a:buFont typeface="Wingdings" panose="05000000000000000000" pitchFamily="2" charset="2"/>
              <a:buChar char="u"/>
            </a:pPr>
            <a:r>
              <a:rPr lang="zh-CN" altLang="zh-CN" sz="4400">
                <a:latin typeface="Times New Roman" panose="02020603050405020304" pitchFamily="18" charset="0"/>
                <a:ea typeface="华文楷体" panose="02010600040101010101" pitchFamily="2" charset="-122"/>
              </a:rPr>
              <a:t>综合布线系统基础</a:t>
            </a:r>
          </a:p>
          <a:p>
            <a:pPr eaLnBrk="1" hangingPunct="1">
              <a:spcBef>
                <a:spcPct val="30000"/>
              </a:spcBef>
              <a:buClr>
                <a:schemeClr val="tx2"/>
              </a:buClr>
              <a:buSzPct val="50000"/>
              <a:buFont typeface="Wingdings" panose="05000000000000000000" pitchFamily="2" charset="2"/>
              <a:buChar char="u"/>
            </a:pPr>
            <a:r>
              <a:rPr lang="zh-CN" altLang="zh-CN" sz="4400">
                <a:latin typeface="Times New Roman" panose="02020603050405020304" pitchFamily="18" charset="0"/>
                <a:ea typeface="华文楷体" panose="02010600040101010101" pitchFamily="2" charset="-122"/>
              </a:rPr>
              <a:t>物理层协议</a:t>
            </a:r>
          </a:p>
        </p:txBody>
      </p:sp>
      <p:grpSp>
        <p:nvGrpSpPr>
          <p:cNvPr id="5124" name="Group 4">
            <a:extLst>
              <a:ext uri="{FF2B5EF4-FFF2-40B4-BE49-F238E27FC236}">
                <a16:creationId xmlns:a16="http://schemas.microsoft.com/office/drawing/2014/main" id="{3DFBAF41-7261-4E23-B393-F4F7520D6960}"/>
              </a:ext>
            </a:extLst>
          </p:cNvPr>
          <p:cNvGrpSpPr>
            <a:grpSpLocks/>
          </p:cNvGrpSpPr>
          <p:nvPr/>
        </p:nvGrpSpPr>
        <p:grpSpPr bwMode="auto">
          <a:xfrm>
            <a:off x="322263" y="1716088"/>
            <a:ext cx="3070225" cy="1712912"/>
            <a:chOff x="0" y="0"/>
            <a:chExt cx="1935" cy="1079"/>
          </a:xfrm>
        </p:grpSpPr>
        <p:grpSp>
          <p:nvGrpSpPr>
            <p:cNvPr id="5125" name="Group 5">
              <a:extLst>
                <a:ext uri="{FF2B5EF4-FFF2-40B4-BE49-F238E27FC236}">
                  <a16:creationId xmlns:a16="http://schemas.microsoft.com/office/drawing/2014/main" id="{DFE824E3-14C4-441C-AEA9-17882E4A341A}"/>
                </a:ext>
              </a:extLst>
            </p:cNvPr>
            <p:cNvGrpSpPr>
              <a:grpSpLocks/>
            </p:cNvGrpSpPr>
            <p:nvPr/>
          </p:nvGrpSpPr>
          <p:grpSpPr bwMode="auto">
            <a:xfrm>
              <a:off x="0" y="0"/>
              <a:ext cx="1829" cy="1079"/>
              <a:chOff x="0" y="0"/>
              <a:chExt cx="3121" cy="1439"/>
            </a:xfrm>
          </p:grpSpPr>
          <p:sp>
            <p:nvSpPr>
              <p:cNvPr id="5127" name="未知">
                <a:extLst>
                  <a:ext uri="{FF2B5EF4-FFF2-40B4-BE49-F238E27FC236}">
                    <a16:creationId xmlns:a16="http://schemas.microsoft.com/office/drawing/2014/main" id="{B6FEEC5D-3CC4-40B9-87FF-1F1FE8C81CF4}"/>
                  </a:ext>
                </a:extLst>
              </p:cNvPr>
              <p:cNvSpPr>
                <a:spLocks/>
              </p:cNvSpPr>
              <p:nvPr/>
            </p:nvSpPr>
            <p:spPr bwMode="auto">
              <a:xfrm>
                <a:off x="1319" y="292"/>
                <a:ext cx="1802" cy="1141"/>
              </a:xfrm>
              <a:custGeom>
                <a:avLst/>
                <a:gdLst>
                  <a:gd name="T0" fmla="*/ 22 w 1802"/>
                  <a:gd name="T1" fmla="*/ 88 h 1141"/>
                  <a:gd name="T2" fmla="*/ 0 w 1802"/>
                  <a:gd name="T3" fmla="*/ 119 h 1141"/>
                  <a:gd name="T4" fmla="*/ 25 w 1802"/>
                  <a:gd name="T5" fmla="*/ 176 h 1141"/>
                  <a:gd name="T6" fmla="*/ 45 w 1802"/>
                  <a:gd name="T7" fmla="*/ 384 h 1141"/>
                  <a:gd name="T8" fmla="*/ 45 w 1802"/>
                  <a:gd name="T9" fmla="*/ 537 h 1141"/>
                  <a:gd name="T10" fmla="*/ 40 w 1802"/>
                  <a:gd name="T11" fmla="*/ 734 h 1141"/>
                  <a:gd name="T12" fmla="*/ 22 w 1802"/>
                  <a:gd name="T13" fmla="*/ 975 h 1141"/>
                  <a:gd name="T14" fmla="*/ 0 w 1802"/>
                  <a:gd name="T15" fmla="*/ 1113 h 1141"/>
                  <a:gd name="T16" fmla="*/ 412 w 1802"/>
                  <a:gd name="T17" fmla="*/ 1133 h 1141"/>
                  <a:gd name="T18" fmla="*/ 616 w 1802"/>
                  <a:gd name="T19" fmla="*/ 1140 h 1141"/>
                  <a:gd name="T20" fmla="*/ 1063 w 1802"/>
                  <a:gd name="T21" fmla="*/ 1140 h 1141"/>
                  <a:gd name="T22" fmla="*/ 1403 w 1802"/>
                  <a:gd name="T23" fmla="*/ 1133 h 1141"/>
                  <a:gd name="T24" fmla="*/ 1680 w 1802"/>
                  <a:gd name="T25" fmla="*/ 1120 h 1141"/>
                  <a:gd name="T26" fmla="*/ 1801 w 1802"/>
                  <a:gd name="T27" fmla="*/ 1113 h 1141"/>
                  <a:gd name="T28" fmla="*/ 1758 w 1802"/>
                  <a:gd name="T29" fmla="*/ 941 h 1141"/>
                  <a:gd name="T30" fmla="*/ 1733 w 1802"/>
                  <a:gd name="T31" fmla="*/ 759 h 1141"/>
                  <a:gd name="T32" fmla="*/ 1718 w 1802"/>
                  <a:gd name="T33" fmla="*/ 530 h 1141"/>
                  <a:gd name="T34" fmla="*/ 1724 w 1802"/>
                  <a:gd name="T35" fmla="*/ 389 h 1141"/>
                  <a:gd name="T36" fmla="*/ 1751 w 1802"/>
                  <a:gd name="T37" fmla="*/ 276 h 1141"/>
                  <a:gd name="T38" fmla="*/ 1769 w 1802"/>
                  <a:gd name="T39" fmla="*/ 168 h 1141"/>
                  <a:gd name="T40" fmla="*/ 1769 w 1802"/>
                  <a:gd name="T41" fmla="*/ 131 h 1141"/>
                  <a:gd name="T42" fmla="*/ 1751 w 1802"/>
                  <a:gd name="T43" fmla="*/ 116 h 1141"/>
                  <a:gd name="T44" fmla="*/ 1421 w 1802"/>
                  <a:gd name="T45" fmla="*/ 46 h 1141"/>
                  <a:gd name="T46" fmla="*/ 1228 w 1802"/>
                  <a:gd name="T47" fmla="*/ 15 h 1141"/>
                  <a:gd name="T48" fmla="*/ 1126 w 1802"/>
                  <a:gd name="T49" fmla="*/ 3 h 1141"/>
                  <a:gd name="T50" fmla="*/ 1023 w 1802"/>
                  <a:gd name="T51" fmla="*/ 0 h 1141"/>
                  <a:gd name="T52" fmla="*/ 702 w 1802"/>
                  <a:gd name="T53" fmla="*/ 3 h 1141"/>
                  <a:gd name="T54" fmla="*/ 522 w 1802"/>
                  <a:gd name="T55" fmla="*/ 23 h 1141"/>
                  <a:gd name="T56" fmla="*/ 328 w 1802"/>
                  <a:gd name="T57" fmla="*/ 42 h 1141"/>
                  <a:gd name="T58" fmla="*/ 97 w 1802"/>
                  <a:gd name="T59" fmla="*/ 77 h 1141"/>
                  <a:gd name="T60" fmla="*/ 22 w 1802"/>
                  <a:gd name="T61" fmla="*/ 88 h 114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802" h="1141">
                    <a:moveTo>
                      <a:pt x="22" y="88"/>
                    </a:moveTo>
                    <a:lnTo>
                      <a:pt x="0" y="119"/>
                    </a:lnTo>
                    <a:lnTo>
                      <a:pt x="25" y="176"/>
                    </a:lnTo>
                    <a:lnTo>
                      <a:pt x="45" y="384"/>
                    </a:lnTo>
                    <a:lnTo>
                      <a:pt x="45" y="537"/>
                    </a:lnTo>
                    <a:lnTo>
                      <a:pt x="40" y="734"/>
                    </a:lnTo>
                    <a:lnTo>
                      <a:pt x="22" y="975"/>
                    </a:lnTo>
                    <a:lnTo>
                      <a:pt x="0" y="1113"/>
                    </a:lnTo>
                    <a:lnTo>
                      <a:pt x="412" y="1133"/>
                    </a:lnTo>
                    <a:lnTo>
                      <a:pt x="616" y="1140"/>
                    </a:lnTo>
                    <a:lnTo>
                      <a:pt x="1063" y="1140"/>
                    </a:lnTo>
                    <a:lnTo>
                      <a:pt x="1403" y="1133"/>
                    </a:lnTo>
                    <a:lnTo>
                      <a:pt x="1680" y="1120"/>
                    </a:lnTo>
                    <a:lnTo>
                      <a:pt x="1801" y="1113"/>
                    </a:lnTo>
                    <a:lnTo>
                      <a:pt x="1758" y="941"/>
                    </a:lnTo>
                    <a:lnTo>
                      <a:pt x="1733" y="759"/>
                    </a:lnTo>
                    <a:lnTo>
                      <a:pt x="1718" y="530"/>
                    </a:lnTo>
                    <a:lnTo>
                      <a:pt x="1724" y="389"/>
                    </a:lnTo>
                    <a:lnTo>
                      <a:pt x="1751" y="276"/>
                    </a:lnTo>
                    <a:lnTo>
                      <a:pt x="1769" y="168"/>
                    </a:lnTo>
                    <a:lnTo>
                      <a:pt x="1769" y="131"/>
                    </a:lnTo>
                    <a:lnTo>
                      <a:pt x="1751" y="116"/>
                    </a:lnTo>
                    <a:lnTo>
                      <a:pt x="1421" y="46"/>
                    </a:lnTo>
                    <a:lnTo>
                      <a:pt x="1228" y="15"/>
                    </a:lnTo>
                    <a:lnTo>
                      <a:pt x="1126" y="3"/>
                    </a:lnTo>
                    <a:lnTo>
                      <a:pt x="1023" y="0"/>
                    </a:lnTo>
                    <a:lnTo>
                      <a:pt x="702" y="3"/>
                    </a:lnTo>
                    <a:lnTo>
                      <a:pt x="522" y="23"/>
                    </a:lnTo>
                    <a:lnTo>
                      <a:pt x="328" y="42"/>
                    </a:lnTo>
                    <a:lnTo>
                      <a:pt x="97" y="77"/>
                    </a:lnTo>
                    <a:lnTo>
                      <a:pt x="22" y="88"/>
                    </a:lnTo>
                  </a:path>
                </a:pathLst>
              </a:custGeom>
              <a:solidFill>
                <a:srgbClr val="FFFFFF"/>
              </a:solidFill>
              <a:ln w="12700" cap="rnd" cmpd="sng">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8" name="未知">
                <a:extLst>
                  <a:ext uri="{FF2B5EF4-FFF2-40B4-BE49-F238E27FC236}">
                    <a16:creationId xmlns:a16="http://schemas.microsoft.com/office/drawing/2014/main" id="{3FB13C53-23A3-451A-8A1F-B0E1107AFAC7}"/>
                  </a:ext>
                </a:extLst>
              </p:cNvPr>
              <p:cNvSpPr>
                <a:spLocks/>
              </p:cNvSpPr>
              <p:nvPr/>
            </p:nvSpPr>
            <p:spPr bwMode="auto">
              <a:xfrm>
                <a:off x="16" y="404"/>
                <a:ext cx="1797" cy="1032"/>
              </a:xfrm>
              <a:custGeom>
                <a:avLst/>
                <a:gdLst>
                  <a:gd name="T0" fmla="*/ 1256 w 1797"/>
                  <a:gd name="T1" fmla="*/ 0 h 1032"/>
                  <a:gd name="T2" fmla="*/ 1308 w 1797"/>
                  <a:gd name="T3" fmla="*/ 4 h 1032"/>
                  <a:gd name="T4" fmla="*/ 1338 w 1797"/>
                  <a:gd name="T5" fmla="*/ 55 h 1032"/>
                  <a:gd name="T6" fmla="*/ 1349 w 1797"/>
                  <a:gd name="T7" fmla="*/ 195 h 1032"/>
                  <a:gd name="T8" fmla="*/ 1356 w 1797"/>
                  <a:gd name="T9" fmla="*/ 397 h 1032"/>
                  <a:gd name="T10" fmla="*/ 1344 w 1797"/>
                  <a:gd name="T11" fmla="*/ 581 h 1032"/>
                  <a:gd name="T12" fmla="*/ 1338 w 1797"/>
                  <a:gd name="T13" fmla="*/ 811 h 1032"/>
                  <a:gd name="T14" fmla="*/ 1315 w 1797"/>
                  <a:gd name="T15" fmla="*/ 943 h 1032"/>
                  <a:gd name="T16" fmla="*/ 1308 w 1797"/>
                  <a:gd name="T17" fmla="*/ 1008 h 1032"/>
                  <a:gd name="T18" fmla="*/ 1796 w 1797"/>
                  <a:gd name="T19" fmla="*/ 1031 h 1032"/>
                  <a:gd name="T20" fmla="*/ 647 w 1797"/>
                  <a:gd name="T21" fmla="*/ 1031 h 1032"/>
                  <a:gd name="T22" fmla="*/ 670 w 1797"/>
                  <a:gd name="T23" fmla="*/ 984 h 1032"/>
                  <a:gd name="T24" fmla="*/ 681 w 1797"/>
                  <a:gd name="T25" fmla="*/ 923 h 1032"/>
                  <a:gd name="T26" fmla="*/ 495 w 1797"/>
                  <a:gd name="T27" fmla="*/ 908 h 1032"/>
                  <a:gd name="T28" fmla="*/ 434 w 1797"/>
                  <a:gd name="T29" fmla="*/ 864 h 1032"/>
                  <a:gd name="T30" fmla="*/ 495 w 1797"/>
                  <a:gd name="T31" fmla="*/ 793 h 1032"/>
                  <a:gd name="T32" fmla="*/ 499 w 1797"/>
                  <a:gd name="T33" fmla="*/ 722 h 1032"/>
                  <a:gd name="T34" fmla="*/ 121 w 1797"/>
                  <a:gd name="T35" fmla="*/ 674 h 1032"/>
                  <a:gd name="T36" fmla="*/ 0 w 1797"/>
                  <a:gd name="T37" fmla="*/ 573 h 1032"/>
                  <a:gd name="T38" fmla="*/ 0 w 1797"/>
                  <a:gd name="T39" fmla="*/ 516 h 1032"/>
                  <a:gd name="T40" fmla="*/ 49 w 1797"/>
                  <a:gd name="T41" fmla="*/ 491 h 1032"/>
                  <a:gd name="T42" fmla="*/ 29 w 1797"/>
                  <a:gd name="T43" fmla="*/ 473 h 1032"/>
                  <a:gd name="T44" fmla="*/ 128 w 1797"/>
                  <a:gd name="T45" fmla="*/ 375 h 1032"/>
                  <a:gd name="T46" fmla="*/ 72 w 1797"/>
                  <a:gd name="T47" fmla="*/ 277 h 1032"/>
                  <a:gd name="T48" fmla="*/ 113 w 1797"/>
                  <a:gd name="T49" fmla="*/ 205 h 1032"/>
                  <a:gd name="T50" fmla="*/ 168 w 1797"/>
                  <a:gd name="T51" fmla="*/ 192 h 1032"/>
                  <a:gd name="T52" fmla="*/ 193 w 1797"/>
                  <a:gd name="T53" fmla="*/ 156 h 1032"/>
                  <a:gd name="T54" fmla="*/ 308 w 1797"/>
                  <a:gd name="T55" fmla="*/ 138 h 1032"/>
                  <a:gd name="T56" fmla="*/ 488 w 1797"/>
                  <a:gd name="T57" fmla="*/ 68 h 1032"/>
                  <a:gd name="T58" fmla="*/ 712 w 1797"/>
                  <a:gd name="T59" fmla="*/ 30 h 1032"/>
                  <a:gd name="T60" fmla="*/ 1256 w 1797"/>
                  <a:gd name="T61" fmla="*/ 0 h 103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797" h="1032">
                    <a:moveTo>
                      <a:pt x="1256" y="0"/>
                    </a:moveTo>
                    <a:lnTo>
                      <a:pt x="1308" y="4"/>
                    </a:lnTo>
                    <a:lnTo>
                      <a:pt x="1338" y="55"/>
                    </a:lnTo>
                    <a:lnTo>
                      <a:pt x="1349" y="195"/>
                    </a:lnTo>
                    <a:lnTo>
                      <a:pt x="1356" y="397"/>
                    </a:lnTo>
                    <a:lnTo>
                      <a:pt x="1344" y="581"/>
                    </a:lnTo>
                    <a:lnTo>
                      <a:pt x="1338" y="811"/>
                    </a:lnTo>
                    <a:lnTo>
                      <a:pt x="1315" y="943"/>
                    </a:lnTo>
                    <a:lnTo>
                      <a:pt x="1308" y="1008"/>
                    </a:lnTo>
                    <a:lnTo>
                      <a:pt x="1796" y="1031"/>
                    </a:lnTo>
                    <a:lnTo>
                      <a:pt x="647" y="1031"/>
                    </a:lnTo>
                    <a:lnTo>
                      <a:pt x="670" y="984"/>
                    </a:lnTo>
                    <a:lnTo>
                      <a:pt x="681" y="923"/>
                    </a:lnTo>
                    <a:lnTo>
                      <a:pt x="495" y="908"/>
                    </a:lnTo>
                    <a:lnTo>
                      <a:pt x="434" y="864"/>
                    </a:lnTo>
                    <a:lnTo>
                      <a:pt x="495" y="793"/>
                    </a:lnTo>
                    <a:lnTo>
                      <a:pt x="499" y="722"/>
                    </a:lnTo>
                    <a:lnTo>
                      <a:pt x="121" y="674"/>
                    </a:lnTo>
                    <a:lnTo>
                      <a:pt x="0" y="573"/>
                    </a:lnTo>
                    <a:lnTo>
                      <a:pt x="0" y="516"/>
                    </a:lnTo>
                    <a:lnTo>
                      <a:pt x="49" y="491"/>
                    </a:lnTo>
                    <a:lnTo>
                      <a:pt x="29" y="473"/>
                    </a:lnTo>
                    <a:lnTo>
                      <a:pt x="128" y="375"/>
                    </a:lnTo>
                    <a:lnTo>
                      <a:pt x="72" y="277"/>
                    </a:lnTo>
                    <a:lnTo>
                      <a:pt x="113" y="205"/>
                    </a:lnTo>
                    <a:lnTo>
                      <a:pt x="168" y="192"/>
                    </a:lnTo>
                    <a:lnTo>
                      <a:pt x="193" y="156"/>
                    </a:lnTo>
                    <a:lnTo>
                      <a:pt x="308" y="138"/>
                    </a:lnTo>
                    <a:lnTo>
                      <a:pt x="488" y="68"/>
                    </a:lnTo>
                    <a:lnTo>
                      <a:pt x="712" y="30"/>
                    </a:lnTo>
                    <a:lnTo>
                      <a:pt x="1256" y="0"/>
                    </a:lnTo>
                  </a:path>
                </a:pathLst>
              </a:custGeom>
              <a:solidFill>
                <a:srgbClr val="4C4C4C"/>
              </a:solidFill>
              <a:ln w="12700" cap="rnd" cmpd="sng">
                <a:solidFill>
                  <a:srgbClr val="4C4C4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9" name="未知">
                <a:extLst>
                  <a:ext uri="{FF2B5EF4-FFF2-40B4-BE49-F238E27FC236}">
                    <a16:creationId xmlns:a16="http://schemas.microsoft.com/office/drawing/2014/main" id="{9FA35E01-7D7D-4D28-9961-BCC863D193CF}"/>
                  </a:ext>
                </a:extLst>
              </p:cNvPr>
              <p:cNvSpPr>
                <a:spLocks/>
              </p:cNvSpPr>
              <p:nvPr/>
            </p:nvSpPr>
            <p:spPr bwMode="auto">
              <a:xfrm>
                <a:off x="753" y="471"/>
                <a:ext cx="607" cy="364"/>
              </a:xfrm>
              <a:custGeom>
                <a:avLst/>
                <a:gdLst>
                  <a:gd name="T0" fmla="*/ 523 w 607"/>
                  <a:gd name="T1" fmla="*/ 0 h 364"/>
                  <a:gd name="T2" fmla="*/ 563 w 607"/>
                  <a:gd name="T3" fmla="*/ 32 h 364"/>
                  <a:gd name="T4" fmla="*/ 599 w 607"/>
                  <a:gd name="T5" fmla="*/ 87 h 364"/>
                  <a:gd name="T6" fmla="*/ 606 w 607"/>
                  <a:gd name="T7" fmla="*/ 243 h 364"/>
                  <a:gd name="T8" fmla="*/ 577 w 607"/>
                  <a:gd name="T9" fmla="*/ 281 h 364"/>
                  <a:gd name="T10" fmla="*/ 478 w 607"/>
                  <a:gd name="T11" fmla="*/ 363 h 364"/>
                  <a:gd name="T12" fmla="*/ 310 w 607"/>
                  <a:gd name="T13" fmla="*/ 320 h 364"/>
                  <a:gd name="T14" fmla="*/ 195 w 607"/>
                  <a:gd name="T15" fmla="*/ 271 h 364"/>
                  <a:gd name="T16" fmla="*/ 105 w 607"/>
                  <a:gd name="T17" fmla="*/ 197 h 364"/>
                  <a:gd name="T18" fmla="*/ 52 w 607"/>
                  <a:gd name="T19" fmla="*/ 146 h 364"/>
                  <a:gd name="T20" fmla="*/ 11 w 607"/>
                  <a:gd name="T21" fmla="*/ 77 h 364"/>
                  <a:gd name="T22" fmla="*/ 0 w 607"/>
                  <a:gd name="T23" fmla="*/ 37 h 364"/>
                  <a:gd name="T24" fmla="*/ 523 w 607"/>
                  <a:gd name="T25" fmla="*/ 0 h 3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07" h="364">
                    <a:moveTo>
                      <a:pt x="523" y="0"/>
                    </a:moveTo>
                    <a:lnTo>
                      <a:pt x="563" y="32"/>
                    </a:lnTo>
                    <a:lnTo>
                      <a:pt x="599" y="87"/>
                    </a:lnTo>
                    <a:lnTo>
                      <a:pt x="606" y="243"/>
                    </a:lnTo>
                    <a:lnTo>
                      <a:pt x="577" y="281"/>
                    </a:lnTo>
                    <a:lnTo>
                      <a:pt x="478" y="363"/>
                    </a:lnTo>
                    <a:lnTo>
                      <a:pt x="310" y="320"/>
                    </a:lnTo>
                    <a:lnTo>
                      <a:pt x="195" y="271"/>
                    </a:lnTo>
                    <a:lnTo>
                      <a:pt x="105" y="197"/>
                    </a:lnTo>
                    <a:lnTo>
                      <a:pt x="52" y="146"/>
                    </a:lnTo>
                    <a:lnTo>
                      <a:pt x="11" y="77"/>
                    </a:lnTo>
                    <a:lnTo>
                      <a:pt x="0" y="37"/>
                    </a:lnTo>
                    <a:lnTo>
                      <a:pt x="523" y="0"/>
                    </a:lnTo>
                  </a:path>
                </a:pathLst>
              </a:custGeom>
              <a:solidFill>
                <a:srgbClr val="FFFFFF"/>
              </a:solidFill>
              <a:ln w="12700" cap="rnd" cmpd="sng">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0" name="未知">
                <a:extLst>
                  <a:ext uri="{FF2B5EF4-FFF2-40B4-BE49-F238E27FC236}">
                    <a16:creationId xmlns:a16="http://schemas.microsoft.com/office/drawing/2014/main" id="{B4E1DE28-09F2-4F4A-8294-5E9952EB5E8F}"/>
                  </a:ext>
                </a:extLst>
              </p:cNvPr>
              <p:cNvSpPr>
                <a:spLocks/>
              </p:cNvSpPr>
              <p:nvPr/>
            </p:nvSpPr>
            <p:spPr bwMode="auto">
              <a:xfrm>
                <a:off x="995" y="556"/>
                <a:ext cx="303" cy="284"/>
              </a:xfrm>
              <a:custGeom>
                <a:avLst/>
                <a:gdLst>
                  <a:gd name="T0" fmla="*/ 0 w 303"/>
                  <a:gd name="T1" fmla="*/ 16 h 284"/>
                  <a:gd name="T2" fmla="*/ 67 w 303"/>
                  <a:gd name="T3" fmla="*/ 0 h 284"/>
                  <a:gd name="T4" fmla="*/ 153 w 303"/>
                  <a:gd name="T5" fmla="*/ 5 h 284"/>
                  <a:gd name="T6" fmla="*/ 144 w 303"/>
                  <a:gd name="T7" fmla="*/ 81 h 284"/>
                  <a:gd name="T8" fmla="*/ 302 w 303"/>
                  <a:gd name="T9" fmla="*/ 233 h 284"/>
                  <a:gd name="T10" fmla="*/ 230 w 303"/>
                  <a:gd name="T11" fmla="*/ 283 h 284"/>
                  <a:gd name="T12" fmla="*/ 124 w 303"/>
                  <a:gd name="T13" fmla="*/ 238 h 284"/>
                  <a:gd name="T14" fmla="*/ 108 w 303"/>
                  <a:gd name="T15" fmla="*/ 80 h 284"/>
                  <a:gd name="T16" fmla="*/ 83 w 303"/>
                  <a:gd name="T17" fmla="*/ 80 h 284"/>
                  <a:gd name="T18" fmla="*/ 16 w 303"/>
                  <a:gd name="T19" fmla="*/ 30 h 284"/>
                  <a:gd name="T20" fmla="*/ 0 w 303"/>
                  <a:gd name="T21" fmla="*/ 16 h 2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03" h="284">
                    <a:moveTo>
                      <a:pt x="0" y="16"/>
                    </a:moveTo>
                    <a:lnTo>
                      <a:pt x="67" y="0"/>
                    </a:lnTo>
                    <a:lnTo>
                      <a:pt x="153" y="5"/>
                    </a:lnTo>
                    <a:lnTo>
                      <a:pt x="144" y="81"/>
                    </a:lnTo>
                    <a:lnTo>
                      <a:pt x="302" y="233"/>
                    </a:lnTo>
                    <a:lnTo>
                      <a:pt x="230" y="283"/>
                    </a:lnTo>
                    <a:lnTo>
                      <a:pt x="124" y="238"/>
                    </a:lnTo>
                    <a:lnTo>
                      <a:pt x="108" y="80"/>
                    </a:lnTo>
                    <a:lnTo>
                      <a:pt x="83" y="80"/>
                    </a:lnTo>
                    <a:lnTo>
                      <a:pt x="16" y="30"/>
                    </a:lnTo>
                    <a:lnTo>
                      <a:pt x="0" y="16"/>
                    </a:lnTo>
                  </a:path>
                </a:pathLst>
              </a:custGeom>
              <a:solidFill>
                <a:srgbClr val="FFFF00"/>
              </a:solidFill>
              <a:ln w="12700" cap="rnd" cmpd="sng">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1" name="未知">
                <a:extLst>
                  <a:ext uri="{FF2B5EF4-FFF2-40B4-BE49-F238E27FC236}">
                    <a16:creationId xmlns:a16="http://schemas.microsoft.com/office/drawing/2014/main" id="{EF3AD610-8C30-4151-BC33-35CDAD41698F}"/>
                  </a:ext>
                </a:extLst>
              </p:cNvPr>
              <p:cNvSpPr>
                <a:spLocks/>
              </p:cNvSpPr>
              <p:nvPr/>
            </p:nvSpPr>
            <p:spPr bwMode="auto">
              <a:xfrm>
                <a:off x="633" y="768"/>
                <a:ext cx="700" cy="344"/>
              </a:xfrm>
              <a:custGeom>
                <a:avLst/>
                <a:gdLst>
                  <a:gd name="T0" fmla="*/ 213 w 700"/>
                  <a:gd name="T1" fmla="*/ 0 h 344"/>
                  <a:gd name="T2" fmla="*/ 247 w 700"/>
                  <a:gd name="T3" fmla="*/ 0 h 344"/>
                  <a:gd name="T4" fmla="*/ 304 w 700"/>
                  <a:gd name="T5" fmla="*/ 26 h 344"/>
                  <a:gd name="T6" fmla="*/ 315 w 700"/>
                  <a:gd name="T7" fmla="*/ 68 h 344"/>
                  <a:gd name="T8" fmla="*/ 286 w 700"/>
                  <a:gd name="T9" fmla="*/ 113 h 344"/>
                  <a:gd name="T10" fmla="*/ 286 w 700"/>
                  <a:gd name="T11" fmla="*/ 130 h 344"/>
                  <a:gd name="T12" fmla="*/ 315 w 700"/>
                  <a:gd name="T13" fmla="*/ 139 h 344"/>
                  <a:gd name="T14" fmla="*/ 636 w 700"/>
                  <a:gd name="T15" fmla="*/ 130 h 344"/>
                  <a:gd name="T16" fmla="*/ 699 w 700"/>
                  <a:gd name="T17" fmla="*/ 144 h 344"/>
                  <a:gd name="T18" fmla="*/ 699 w 700"/>
                  <a:gd name="T19" fmla="*/ 180 h 344"/>
                  <a:gd name="T20" fmla="*/ 670 w 700"/>
                  <a:gd name="T21" fmla="*/ 193 h 344"/>
                  <a:gd name="T22" fmla="*/ 490 w 700"/>
                  <a:gd name="T23" fmla="*/ 196 h 344"/>
                  <a:gd name="T24" fmla="*/ 382 w 700"/>
                  <a:gd name="T25" fmla="*/ 211 h 344"/>
                  <a:gd name="T26" fmla="*/ 359 w 700"/>
                  <a:gd name="T27" fmla="*/ 300 h 344"/>
                  <a:gd name="T28" fmla="*/ 312 w 700"/>
                  <a:gd name="T29" fmla="*/ 318 h 344"/>
                  <a:gd name="T30" fmla="*/ 301 w 700"/>
                  <a:gd name="T31" fmla="*/ 334 h 344"/>
                  <a:gd name="T32" fmla="*/ 256 w 700"/>
                  <a:gd name="T33" fmla="*/ 343 h 344"/>
                  <a:gd name="T34" fmla="*/ 139 w 700"/>
                  <a:gd name="T35" fmla="*/ 343 h 344"/>
                  <a:gd name="T36" fmla="*/ 20 w 700"/>
                  <a:gd name="T37" fmla="*/ 327 h 344"/>
                  <a:gd name="T38" fmla="*/ 0 w 700"/>
                  <a:gd name="T39" fmla="*/ 276 h 344"/>
                  <a:gd name="T40" fmla="*/ 16 w 700"/>
                  <a:gd name="T41" fmla="*/ 213 h 344"/>
                  <a:gd name="T42" fmla="*/ 68 w 700"/>
                  <a:gd name="T43" fmla="*/ 153 h 344"/>
                  <a:gd name="T44" fmla="*/ 121 w 700"/>
                  <a:gd name="T45" fmla="*/ 114 h 344"/>
                  <a:gd name="T46" fmla="*/ 198 w 700"/>
                  <a:gd name="T47" fmla="*/ 79 h 344"/>
                  <a:gd name="T48" fmla="*/ 213 w 700"/>
                  <a:gd name="T49" fmla="*/ 0 h 3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00" h="344">
                    <a:moveTo>
                      <a:pt x="213" y="0"/>
                    </a:moveTo>
                    <a:lnTo>
                      <a:pt x="247" y="0"/>
                    </a:lnTo>
                    <a:lnTo>
                      <a:pt x="304" y="26"/>
                    </a:lnTo>
                    <a:lnTo>
                      <a:pt x="315" y="68"/>
                    </a:lnTo>
                    <a:lnTo>
                      <a:pt x="286" y="113"/>
                    </a:lnTo>
                    <a:lnTo>
                      <a:pt x="286" y="130"/>
                    </a:lnTo>
                    <a:lnTo>
                      <a:pt x="315" y="139"/>
                    </a:lnTo>
                    <a:lnTo>
                      <a:pt x="636" y="130"/>
                    </a:lnTo>
                    <a:lnTo>
                      <a:pt x="699" y="144"/>
                    </a:lnTo>
                    <a:lnTo>
                      <a:pt x="699" y="180"/>
                    </a:lnTo>
                    <a:lnTo>
                      <a:pt x="670" y="193"/>
                    </a:lnTo>
                    <a:lnTo>
                      <a:pt x="490" y="196"/>
                    </a:lnTo>
                    <a:lnTo>
                      <a:pt x="382" y="211"/>
                    </a:lnTo>
                    <a:lnTo>
                      <a:pt x="359" y="300"/>
                    </a:lnTo>
                    <a:lnTo>
                      <a:pt x="312" y="318"/>
                    </a:lnTo>
                    <a:lnTo>
                      <a:pt x="301" y="334"/>
                    </a:lnTo>
                    <a:lnTo>
                      <a:pt x="256" y="343"/>
                    </a:lnTo>
                    <a:lnTo>
                      <a:pt x="139" y="343"/>
                    </a:lnTo>
                    <a:lnTo>
                      <a:pt x="20" y="327"/>
                    </a:lnTo>
                    <a:lnTo>
                      <a:pt x="0" y="276"/>
                    </a:lnTo>
                    <a:lnTo>
                      <a:pt x="16" y="213"/>
                    </a:lnTo>
                    <a:lnTo>
                      <a:pt x="68" y="153"/>
                    </a:lnTo>
                    <a:lnTo>
                      <a:pt x="121" y="114"/>
                    </a:lnTo>
                    <a:lnTo>
                      <a:pt x="198" y="79"/>
                    </a:lnTo>
                    <a:lnTo>
                      <a:pt x="213" y="0"/>
                    </a:lnTo>
                  </a:path>
                </a:pathLst>
              </a:custGeom>
              <a:solidFill>
                <a:srgbClr val="FFC17F"/>
              </a:solidFill>
              <a:ln w="12700" cap="rnd" cmpd="sng">
                <a:solidFill>
                  <a:srgbClr val="FFC17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2" name="未知">
                <a:extLst>
                  <a:ext uri="{FF2B5EF4-FFF2-40B4-BE49-F238E27FC236}">
                    <a16:creationId xmlns:a16="http://schemas.microsoft.com/office/drawing/2014/main" id="{B8A622B7-DBAE-4F0A-90A5-C5A2A65C108E}"/>
                  </a:ext>
                </a:extLst>
              </p:cNvPr>
              <p:cNvSpPr>
                <a:spLocks/>
              </p:cNvSpPr>
              <p:nvPr/>
            </p:nvSpPr>
            <p:spPr bwMode="auto">
              <a:xfrm>
                <a:off x="1853" y="252"/>
                <a:ext cx="520" cy="151"/>
              </a:xfrm>
              <a:custGeom>
                <a:avLst/>
                <a:gdLst>
                  <a:gd name="T0" fmla="*/ 16 w 520"/>
                  <a:gd name="T1" fmla="*/ 57 h 151"/>
                  <a:gd name="T2" fmla="*/ 101 w 520"/>
                  <a:gd name="T3" fmla="*/ 47 h 151"/>
                  <a:gd name="T4" fmla="*/ 193 w 520"/>
                  <a:gd name="T5" fmla="*/ 43 h 151"/>
                  <a:gd name="T6" fmla="*/ 187 w 520"/>
                  <a:gd name="T7" fmla="*/ 66 h 151"/>
                  <a:gd name="T8" fmla="*/ 171 w 520"/>
                  <a:gd name="T9" fmla="*/ 113 h 151"/>
                  <a:gd name="T10" fmla="*/ 200 w 520"/>
                  <a:gd name="T11" fmla="*/ 141 h 151"/>
                  <a:gd name="T12" fmla="*/ 252 w 520"/>
                  <a:gd name="T13" fmla="*/ 150 h 151"/>
                  <a:gd name="T14" fmla="*/ 317 w 520"/>
                  <a:gd name="T15" fmla="*/ 133 h 151"/>
                  <a:gd name="T16" fmla="*/ 342 w 520"/>
                  <a:gd name="T17" fmla="*/ 120 h 151"/>
                  <a:gd name="T18" fmla="*/ 405 w 520"/>
                  <a:gd name="T19" fmla="*/ 124 h 151"/>
                  <a:gd name="T20" fmla="*/ 434 w 520"/>
                  <a:gd name="T21" fmla="*/ 115 h 151"/>
                  <a:gd name="T22" fmla="*/ 452 w 520"/>
                  <a:gd name="T23" fmla="*/ 93 h 151"/>
                  <a:gd name="T24" fmla="*/ 463 w 520"/>
                  <a:gd name="T25" fmla="*/ 86 h 151"/>
                  <a:gd name="T26" fmla="*/ 519 w 520"/>
                  <a:gd name="T27" fmla="*/ 61 h 151"/>
                  <a:gd name="T28" fmla="*/ 478 w 520"/>
                  <a:gd name="T29" fmla="*/ 12 h 151"/>
                  <a:gd name="T30" fmla="*/ 335 w 520"/>
                  <a:gd name="T31" fmla="*/ 0 h 151"/>
                  <a:gd name="T32" fmla="*/ 269 w 520"/>
                  <a:gd name="T33" fmla="*/ 7 h 151"/>
                  <a:gd name="T34" fmla="*/ 245 w 520"/>
                  <a:gd name="T35" fmla="*/ 0 h 151"/>
                  <a:gd name="T36" fmla="*/ 175 w 520"/>
                  <a:gd name="T37" fmla="*/ 7 h 151"/>
                  <a:gd name="T38" fmla="*/ 139 w 520"/>
                  <a:gd name="T39" fmla="*/ 26 h 151"/>
                  <a:gd name="T40" fmla="*/ 88 w 520"/>
                  <a:gd name="T41" fmla="*/ 7 h 151"/>
                  <a:gd name="T42" fmla="*/ 25 w 520"/>
                  <a:gd name="T43" fmla="*/ 6 h 151"/>
                  <a:gd name="T44" fmla="*/ 0 w 520"/>
                  <a:gd name="T45" fmla="*/ 13 h 151"/>
                  <a:gd name="T46" fmla="*/ 16 w 520"/>
                  <a:gd name="T47" fmla="*/ 57 h 1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20" h="151">
                    <a:moveTo>
                      <a:pt x="16" y="57"/>
                    </a:moveTo>
                    <a:lnTo>
                      <a:pt x="101" y="47"/>
                    </a:lnTo>
                    <a:lnTo>
                      <a:pt x="193" y="43"/>
                    </a:lnTo>
                    <a:lnTo>
                      <a:pt x="187" y="66"/>
                    </a:lnTo>
                    <a:lnTo>
                      <a:pt x="171" y="113"/>
                    </a:lnTo>
                    <a:lnTo>
                      <a:pt x="200" y="141"/>
                    </a:lnTo>
                    <a:lnTo>
                      <a:pt x="252" y="150"/>
                    </a:lnTo>
                    <a:lnTo>
                      <a:pt x="317" y="133"/>
                    </a:lnTo>
                    <a:lnTo>
                      <a:pt x="342" y="120"/>
                    </a:lnTo>
                    <a:lnTo>
                      <a:pt x="405" y="124"/>
                    </a:lnTo>
                    <a:lnTo>
                      <a:pt x="434" y="115"/>
                    </a:lnTo>
                    <a:lnTo>
                      <a:pt x="452" y="93"/>
                    </a:lnTo>
                    <a:lnTo>
                      <a:pt x="463" y="86"/>
                    </a:lnTo>
                    <a:lnTo>
                      <a:pt x="519" y="61"/>
                    </a:lnTo>
                    <a:lnTo>
                      <a:pt x="478" y="12"/>
                    </a:lnTo>
                    <a:lnTo>
                      <a:pt x="335" y="0"/>
                    </a:lnTo>
                    <a:lnTo>
                      <a:pt x="269" y="7"/>
                    </a:lnTo>
                    <a:lnTo>
                      <a:pt x="245" y="0"/>
                    </a:lnTo>
                    <a:lnTo>
                      <a:pt x="175" y="7"/>
                    </a:lnTo>
                    <a:lnTo>
                      <a:pt x="139" y="26"/>
                    </a:lnTo>
                    <a:lnTo>
                      <a:pt x="88" y="7"/>
                    </a:lnTo>
                    <a:lnTo>
                      <a:pt x="25" y="6"/>
                    </a:lnTo>
                    <a:lnTo>
                      <a:pt x="0" y="13"/>
                    </a:lnTo>
                    <a:lnTo>
                      <a:pt x="16" y="57"/>
                    </a:lnTo>
                  </a:path>
                </a:pathLst>
              </a:custGeom>
              <a:solidFill>
                <a:srgbClr val="FFC17F"/>
              </a:solidFill>
              <a:ln w="12700" cap="rnd" cmpd="sng">
                <a:solidFill>
                  <a:srgbClr val="FFC17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3" name="未知">
                <a:extLst>
                  <a:ext uri="{FF2B5EF4-FFF2-40B4-BE49-F238E27FC236}">
                    <a16:creationId xmlns:a16="http://schemas.microsoft.com/office/drawing/2014/main" id="{4EFC93F1-8C52-4AAD-AC43-C0DA9AF606F3}"/>
                  </a:ext>
                </a:extLst>
              </p:cNvPr>
              <p:cNvSpPr>
                <a:spLocks/>
              </p:cNvSpPr>
              <p:nvPr/>
            </p:nvSpPr>
            <p:spPr bwMode="auto">
              <a:xfrm>
                <a:off x="499" y="55"/>
                <a:ext cx="856" cy="508"/>
              </a:xfrm>
              <a:custGeom>
                <a:avLst/>
                <a:gdLst>
                  <a:gd name="T0" fmla="*/ 7 w 856"/>
                  <a:gd name="T1" fmla="*/ 183 h 508"/>
                  <a:gd name="T2" fmla="*/ 49 w 856"/>
                  <a:gd name="T3" fmla="*/ 167 h 508"/>
                  <a:gd name="T4" fmla="*/ 95 w 856"/>
                  <a:gd name="T5" fmla="*/ 52 h 508"/>
                  <a:gd name="T6" fmla="*/ 128 w 856"/>
                  <a:gd name="T7" fmla="*/ 32 h 508"/>
                  <a:gd name="T8" fmla="*/ 583 w 856"/>
                  <a:gd name="T9" fmla="*/ 0 h 508"/>
                  <a:gd name="T10" fmla="*/ 722 w 856"/>
                  <a:gd name="T11" fmla="*/ 127 h 508"/>
                  <a:gd name="T12" fmla="*/ 733 w 856"/>
                  <a:gd name="T13" fmla="*/ 159 h 508"/>
                  <a:gd name="T14" fmla="*/ 810 w 856"/>
                  <a:gd name="T15" fmla="*/ 162 h 508"/>
                  <a:gd name="T16" fmla="*/ 850 w 856"/>
                  <a:gd name="T17" fmla="*/ 187 h 508"/>
                  <a:gd name="T18" fmla="*/ 855 w 856"/>
                  <a:gd name="T19" fmla="*/ 223 h 508"/>
                  <a:gd name="T20" fmla="*/ 774 w 856"/>
                  <a:gd name="T21" fmla="*/ 264 h 508"/>
                  <a:gd name="T22" fmla="*/ 778 w 856"/>
                  <a:gd name="T23" fmla="*/ 384 h 508"/>
                  <a:gd name="T24" fmla="*/ 736 w 856"/>
                  <a:gd name="T25" fmla="*/ 446 h 508"/>
                  <a:gd name="T26" fmla="*/ 626 w 856"/>
                  <a:gd name="T27" fmla="*/ 480 h 508"/>
                  <a:gd name="T28" fmla="*/ 592 w 856"/>
                  <a:gd name="T29" fmla="*/ 499 h 508"/>
                  <a:gd name="T30" fmla="*/ 520 w 856"/>
                  <a:gd name="T31" fmla="*/ 507 h 508"/>
                  <a:gd name="T32" fmla="*/ 499 w 856"/>
                  <a:gd name="T33" fmla="*/ 499 h 508"/>
                  <a:gd name="T34" fmla="*/ 473 w 856"/>
                  <a:gd name="T35" fmla="*/ 507 h 508"/>
                  <a:gd name="T36" fmla="*/ 412 w 856"/>
                  <a:gd name="T37" fmla="*/ 493 h 508"/>
                  <a:gd name="T38" fmla="*/ 376 w 856"/>
                  <a:gd name="T39" fmla="*/ 480 h 508"/>
                  <a:gd name="T40" fmla="*/ 320 w 856"/>
                  <a:gd name="T41" fmla="*/ 474 h 508"/>
                  <a:gd name="T42" fmla="*/ 243 w 856"/>
                  <a:gd name="T43" fmla="*/ 447 h 508"/>
                  <a:gd name="T44" fmla="*/ 207 w 856"/>
                  <a:gd name="T45" fmla="*/ 426 h 508"/>
                  <a:gd name="T46" fmla="*/ 175 w 856"/>
                  <a:gd name="T47" fmla="*/ 370 h 508"/>
                  <a:gd name="T48" fmla="*/ 144 w 856"/>
                  <a:gd name="T49" fmla="*/ 266 h 508"/>
                  <a:gd name="T50" fmla="*/ 86 w 856"/>
                  <a:gd name="T51" fmla="*/ 276 h 508"/>
                  <a:gd name="T52" fmla="*/ 43 w 856"/>
                  <a:gd name="T53" fmla="*/ 264 h 508"/>
                  <a:gd name="T54" fmla="*/ 0 w 856"/>
                  <a:gd name="T55" fmla="*/ 210 h 508"/>
                  <a:gd name="T56" fmla="*/ 7 w 856"/>
                  <a:gd name="T57" fmla="*/ 183 h 50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56" h="508">
                    <a:moveTo>
                      <a:pt x="7" y="183"/>
                    </a:moveTo>
                    <a:lnTo>
                      <a:pt x="49" y="167"/>
                    </a:lnTo>
                    <a:lnTo>
                      <a:pt x="95" y="52"/>
                    </a:lnTo>
                    <a:lnTo>
                      <a:pt x="128" y="32"/>
                    </a:lnTo>
                    <a:lnTo>
                      <a:pt x="583" y="0"/>
                    </a:lnTo>
                    <a:lnTo>
                      <a:pt x="722" y="127"/>
                    </a:lnTo>
                    <a:lnTo>
                      <a:pt x="733" y="159"/>
                    </a:lnTo>
                    <a:lnTo>
                      <a:pt x="810" y="162"/>
                    </a:lnTo>
                    <a:lnTo>
                      <a:pt x="850" y="187"/>
                    </a:lnTo>
                    <a:lnTo>
                      <a:pt x="855" y="223"/>
                    </a:lnTo>
                    <a:lnTo>
                      <a:pt x="774" y="264"/>
                    </a:lnTo>
                    <a:lnTo>
                      <a:pt x="778" y="384"/>
                    </a:lnTo>
                    <a:lnTo>
                      <a:pt x="736" y="446"/>
                    </a:lnTo>
                    <a:lnTo>
                      <a:pt x="626" y="480"/>
                    </a:lnTo>
                    <a:lnTo>
                      <a:pt x="592" y="499"/>
                    </a:lnTo>
                    <a:lnTo>
                      <a:pt x="520" y="507"/>
                    </a:lnTo>
                    <a:lnTo>
                      <a:pt x="499" y="499"/>
                    </a:lnTo>
                    <a:lnTo>
                      <a:pt x="473" y="507"/>
                    </a:lnTo>
                    <a:lnTo>
                      <a:pt x="412" y="493"/>
                    </a:lnTo>
                    <a:lnTo>
                      <a:pt x="376" y="480"/>
                    </a:lnTo>
                    <a:lnTo>
                      <a:pt x="320" y="474"/>
                    </a:lnTo>
                    <a:lnTo>
                      <a:pt x="243" y="447"/>
                    </a:lnTo>
                    <a:lnTo>
                      <a:pt x="207" y="426"/>
                    </a:lnTo>
                    <a:lnTo>
                      <a:pt x="175" y="370"/>
                    </a:lnTo>
                    <a:lnTo>
                      <a:pt x="144" y="266"/>
                    </a:lnTo>
                    <a:lnTo>
                      <a:pt x="86" y="276"/>
                    </a:lnTo>
                    <a:lnTo>
                      <a:pt x="43" y="264"/>
                    </a:lnTo>
                    <a:lnTo>
                      <a:pt x="0" y="210"/>
                    </a:lnTo>
                    <a:lnTo>
                      <a:pt x="7" y="183"/>
                    </a:lnTo>
                  </a:path>
                </a:pathLst>
              </a:custGeom>
              <a:solidFill>
                <a:srgbClr val="FFC17F"/>
              </a:solidFill>
              <a:ln w="12700" cap="rnd" cmpd="sng">
                <a:solidFill>
                  <a:srgbClr val="FFC17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4" name="未知">
                <a:extLst>
                  <a:ext uri="{FF2B5EF4-FFF2-40B4-BE49-F238E27FC236}">
                    <a16:creationId xmlns:a16="http://schemas.microsoft.com/office/drawing/2014/main" id="{EF10E510-CA61-4B11-8103-35EAEA69E290}"/>
                  </a:ext>
                </a:extLst>
              </p:cNvPr>
              <p:cNvSpPr>
                <a:spLocks/>
              </p:cNvSpPr>
              <p:nvPr/>
            </p:nvSpPr>
            <p:spPr bwMode="auto">
              <a:xfrm>
                <a:off x="1081" y="61"/>
                <a:ext cx="156" cy="122"/>
              </a:xfrm>
              <a:custGeom>
                <a:avLst/>
                <a:gdLst>
                  <a:gd name="T0" fmla="*/ 7 w 156"/>
                  <a:gd name="T1" fmla="*/ 0 h 122"/>
                  <a:gd name="T2" fmla="*/ 0 w 156"/>
                  <a:gd name="T3" fmla="*/ 43 h 122"/>
                  <a:gd name="T4" fmla="*/ 16 w 156"/>
                  <a:gd name="T5" fmla="*/ 78 h 122"/>
                  <a:gd name="T6" fmla="*/ 155 w 156"/>
                  <a:gd name="T7" fmla="*/ 121 h 122"/>
                  <a:gd name="T8" fmla="*/ 133 w 156"/>
                  <a:gd name="T9" fmla="*/ 49 h 122"/>
                  <a:gd name="T10" fmla="*/ 96 w 156"/>
                  <a:gd name="T11" fmla="*/ 20 h 122"/>
                  <a:gd name="T12" fmla="*/ 7 w 156"/>
                  <a:gd name="T13" fmla="*/ 0 h 1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6" h="122">
                    <a:moveTo>
                      <a:pt x="7" y="0"/>
                    </a:moveTo>
                    <a:lnTo>
                      <a:pt x="0" y="43"/>
                    </a:lnTo>
                    <a:lnTo>
                      <a:pt x="16" y="78"/>
                    </a:lnTo>
                    <a:lnTo>
                      <a:pt x="155" y="121"/>
                    </a:lnTo>
                    <a:lnTo>
                      <a:pt x="133" y="49"/>
                    </a:lnTo>
                    <a:lnTo>
                      <a:pt x="96" y="20"/>
                    </a:lnTo>
                    <a:lnTo>
                      <a:pt x="7" y="0"/>
                    </a:lnTo>
                  </a:path>
                </a:pathLst>
              </a:custGeom>
              <a:solidFill>
                <a:srgbClr val="601E00"/>
              </a:solidFill>
              <a:ln w="12700" cap="rnd" cmpd="sng">
                <a:solidFill>
                  <a:srgbClr val="601E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5" name="未知">
                <a:extLst>
                  <a:ext uri="{FF2B5EF4-FFF2-40B4-BE49-F238E27FC236}">
                    <a16:creationId xmlns:a16="http://schemas.microsoft.com/office/drawing/2014/main" id="{C08C668F-37E9-444D-88E3-72320CA2209A}"/>
                  </a:ext>
                </a:extLst>
              </p:cNvPr>
              <p:cNvSpPr>
                <a:spLocks/>
              </p:cNvSpPr>
              <p:nvPr/>
            </p:nvSpPr>
            <p:spPr bwMode="auto">
              <a:xfrm>
                <a:off x="630" y="5"/>
                <a:ext cx="454" cy="80"/>
              </a:xfrm>
              <a:custGeom>
                <a:avLst/>
                <a:gdLst>
                  <a:gd name="T0" fmla="*/ 0 w 454"/>
                  <a:gd name="T1" fmla="*/ 79 h 80"/>
                  <a:gd name="T2" fmla="*/ 70 w 454"/>
                  <a:gd name="T3" fmla="*/ 13 h 80"/>
                  <a:gd name="T4" fmla="*/ 146 w 454"/>
                  <a:gd name="T5" fmla="*/ 0 h 80"/>
                  <a:gd name="T6" fmla="*/ 325 w 454"/>
                  <a:gd name="T7" fmla="*/ 0 h 80"/>
                  <a:gd name="T8" fmla="*/ 408 w 454"/>
                  <a:gd name="T9" fmla="*/ 10 h 80"/>
                  <a:gd name="T10" fmla="*/ 453 w 454"/>
                  <a:gd name="T11" fmla="*/ 35 h 80"/>
                  <a:gd name="T12" fmla="*/ 101 w 454"/>
                  <a:gd name="T13" fmla="*/ 79 h 80"/>
                  <a:gd name="T14" fmla="*/ 0 w 454"/>
                  <a:gd name="T15" fmla="*/ 79 h 8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54" h="80">
                    <a:moveTo>
                      <a:pt x="0" y="79"/>
                    </a:moveTo>
                    <a:lnTo>
                      <a:pt x="70" y="13"/>
                    </a:lnTo>
                    <a:lnTo>
                      <a:pt x="146" y="0"/>
                    </a:lnTo>
                    <a:lnTo>
                      <a:pt x="325" y="0"/>
                    </a:lnTo>
                    <a:lnTo>
                      <a:pt x="408" y="10"/>
                    </a:lnTo>
                    <a:lnTo>
                      <a:pt x="453" y="35"/>
                    </a:lnTo>
                    <a:lnTo>
                      <a:pt x="101" y="79"/>
                    </a:lnTo>
                    <a:lnTo>
                      <a:pt x="0" y="79"/>
                    </a:lnTo>
                  </a:path>
                </a:pathLst>
              </a:custGeom>
              <a:solidFill>
                <a:srgbClr val="601E00"/>
              </a:solidFill>
              <a:ln w="12700" cap="rnd" cmpd="sng">
                <a:solidFill>
                  <a:srgbClr val="601E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6" name="未知">
                <a:extLst>
                  <a:ext uri="{FF2B5EF4-FFF2-40B4-BE49-F238E27FC236}">
                    <a16:creationId xmlns:a16="http://schemas.microsoft.com/office/drawing/2014/main" id="{A5E2B04C-5FEA-4C87-9FA2-B155A5A7728F}"/>
                  </a:ext>
                </a:extLst>
              </p:cNvPr>
              <p:cNvSpPr>
                <a:spLocks/>
              </p:cNvSpPr>
              <p:nvPr/>
            </p:nvSpPr>
            <p:spPr bwMode="auto">
              <a:xfrm>
                <a:off x="831" y="372"/>
                <a:ext cx="253" cy="57"/>
              </a:xfrm>
              <a:custGeom>
                <a:avLst/>
                <a:gdLst>
                  <a:gd name="T0" fmla="*/ 0 w 253"/>
                  <a:gd name="T1" fmla="*/ 2 h 57"/>
                  <a:gd name="T2" fmla="*/ 23 w 253"/>
                  <a:gd name="T3" fmla="*/ 22 h 57"/>
                  <a:gd name="T4" fmla="*/ 49 w 253"/>
                  <a:gd name="T5" fmla="*/ 49 h 57"/>
                  <a:gd name="T6" fmla="*/ 85 w 253"/>
                  <a:gd name="T7" fmla="*/ 56 h 57"/>
                  <a:gd name="T8" fmla="*/ 173 w 253"/>
                  <a:gd name="T9" fmla="*/ 56 h 57"/>
                  <a:gd name="T10" fmla="*/ 189 w 253"/>
                  <a:gd name="T11" fmla="*/ 49 h 57"/>
                  <a:gd name="T12" fmla="*/ 252 w 253"/>
                  <a:gd name="T13" fmla="*/ 0 h 57"/>
                  <a:gd name="T14" fmla="*/ 119 w 253"/>
                  <a:gd name="T15" fmla="*/ 17 h 57"/>
                  <a:gd name="T16" fmla="*/ 58 w 253"/>
                  <a:gd name="T17" fmla="*/ 17 h 57"/>
                  <a:gd name="T18" fmla="*/ 23 w 253"/>
                  <a:gd name="T19" fmla="*/ 8 h 57"/>
                  <a:gd name="T20" fmla="*/ 0 w 253"/>
                  <a:gd name="T21" fmla="*/ 2 h 5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3" h="57">
                    <a:moveTo>
                      <a:pt x="0" y="2"/>
                    </a:moveTo>
                    <a:lnTo>
                      <a:pt x="23" y="22"/>
                    </a:lnTo>
                    <a:lnTo>
                      <a:pt x="49" y="49"/>
                    </a:lnTo>
                    <a:lnTo>
                      <a:pt x="85" y="56"/>
                    </a:lnTo>
                    <a:lnTo>
                      <a:pt x="173" y="56"/>
                    </a:lnTo>
                    <a:lnTo>
                      <a:pt x="189" y="49"/>
                    </a:lnTo>
                    <a:lnTo>
                      <a:pt x="252" y="0"/>
                    </a:lnTo>
                    <a:lnTo>
                      <a:pt x="119" y="17"/>
                    </a:lnTo>
                    <a:lnTo>
                      <a:pt x="58" y="17"/>
                    </a:lnTo>
                    <a:lnTo>
                      <a:pt x="23" y="8"/>
                    </a:lnTo>
                    <a:lnTo>
                      <a:pt x="0" y="2"/>
                    </a:lnTo>
                  </a:path>
                </a:pathLst>
              </a:custGeom>
              <a:solidFill>
                <a:srgbClr val="FFFFFF"/>
              </a:solidFill>
              <a:ln w="12700" cap="rnd" cmpd="sng">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7" name="未知">
                <a:extLst>
                  <a:ext uri="{FF2B5EF4-FFF2-40B4-BE49-F238E27FC236}">
                    <a16:creationId xmlns:a16="http://schemas.microsoft.com/office/drawing/2014/main" id="{5C8F5C31-88B4-4803-B191-8A692F3B33EB}"/>
                  </a:ext>
                </a:extLst>
              </p:cNvPr>
              <p:cNvSpPr>
                <a:spLocks/>
              </p:cNvSpPr>
              <p:nvPr/>
            </p:nvSpPr>
            <p:spPr bwMode="auto">
              <a:xfrm>
                <a:off x="498" y="0"/>
                <a:ext cx="744" cy="276"/>
              </a:xfrm>
              <a:custGeom>
                <a:avLst/>
                <a:gdLst>
                  <a:gd name="T0" fmla="*/ 131 w 744"/>
                  <a:gd name="T1" fmla="*/ 92 h 276"/>
                  <a:gd name="T2" fmla="*/ 252 w 744"/>
                  <a:gd name="T3" fmla="*/ 95 h 276"/>
                  <a:gd name="T4" fmla="*/ 392 w 744"/>
                  <a:gd name="T5" fmla="*/ 89 h 276"/>
                  <a:gd name="T6" fmla="*/ 498 w 744"/>
                  <a:gd name="T7" fmla="*/ 78 h 276"/>
                  <a:gd name="T8" fmla="*/ 572 w 744"/>
                  <a:gd name="T9" fmla="*/ 63 h 276"/>
                  <a:gd name="T10" fmla="*/ 565 w 744"/>
                  <a:gd name="T11" fmla="*/ 98 h 276"/>
                  <a:gd name="T12" fmla="*/ 576 w 744"/>
                  <a:gd name="T13" fmla="*/ 128 h 276"/>
                  <a:gd name="T14" fmla="*/ 608 w 744"/>
                  <a:gd name="T15" fmla="*/ 148 h 276"/>
                  <a:gd name="T16" fmla="*/ 662 w 744"/>
                  <a:gd name="T17" fmla="*/ 162 h 276"/>
                  <a:gd name="T18" fmla="*/ 702 w 744"/>
                  <a:gd name="T19" fmla="*/ 188 h 276"/>
                  <a:gd name="T20" fmla="*/ 716 w 744"/>
                  <a:gd name="T21" fmla="*/ 232 h 276"/>
                  <a:gd name="T22" fmla="*/ 743 w 744"/>
                  <a:gd name="T23" fmla="*/ 232 h 276"/>
                  <a:gd name="T24" fmla="*/ 736 w 744"/>
                  <a:gd name="T25" fmla="*/ 208 h 276"/>
                  <a:gd name="T26" fmla="*/ 729 w 744"/>
                  <a:gd name="T27" fmla="*/ 162 h 276"/>
                  <a:gd name="T28" fmla="*/ 707 w 744"/>
                  <a:gd name="T29" fmla="*/ 112 h 276"/>
                  <a:gd name="T30" fmla="*/ 716 w 744"/>
                  <a:gd name="T31" fmla="*/ 167 h 276"/>
                  <a:gd name="T32" fmla="*/ 644 w 744"/>
                  <a:gd name="T33" fmla="*/ 147 h 276"/>
                  <a:gd name="T34" fmla="*/ 599 w 744"/>
                  <a:gd name="T35" fmla="*/ 127 h 276"/>
                  <a:gd name="T36" fmla="*/ 585 w 744"/>
                  <a:gd name="T37" fmla="*/ 107 h 276"/>
                  <a:gd name="T38" fmla="*/ 579 w 744"/>
                  <a:gd name="T39" fmla="*/ 88 h 276"/>
                  <a:gd name="T40" fmla="*/ 624 w 744"/>
                  <a:gd name="T41" fmla="*/ 112 h 276"/>
                  <a:gd name="T42" fmla="*/ 579 w 744"/>
                  <a:gd name="T43" fmla="*/ 68 h 276"/>
                  <a:gd name="T44" fmla="*/ 613 w 744"/>
                  <a:gd name="T45" fmla="*/ 72 h 276"/>
                  <a:gd name="T46" fmla="*/ 673 w 744"/>
                  <a:gd name="T47" fmla="*/ 84 h 276"/>
                  <a:gd name="T48" fmla="*/ 702 w 744"/>
                  <a:gd name="T49" fmla="*/ 102 h 276"/>
                  <a:gd name="T50" fmla="*/ 673 w 744"/>
                  <a:gd name="T51" fmla="*/ 75 h 276"/>
                  <a:gd name="T52" fmla="*/ 594 w 744"/>
                  <a:gd name="T53" fmla="*/ 41 h 276"/>
                  <a:gd name="T54" fmla="*/ 549 w 744"/>
                  <a:gd name="T55" fmla="*/ 13 h 276"/>
                  <a:gd name="T56" fmla="*/ 446 w 744"/>
                  <a:gd name="T57" fmla="*/ 0 h 276"/>
                  <a:gd name="T58" fmla="*/ 335 w 744"/>
                  <a:gd name="T59" fmla="*/ 3 h 276"/>
                  <a:gd name="T60" fmla="*/ 419 w 744"/>
                  <a:gd name="T61" fmla="*/ 4 h 276"/>
                  <a:gd name="T62" fmla="*/ 507 w 744"/>
                  <a:gd name="T63" fmla="*/ 13 h 276"/>
                  <a:gd name="T64" fmla="*/ 552 w 744"/>
                  <a:gd name="T65" fmla="*/ 27 h 276"/>
                  <a:gd name="T66" fmla="*/ 461 w 744"/>
                  <a:gd name="T67" fmla="*/ 23 h 276"/>
                  <a:gd name="T68" fmla="*/ 353 w 744"/>
                  <a:gd name="T69" fmla="*/ 33 h 276"/>
                  <a:gd name="T70" fmla="*/ 255 w 744"/>
                  <a:gd name="T71" fmla="*/ 53 h 276"/>
                  <a:gd name="T72" fmla="*/ 270 w 744"/>
                  <a:gd name="T73" fmla="*/ 33 h 276"/>
                  <a:gd name="T74" fmla="*/ 219 w 744"/>
                  <a:gd name="T75" fmla="*/ 43 h 276"/>
                  <a:gd name="T76" fmla="*/ 178 w 744"/>
                  <a:gd name="T77" fmla="*/ 65 h 276"/>
                  <a:gd name="T78" fmla="*/ 184 w 744"/>
                  <a:gd name="T79" fmla="*/ 43 h 276"/>
                  <a:gd name="T80" fmla="*/ 203 w 744"/>
                  <a:gd name="T81" fmla="*/ 18 h 276"/>
                  <a:gd name="T82" fmla="*/ 270 w 744"/>
                  <a:gd name="T83" fmla="*/ 3 h 276"/>
                  <a:gd name="T84" fmla="*/ 184 w 744"/>
                  <a:gd name="T85" fmla="*/ 18 h 276"/>
                  <a:gd name="T86" fmla="*/ 131 w 744"/>
                  <a:gd name="T87" fmla="*/ 52 h 276"/>
                  <a:gd name="T88" fmla="*/ 104 w 744"/>
                  <a:gd name="T89" fmla="*/ 89 h 276"/>
                  <a:gd name="T90" fmla="*/ 22 w 744"/>
                  <a:gd name="T91" fmla="*/ 124 h 276"/>
                  <a:gd name="T92" fmla="*/ 0 w 744"/>
                  <a:gd name="T93" fmla="*/ 155 h 276"/>
                  <a:gd name="T94" fmla="*/ 2 w 744"/>
                  <a:gd name="T95" fmla="*/ 198 h 276"/>
                  <a:gd name="T96" fmla="*/ 32 w 744"/>
                  <a:gd name="T97" fmla="*/ 226 h 276"/>
                  <a:gd name="T98" fmla="*/ 77 w 744"/>
                  <a:gd name="T99" fmla="*/ 237 h 276"/>
                  <a:gd name="T100" fmla="*/ 117 w 744"/>
                  <a:gd name="T101" fmla="*/ 275 h 276"/>
                  <a:gd name="T102" fmla="*/ 117 w 744"/>
                  <a:gd name="T103" fmla="*/ 256 h 276"/>
                  <a:gd name="T104" fmla="*/ 108 w 744"/>
                  <a:gd name="T105" fmla="*/ 209 h 276"/>
                  <a:gd name="T106" fmla="*/ 101 w 744"/>
                  <a:gd name="T107" fmla="*/ 112 h 276"/>
                  <a:gd name="T108" fmla="*/ 117 w 744"/>
                  <a:gd name="T109" fmla="*/ 94 h 276"/>
                  <a:gd name="T110" fmla="*/ 131 w 744"/>
                  <a:gd name="T111" fmla="*/ 92 h 27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44" h="276">
                    <a:moveTo>
                      <a:pt x="131" y="92"/>
                    </a:moveTo>
                    <a:lnTo>
                      <a:pt x="252" y="95"/>
                    </a:lnTo>
                    <a:lnTo>
                      <a:pt x="392" y="89"/>
                    </a:lnTo>
                    <a:lnTo>
                      <a:pt x="498" y="78"/>
                    </a:lnTo>
                    <a:lnTo>
                      <a:pt x="572" y="63"/>
                    </a:lnTo>
                    <a:lnTo>
                      <a:pt x="565" y="98"/>
                    </a:lnTo>
                    <a:lnTo>
                      <a:pt x="576" y="128"/>
                    </a:lnTo>
                    <a:lnTo>
                      <a:pt x="608" y="148"/>
                    </a:lnTo>
                    <a:lnTo>
                      <a:pt x="662" y="162"/>
                    </a:lnTo>
                    <a:lnTo>
                      <a:pt x="702" y="188"/>
                    </a:lnTo>
                    <a:lnTo>
                      <a:pt x="716" y="232"/>
                    </a:lnTo>
                    <a:lnTo>
                      <a:pt x="743" y="232"/>
                    </a:lnTo>
                    <a:lnTo>
                      <a:pt x="736" y="208"/>
                    </a:lnTo>
                    <a:lnTo>
                      <a:pt x="729" y="162"/>
                    </a:lnTo>
                    <a:lnTo>
                      <a:pt x="707" y="112"/>
                    </a:lnTo>
                    <a:lnTo>
                      <a:pt x="716" y="167"/>
                    </a:lnTo>
                    <a:lnTo>
                      <a:pt x="644" y="147"/>
                    </a:lnTo>
                    <a:lnTo>
                      <a:pt x="599" y="127"/>
                    </a:lnTo>
                    <a:lnTo>
                      <a:pt x="585" y="107"/>
                    </a:lnTo>
                    <a:lnTo>
                      <a:pt x="579" y="88"/>
                    </a:lnTo>
                    <a:lnTo>
                      <a:pt x="624" y="112"/>
                    </a:lnTo>
                    <a:lnTo>
                      <a:pt x="579" y="68"/>
                    </a:lnTo>
                    <a:lnTo>
                      <a:pt x="613" y="72"/>
                    </a:lnTo>
                    <a:lnTo>
                      <a:pt x="673" y="84"/>
                    </a:lnTo>
                    <a:lnTo>
                      <a:pt x="702" y="102"/>
                    </a:lnTo>
                    <a:lnTo>
                      <a:pt x="673" y="75"/>
                    </a:lnTo>
                    <a:lnTo>
                      <a:pt x="594" y="41"/>
                    </a:lnTo>
                    <a:lnTo>
                      <a:pt x="549" y="13"/>
                    </a:lnTo>
                    <a:lnTo>
                      <a:pt x="446" y="0"/>
                    </a:lnTo>
                    <a:lnTo>
                      <a:pt x="335" y="3"/>
                    </a:lnTo>
                    <a:lnTo>
                      <a:pt x="419" y="4"/>
                    </a:lnTo>
                    <a:lnTo>
                      <a:pt x="507" y="13"/>
                    </a:lnTo>
                    <a:lnTo>
                      <a:pt x="552" y="27"/>
                    </a:lnTo>
                    <a:lnTo>
                      <a:pt x="461" y="23"/>
                    </a:lnTo>
                    <a:lnTo>
                      <a:pt x="353" y="33"/>
                    </a:lnTo>
                    <a:lnTo>
                      <a:pt x="255" y="53"/>
                    </a:lnTo>
                    <a:lnTo>
                      <a:pt x="270" y="33"/>
                    </a:lnTo>
                    <a:lnTo>
                      <a:pt x="219" y="43"/>
                    </a:lnTo>
                    <a:lnTo>
                      <a:pt x="178" y="65"/>
                    </a:lnTo>
                    <a:lnTo>
                      <a:pt x="184" y="43"/>
                    </a:lnTo>
                    <a:lnTo>
                      <a:pt x="203" y="18"/>
                    </a:lnTo>
                    <a:lnTo>
                      <a:pt x="270" y="3"/>
                    </a:lnTo>
                    <a:lnTo>
                      <a:pt x="184" y="18"/>
                    </a:lnTo>
                    <a:lnTo>
                      <a:pt x="131" y="52"/>
                    </a:lnTo>
                    <a:lnTo>
                      <a:pt x="104" y="89"/>
                    </a:lnTo>
                    <a:lnTo>
                      <a:pt x="22" y="124"/>
                    </a:lnTo>
                    <a:lnTo>
                      <a:pt x="0" y="155"/>
                    </a:lnTo>
                    <a:lnTo>
                      <a:pt x="2" y="198"/>
                    </a:lnTo>
                    <a:lnTo>
                      <a:pt x="32" y="226"/>
                    </a:lnTo>
                    <a:lnTo>
                      <a:pt x="77" y="237"/>
                    </a:lnTo>
                    <a:lnTo>
                      <a:pt x="117" y="275"/>
                    </a:lnTo>
                    <a:lnTo>
                      <a:pt x="117" y="256"/>
                    </a:lnTo>
                    <a:lnTo>
                      <a:pt x="108" y="209"/>
                    </a:lnTo>
                    <a:lnTo>
                      <a:pt x="101" y="112"/>
                    </a:lnTo>
                    <a:lnTo>
                      <a:pt x="117" y="94"/>
                    </a:lnTo>
                    <a:lnTo>
                      <a:pt x="131" y="9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8" name="未知">
                <a:extLst>
                  <a:ext uri="{FF2B5EF4-FFF2-40B4-BE49-F238E27FC236}">
                    <a16:creationId xmlns:a16="http://schemas.microsoft.com/office/drawing/2014/main" id="{7D2CFDA9-A001-4FB0-BC5A-F45C4E0B9495}"/>
                  </a:ext>
                </a:extLst>
              </p:cNvPr>
              <p:cNvSpPr>
                <a:spLocks/>
              </p:cNvSpPr>
              <p:nvPr/>
            </p:nvSpPr>
            <p:spPr bwMode="auto">
              <a:xfrm>
                <a:off x="720" y="141"/>
                <a:ext cx="125" cy="42"/>
              </a:xfrm>
              <a:custGeom>
                <a:avLst/>
                <a:gdLst>
                  <a:gd name="T0" fmla="*/ 15 w 125"/>
                  <a:gd name="T1" fmla="*/ 41 h 42"/>
                  <a:gd name="T2" fmla="*/ 73 w 125"/>
                  <a:gd name="T3" fmla="*/ 32 h 42"/>
                  <a:gd name="T4" fmla="*/ 119 w 125"/>
                  <a:gd name="T5" fmla="*/ 21 h 42"/>
                  <a:gd name="T6" fmla="*/ 124 w 125"/>
                  <a:gd name="T7" fmla="*/ 6 h 42"/>
                  <a:gd name="T8" fmla="*/ 106 w 125"/>
                  <a:gd name="T9" fmla="*/ 0 h 42"/>
                  <a:gd name="T10" fmla="*/ 84 w 125"/>
                  <a:gd name="T11" fmla="*/ 3 h 42"/>
                  <a:gd name="T12" fmla="*/ 55 w 125"/>
                  <a:gd name="T13" fmla="*/ 21 h 42"/>
                  <a:gd name="T14" fmla="*/ 4 w 125"/>
                  <a:gd name="T15" fmla="*/ 32 h 42"/>
                  <a:gd name="T16" fmla="*/ 0 w 125"/>
                  <a:gd name="T17" fmla="*/ 41 h 42"/>
                  <a:gd name="T18" fmla="*/ 15 w 125"/>
                  <a:gd name="T19" fmla="*/ 41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5" h="42">
                    <a:moveTo>
                      <a:pt x="15" y="41"/>
                    </a:moveTo>
                    <a:lnTo>
                      <a:pt x="73" y="32"/>
                    </a:lnTo>
                    <a:lnTo>
                      <a:pt x="119" y="21"/>
                    </a:lnTo>
                    <a:lnTo>
                      <a:pt x="124" y="6"/>
                    </a:lnTo>
                    <a:lnTo>
                      <a:pt x="106" y="0"/>
                    </a:lnTo>
                    <a:lnTo>
                      <a:pt x="84" y="3"/>
                    </a:lnTo>
                    <a:lnTo>
                      <a:pt x="55" y="21"/>
                    </a:lnTo>
                    <a:lnTo>
                      <a:pt x="4" y="32"/>
                    </a:lnTo>
                    <a:lnTo>
                      <a:pt x="0" y="41"/>
                    </a:lnTo>
                    <a:lnTo>
                      <a:pt x="15" y="41"/>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9" name="未知">
                <a:extLst>
                  <a:ext uri="{FF2B5EF4-FFF2-40B4-BE49-F238E27FC236}">
                    <a16:creationId xmlns:a16="http://schemas.microsoft.com/office/drawing/2014/main" id="{EE74B4C1-3C59-4B76-85DC-5E3B30729E25}"/>
                  </a:ext>
                </a:extLst>
              </p:cNvPr>
              <p:cNvSpPr>
                <a:spLocks/>
              </p:cNvSpPr>
              <p:nvPr/>
            </p:nvSpPr>
            <p:spPr bwMode="auto">
              <a:xfrm>
                <a:off x="885" y="132"/>
                <a:ext cx="119" cy="39"/>
              </a:xfrm>
              <a:custGeom>
                <a:avLst/>
                <a:gdLst>
                  <a:gd name="T0" fmla="*/ 20 w 119"/>
                  <a:gd name="T1" fmla="*/ 0 h 39"/>
                  <a:gd name="T2" fmla="*/ 0 w 119"/>
                  <a:gd name="T3" fmla="*/ 3 h 39"/>
                  <a:gd name="T4" fmla="*/ 0 w 119"/>
                  <a:gd name="T5" fmla="*/ 16 h 39"/>
                  <a:gd name="T6" fmla="*/ 30 w 119"/>
                  <a:gd name="T7" fmla="*/ 24 h 39"/>
                  <a:gd name="T8" fmla="*/ 77 w 119"/>
                  <a:gd name="T9" fmla="*/ 30 h 39"/>
                  <a:gd name="T10" fmla="*/ 107 w 119"/>
                  <a:gd name="T11" fmla="*/ 38 h 39"/>
                  <a:gd name="T12" fmla="*/ 118 w 119"/>
                  <a:gd name="T13" fmla="*/ 32 h 39"/>
                  <a:gd name="T14" fmla="*/ 113 w 119"/>
                  <a:gd name="T15" fmla="*/ 26 h 39"/>
                  <a:gd name="T16" fmla="*/ 89 w 119"/>
                  <a:gd name="T17" fmla="*/ 12 h 39"/>
                  <a:gd name="T18" fmla="*/ 52 w 119"/>
                  <a:gd name="T19" fmla="*/ 9 h 39"/>
                  <a:gd name="T20" fmla="*/ 36 w 119"/>
                  <a:gd name="T21" fmla="*/ 4 h 39"/>
                  <a:gd name="T22" fmla="*/ 20 w 119"/>
                  <a:gd name="T23" fmla="*/ 0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19" h="39">
                    <a:moveTo>
                      <a:pt x="20" y="0"/>
                    </a:moveTo>
                    <a:lnTo>
                      <a:pt x="0" y="3"/>
                    </a:lnTo>
                    <a:lnTo>
                      <a:pt x="0" y="16"/>
                    </a:lnTo>
                    <a:lnTo>
                      <a:pt x="30" y="24"/>
                    </a:lnTo>
                    <a:lnTo>
                      <a:pt x="77" y="30"/>
                    </a:lnTo>
                    <a:lnTo>
                      <a:pt x="107" y="38"/>
                    </a:lnTo>
                    <a:lnTo>
                      <a:pt x="118" y="32"/>
                    </a:lnTo>
                    <a:lnTo>
                      <a:pt x="113" y="26"/>
                    </a:lnTo>
                    <a:lnTo>
                      <a:pt x="89" y="12"/>
                    </a:lnTo>
                    <a:lnTo>
                      <a:pt x="52" y="9"/>
                    </a:lnTo>
                    <a:lnTo>
                      <a:pt x="36" y="4"/>
                    </a:lnTo>
                    <a:lnTo>
                      <a:pt x="20" y="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 name="未知">
                <a:extLst>
                  <a:ext uri="{FF2B5EF4-FFF2-40B4-BE49-F238E27FC236}">
                    <a16:creationId xmlns:a16="http://schemas.microsoft.com/office/drawing/2014/main" id="{2F53FC05-5144-422D-8736-C0FDEC92EBD1}"/>
                  </a:ext>
                </a:extLst>
              </p:cNvPr>
              <p:cNvSpPr>
                <a:spLocks/>
              </p:cNvSpPr>
              <p:nvPr/>
            </p:nvSpPr>
            <p:spPr bwMode="auto">
              <a:xfrm>
                <a:off x="805" y="191"/>
                <a:ext cx="28" cy="16"/>
              </a:xfrm>
              <a:custGeom>
                <a:avLst/>
                <a:gdLst>
                  <a:gd name="T0" fmla="*/ 27 w 28"/>
                  <a:gd name="T1" fmla="*/ 4 h 16"/>
                  <a:gd name="T2" fmla="*/ 13 w 28"/>
                  <a:gd name="T3" fmla="*/ 0 h 16"/>
                  <a:gd name="T4" fmla="*/ 0 w 28"/>
                  <a:gd name="T5" fmla="*/ 8 h 16"/>
                  <a:gd name="T6" fmla="*/ 11 w 28"/>
                  <a:gd name="T7" fmla="*/ 15 h 16"/>
                  <a:gd name="T8" fmla="*/ 25 w 28"/>
                  <a:gd name="T9" fmla="*/ 15 h 16"/>
                  <a:gd name="T10" fmla="*/ 27 w 28"/>
                  <a:gd name="T11" fmla="*/ 4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 h="16">
                    <a:moveTo>
                      <a:pt x="27" y="4"/>
                    </a:moveTo>
                    <a:lnTo>
                      <a:pt x="13" y="0"/>
                    </a:lnTo>
                    <a:lnTo>
                      <a:pt x="0" y="8"/>
                    </a:lnTo>
                    <a:lnTo>
                      <a:pt x="11" y="15"/>
                    </a:lnTo>
                    <a:lnTo>
                      <a:pt x="25" y="15"/>
                    </a:lnTo>
                    <a:lnTo>
                      <a:pt x="27" y="4"/>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1" name="未知">
                <a:extLst>
                  <a:ext uri="{FF2B5EF4-FFF2-40B4-BE49-F238E27FC236}">
                    <a16:creationId xmlns:a16="http://schemas.microsoft.com/office/drawing/2014/main" id="{657B1503-D510-49E8-9865-A9409401D9F4}"/>
                  </a:ext>
                </a:extLst>
              </p:cNvPr>
              <p:cNvSpPr>
                <a:spLocks/>
              </p:cNvSpPr>
              <p:nvPr/>
            </p:nvSpPr>
            <p:spPr bwMode="auto">
              <a:xfrm>
                <a:off x="907" y="186"/>
                <a:ext cx="26" cy="13"/>
              </a:xfrm>
              <a:custGeom>
                <a:avLst/>
                <a:gdLst>
                  <a:gd name="T0" fmla="*/ 13 w 26"/>
                  <a:gd name="T1" fmla="*/ 0 h 13"/>
                  <a:gd name="T2" fmla="*/ 0 w 26"/>
                  <a:gd name="T3" fmla="*/ 7 h 13"/>
                  <a:gd name="T4" fmla="*/ 9 w 26"/>
                  <a:gd name="T5" fmla="*/ 12 h 13"/>
                  <a:gd name="T6" fmla="*/ 25 w 26"/>
                  <a:gd name="T7" fmla="*/ 12 h 13"/>
                  <a:gd name="T8" fmla="*/ 25 w 26"/>
                  <a:gd name="T9" fmla="*/ 2 h 13"/>
                  <a:gd name="T10" fmla="*/ 13 w 26"/>
                  <a:gd name="T11" fmla="*/ 0 h 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3">
                    <a:moveTo>
                      <a:pt x="13" y="0"/>
                    </a:moveTo>
                    <a:lnTo>
                      <a:pt x="0" y="7"/>
                    </a:lnTo>
                    <a:lnTo>
                      <a:pt x="9" y="12"/>
                    </a:lnTo>
                    <a:lnTo>
                      <a:pt x="25" y="12"/>
                    </a:lnTo>
                    <a:lnTo>
                      <a:pt x="25" y="2"/>
                    </a:lnTo>
                    <a:lnTo>
                      <a:pt x="13" y="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2" name="未知">
                <a:extLst>
                  <a:ext uri="{FF2B5EF4-FFF2-40B4-BE49-F238E27FC236}">
                    <a16:creationId xmlns:a16="http://schemas.microsoft.com/office/drawing/2014/main" id="{ABB2CF70-48C4-4BD5-8D45-B41F17CEFC19}"/>
                  </a:ext>
                </a:extLst>
              </p:cNvPr>
              <p:cNvSpPr>
                <a:spLocks/>
              </p:cNvSpPr>
              <p:nvPr/>
            </p:nvSpPr>
            <p:spPr bwMode="auto">
              <a:xfrm>
                <a:off x="832" y="216"/>
                <a:ext cx="166" cy="147"/>
              </a:xfrm>
              <a:custGeom>
                <a:avLst/>
                <a:gdLst>
                  <a:gd name="T0" fmla="*/ 22 w 166"/>
                  <a:gd name="T1" fmla="*/ 3 h 147"/>
                  <a:gd name="T2" fmla="*/ 5 w 166"/>
                  <a:gd name="T3" fmla="*/ 49 h 147"/>
                  <a:gd name="T4" fmla="*/ 0 w 166"/>
                  <a:gd name="T5" fmla="*/ 92 h 147"/>
                  <a:gd name="T6" fmla="*/ 18 w 166"/>
                  <a:gd name="T7" fmla="*/ 120 h 147"/>
                  <a:gd name="T8" fmla="*/ 48 w 166"/>
                  <a:gd name="T9" fmla="*/ 140 h 147"/>
                  <a:gd name="T10" fmla="*/ 95 w 166"/>
                  <a:gd name="T11" fmla="*/ 146 h 147"/>
                  <a:gd name="T12" fmla="*/ 145 w 166"/>
                  <a:gd name="T13" fmla="*/ 136 h 147"/>
                  <a:gd name="T14" fmla="*/ 163 w 166"/>
                  <a:gd name="T15" fmla="*/ 113 h 147"/>
                  <a:gd name="T16" fmla="*/ 165 w 166"/>
                  <a:gd name="T17" fmla="*/ 84 h 147"/>
                  <a:gd name="T18" fmla="*/ 151 w 166"/>
                  <a:gd name="T19" fmla="*/ 55 h 147"/>
                  <a:gd name="T20" fmla="*/ 83 w 166"/>
                  <a:gd name="T21" fmla="*/ 0 h 147"/>
                  <a:gd name="T22" fmla="*/ 140 w 166"/>
                  <a:gd name="T23" fmla="*/ 53 h 147"/>
                  <a:gd name="T24" fmla="*/ 152 w 166"/>
                  <a:gd name="T25" fmla="*/ 92 h 147"/>
                  <a:gd name="T26" fmla="*/ 151 w 166"/>
                  <a:gd name="T27" fmla="*/ 113 h 147"/>
                  <a:gd name="T28" fmla="*/ 133 w 166"/>
                  <a:gd name="T29" fmla="*/ 132 h 147"/>
                  <a:gd name="T30" fmla="*/ 95 w 166"/>
                  <a:gd name="T31" fmla="*/ 136 h 147"/>
                  <a:gd name="T32" fmla="*/ 52 w 166"/>
                  <a:gd name="T33" fmla="*/ 132 h 147"/>
                  <a:gd name="T34" fmla="*/ 25 w 166"/>
                  <a:gd name="T35" fmla="*/ 113 h 147"/>
                  <a:gd name="T36" fmla="*/ 11 w 166"/>
                  <a:gd name="T37" fmla="*/ 93 h 147"/>
                  <a:gd name="T38" fmla="*/ 11 w 166"/>
                  <a:gd name="T39" fmla="*/ 55 h 147"/>
                  <a:gd name="T40" fmla="*/ 18 w 166"/>
                  <a:gd name="T41" fmla="*/ 26 h 147"/>
                  <a:gd name="T42" fmla="*/ 22 w 166"/>
                  <a:gd name="T43" fmla="*/ 3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6" h="147">
                    <a:moveTo>
                      <a:pt x="22" y="3"/>
                    </a:moveTo>
                    <a:lnTo>
                      <a:pt x="5" y="49"/>
                    </a:lnTo>
                    <a:lnTo>
                      <a:pt x="0" y="92"/>
                    </a:lnTo>
                    <a:lnTo>
                      <a:pt x="18" y="120"/>
                    </a:lnTo>
                    <a:lnTo>
                      <a:pt x="48" y="140"/>
                    </a:lnTo>
                    <a:lnTo>
                      <a:pt x="95" y="146"/>
                    </a:lnTo>
                    <a:lnTo>
                      <a:pt x="145" y="136"/>
                    </a:lnTo>
                    <a:lnTo>
                      <a:pt x="163" y="113"/>
                    </a:lnTo>
                    <a:lnTo>
                      <a:pt x="165" y="84"/>
                    </a:lnTo>
                    <a:lnTo>
                      <a:pt x="151" y="55"/>
                    </a:lnTo>
                    <a:lnTo>
                      <a:pt x="83" y="0"/>
                    </a:lnTo>
                    <a:lnTo>
                      <a:pt x="140" y="53"/>
                    </a:lnTo>
                    <a:lnTo>
                      <a:pt x="152" y="92"/>
                    </a:lnTo>
                    <a:lnTo>
                      <a:pt x="151" y="113"/>
                    </a:lnTo>
                    <a:lnTo>
                      <a:pt x="133" y="132"/>
                    </a:lnTo>
                    <a:lnTo>
                      <a:pt x="95" y="136"/>
                    </a:lnTo>
                    <a:lnTo>
                      <a:pt x="52" y="132"/>
                    </a:lnTo>
                    <a:lnTo>
                      <a:pt x="25" y="113"/>
                    </a:lnTo>
                    <a:lnTo>
                      <a:pt x="11" y="93"/>
                    </a:lnTo>
                    <a:lnTo>
                      <a:pt x="11" y="55"/>
                    </a:lnTo>
                    <a:lnTo>
                      <a:pt x="18" y="26"/>
                    </a:lnTo>
                    <a:lnTo>
                      <a:pt x="22" y="3"/>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3" name="未知">
                <a:extLst>
                  <a:ext uri="{FF2B5EF4-FFF2-40B4-BE49-F238E27FC236}">
                    <a16:creationId xmlns:a16="http://schemas.microsoft.com/office/drawing/2014/main" id="{8DED5118-FFB1-4D2D-9A5D-A607CA8B469E}"/>
                  </a:ext>
                </a:extLst>
              </p:cNvPr>
              <p:cNvSpPr>
                <a:spLocks/>
              </p:cNvSpPr>
              <p:nvPr/>
            </p:nvSpPr>
            <p:spPr bwMode="auto">
              <a:xfrm>
                <a:off x="781" y="349"/>
                <a:ext cx="331" cy="44"/>
              </a:xfrm>
              <a:custGeom>
                <a:avLst/>
                <a:gdLst>
                  <a:gd name="T0" fmla="*/ 0 w 331"/>
                  <a:gd name="T1" fmla="*/ 11 h 44"/>
                  <a:gd name="T2" fmla="*/ 23 w 331"/>
                  <a:gd name="T3" fmla="*/ 0 h 44"/>
                  <a:gd name="T4" fmla="*/ 41 w 331"/>
                  <a:gd name="T5" fmla="*/ 5 h 44"/>
                  <a:gd name="T6" fmla="*/ 27 w 331"/>
                  <a:gd name="T7" fmla="*/ 17 h 44"/>
                  <a:gd name="T8" fmla="*/ 69 w 331"/>
                  <a:gd name="T9" fmla="*/ 27 h 44"/>
                  <a:gd name="T10" fmla="*/ 108 w 331"/>
                  <a:gd name="T11" fmla="*/ 40 h 44"/>
                  <a:gd name="T12" fmla="*/ 151 w 331"/>
                  <a:gd name="T13" fmla="*/ 40 h 44"/>
                  <a:gd name="T14" fmla="*/ 206 w 331"/>
                  <a:gd name="T15" fmla="*/ 31 h 44"/>
                  <a:gd name="T16" fmla="*/ 303 w 331"/>
                  <a:gd name="T17" fmla="*/ 17 h 44"/>
                  <a:gd name="T18" fmla="*/ 303 w 331"/>
                  <a:gd name="T19" fmla="*/ 5 h 44"/>
                  <a:gd name="T20" fmla="*/ 330 w 331"/>
                  <a:gd name="T21" fmla="*/ 7 h 44"/>
                  <a:gd name="T22" fmla="*/ 330 w 331"/>
                  <a:gd name="T23" fmla="*/ 25 h 44"/>
                  <a:gd name="T24" fmla="*/ 310 w 331"/>
                  <a:gd name="T25" fmla="*/ 27 h 44"/>
                  <a:gd name="T26" fmla="*/ 296 w 331"/>
                  <a:gd name="T27" fmla="*/ 23 h 44"/>
                  <a:gd name="T28" fmla="*/ 162 w 331"/>
                  <a:gd name="T29" fmla="*/ 43 h 44"/>
                  <a:gd name="T30" fmla="*/ 105 w 331"/>
                  <a:gd name="T31" fmla="*/ 43 h 44"/>
                  <a:gd name="T32" fmla="*/ 41 w 331"/>
                  <a:gd name="T33" fmla="*/ 25 h 44"/>
                  <a:gd name="T34" fmla="*/ 27 w 331"/>
                  <a:gd name="T35" fmla="*/ 23 h 44"/>
                  <a:gd name="T36" fmla="*/ 13 w 331"/>
                  <a:gd name="T37" fmla="*/ 27 h 44"/>
                  <a:gd name="T38" fmla="*/ 0 w 331"/>
                  <a:gd name="T39" fmla="*/ 23 h 44"/>
                  <a:gd name="T40" fmla="*/ 0 w 331"/>
                  <a:gd name="T41" fmla="*/ 11 h 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31" h="44">
                    <a:moveTo>
                      <a:pt x="0" y="11"/>
                    </a:moveTo>
                    <a:lnTo>
                      <a:pt x="23" y="0"/>
                    </a:lnTo>
                    <a:lnTo>
                      <a:pt x="41" y="5"/>
                    </a:lnTo>
                    <a:lnTo>
                      <a:pt x="27" y="17"/>
                    </a:lnTo>
                    <a:lnTo>
                      <a:pt x="69" y="27"/>
                    </a:lnTo>
                    <a:lnTo>
                      <a:pt x="108" y="40"/>
                    </a:lnTo>
                    <a:lnTo>
                      <a:pt x="151" y="40"/>
                    </a:lnTo>
                    <a:lnTo>
                      <a:pt x="206" y="31"/>
                    </a:lnTo>
                    <a:lnTo>
                      <a:pt x="303" y="17"/>
                    </a:lnTo>
                    <a:lnTo>
                      <a:pt x="303" y="5"/>
                    </a:lnTo>
                    <a:lnTo>
                      <a:pt x="330" y="7"/>
                    </a:lnTo>
                    <a:lnTo>
                      <a:pt x="330" y="25"/>
                    </a:lnTo>
                    <a:lnTo>
                      <a:pt x="310" y="27"/>
                    </a:lnTo>
                    <a:lnTo>
                      <a:pt x="296" y="23"/>
                    </a:lnTo>
                    <a:lnTo>
                      <a:pt x="162" y="43"/>
                    </a:lnTo>
                    <a:lnTo>
                      <a:pt x="105" y="43"/>
                    </a:lnTo>
                    <a:lnTo>
                      <a:pt x="41" y="25"/>
                    </a:lnTo>
                    <a:lnTo>
                      <a:pt x="27" y="23"/>
                    </a:lnTo>
                    <a:lnTo>
                      <a:pt x="13" y="27"/>
                    </a:lnTo>
                    <a:lnTo>
                      <a:pt x="0" y="23"/>
                    </a:lnTo>
                    <a:lnTo>
                      <a:pt x="0" y="11"/>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4" name="未知">
                <a:extLst>
                  <a:ext uri="{FF2B5EF4-FFF2-40B4-BE49-F238E27FC236}">
                    <a16:creationId xmlns:a16="http://schemas.microsoft.com/office/drawing/2014/main" id="{F8C5B6D2-AD70-4E33-90AD-6096AFD800D0}"/>
                  </a:ext>
                </a:extLst>
              </p:cNvPr>
              <p:cNvSpPr>
                <a:spLocks/>
              </p:cNvSpPr>
              <p:nvPr/>
            </p:nvSpPr>
            <p:spPr bwMode="auto">
              <a:xfrm>
                <a:off x="831" y="372"/>
                <a:ext cx="253" cy="60"/>
              </a:xfrm>
              <a:custGeom>
                <a:avLst/>
                <a:gdLst>
                  <a:gd name="T0" fmla="*/ 0 w 253"/>
                  <a:gd name="T1" fmla="*/ 8 h 60"/>
                  <a:gd name="T2" fmla="*/ 16 w 253"/>
                  <a:gd name="T3" fmla="*/ 22 h 60"/>
                  <a:gd name="T4" fmla="*/ 34 w 253"/>
                  <a:gd name="T5" fmla="*/ 49 h 60"/>
                  <a:gd name="T6" fmla="*/ 70 w 253"/>
                  <a:gd name="T7" fmla="*/ 59 h 60"/>
                  <a:gd name="T8" fmla="*/ 157 w 253"/>
                  <a:gd name="T9" fmla="*/ 59 h 60"/>
                  <a:gd name="T10" fmla="*/ 180 w 253"/>
                  <a:gd name="T11" fmla="*/ 53 h 60"/>
                  <a:gd name="T12" fmla="*/ 252 w 253"/>
                  <a:gd name="T13" fmla="*/ 0 h 60"/>
                  <a:gd name="T14" fmla="*/ 232 w 253"/>
                  <a:gd name="T15" fmla="*/ 2 h 60"/>
                  <a:gd name="T16" fmla="*/ 167 w 253"/>
                  <a:gd name="T17" fmla="*/ 49 h 60"/>
                  <a:gd name="T18" fmla="*/ 148 w 253"/>
                  <a:gd name="T19" fmla="*/ 51 h 60"/>
                  <a:gd name="T20" fmla="*/ 81 w 253"/>
                  <a:gd name="T21" fmla="*/ 53 h 60"/>
                  <a:gd name="T22" fmla="*/ 49 w 253"/>
                  <a:gd name="T23" fmla="*/ 47 h 60"/>
                  <a:gd name="T24" fmla="*/ 36 w 253"/>
                  <a:gd name="T25" fmla="*/ 39 h 60"/>
                  <a:gd name="T26" fmla="*/ 23 w 253"/>
                  <a:gd name="T27" fmla="*/ 20 h 60"/>
                  <a:gd name="T28" fmla="*/ 0 w 253"/>
                  <a:gd name="T29" fmla="*/ 8 h 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53" h="60">
                    <a:moveTo>
                      <a:pt x="0" y="8"/>
                    </a:moveTo>
                    <a:lnTo>
                      <a:pt x="16" y="22"/>
                    </a:lnTo>
                    <a:lnTo>
                      <a:pt x="34" y="49"/>
                    </a:lnTo>
                    <a:lnTo>
                      <a:pt x="70" y="59"/>
                    </a:lnTo>
                    <a:lnTo>
                      <a:pt x="157" y="59"/>
                    </a:lnTo>
                    <a:lnTo>
                      <a:pt x="180" y="53"/>
                    </a:lnTo>
                    <a:lnTo>
                      <a:pt x="252" y="0"/>
                    </a:lnTo>
                    <a:lnTo>
                      <a:pt x="232" y="2"/>
                    </a:lnTo>
                    <a:lnTo>
                      <a:pt x="167" y="49"/>
                    </a:lnTo>
                    <a:lnTo>
                      <a:pt x="148" y="51"/>
                    </a:lnTo>
                    <a:lnTo>
                      <a:pt x="81" y="53"/>
                    </a:lnTo>
                    <a:lnTo>
                      <a:pt x="49" y="47"/>
                    </a:lnTo>
                    <a:lnTo>
                      <a:pt x="36" y="39"/>
                    </a:lnTo>
                    <a:lnTo>
                      <a:pt x="23" y="20"/>
                    </a:lnTo>
                    <a:lnTo>
                      <a:pt x="0" y="8"/>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5" name="未知">
                <a:extLst>
                  <a:ext uri="{FF2B5EF4-FFF2-40B4-BE49-F238E27FC236}">
                    <a16:creationId xmlns:a16="http://schemas.microsoft.com/office/drawing/2014/main" id="{FF7A2439-44F2-420D-A085-3A05736DA933}"/>
                  </a:ext>
                </a:extLst>
              </p:cNvPr>
              <p:cNvSpPr>
                <a:spLocks/>
              </p:cNvSpPr>
              <p:nvPr/>
            </p:nvSpPr>
            <p:spPr bwMode="auto">
              <a:xfrm>
                <a:off x="479" y="207"/>
                <a:ext cx="879" cy="366"/>
              </a:xfrm>
              <a:custGeom>
                <a:avLst/>
                <a:gdLst>
                  <a:gd name="T0" fmla="*/ 150 w 879"/>
                  <a:gd name="T1" fmla="*/ 84 h 366"/>
                  <a:gd name="T2" fmla="*/ 169 w 879"/>
                  <a:gd name="T3" fmla="*/ 130 h 366"/>
                  <a:gd name="T4" fmla="*/ 197 w 879"/>
                  <a:gd name="T5" fmla="*/ 218 h 366"/>
                  <a:gd name="T6" fmla="*/ 224 w 879"/>
                  <a:gd name="T7" fmla="*/ 269 h 366"/>
                  <a:gd name="T8" fmla="*/ 261 w 879"/>
                  <a:gd name="T9" fmla="*/ 289 h 366"/>
                  <a:gd name="T10" fmla="*/ 346 w 879"/>
                  <a:gd name="T11" fmla="*/ 314 h 366"/>
                  <a:gd name="T12" fmla="*/ 406 w 879"/>
                  <a:gd name="T13" fmla="*/ 324 h 366"/>
                  <a:gd name="T14" fmla="*/ 438 w 879"/>
                  <a:gd name="T15" fmla="*/ 341 h 366"/>
                  <a:gd name="T16" fmla="*/ 487 w 879"/>
                  <a:gd name="T17" fmla="*/ 347 h 366"/>
                  <a:gd name="T18" fmla="*/ 508 w 879"/>
                  <a:gd name="T19" fmla="*/ 330 h 366"/>
                  <a:gd name="T20" fmla="*/ 546 w 879"/>
                  <a:gd name="T21" fmla="*/ 341 h 366"/>
                  <a:gd name="T22" fmla="*/ 604 w 879"/>
                  <a:gd name="T23" fmla="*/ 338 h 366"/>
                  <a:gd name="T24" fmla="*/ 624 w 879"/>
                  <a:gd name="T25" fmla="*/ 324 h 366"/>
                  <a:gd name="T26" fmla="*/ 669 w 879"/>
                  <a:gd name="T27" fmla="*/ 307 h 366"/>
                  <a:gd name="T28" fmla="*/ 736 w 879"/>
                  <a:gd name="T29" fmla="*/ 285 h 366"/>
                  <a:gd name="T30" fmla="*/ 770 w 879"/>
                  <a:gd name="T31" fmla="*/ 257 h 366"/>
                  <a:gd name="T32" fmla="*/ 782 w 879"/>
                  <a:gd name="T33" fmla="*/ 222 h 366"/>
                  <a:gd name="T34" fmla="*/ 775 w 879"/>
                  <a:gd name="T35" fmla="*/ 54 h 366"/>
                  <a:gd name="T36" fmla="*/ 800 w 879"/>
                  <a:gd name="T37" fmla="*/ 80 h 366"/>
                  <a:gd name="T38" fmla="*/ 865 w 879"/>
                  <a:gd name="T39" fmla="*/ 68 h 366"/>
                  <a:gd name="T40" fmla="*/ 826 w 879"/>
                  <a:gd name="T41" fmla="*/ 11 h 366"/>
                  <a:gd name="T42" fmla="*/ 755 w 879"/>
                  <a:gd name="T43" fmla="*/ 4 h 366"/>
                  <a:gd name="T44" fmla="*/ 833 w 879"/>
                  <a:gd name="T45" fmla="*/ 0 h 366"/>
                  <a:gd name="T46" fmla="*/ 878 w 879"/>
                  <a:gd name="T47" fmla="*/ 34 h 366"/>
                  <a:gd name="T48" fmla="*/ 876 w 879"/>
                  <a:gd name="T49" fmla="*/ 74 h 366"/>
                  <a:gd name="T50" fmla="*/ 800 w 879"/>
                  <a:gd name="T51" fmla="*/ 113 h 366"/>
                  <a:gd name="T52" fmla="*/ 793 w 879"/>
                  <a:gd name="T53" fmla="*/ 252 h 366"/>
                  <a:gd name="T54" fmla="*/ 748 w 879"/>
                  <a:gd name="T55" fmla="*/ 306 h 366"/>
                  <a:gd name="T56" fmla="*/ 613 w 879"/>
                  <a:gd name="T57" fmla="*/ 347 h 366"/>
                  <a:gd name="T58" fmla="*/ 508 w 879"/>
                  <a:gd name="T59" fmla="*/ 365 h 366"/>
                  <a:gd name="T60" fmla="*/ 425 w 879"/>
                  <a:gd name="T61" fmla="*/ 341 h 366"/>
                  <a:gd name="T62" fmla="*/ 344 w 879"/>
                  <a:gd name="T63" fmla="*/ 334 h 366"/>
                  <a:gd name="T64" fmla="*/ 265 w 879"/>
                  <a:gd name="T65" fmla="*/ 307 h 366"/>
                  <a:gd name="T66" fmla="*/ 224 w 879"/>
                  <a:gd name="T67" fmla="*/ 279 h 366"/>
                  <a:gd name="T68" fmla="*/ 182 w 879"/>
                  <a:gd name="T69" fmla="*/ 222 h 366"/>
                  <a:gd name="T70" fmla="*/ 150 w 879"/>
                  <a:gd name="T71" fmla="*/ 116 h 366"/>
                  <a:gd name="T72" fmla="*/ 101 w 879"/>
                  <a:gd name="T73" fmla="*/ 129 h 366"/>
                  <a:gd name="T74" fmla="*/ 47 w 879"/>
                  <a:gd name="T75" fmla="*/ 110 h 366"/>
                  <a:gd name="T76" fmla="*/ 0 w 879"/>
                  <a:gd name="T77" fmla="*/ 58 h 366"/>
                  <a:gd name="T78" fmla="*/ 13 w 879"/>
                  <a:gd name="T79" fmla="*/ 27 h 366"/>
                  <a:gd name="T80" fmla="*/ 47 w 879"/>
                  <a:gd name="T81" fmla="*/ 14 h 366"/>
                  <a:gd name="T82" fmla="*/ 52 w 879"/>
                  <a:gd name="T83" fmla="*/ 20 h 366"/>
                  <a:gd name="T84" fmla="*/ 22 w 879"/>
                  <a:gd name="T85" fmla="*/ 31 h 366"/>
                  <a:gd name="T86" fmla="*/ 13 w 879"/>
                  <a:gd name="T87" fmla="*/ 54 h 366"/>
                  <a:gd name="T88" fmla="*/ 61 w 879"/>
                  <a:gd name="T89" fmla="*/ 108 h 366"/>
                  <a:gd name="T90" fmla="*/ 144 w 879"/>
                  <a:gd name="T91" fmla="*/ 108 h 366"/>
                  <a:gd name="T92" fmla="*/ 130 w 879"/>
                  <a:gd name="T93" fmla="*/ 54 h 366"/>
                  <a:gd name="T94" fmla="*/ 150 w 879"/>
                  <a:gd name="T95" fmla="*/ 84 h 36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879" h="366">
                    <a:moveTo>
                      <a:pt x="150" y="84"/>
                    </a:moveTo>
                    <a:lnTo>
                      <a:pt x="169" y="130"/>
                    </a:lnTo>
                    <a:lnTo>
                      <a:pt x="197" y="218"/>
                    </a:lnTo>
                    <a:lnTo>
                      <a:pt x="224" y="269"/>
                    </a:lnTo>
                    <a:lnTo>
                      <a:pt x="261" y="289"/>
                    </a:lnTo>
                    <a:lnTo>
                      <a:pt x="346" y="314"/>
                    </a:lnTo>
                    <a:lnTo>
                      <a:pt x="406" y="324"/>
                    </a:lnTo>
                    <a:lnTo>
                      <a:pt x="438" y="341"/>
                    </a:lnTo>
                    <a:lnTo>
                      <a:pt x="487" y="347"/>
                    </a:lnTo>
                    <a:lnTo>
                      <a:pt x="508" y="330"/>
                    </a:lnTo>
                    <a:lnTo>
                      <a:pt x="546" y="341"/>
                    </a:lnTo>
                    <a:lnTo>
                      <a:pt x="604" y="338"/>
                    </a:lnTo>
                    <a:lnTo>
                      <a:pt x="624" y="324"/>
                    </a:lnTo>
                    <a:lnTo>
                      <a:pt x="669" y="307"/>
                    </a:lnTo>
                    <a:lnTo>
                      <a:pt x="736" y="285"/>
                    </a:lnTo>
                    <a:lnTo>
                      <a:pt x="770" y="257"/>
                    </a:lnTo>
                    <a:lnTo>
                      <a:pt x="782" y="222"/>
                    </a:lnTo>
                    <a:lnTo>
                      <a:pt x="775" y="54"/>
                    </a:lnTo>
                    <a:lnTo>
                      <a:pt x="800" y="80"/>
                    </a:lnTo>
                    <a:lnTo>
                      <a:pt x="865" y="68"/>
                    </a:lnTo>
                    <a:lnTo>
                      <a:pt x="826" y="11"/>
                    </a:lnTo>
                    <a:lnTo>
                      <a:pt x="755" y="4"/>
                    </a:lnTo>
                    <a:lnTo>
                      <a:pt x="833" y="0"/>
                    </a:lnTo>
                    <a:lnTo>
                      <a:pt x="878" y="34"/>
                    </a:lnTo>
                    <a:lnTo>
                      <a:pt x="876" y="74"/>
                    </a:lnTo>
                    <a:lnTo>
                      <a:pt x="800" y="113"/>
                    </a:lnTo>
                    <a:lnTo>
                      <a:pt x="793" y="252"/>
                    </a:lnTo>
                    <a:lnTo>
                      <a:pt x="748" y="306"/>
                    </a:lnTo>
                    <a:lnTo>
                      <a:pt x="613" y="347"/>
                    </a:lnTo>
                    <a:lnTo>
                      <a:pt x="508" y="365"/>
                    </a:lnTo>
                    <a:lnTo>
                      <a:pt x="425" y="341"/>
                    </a:lnTo>
                    <a:lnTo>
                      <a:pt x="344" y="334"/>
                    </a:lnTo>
                    <a:lnTo>
                      <a:pt x="265" y="307"/>
                    </a:lnTo>
                    <a:lnTo>
                      <a:pt x="224" y="279"/>
                    </a:lnTo>
                    <a:lnTo>
                      <a:pt x="182" y="222"/>
                    </a:lnTo>
                    <a:lnTo>
                      <a:pt x="150" y="116"/>
                    </a:lnTo>
                    <a:lnTo>
                      <a:pt x="101" y="129"/>
                    </a:lnTo>
                    <a:lnTo>
                      <a:pt x="47" y="110"/>
                    </a:lnTo>
                    <a:lnTo>
                      <a:pt x="0" y="58"/>
                    </a:lnTo>
                    <a:lnTo>
                      <a:pt x="13" y="27"/>
                    </a:lnTo>
                    <a:lnTo>
                      <a:pt x="47" y="14"/>
                    </a:lnTo>
                    <a:lnTo>
                      <a:pt x="52" y="20"/>
                    </a:lnTo>
                    <a:lnTo>
                      <a:pt x="22" y="31"/>
                    </a:lnTo>
                    <a:lnTo>
                      <a:pt x="13" y="54"/>
                    </a:lnTo>
                    <a:lnTo>
                      <a:pt x="61" y="108"/>
                    </a:lnTo>
                    <a:lnTo>
                      <a:pt x="144" y="108"/>
                    </a:lnTo>
                    <a:lnTo>
                      <a:pt x="130" y="54"/>
                    </a:lnTo>
                    <a:lnTo>
                      <a:pt x="150" y="84"/>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6" name="未知">
                <a:extLst>
                  <a:ext uri="{FF2B5EF4-FFF2-40B4-BE49-F238E27FC236}">
                    <a16:creationId xmlns:a16="http://schemas.microsoft.com/office/drawing/2014/main" id="{543F0CB6-95E4-4DFE-A6BB-BC8DA6EF28C2}"/>
                  </a:ext>
                </a:extLst>
              </p:cNvPr>
              <p:cNvSpPr>
                <a:spLocks/>
              </p:cNvSpPr>
              <p:nvPr/>
            </p:nvSpPr>
            <p:spPr bwMode="auto">
              <a:xfrm>
                <a:off x="866" y="457"/>
                <a:ext cx="147" cy="18"/>
              </a:xfrm>
              <a:custGeom>
                <a:avLst/>
                <a:gdLst>
                  <a:gd name="T0" fmla="*/ 9 w 147"/>
                  <a:gd name="T1" fmla="*/ 0 h 18"/>
                  <a:gd name="T2" fmla="*/ 29 w 147"/>
                  <a:gd name="T3" fmla="*/ 7 h 18"/>
                  <a:gd name="T4" fmla="*/ 67 w 147"/>
                  <a:gd name="T5" fmla="*/ 10 h 18"/>
                  <a:gd name="T6" fmla="*/ 99 w 147"/>
                  <a:gd name="T7" fmla="*/ 10 h 18"/>
                  <a:gd name="T8" fmla="*/ 139 w 147"/>
                  <a:gd name="T9" fmla="*/ 7 h 18"/>
                  <a:gd name="T10" fmla="*/ 146 w 147"/>
                  <a:gd name="T11" fmla="*/ 14 h 18"/>
                  <a:gd name="T12" fmla="*/ 119 w 147"/>
                  <a:gd name="T13" fmla="*/ 17 h 18"/>
                  <a:gd name="T14" fmla="*/ 67 w 147"/>
                  <a:gd name="T15" fmla="*/ 17 h 18"/>
                  <a:gd name="T16" fmla="*/ 29 w 147"/>
                  <a:gd name="T17" fmla="*/ 14 h 18"/>
                  <a:gd name="T18" fmla="*/ 0 w 147"/>
                  <a:gd name="T19" fmla="*/ 3 h 18"/>
                  <a:gd name="T20" fmla="*/ 9 w 147"/>
                  <a:gd name="T21" fmla="*/ 0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7" h="18">
                    <a:moveTo>
                      <a:pt x="9" y="0"/>
                    </a:moveTo>
                    <a:lnTo>
                      <a:pt x="29" y="7"/>
                    </a:lnTo>
                    <a:lnTo>
                      <a:pt x="67" y="10"/>
                    </a:lnTo>
                    <a:lnTo>
                      <a:pt x="99" y="10"/>
                    </a:lnTo>
                    <a:lnTo>
                      <a:pt x="139" y="7"/>
                    </a:lnTo>
                    <a:lnTo>
                      <a:pt x="146" y="14"/>
                    </a:lnTo>
                    <a:lnTo>
                      <a:pt x="119" y="17"/>
                    </a:lnTo>
                    <a:lnTo>
                      <a:pt x="67" y="17"/>
                    </a:lnTo>
                    <a:lnTo>
                      <a:pt x="29" y="14"/>
                    </a:lnTo>
                    <a:lnTo>
                      <a:pt x="0" y="3"/>
                    </a:lnTo>
                    <a:lnTo>
                      <a:pt x="9" y="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7" name="未知">
                <a:extLst>
                  <a:ext uri="{FF2B5EF4-FFF2-40B4-BE49-F238E27FC236}">
                    <a16:creationId xmlns:a16="http://schemas.microsoft.com/office/drawing/2014/main" id="{DA8A84BD-C262-4DD4-B4FA-C124EC4384FE}"/>
                  </a:ext>
                </a:extLst>
              </p:cNvPr>
              <p:cNvSpPr>
                <a:spLocks/>
              </p:cNvSpPr>
              <p:nvPr/>
            </p:nvSpPr>
            <p:spPr bwMode="auto">
              <a:xfrm>
                <a:off x="490" y="253"/>
                <a:ext cx="126" cy="26"/>
              </a:xfrm>
              <a:custGeom>
                <a:avLst/>
                <a:gdLst>
                  <a:gd name="T0" fmla="*/ 123 w 126"/>
                  <a:gd name="T1" fmla="*/ 15 h 26"/>
                  <a:gd name="T2" fmla="*/ 84 w 126"/>
                  <a:gd name="T3" fmla="*/ 3 h 26"/>
                  <a:gd name="T4" fmla="*/ 39 w 126"/>
                  <a:gd name="T5" fmla="*/ 0 h 26"/>
                  <a:gd name="T6" fmla="*/ 2 w 126"/>
                  <a:gd name="T7" fmla="*/ 0 h 26"/>
                  <a:gd name="T8" fmla="*/ 0 w 126"/>
                  <a:gd name="T9" fmla="*/ 8 h 26"/>
                  <a:gd name="T10" fmla="*/ 46 w 126"/>
                  <a:gd name="T11" fmla="*/ 8 h 26"/>
                  <a:gd name="T12" fmla="*/ 89 w 126"/>
                  <a:gd name="T13" fmla="*/ 13 h 26"/>
                  <a:gd name="T14" fmla="*/ 125 w 126"/>
                  <a:gd name="T15" fmla="*/ 25 h 26"/>
                  <a:gd name="T16" fmla="*/ 123 w 126"/>
                  <a:gd name="T17" fmla="*/ 15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6" h="26">
                    <a:moveTo>
                      <a:pt x="123" y="15"/>
                    </a:moveTo>
                    <a:lnTo>
                      <a:pt x="84" y="3"/>
                    </a:lnTo>
                    <a:lnTo>
                      <a:pt x="39" y="0"/>
                    </a:lnTo>
                    <a:lnTo>
                      <a:pt x="2" y="0"/>
                    </a:lnTo>
                    <a:lnTo>
                      <a:pt x="0" y="8"/>
                    </a:lnTo>
                    <a:lnTo>
                      <a:pt x="46" y="8"/>
                    </a:lnTo>
                    <a:lnTo>
                      <a:pt x="89" y="13"/>
                    </a:lnTo>
                    <a:lnTo>
                      <a:pt x="125" y="25"/>
                    </a:lnTo>
                    <a:lnTo>
                      <a:pt x="123" y="15"/>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8" name="未知">
                <a:extLst>
                  <a:ext uri="{FF2B5EF4-FFF2-40B4-BE49-F238E27FC236}">
                    <a16:creationId xmlns:a16="http://schemas.microsoft.com/office/drawing/2014/main" id="{443FCA1E-393C-4393-B8AF-9D116A7ADDE0}"/>
                  </a:ext>
                </a:extLst>
              </p:cNvPr>
              <p:cNvSpPr>
                <a:spLocks/>
              </p:cNvSpPr>
              <p:nvPr/>
            </p:nvSpPr>
            <p:spPr bwMode="auto">
              <a:xfrm>
                <a:off x="1254" y="222"/>
                <a:ext cx="66" cy="44"/>
              </a:xfrm>
              <a:custGeom>
                <a:avLst/>
                <a:gdLst>
                  <a:gd name="T0" fmla="*/ 0 w 66"/>
                  <a:gd name="T1" fmla="*/ 33 h 44"/>
                  <a:gd name="T2" fmla="*/ 22 w 66"/>
                  <a:gd name="T3" fmla="*/ 17 h 44"/>
                  <a:gd name="T4" fmla="*/ 61 w 66"/>
                  <a:gd name="T5" fmla="*/ 0 h 44"/>
                  <a:gd name="T6" fmla="*/ 65 w 66"/>
                  <a:gd name="T7" fmla="*/ 8 h 44"/>
                  <a:gd name="T8" fmla="*/ 33 w 66"/>
                  <a:gd name="T9" fmla="*/ 20 h 44"/>
                  <a:gd name="T10" fmla="*/ 0 w 66"/>
                  <a:gd name="T11" fmla="*/ 43 h 44"/>
                  <a:gd name="T12" fmla="*/ 0 w 66"/>
                  <a:gd name="T13" fmla="*/ 33 h 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4">
                    <a:moveTo>
                      <a:pt x="0" y="33"/>
                    </a:moveTo>
                    <a:lnTo>
                      <a:pt x="22" y="17"/>
                    </a:lnTo>
                    <a:lnTo>
                      <a:pt x="61" y="0"/>
                    </a:lnTo>
                    <a:lnTo>
                      <a:pt x="65" y="8"/>
                    </a:lnTo>
                    <a:lnTo>
                      <a:pt x="33" y="20"/>
                    </a:lnTo>
                    <a:lnTo>
                      <a:pt x="0" y="43"/>
                    </a:lnTo>
                    <a:lnTo>
                      <a:pt x="0" y="33"/>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9" name="未知">
                <a:extLst>
                  <a:ext uri="{FF2B5EF4-FFF2-40B4-BE49-F238E27FC236}">
                    <a16:creationId xmlns:a16="http://schemas.microsoft.com/office/drawing/2014/main" id="{40AC3793-A640-46B8-A70C-ADE0A54E5E92}"/>
                  </a:ext>
                </a:extLst>
              </p:cNvPr>
              <p:cNvSpPr>
                <a:spLocks/>
              </p:cNvSpPr>
              <p:nvPr/>
            </p:nvSpPr>
            <p:spPr bwMode="auto">
              <a:xfrm>
                <a:off x="21" y="439"/>
                <a:ext cx="660" cy="477"/>
              </a:xfrm>
              <a:custGeom>
                <a:avLst/>
                <a:gdLst>
                  <a:gd name="T0" fmla="*/ 645 w 660"/>
                  <a:gd name="T1" fmla="*/ 0 h 477"/>
                  <a:gd name="T2" fmla="*/ 468 w 660"/>
                  <a:gd name="T3" fmla="*/ 32 h 477"/>
                  <a:gd name="T4" fmla="*/ 274 w 660"/>
                  <a:gd name="T5" fmla="*/ 101 h 477"/>
                  <a:gd name="T6" fmla="*/ 158 w 660"/>
                  <a:gd name="T7" fmla="*/ 119 h 477"/>
                  <a:gd name="T8" fmla="*/ 139 w 660"/>
                  <a:gd name="T9" fmla="*/ 158 h 477"/>
                  <a:gd name="T10" fmla="*/ 97 w 660"/>
                  <a:gd name="T11" fmla="*/ 166 h 477"/>
                  <a:gd name="T12" fmla="*/ 47 w 660"/>
                  <a:gd name="T13" fmla="*/ 239 h 477"/>
                  <a:gd name="T14" fmla="*/ 81 w 660"/>
                  <a:gd name="T15" fmla="*/ 303 h 477"/>
                  <a:gd name="T16" fmla="*/ 50 w 660"/>
                  <a:gd name="T17" fmla="*/ 342 h 477"/>
                  <a:gd name="T18" fmla="*/ 74 w 660"/>
                  <a:gd name="T19" fmla="*/ 366 h 477"/>
                  <a:gd name="T20" fmla="*/ 0 w 660"/>
                  <a:gd name="T21" fmla="*/ 443 h 477"/>
                  <a:gd name="T22" fmla="*/ 18 w 660"/>
                  <a:gd name="T23" fmla="*/ 457 h 477"/>
                  <a:gd name="T24" fmla="*/ 43 w 660"/>
                  <a:gd name="T25" fmla="*/ 450 h 477"/>
                  <a:gd name="T26" fmla="*/ 31 w 660"/>
                  <a:gd name="T27" fmla="*/ 438 h 477"/>
                  <a:gd name="T28" fmla="*/ 104 w 660"/>
                  <a:gd name="T29" fmla="*/ 358 h 477"/>
                  <a:gd name="T30" fmla="*/ 277 w 660"/>
                  <a:gd name="T31" fmla="*/ 362 h 477"/>
                  <a:gd name="T32" fmla="*/ 463 w 660"/>
                  <a:gd name="T33" fmla="*/ 453 h 477"/>
                  <a:gd name="T34" fmla="*/ 202 w 660"/>
                  <a:gd name="T35" fmla="*/ 445 h 477"/>
                  <a:gd name="T36" fmla="*/ 279 w 660"/>
                  <a:gd name="T37" fmla="*/ 450 h 477"/>
                  <a:gd name="T38" fmla="*/ 355 w 660"/>
                  <a:gd name="T39" fmla="*/ 476 h 477"/>
                  <a:gd name="T40" fmla="*/ 547 w 660"/>
                  <a:gd name="T41" fmla="*/ 466 h 477"/>
                  <a:gd name="T42" fmla="*/ 659 w 660"/>
                  <a:gd name="T43" fmla="*/ 466 h 477"/>
                  <a:gd name="T44" fmla="*/ 544 w 660"/>
                  <a:gd name="T45" fmla="*/ 457 h 477"/>
                  <a:gd name="T46" fmla="*/ 544 w 660"/>
                  <a:gd name="T47" fmla="*/ 406 h 477"/>
                  <a:gd name="T48" fmla="*/ 412 w 660"/>
                  <a:gd name="T49" fmla="*/ 261 h 477"/>
                  <a:gd name="T50" fmla="*/ 297 w 660"/>
                  <a:gd name="T51" fmla="*/ 209 h 477"/>
                  <a:gd name="T52" fmla="*/ 407 w 660"/>
                  <a:gd name="T53" fmla="*/ 270 h 477"/>
                  <a:gd name="T54" fmla="*/ 477 w 660"/>
                  <a:gd name="T55" fmla="*/ 371 h 477"/>
                  <a:gd name="T56" fmla="*/ 477 w 660"/>
                  <a:gd name="T57" fmla="*/ 443 h 477"/>
                  <a:gd name="T58" fmla="*/ 277 w 660"/>
                  <a:gd name="T59" fmla="*/ 350 h 477"/>
                  <a:gd name="T60" fmla="*/ 191 w 660"/>
                  <a:gd name="T61" fmla="*/ 335 h 477"/>
                  <a:gd name="T62" fmla="*/ 94 w 660"/>
                  <a:gd name="T63" fmla="*/ 298 h 477"/>
                  <a:gd name="T64" fmla="*/ 67 w 660"/>
                  <a:gd name="T65" fmla="*/ 247 h 477"/>
                  <a:gd name="T66" fmla="*/ 97 w 660"/>
                  <a:gd name="T67" fmla="*/ 218 h 477"/>
                  <a:gd name="T68" fmla="*/ 97 w 660"/>
                  <a:gd name="T69" fmla="*/ 178 h 477"/>
                  <a:gd name="T70" fmla="*/ 144 w 660"/>
                  <a:gd name="T71" fmla="*/ 164 h 477"/>
                  <a:gd name="T72" fmla="*/ 202 w 660"/>
                  <a:gd name="T73" fmla="*/ 178 h 477"/>
                  <a:gd name="T74" fmla="*/ 171 w 660"/>
                  <a:gd name="T75" fmla="*/ 145 h 477"/>
                  <a:gd name="T76" fmla="*/ 191 w 660"/>
                  <a:gd name="T77" fmla="*/ 118 h 477"/>
                  <a:gd name="T78" fmla="*/ 279 w 660"/>
                  <a:gd name="T79" fmla="*/ 106 h 477"/>
                  <a:gd name="T80" fmla="*/ 479 w 660"/>
                  <a:gd name="T81" fmla="*/ 32 h 477"/>
                  <a:gd name="T82" fmla="*/ 645 w 660"/>
                  <a:gd name="T83" fmla="*/ 0 h 47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60" h="477">
                    <a:moveTo>
                      <a:pt x="645" y="0"/>
                    </a:moveTo>
                    <a:lnTo>
                      <a:pt x="468" y="32"/>
                    </a:lnTo>
                    <a:lnTo>
                      <a:pt x="274" y="101"/>
                    </a:lnTo>
                    <a:lnTo>
                      <a:pt x="158" y="119"/>
                    </a:lnTo>
                    <a:lnTo>
                      <a:pt x="139" y="158"/>
                    </a:lnTo>
                    <a:lnTo>
                      <a:pt x="97" y="166"/>
                    </a:lnTo>
                    <a:lnTo>
                      <a:pt x="47" y="239"/>
                    </a:lnTo>
                    <a:lnTo>
                      <a:pt x="81" y="303"/>
                    </a:lnTo>
                    <a:lnTo>
                      <a:pt x="50" y="342"/>
                    </a:lnTo>
                    <a:lnTo>
                      <a:pt x="74" y="366"/>
                    </a:lnTo>
                    <a:lnTo>
                      <a:pt x="0" y="443"/>
                    </a:lnTo>
                    <a:lnTo>
                      <a:pt x="18" y="457"/>
                    </a:lnTo>
                    <a:lnTo>
                      <a:pt x="43" y="450"/>
                    </a:lnTo>
                    <a:lnTo>
                      <a:pt x="31" y="438"/>
                    </a:lnTo>
                    <a:lnTo>
                      <a:pt x="104" y="358"/>
                    </a:lnTo>
                    <a:lnTo>
                      <a:pt x="277" y="362"/>
                    </a:lnTo>
                    <a:lnTo>
                      <a:pt x="463" y="453"/>
                    </a:lnTo>
                    <a:lnTo>
                      <a:pt x="202" y="445"/>
                    </a:lnTo>
                    <a:lnTo>
                      <a:pt x="279" y="450"/>
                    </a:lnTo>
                    <a:lnTo>
                      <a:pt x="355" y="476"/>
                    </a:lnTo>
                    <a:lnTo>
                      <a:pt x="547" y="466"/>
                    </a:lnTo>
                    <a:lnTo>
                      <a:pt x="659" y="466"/>
                    </a:lnTo>
                    <a:lnTo>
                      <a:pt x="544" y="457"/>
                    </a:lnTo>
                    <a:lnTo>
                      <a:pt x="544" y="406"/>
                    </a:lnTo>
                    <a:lnTo>
                      <a:pt x="412" y="261"/>
                    </a:lnTo>
                    <a:lnTo>
                      <a:pt x="297" y="209"/>
                    </a:lnTo>
                    <a:lnTo>
                      <a:pt x="407" y="270"/>
                    </a:lnTo>
                    <a:lnTo>
                      <a:pt x="477" y="371"/>
                    </a:lnTo>
                    <a:lnTo>
                      <a:pt x="477" y="443"/>
                    </a:lnTo>
                    <a:lnTo>
                      <a:pt x="277" y="350"/>
                    </a:lnTo>
                    <a:lnTo>
                      <a:pt x="191" y="335"/>
                    </a:lnTo>
                    <a:lnTo>
                      <a:pt x="94" y="298"/>
                    </a:lnTo>
                    <a:lnTo>
                      <a:pt x="67" y="247"/>
                    </a:lnTo>
                    <a:lnTo>
                      <a:pt x="97" y="218"/>
                    </a:lnTo>
                    <a:lnTo>
                      <a:pt x="97" y="178"/>
                    </a:lnTo>
                    <a:lnTo>
                      <a:pt x="144" y="164"/>
                    </a:lnTo>
                    <a:lnTo>
                      <a:pt x="202" y="178"/>
                    </a:lnTo>
                    <a:lnTo>
                      <a:pt x="171" y="145"/>
                    </a:lnTo>
                    <a:lnTo>
                      <a:pt x="191" y="118"/>
                    </a:lnTo>
                    <a:lnTo>
                      <a:pt x="279" y="106"/>
                    </a:lnTo>
                    <a:lnTo>
                      <a:pt x="479" y="32"/>
                    </a:lnTo>
                    <a:lnTo>
                      <a:pt x="645" y="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50" name="未知">
                <a:extLst>
                  <a:ext uri="{FF2B5EF4-FFF2-40B4-BE49-F238E27FC236}">
                    <a16:creationId xmlns:a16="http://schemas.microsoft.com/office/drawing/2014/main" id="{317F3590-53D8-44E2-B057-EBF7FE5536B4}"/>
                  </a:ext>
                </a:extLst>
              </p:cNvPr>
              <p:cNvSpPr>
                <a:spLocks/>
              </p:cNvSpPr>
              <p:nvPr/>
            </p:nvSpPr>
            <p:spPr bwMode="auto">
              <a:xfrm>
                <a:off x="0" y="877"/>
                <a:ext cx="696" cy="259"/>
              </a:xfrm>
              <a:custGeom>
                <a:avLst/>
                <a:gdLst>
                  <a:gd name="T0" fmla="*/ 115 w 696"/>
                  <a:gd name="T1" fmla="*/ 0 h 259"/>
                  <a:gd name="T2" fmla="*/ 22 w 696"/>
                  <a:gd name="T3" fmla="*/ 43 h 259"/>
                  <a:gd name="T4" fmla="*/ 22 w 696"/>
                  <a:gd name="T5" fmla="*/ 99 h 259"/>
                  <a:gd name="T6" fmla="*/ 140 w 696"/>
                  <a:gd name="T7" fmla="*/ 192 h 259"/>
                  <a:gd name="T8" fmla="*/ 393 w 696"/>
                  <a:gd name="T9" fmla="*/ 175 h 259"/>
                  <a:gd name="T10" fmla="*/ 506 w 696"/>
                  <a:gd name="T11" fmla="*/ 223 h 259"/>
                  <a:gd name="T12" fmla="*/ 598 w 696"/>
                  <a:gd name="T13" fmla="*/ 220 h 259"/>
                  <a:gd name="T14" fmla="*/ 609 w 696"/>
                  <a:gd name="T15" fmla="*/ 127 h 259"/>
                  <a:gd name="T16" fmla="*/ 695 w 696"/>
                  <a:gd name="T17" fmla="*/ 35 h 259"/>
                  <a:gd name="T18" fmla="*/ 643 w 696"/>
                  <a:gd name="T19" fmla="*/ 114 h 259"/>
                  <a:gd name="T20" fmla="*/ 643 w 696"/>
                  <a:gd name="T21" fmla="*/ 192 h 259"/>
                  <a:gd name="T22" fmla="*/ 672 w 696"/>
                  <a:gd name="T23" fmla="*/ 258 h 259"/>
                  <a:gd name="T24" fmla="*/ 499 w 696"/>
                  <a:gd name="T25" fmla="*/ 251 h 259"/>
                  <a:gd name="T26" fmla="*/ 337 w 696"/>
                  <a:gd name="T27" fmla="*/ 233 h 259"/>
                  <a:gd name="T28" fmla="*/ 158 w 696"/>
                  <a:gd name="T29" fmla="*/ 233 h 259"/>
                  <a:gd name="T30" fmla="*/ 79 w 696"/>
                  <a:gd name="T31" fmla="*/ 183 h 259"/>
                  <a:gd name="T32" fmla="*/ 0 w 696"/>
                  <a:gd name="T33" fmla="*/ 94 h 259"/>
                  <a:gd name="T34" fmla="*/ 4 w 696"/>
                  <a:gd name="T35" fmla="*/ 28 h 259"/>
                  <a:gd name="T36" fmla="*/ 115 w 696"/>
                  <a:gd name="T37" fmla="*/ 0 h 2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96" h="259">
                    <a:moveTo>
                      <a:pt x="115" y="0"/>
                    </a:moveTo>
                    <a:lnTo>
                      <a:pt x="22" y="43"/>
                    </a:lnTo>
                    <a:lnTo>
                      <a:pt x="22" y="99"/>
                    </a:lnTo>
                    <a:lnTo>
                      <a:pt x="140" y="192"/>
                    </a:lnTo>
                    <a:lnTo>
                      <a:pt x="393" y="175"/>
                    </a:lnTo>
                    <a:lnTo>
                      <a:pt x="506" y="223"/>
                    </a:lnTo>
                    <a:lnTo>
                      <a:pt x="598" y="220"/>
                    </a:lnTo>
                    <a:lnTo>
                      <a:pt x="609" y="127"/>
                    </a:lnTo>
                    <a:lnTo>
                      <a:pt x="695" y="35"/>
                    </a:lnTo>
                    <a:lnTo>
                      <a:pt x="643" y="114"/>
                    </a:lnTo>
                    <a:lnTo>
                      <a:pt x="643" y="192"/>
                    </a:lnTo>
                    <a:lnTo>
                      <a:pt x="672" y="258"/>
                    </a:lnTo>
                    <a:lnTo>
                      <a:pt x="499" y="251"/>
                    </a:lnTo>
                    <a:lnTo>
                      <a:pt x="337" y="233"/>
                    </a:lnTo>
                    <a:lnTo>
                      <a:pt x="158" y="233"/>
                    </a:lnTo>
                    <a:lnTo>
                      <a:pt x="79" y="183"/>
                    </a:lnTo>
                    <a:lnTo>
                      <a:pt x="0" y="94"/>
                    </a:lnTo>
                    <a:lnTo>
                      <a:pt x="4" y="28"/>
                    </a:lnTo>
                    <a:lnTo>
                      <a:pt x="115" y="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51" name="未知">
                <a:extLst>
                  <a:ext uri="{FF2B5EF4-FFF2-40B4-BE49-F238E27FC236}">
                    <a16:creationId xmlns:a16="http://schemas.microsoft.com/office/drawing/2014/main" id="{9FB60F1C-5C26-4641-B38C-6CDA6C64714E}"/>
                  </a:ext>
                </a:extLst>
              </p:cNvPr>
              <p:cNvSpPr>
                <a:spLocks/>
              </p:cNvSpPr>
              <p:nvPr/>
            </p:nvSpPr>
            <p:spPr bwMode="auto">
              <a:xfrm>
                <a:off x="1214" y="711"/>
                <a:ext cx="131" cy="132"/>
              </a:xfrm>
              <a:custGeom>
                <a:avLst/>
                <a:gdLst>
                  <a:gd name="T0" fmla="*/ 0 w 131"/>
                  <a:gd name="T1" fmla="*/ 122 h 132"/>
                  <a:gd name="T2" fmla="*/ 58 w 131"/>
                  <a:gd name="T3" fmla="*/ 75 h 132"/>
                  <a:gd name="T4" fmla="*/ 121 w 131"/>
                  <a:gd name="T5" fmla="*/ 0 h 132"/>
                  <a:gd name="T6" fmla="*/ 130 w 131"/>
                  <a:gd name="T7" fmla="*/ 23 h 132"/>
                  <a:gd name="T8" fmla="*/ 72 w 131"/>
                  <a:gd name="T9" fmla="*/ 85 h 132"/>
                  <a:gd name="T10" fmla="*/ 20 w 131"/>
                  <a:gd name="T11" fmla="*/ 131 h 132"/>
                  <a:gd name="T12" fmla="*/ 0 w 131"/>
                  <a:gd name="T13" fmla="*/ 122 h 1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1" h="132">
                    <a:moveTo>
                      <a:pt x="0" y="122"/>
                    </a:moveTo>
                    <a:lnTo>
                      <a:pt x="58" y="75"/>
                    </a:lnTo>
                    <a:lnTo>
                      <a:pt x="121" y="0"/>
                    </a:lnTo>
                    <a:lnTo>
                      <a:pt x="130" y="23"/>
                    </a:lnTo>
                    <a:lnTo>
                      <a:pt x="72" y="85"/>
                    </a:lnTo>
                    <a:lnTo>
                      <a:pt x="20" y="131"/>
                    </a:lnTo>
                    <a:lnTo>
                      <a:pt x="0" y="12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52" name="未知">
                <a:extLst>
                  <a:ext uri="{FF2B5EF4-FFF2-40B4-BE49-F238E27FC236}">
                    <a16:creationId xmlns:a16="http://schemas.microsoft.com/office/drawing/2014/main" id="{75C76DFF-1414-46BA-B25C-4AD5CF088513}"/>
                  </a:ext>
                </a:extLst>
              </p:cNvPr>
              <p:cNvSpPr>
                <a:spLocks/>
              </p:cNvSpPr>
              <p:nvPr/>
            </p:nvSpPr>
            <p:spPr bwMode="auto">
              <a:xfrm>
                <a:off x="759" y="547"/>
                <a:ext cx="534" cy="348"/>
              </a:xfrm>
              <a:custGeom>
                <a:avLst/>
                <a:gdLst>
                  <a:gd name="T0" fmla="*/ 533 w 534"/>
                  <a:gd name="T1" fmla="*/ 347 h 348"/>
                  <a:gd name="T2" fmla="*/ 477 w 534"/>
                  <a:gd name="T3" fmla="*/ 279 h 348"/>
                  <a:gd name="T4" fmla="*/ 261 w 534"/>
                  <a:gd name="T5" fmla="*/ 215 h 348"/>
                  <a:gd name="T6" fmla="*/ 142 w 534"/>
                  <a:gd name="T7" fmla="*/ 150 h 348"/>
                  <a:gd name="T8" fmla="*/ 38 w 534"/>
                  <a:gd name="T9" fmla="*/ 61 h 348"/>
                  <a:gd name="T10" fmla="*/ 0 w 534"/>
                  <a:gd name="T11" fmla="*/ 0 h 348"/>
                  <a:gd name="T12" fmla="*/ 47 w 534"/>
                  <a:gd name="T13" fmla="*/ 93 h 348"/>
                  <a:gd name="T14" fmla="*/ 180 w 534"/>
                  <a:gd name="T15" fmla="*/ 199 h 348"/>
                  <a:gd name="T16" fmla="*/ 353 w 534"/>
                  <a:gd name="T17" fmla="*/ 272 h 348"/>
                  <a:gd name="T18" fmla="*/ 470 w 534"/>
                  <a:gd name="T19" fmla="*/ 312 h 348"/>
                  <a:gd name="T20" fmla="*/ 499 w 534"/>
                  <a:gd name="T21" fmla="*/ 342 h 348"/>
                  <a:gd name="T22" fmla="*/ 533 w 534"/>
                  <a:gd name="T23" fmla="*/ 347 h 3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34" h="348">
                    <a:moveTo>
                      <a:pt x="533" y="347"/>
                    </a:moveTo>
                    <a:lnTo>
                      <a:pt x="477" y="279"/>
                    </a:lnTo>
                    <a:lnTo>
                      <a:pt x="261" y="215"/>
                    </a:lnTo>
                    <a:lnTo>
                      <a:pt x="142" y="150"/>
                    </a:lnTo>
                    <a:lnTo>
                      <a:pt x="38" y="61"/>
                    </a:lnTo>
                    <a:lnTo>
                      <a:pt x="0" y="0"/>
                    </a:lnTo>
                    <a:lnTo>
                      <a:pt x="47" y="93"/>
                    </a:lnTo>
                    <a:lnTo>
                      <a:pt x="180" y="199"/>
                    </a:lnTo>
                    <a:lnTo>
                      <a:pt x="353" y="272"/>
                    </a:lnTo>
                    <a:lnTo>
                      <a:pt x="470" y="312"/>
                    </a:lnTo>
                    <a:lnTo>
                      <a:pt x="499" y="342"/>
                    </a:lnTo>
                    <a:lnTo>
                      <a:pt x="533" y="347"/>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53" name="未知">
                <a:extLst>
                  <a:ext uri="{FF2B5EF4-FFF2-40B4-BE49-F238E27FC236}">
                    <a16:creationId xmlns:a16="http://schemas.microsoft.com/office/drawing/2014/main" id="{ECC89DDC-C875-4156-B234-A6CA87A41225}"/>
                  </a:ext>
                </a:extLst>
              </p:cNvPr>
              <p:cNvSpPr>
                <a:spLocks/>
              </p:cNvSpPr>
              <p:nvPr/>
            </p:nvSpPr>
            <p:spPr bwMode="auto">
              <a:xfrm>
                <a:off x="688" y="767"/>
                <a:ext cx="169" cy="156"/>
              </a:xfrm>
              <a:custGeom>
                <a:avLst/>
                <a:gdLst>
                  <a:gd name="T0" fmla="*/ 7 w 169"/>
                  <a:gd name="T1" fmla="*/ 140 h 156"/>
                  <a:gd name="T2" fmla="*/ 43 w 169"/>
                  <a:gd name="T3" fmla="*/ 103 h 156"/>
                  <a:gd name="T4" fmla="*/ 121 w 169"/>
                  <a:gd name="T5" fmla="*/ 78 h 156"/>
                  <a:gd name="T6" fmla="*/ 150 w 169"/>
                  <a:gd name="T7" fmla="*/ 0 h 156"/>
                  <a:gd name="T8" fmla="*/ 168 w 169"/>
                  <a:gd name="T9" fmla="*/ 26 h 156"/>
                  <a:gd name="T10" fmla="*/ 159 w 169"/>
                  <a:gd name="T11" fmla="*/ 66 h 156"/>
                  <a:gd name="T12" fmla="*/ 126 w 169"/>
                  <a:gd name="T13" fmla="*/ 103 h 156"/>
                  <a:gd name="T14" fmla="*/ 58 w 169"/>
                  <a:gd name="T15" fmla="*/ 117 h 156"/>
                  <a:gd name="T16" fmla="*/ 0 w 169"/>
                  <a:gd name="T17" fmla="*/ 155 h 156"/>
                  <a:gd name="T18" fmla="*/ 7 w 169"/>
                  <a:gd name="T19" fmla="*/ 140 h 1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9" h="156">
                    <a:moveTo>
                      <a:pt x="7" y="140"/>
                    </a:moveTo>
                    <a:lnTo>
                      <a:pt x="43" y="103"/>
                    </a:lnTo>
                    <a:lnTo>
                      <a:pt x="121" y="78"/>
                    </a:lnTo>
                    <a:lnTo>
                      <a:pt x="150" y="0"/>
                    </a:lnTo>
                    <a:lnTo>
                      <a:pt x="168" y="26"/>
                    </a:lnTo>
                    <a:lnTo>
                      <a:pt x="159" y="66"/>
                    </a:lnTo>
                    <a:lnTo>
                      <a:pt x="126" y="103"/>
                    </a:lnTo>
                    <a:lnTo>
                      <a:pt x="58" y="117"/>
                    </a:lnTo>
                    <a:lnTo>
                      <a:pt x="0" y="155"/>
                    </a:lnTo>
                    <a:lnTo>
                      <a:pt x="7" y="14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54" name="未知">
                <a:extLst>
                  <a:ext uri="{FF2B5EF4-FFF2-40B4-BE49-F238E27FC236}">
                    <a16:creationId xmlns:a16="http://schemas.microsoft.com/office/drawing/2014/main" id="{783F4E74-0BA1-46FE-9C3A-AF2DD309CF85}"/>
                  </a:ext>
                </a:extLst>
              </p:cNvPr>
              <p:cNvSpPr>
                <a:spLocks/>
              </p:cNvSpPr>
              <p:nvPr/>
            </p:nvSpPr>
            <p:spPr bwMode="auto">
              <a:xfrm>
                <a:off x="638" y="767"/>
                <a:ext cx="703" cy="348"/>
              </a:xfrm>
              <a:custGeom>
                <a:avLst/>
                <a:gdLst>
                  <a:gd name="T0" fmla="*/ 234 w 703"/>
                  <a:gd name="T1" fmla="*/ 0 h 348"/>
                  <a:gd name="T2" fmla="*/ 301 w 703"/>
                  <a:gd name="T3" fmla="*/ 23 h 348"/>
                  <a:gd name="T4" fmla="*/ 311 w 703"/>
                  <a:gd name="T5" fmla="*/ 58 h 348"/>
                  <a:gd name="T6" fmla="*/ 304 w 703"/>
                  <a:gd name="T7" fmla="*/ 82 h 348"/>
                  <a:gd name="T8" fmla="*/ 277 w 703"/>
                  <a:gd name="T9" fmla="*/ 108 h 348"/>
                  <a:gd name="T10" fmla="*/ 277 w 703"/>
                  <a:gd name="T11" fmla="*/ 127 h 348"/>
                  <a:gd name="T12" fmla="*/ 311 w 703"/>
                  <a:gd name="T13" fmla="*/ 133 h 348"/>
                  <a:gd name="T14" fmla="*/ 396 w 703"/>
                  <a:gd name="T15" fmla="*/ 133 h 348"/>
                  <a:gd name="T16" fmla="*/ 596 w 703"/>
                  <a:gd name="T17" fmla="*/ 124 h 348"/>
                  <a:gd name="T18" fmla="*/ 625 w 703"/>
                  <a:gd name="T19" fmla="*/ 122 h 348"/>
                  <a:gd name="T20" fmla="*/ 680 w 703"/>
                  <a:gd name="T21" fmla="*/ 131 h 348"/>
                  <a:gd name="T22" fmla="*/ 702 w 703"/>
                  <a:gd name="T23" fmla="*/ 153 h 348"/>
                  <a:gd name="T24" fmla="*/ 702 w 703"/>
                  <a:gd name="T25" fmla="*/ 185 h 348"/>
                  <a:gd name="T26" fmla="*/ 659 w 703"/>
                  <a:gd name="T27" fmla="*/ 199 h 348"/>
                  <a:gd name="T28" fmla="*/ 500 w 703"/>
                  <a:gd name="T29" fmla="*/ 199 h 348"/>
                  <a:gd name="T30" fmla="*/ 396 w 703"/>
                  <a:gd name="T31" fmla="*/ 209 h 348"/>
                  <a:gd name="T32" fmla="*/ 410 w 703"/>
                  <a:gd name="T33" fmla="*/ 232 h 348"/>
                  <a:gd name="T34" fmla="*/ 396 w 703"/>
                  <a:gd name="T35" fmla="*/ 258 h 348"/>
                  <a:gd name="T36" fmla="*/ 382 w 703"/>
                  <a:gd name="T37" fmla="*/ 267 h 348"/>
                  <a:gd name="T38" fmla="*/ 382 w 703"/>
                  <a:gd name="T39" fmla="*/ 297 h 348"/>
                  <a:gd name="T40" fmla="*/ 335 w 703"/>
                  <a:gd name="T41" fmla="*/ 312 h 348"/>
                  <a:gd name="T42" fmla="*/ 324 w 703"/>
                  <a:gd name="T43" fmla="*/ 330 h 348"/>
                  <a:gd name="T44" fmla="*/ 247 w 703"/>
                  <a:gd name="T45" fmla="*/ 344 h 348"/>
                  <a:gd name="T46" fmla="*/ 115 w 703"/>
                  <a:gd name="T47" fmla="*/ 347 h 348"/>
                  <a:gd name="T48" fmla="*/ 0 w 703"/>
                  <a:gd name="T49" fmla="*/ 324 h 348"/>
                  <a:gd name="T50" fmla="*/ 133 w 703"/>
                  <a:gd name="T51" fmla="*/ 335 h 348"/>
                  <a:gd name="T52" fmla="*/ 243 w 703"/>
                  <a:gd name="T53" fmla="*/ 335 h 348"/>
                  <a:gd name="T54" fmla="*/ 284 w 703"/>
                  <a:gd name="T55" fmla="*/ 324 h 348"/>
                  <a:gd name="T56" fmla="*/ 293 w 703"/>
                  <a:gd name="T57" fmla="*/ 302 h 348"/>
                  <a:gd name="T58" fmla="*/ 328 w 703"/>
                  <a:gd name="T59" fmla="*/ 293 h 348"/>
                  <a:gd name="T60" fmla="*/ 331 w 703"/>
                  <a:gd name="T61" fmla="*/ 258 h 348"/>
                  <a:gd name="T62" fmla="*/ 346 w 703"/>
                  <a:gd name="T63" fmla="*/ 234 h 348"/>
                  <a:gd name="T64" fmla="*/ 338 w 703"/>
                  <a:gd name="T65" fmla="*/ 209 h 348"/>
                  <a:gd name="T66" fmla="*/ 475 w 703"/>
                  <a:gd name="T67" fmla="*/ 192 h 348"/>
                  <a:gd name="T68" fmla="*/ 648 w 703"/>
                  <a:gd name="T69" fmla="*/ 190 h 348"/>
                  <a:gd name="T70" fmla="*/ 673 w 703"/>
                  <a:gd name="T71" fmla="*/ 176 h 348"/>
                  <a:gd name="T72" fmla="*/ 670 w 703"/>
                  <a:gd name="T73" fmla="*/ 142 h 348"/>
                  <a:gd name="T74" fmla="*/ 634 w 703"/>
                  <a:gd name="T75" fmla="*/ 135 h 348"/>
                  <a:gd name="T76" fmla="*/ 576 w 703"/>
                  <a:gd name="T77" fmla="*/ 133 h 348"/>
                  <a:gd name="T78" fmla="*/ 396 w 703"/>
                  <a:gd name="T79" fmla="*/ 140 h 348"/>
                  <a:gd name="T80" fmla="*/ 301 w 703"/>
                  <a:gd name="T81" fmla="*/ 140 h 348"/>
                  <a:gd name="T82" fmla="*/ 248 w 703"/>
                  <a:gd name="T83" fmla="*/ 131 h 348"/>
                  <a:gd name="T84" fmla="*/ 274 w 703"/>
                  <a:gd name="T85" fmla="*/ 103 h 348"/>
                  <a:gd name="T86" fmla="*/ 293 w 703"/>
                  <a:gd name="T87" fmla="*/ 58 h 348"/>
                  <a:gd name="T88" fmla="*/ 284 w 703"/>
                  <a:gd name="T89" fmla="*/ 26 h 348"/>
                  <a:gd name="T90" fmla="*/ 234 w 703"/>
                  <a:gd name="T91" fmla="*/ 0 h 34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703" h="348">
                    <a:moveTo>
                      <a:pt x="234" y="0"/>
                    </a:moveTo>
                    <a:lnTo>
                      <a:pt x="301" y="23"/>
                    </a:lnTo>
                    <a:lnTo>
                      <a:pt x="311" y="58"/>
                    </a:lnTo>
                    <a:lnTo>
                      <a:pt x="304" y="82"/>
                    </a:lnTo>
                    <a:lnTo>
                      <a:pt x="277" y="108"/>
                    </a:lnTo>
                    <a:lnTo>
                      <a:pt x="277" y="127"/>
                    </a:lnTo>
                    <a:lnTo>
                      <a:pt x="311" y="133"/>
                    </a:lnTo>
                    <a:lnTo>
                      <a:pt x="396" y="133"/>
                    </a:lnTo>
                    <a:lnTo>
                      <a:pt x="596" y="124"/>
                    </a:lnTo>
                    <a:lnTo>
                      <a:pt x="625" y="122"/>
                    </a:lnTo>
                    <a:lnTo>
                      <a:pt x="680" y="131"/>
                    </a:lnTo>
                    <a:lnTo>
                      <a:pt x="702" y="153"/>
                    </a:lnTo>
                    <a:lnTo>
                      <a:pt x="702" y="185"/>
                    </a:lnTo>
                    <a:lnTo>
                      <a:pt x="659" y="199"/>
                    </a:lnTo>
                    <a:lnTo>
                      <a:pt x="500" y="199"/>
                    </a:lnTo>
                    <a:lnTo>
                      <a:pt x="396" y="209"/>
                    </a:lnTo>
                    <a:lnTo>
                      <a:pt x="410" y="232"/>
                    </a:lnTo>
                    <a:lnTo>
                      <a:pt x="396" y="258"/>
                    </a:lnTo>
                    <a:lnTo>
                      <a:pt x="382" y="267"/>
                    </a:lnTo>
                    <a:lnTo>
                      <a:pt x="382" y="297"/>
                    </a:lnTo>
                    <a:lnTo>
                      <a:pt x="335" y="312"/>
                    </a:lnTo>
                    <a:lnTo>
                      <a:pt x="324" y="330"/>
                    </a:lnTo>
                    <a:lnTo>
                      <a:pt x="247" y="344"/>
                    </a:lnTo>
                    <a:lnTo>
                      <a:pt x="115" y="347"/>
                    </a:lnTo>
                    <a:lnTo>
                      <a:pt x="0" y="324"/>
                    </a:lnTo>
                    <a:lnTo>
                      <a:pt x="133" y="335"/>
                    </a:lnTo>
                    <a:lnTo>
                      <a:pt x="243" y="335"/>
                    </a:lnTo>
                    <a:lnTo>
                      <a:pt x="284" y="324"/>
                    </a:lnTo>
                    <a:lnTo>
                      <a:pt x="293" y="302"/>
                    </a:lnTo>
                    <a:lnTo>
                      <a:pt x="328" y="293"/>
                    </a:lnTo>
                    <a:lnTo>
                      <a:pt x="331" y="258"/>
                    </a:lnTo>
                    <a:lnTo>
                      <a:pt x="346" y="234"/>
                    </a:lnTo>
                    <a:lnTo>
                      <a:pt x="338" y="209"/>
                    </a:lnTo>
                    <a:lnTo>
                      <a:pt x="475" y="192"/>
                    </a:lnTo>
                    <a:lnTo>
                      <a:pt x="648" y="190"/>
                    </a:lnTo>
                    <a:lnTo>
                      <a:pt x="673" y="176"/>
                    </a:lnTo>
                    <a:lnTo>
                      <a:pt x="670" y="142"/>
                    </a:lnTo>
                    <a:lnTo>
                      <a:pt x="634" y="135"/>
                    </a:lnTo>
                    <a:lnTo>
                      <a:pt x="576" y="133"/>
                    </a:lnTo>
                    <a:lnTo>
                      <a:pt x="396" y="140"/>
                    </a:lnTo>
                    <a:lnTo>
                      <a:pt x="301" y="140"/>
                    </a:lnTo>
                    <a:lnTo>
                      <a:pt x="248" y="131"/>
                    </a:lnTo>
                    <a:lnTo>
                      <a:pt x="274" y="103"/>
                    </a:lnTo>
                    <a:lnTo>
                      <a:pt x="293" y="58"/>
                    </a:lnTo>
                    <a:lnTo>
                      <a:pt x="284" y="26"/>
                    </a:lnTo>
                    <a:lnTo>
                      <a:pt x="234" y="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55" name="未知">
                <a:extLst>
                  <a:ext uri="{FF2B5EF4-FFF2-40B4-BE49-F238E27FC236}">
                    <a16:creationId xmlns:a16="http://schemas.microsoft.com/office/drawing/2014/main" id="{CA2CC960-94B5-456E-92CA-D36439DD402F}"/>
                  </a:ext>
                </a:extLst>
              </p:cNvPr>
              <p:cNvSpPr>
                <a:spLocks/>
              </p:cNvSpPr>
              <p:nvPr/>
            </p:nvSpPr>
            <p:spPr bwMode="auto">
              <a:xfrm>
                <a:off x="649" y="519"/>
                <a:ext cx="97" cy="106"/>
              </a:xfrm>
              <a:custGeom>
                <a:avLst/>
                <a:gdLst>
                  <a:gd name="T0" fmla="*/ 4 w 97"/>
                  <a:gd name="T1" fmla="*/ 0 h 106"/>
                  <a:gd name="T2" fmla="*/ 0 w 97"/>
                  <a:gd name="T3" fmla="*/ 58 h 106"/>
                  <a:gd name="T4" fmla="*/ 14 w 97"/>
                  <a:gd name="T5" fmla="*/ 92 h 106"/>
                  <a:gd name="T6" fmla="*/ 39 w 97"/>
                  <a:gd name="T7" fmla="*/ 89 h 106"/>
                  <a:gd name="T8" fmla="*/ 41 w 97"/>
                  <a:gd name="T9" fmla="*/ 105 h 106"/>
                  <a:gd name="T10" fmla="*/ 96 w 97"/>
                  <a:gd name="T11" fmla="*/ 83 h 106"/>
                  <a:gd name="T12" fmla="*/ 46 w 97"/>
                  <a:gd name="T13" fmla="*/ 83 h 106"/>
                  <a:gd name="T14" fmla="*/ 18 w 97"/>
                  <a:gd name="T15" fmla="*/ 84 h 106"/>
                  <a:gd name="T16" fmla="*/ 9 w 97"/>
                  <a:gd name="T17" fmla="*/ 63 h 106"/>
                  <a:gd name="T18" fmla="*/ 9 w 97"/>
                  <a:gd name="T19" fmla="*/ 35 h 106"/>
                  <a:gd name="T20" fmla="*/ 4 w 97"/>
                  <a:gd name="T21" fmla="*/ 0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7" h="106">
                    <a:moveTo>
                      <a:pt x="4" y="0"/>
                    </a:moveTo>
                    <a:lnTo>
                      <a:pt x="0" y="58"/>
                    </a:lnTo>
                    <a:lnTo>
                      <a:pt x="14" y="92"/>
                    </a:lnTo>
                    <a:lnTo>
                      <a:pt x="39" y="89"/>
                    </a:lnTo>
                    <a:lnTo>
                      <a:pt x="41" y="105"/>
                    </a:lnTo>
                    <a:lnTo>
                      <a:pt x="96" y="83"/>
                    </a:lnTo>
                    <a:lnTo>
                      <a:pt x="46" y="83"/>
                    </a:lnTo>
                    <a:lnTo>
                      <a:pt x="18" y="84"/>
                    </a:lnTo>
                    <a:lnTo>
                      <a:pt x="9" y="63"/>
                    </a:lnTo>
                    <a:lnTo>
                      <a:pt x="9" y="35"/>
                    </a:lnTo>
                    <a:lnTo>
                      <a:pt x="4" y="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56" name="未知">
                <a:extLst>
                  <a:ext uri="{FF2B5EF4-FFF2-40B4-BE49-F238E27FC236}">
                    <a16:creationId xmlns:a16="http://schemas.microsoft.com/office/drawing/2014/main" id="{BEAFA345-F56E-4797-AE71-4331EA0860A8}"/>
                  </a:ext>
                </a:extLst>
              </p:cNvPr>
              <p:cNvSpPr>
                <a:spLocks/>
              </p:cNvSpPr>
              <p:nvPr/>
            </p:nvSpPr>
            <p:spPr bwMode="auto">
              <a:xfrm>
                <a:off x="724" y="660"/>
                <a:ext cx="540" cy="230"/>
              </a:xfrm>
              <a:custGeom>
                <a:avLst/>
                <a:gdLst>
                  <a:gd name="T0" fmla="*/ 11 w 540"/>
                  <a:gd name="T1" fmla="*/ 0 h 230"/>
                  <a:gd name="T2" fmla="*/ 0 w 540"/>
                  <a:gd name="T3" fmla="*/ 8 h 230"/>
                  <a:gd name="T4" fmla="*/ 63 w 540"/>
                  <a:gd name="T5" fmla="*/ 61 h 230"/>
                  <a:gd name="T6" fmla="*/ 148 w 540"/>
                  <a:gd name="T7" fmla="*/ 101 h 230"/>
                  <a:gd name="T8" fmla="*/ 252 w 540"/>
                  <a:gd name="T9" fmla="*/ 152 h 230"/>
                  <a:gd name="T10" fmla="*/ 442 w 540"/>
                  <a:gd name="T11" fmla="*/ 197 h 230"/>
                  <a:gd name="T12" fmla="*/ 505 w 540"/>
                  <a:gd name="T13" fmla="*/ 211 h 230"/>
                  <a:gd name="T14" fmla="*/ 539 w 540"/>
                  <a:gd name="T15" fmla="*/ 229 h 230"/>
                  <a:gd name="T16" fmla="*/ 512 w 540"/>
                  <a:gd name="T17" fmla="*/ 206 h 230"/>
                  <a:gd name="T18" fmla="*/ 310 w 540"/>
                  <a:gd name="T19" fmla="*/ 157 h 230"/>
                  <a:gd name="T20" fmla="*/ 209 w 540"/>
                  <a:gd name="T21" fmla="*/ 117 h 230"/>
                  <a:gd name="T22" fmla="*/ 90 w 540"/>
                  <a:gd name="T23" fmla="*/ 54 h 230"/>
                  <a:gd name="T24" fmla="*/ 27 w 540"/>
                  <a:gd name="T25" fmla="*/ 8 h 230"/>
                  <a:gd name="T26" fmla="*/ 11 w 540"/>
                  <a:gd name="T27" fmla="*/ 0 h 2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40" h="230">
                    <a:moveTo>
                      <a:pt x="11" y="0"/>
                    </a:moveTo>
                    <a:lnTo>
                      <a:pt x="0" y="8"/>
                    </a:lnTo>
                    <a:lnTo>
                      <a:pt x="63" y="61"/>
                    </a:lnTo>
                    <a:lnTo>
                      <a:pt x="148" y="101"/>
                    </a:lnTo>
                    <a:lnTo>
                      <a:pt x="252" y="152"/>
                    </a:lnTo>
                    <a:lnTo>
                      <a:pt x="442" y="197"/>
                    </a:lnTo>
                    <a:lnTo>
                      <a:pt x="505" y="211"/>
                    </a:lnTo>
                    <a:lnTo>
                      <a:pt x="539" y="229"/>
                    </a:lnTo>
                    <a:lnTo>
                      <a:pt x="512" y="206"/>
                    </a:lnTo>
                    <a:lnTo>
                      <a:pt x="310" y="157"/>
                    </a:lnTo>
                    <a:lnTo>
                      <a:pt x="209" y="117"/>
                    </a:lnTo>
                    <a:lnTo>
                      <a:pt x="90" y="54"/>
                    </a:lnTo>
                    <a:lnTo>
                      <a:pt x="27" y="8"/>
                    </a:lnTo>
                    <a:lnTo>
                      <a:pt x="11" y="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57" name="未知">
                <a:extLst>
                  <a:ext uri="{FF2B5EF4-FFF2-40B4-BE49-F238E27FC236}">
                    <a16:creationId xmlns:a16="http://schemas.microsoft.com/office/drawing/2014/main" id="{F7BF1177-1E37-41BB-A1D5-4347815A9E79}"/>
                  </a:ext>
                </a:extLst>
              </p:cNvPr>
              <p:cNvSpPr>
                <a:spLocks/>
              </p:cNvSpPr>
              <p:nvPr/>
            </p:nvSpPr>
            <p:spPr bwMode="auto">
              <a:xfrm>
                <a:off x="911" y="547"/>
                <a:ext cx="369" cy="108"/>
              </a:xfrm>
              <a:custGeom>
                <a:avLst/>
                <a:gdLst>
                  <a:gd name="T0" fmla="*/ 0 w 369"/>
                  <a:gd name="T1" fmla="*/ 107 h 108"/>
                  <a:gd name="T2" fmla="*/ 54 w 369"/>
                  <a:gd name="T3" fmla="*/ 13 h 108"/>
                  <a:gd name="T4" fmla="*/ 188 w 369"/>
                  <a:gd name="T5" fmla="*/ 0 h 108"/>
                  <a:gd name="T6" fmla="*/ 303 w 369"/>
                  <a:gd name="T7" fmla="*/ 23 h 108"/>
                  <a:gd name="T8" fmla="*/ 368 w 369"/>
                  <a:gd name="T9" fmla="*/ 68 h 108"/>
                  <a:gd name="T10" fmla="*/ 260 w 369"/>
                  <a:gd name="T11" fmla="*/ 23 h 108"/>
                  <a:gd name="T12" fmla="*/ 220 w 369"/>
                  <a:gd name="T13" fmla="*/ 87 h 108"/>
                  <a:gd name="T14" fmla="*/ 220 w 369"/>
                  <a:gd name="T15" fmla="*/ 13 h 108"/>
                  <a:gd name="T16" fmla="*/ 162 w 369"/>
                  <a:gd name="T17" fmla="*/ 11 h 108"/>
                  <a:gd name="T18" fmla="*/ 90 w 369"/>
                  <a:gd name="T19" fmla="*/ 20 h 108"/>
                  <a:gd name="T20" fmla="*/ 157 w 369"/>
                  <a:gd name="T21" fmla="*/ 87 h 108"/>
                  <a:gd name="T22" fmla="*/ 61 w 369"/>
                  <a:gd name="T23" fmla="*/ 33 h 108"/>
                  <a:gd name="T24" fmla="*/ 0 w 369"/>
                  <a:gd name="T25" fmla="*/ 107 h 1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9" h="108">
                    <a:moveTo>
                      <a:pt x="0" y="107"/>
                    </a:moveTo>
                    <a:lnTo>
                      <a:pt x="54" y="13"/>
                    </a:lnTo>
                    <a:lnTo>
                      <a:pt x="188" y="0"/>
                    </a:lnTo>
                    <a:lnTo>
                      <a:pt x="303" y="23"/>
                    </a:lnTo>
                    <a:lnTo>
                      <a:pt x="368" y="68"/>
                    </a:lnTo>
                    <a:lnTo>
                      <a:pt x="260" y="23"/>
                    </a:lnTo>
                    <a:lnTo>
                      <a:pt x="220" y="87"/>
                    </a:lnTo>
                    <a:lnTo>
                      <a:pt x="220" y="13"/>
                    </a:lnTo>
                    <a:lnTo>
                      <a:pt x="162" y="11"/>
                    </a:lnTo>
                    <a:lnTo>
                      <a:pt x="90" y="20"/>
                    </a:lnTo>
                    <a:lnTo>
                      <a:pt x="157" y="87"/>
                    </a:lnTo>
                    <a:lnTo>
                      <a:pt x="61" y="33"/>
                    </a:lnTo>
                    <a:lnTo>
                      <a:pt x="0" y="107"/>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58" name="未知">
                <a:extLst>
                  <a:ext uri="{FF2B5EF4-FFF2-40B4-BE49-F238E27FC236}">
                    <a16:creationId xmlns:a16="http://schemas.microsoft.com/office/drawing/2014/main" id="{5D955B87-24E2-4998-AB68-4C651141D59B}"/>
                  </a:ext>
                </a:extLst>
              </p:cNvPr>
              <p:cNvSpPr>
                <a:spLocks/>
              </p:cNvSpPr>
              <p:nvPr/>
            </p:nvSpPr>
            <p:spPr bwMode="auto">
              <a:xfrm>
                <a:off x="1092" y="634"/>
                <a:ext cx="196" cy="172"/>
              </a:xfrm>
              <a:custGeom>
                <a:avLst/>
                <a:gdLst>
                  <a:gd name="T0" fmla="*/ 40 w 196"/>
                  <a:gd name="T1" fmla="*/ 0 h 172"/>
                  <a:gd name="T2" fmla="*/ 0 w 196"/>
                  <a:gd name="T3" fmla="*/ 0 h 172"/>
                  <a:gd name="T4" fmla="*/ 0 w 196"/>
                  <a:gd name="T5" fmla="*/ 153 h 172"/>
                  <a:gd name="T6" fmla="*/ 47 w 196"/>
                  <a:gd name="T7" fmla="*/ 171 h 172"/>
                  <a:gd name="T8" fmla="*/ 43 w 196"/>
                  <a:gd name="T9" fmla="*/ 138 h 172"/>
                  <a:gd name="T10" fmla="*/ 16 w 196"/>
                  <a:gd name="T11" fmla="*/ 84 h 172"/>
                  <a:gd name="T12" fmla="*/ 40 w 196"/>
                  <a:gd name="T13" fmla="*/ 11 h 172"/>
                  <a:gd name="T14" fmla="*/ 188 w 196"/>
                  <a:gd name="T15" fmla="*/ 155 h 172"/>
                  <a:gd name="T16" fmla="*/ 195 w 196"/>
                  <a:gd name="T17" fmla="*/ 140 h 172"/>
                  <a:gd name="T18" fmla="*/ 51 w 196"/>
                  <a:gd name="T19" fmla="*/ 4 h 172"/>
                  <a:gd name="T20" fmla="*/ 40 w 196"/>
                  <a:gd name="T21" fmla="*/ 0 h 1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6" h="172">
                    <a:moveTo>
                      <a:pt x="40" y="0"/>
                    </a:moveTo>
                    <a:lnTo>
                      <a:pt x="0" y="0"/>
                    </a:lnTo>
                    <a:lnTo>
                      <a:pt x="0" y="153"/>
                    </a:lnTo>
                    <a:lnTo>
                      <a:pt x="47" y="171"/>
                    </a:lnTo>
                    <a:lnTo>
                      <a:pt x="43" y="138"/>
                    </a:lnTo>
                    <a:lnTo>
                      <a:pt x="16" y="84"/>
                    </a:lnTo>
                    <a:lnTo>
                      <a:pt x="40" y="11"/>
                    </a:lnTo>
                    <a:lnTo>
                      <a:pt x="188" y="155"/>
                    </a:lnTo>
                    <a:lnTo>
                      <a:pt x="195" y="140"/>
                    </a:lnTo>
                    <a:lnTo>
                      <a:pt x="51" y="4"/>
                    </a:lnTo>
                    <a:lnTo>
                      <a:pt x="40" y="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59" name="未知">
                <a:extLst>
                  <a:ext uri="{FF2B5EF4-FFF2-40B4-BE49-F238E27FC236}">
                    <a16:creationId xmlns:a16="http://schemas.microsoft.com/office/drawing/2014/main" id="{3A2D051F-81AB-4C5E-8298-B33FA75D48C7}"/>
                  </a:ext>
                </a:extLst>
              </p:cNvPr>
              <p:cNvSpPr>
                <a:spLocks/>
              </p:cNvSpPr>
              <p:nvPr/>
            </p:nvSpPr>
            <p:spPr bwMode="auto">
              <a:xfrm>
                <a:off x="1292" y="958"/>
                <a:ext cx="53" cy="107"/>
              </a:xfrm>
              <a:custGeom>
                <a:avLst/>
                <a:gdLst>
                  <a:gd name="T0" fmla="*/ 18 w 53"/>
                  <a:gd name="T1" fmla="*/ 0 h 107"/>
                  <a:gd name="T2" fmla="*/ 52 w 53"/>
                  <a:gd name="T3" fmla="*/ 64 h 107"/>
                  <a:gd name="T4" fmla="*/ 52 w 53"/>
                  <a:gd name="T5" fmla="*/ 106 h 107"/>
                  <a:gd name="T6" fmla="*/ 0 w 53"/>
                  <a:gd name="T7" fmla="*/ 6 h 107"/>
                  <a:gd name="T8" fmla="*/ 18 w 53"/>
                  <a:gd name="T9" fmla="*/ 0 h 1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07">
                    <a:moveTo>
                      <a:pt x="18" y="0"/>
                    </a:moveTo>
                    <a:lnTo>
                      <a:pt x="52" y="64"/>
                    </a:lnTo>
                    <a:lnTo>
                      <a:pt x="52" y="106"/>
                    </a:lnTo>
                    <a:lnTo>
                      <a:pt x="0" y="6"/>
                    </a:lnTo>
                    <a:lnTo>
                      <a:pt x="18" y="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60" name="未知">
                <a:extLst>
                  <a:ext uri="{FF2B5EF4-FFF2-40B4-BE49-F238E27FC236}">
                    <a16:creationId xmlns:a16="http://schemas.microsoft.com/office/drawing/2014/main" id="{A4B9686F-D7CA-47B0-9A2F-308248171EEA}"/>
                  </a:ext>
                </a:extLst>
              </p:cNvPr>
              <p:cNvSpPr>
                <a:spLocks/>
              </p:cNvSpPr>
              <p:nvPr/>
            </p:nvSpPr>
            <p:spPr bwMode="auto">
              <a:xfrm>
                <a:off x="425" y="1113"/>
                <a:ext cx="848" cy="290"/>
              </a:xfrm>
              <a:custGeom>
                <a:avLst/>
                <a:gdLst>
                  <a:gd name="T0" fmla="*/ 74 w 848"/>
                  <a:gd name="T1" fmla="*/ 12 h 290"/>
                  <a:gd name="T2" fmla="*/ 65 w 848"/>
                  <a:gd name="T3" fmla="*/ 82 h 290"/>
                  <a:gd name="T4" fmla="*/ 0 w 848"/>
                  <a:gd name="T5" fmla="*/ 157 h 290"/>
                  <a:gd name="T6" fmla="*/ 74 w 848"/>
                  <a:gd name="T7" fmla="*/ 198 h 290"/>
                  <a:gd name="T8" fmla="*/ 254 w 848"/>
                  <a:gd name="T9" fmla="*/ 219 h 290"/>
                  <a:gd name="T10" fmla="*/ 249 w 848"/>
                  <a:gd name="T11" fmla="*/ 289 h 290"/>
                  <a:gd name="T12" fmla="*/ 278 w 848"/>
                  <a:gd name="T13" fmla="*/ 248 h 290"/>
                  <a:gd name="T14" fmla="*/ 283 w 848"/>
                  <a:gd name="T15" fmla="*/ 216 h 290"/>
                  <a:gd name="T16" fmla="*/ 732 w 848"/>
                  <a:gd name="T17" fmla="*/ 164 h 290"/>
                  <a:gd name="T18" fmla="*/ 847 w 848"/>
                  <a:gd name="T19" fmla="*/ 108 h 290"/>
                  <a:gd name="T20" fmla="*/ 710 w 848"/>
                  <a:gd name="T21" fmla="*/ 161 h 290"/>
                  <a:gd name="T22" fmla="*/ 371 w 848"/>
                  <a:gd name="T23" fmla="*/ 189 h 290"/>
                  <a:gd name="T24" fmla="*/ 97 w 848"/>
                  <a:gd name="T25" fmla="*/ 189 h 290"/>
                  <a:gd name="T26" fmla="*/ 25 w 848"/>
                  <a:gd name="T27" fmla="*/ 155 h 290"/>
                  <a:gd name="T28" fmla="*/ 81 w 848"/>
                  <a:gd name="T29" fmla="*/ 82 h 290"/>
                  <a:gd name="T30" fmla="*/ 92 w 848"/>
                  <a:gd name="T31" fmla="*/ 0 h 290"/>
                  <a:gd name="T32" fmla="*/ 74 w 848"/>
                  <a:gd name="T33" fmla="*/ 12 h 2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48" h="290">
                    <a:moveTo>
                      <a:pt x="74" y="12"/>
                    </a:moveTo>
                    <a:lnTo>
                      <a:pt x="65" y="82"/>
                    </a:lnTo>
                    <a:lnTo>
                      <a:pt x="0" y="157"/>
                    </a:lnTo>
                    <a:lnTo>
                      <a:pt x="74" y="198"/>
                    </a:lnTo>
                    <a:lnTo>
                      <a:pt x="254" y="219"/>
                    </a:lnTo>
                    <a:lnTo>
                      <a:pt x="249" y="289"/>
                    </a:lnTo>
                    <a:lnTo>
                      <a:pt x="278" y="248"/>
                    </a:lnTo>
                    <a:lnTo>
                      <a:pt x="283" y="216"/>
                    </a:lnTo>
                    <a:lnTo>
                      <a:pt x="732" y="164"/>
                    </a:lnTo>
                    <a:lnTo>
                      <a:pt x="847" y="108"/>
                    </a:lnTo>
                    <a:lnTo>
                      <a:pt x="710" y="161"/>
                    </a:lnTo>
                    <a:lnTo>
                      <a:pt x="371" y="189"/>
                    </a:lnTo>
                    <a:lnTo>
                      <a:pt x="97" y="189"/>
                    </a:lnTo>
                    <a:lnTo>
                      <a:pt x="25" y="155"/>
                    </a:lnTo>
                    <a:lnTo>
                      <a:pt x="81" y="82"/>
                    </a:lnTo>
                    <a:lnTo>
                      <a:pt x="92" y="0"/>
                    </a:lnTo>
                    <a:lnTo>
                      <a:pt x="74" y="1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61" name="未知">
                <a:extLst>
                  <a:ext uri="{FF2B5EF4-FFF2-40B4-BE49-F238E27FC236}">
                    <a16:creationId xmlns:a16="http://schemas.microsoft.com/office/drawing/2014/main" id="{5D3FF13B-AC43-4C53-88AB-457ACBD35E28}"/>
                  </a:ext>
                </a:extLst>
              </p:cNvPr>
              <p:cNvSpPr>
                <a:spLocks/>
              </p:cNvSpPr>
              <p:nvPr/>
            </p:nvSpPr>
            <p:spPr bwMode="auto">
              <a:xfrm>
                <a:off x="1308" y="247"/>
                <a:ext cx="900" cy="198"/>
              </a:xfrm>
              <a:custGeom>
                <a:avLst/>
                <a:gdLst>
                  <a:gd name="T0" fmla="*/ 731 w 900"/>
                  <a:gd name="T1" fmla="*/ 47 h 198"/>
                  <a:gd name="T2" fmla="*/ 584 w 900"/>
                  <a:gd name="T3" fmla="*/ 53 h 198"/>
                  <a:gd name="T4" fmla="*/ 344 w 900"/>
                  <a:gd name="T5" fmla="*/ 82 h 198"/>
                  <a:gd name="T6" fmla="*/ 159 w 900"/>
                  <a:gd name="T7" fmla="*/ 109 h 198"/>
                  <a:gd name="T8" fmla="*/ 72 w 900"/>
                  <a:gd name="T9" fmla="*/ 121 h 198"/>
                  <a:gd name="T10" fmla="*/ 20 w 900"/>
                  <a:gd name="T11" fmla="*/ 126 h 198"/>
                  <a:gd name="T12" fmla="*/ 0 w 900"/>
                  <a:gd name="T13" fmla="*/ 149 h 198"/>
                  <a:gd name="T14" fmla="*/ 4 w 900"/>
                  <a:gd name="T15" fmla="*/ 179 h 198"/>
                  <a:gd name="T16" fmla="*/ 34 w 900"/>
                  <a:gd name="T17" fmla="*/ 197 h 198"/>
                  <a:gd name="T18" fmla="*/ 11 w 900"/>
                  <a:gd name="T19" fmla="*/ 174 h 198"/>
                  <a:gd name="T20" fmla="*/ 20 w 900"/>
                  <a:gd name="T21" fmla="*/ 144 h 198"/>
                  <a:gd name="T22" fmla="*/ 67 w 900"/>
                  <a:gd name="T23" fmla="*/ 129 h 198"/>
                  <a:gd name="T24" fmla="*/ 108 w 900"/>
                  <a:gd name="T25" fmla="*/ 140 h 198"/>
                  <a:gd name="T26" fmla="*/ 128 w 900"/>
                  <a:gd name="T27" fmla="*/ 165 h 198"/>
                  <a:gd name="T28" fmla="*/ 108 w 900"/>
                  <a:gd name="T29" fmla="*/ 185 h 198"/>
                  <a:gd name="T30" fmla="*/ 72 w 900"/>
                  <a:gd name="T31" fmla="*/ 182 h 198"/>
                  <a:gd name="T32" fmla="*/ 49 w 900"/>
                  <a:gd name="T33" fmla="*/ 168 h 198"/>
                  <a:gd name="T34" fmla="*/ 56 w 900"/>
                  <a:gd name="T35" fmla="*/ 190 h 198"/>
                  <a:gd name="T36" fmla="*/ 90 w 900"/>
                  <a:gd name="T37" fmla="*/ 197 h 198"/>
                  <a:gd name="T38" fmla="*/ 148 w 900"/>
                  <a:gd name="T39" fmla="*/ 197 h 198"/>
                  <a:gd name="T40" fmla="*/ 209 w 900"/>
                  <a:gd name="T41" fmla="*/ 194 h 198"/>
                  <a:gd name="T42" fmla="*/ 313 w 900"/>
                  <a:gd name="T43" fmla="*/ 162 h 198"/>
                  <a:gd name="T44" fmla="*/ 447 w 900"/>
                  <a:gd name="T45" fmla="*/ 129 h 198"/>
                  <a:gd name="T46" fmla="*/ 569 w 900"/>
                  <a:gd name="T47" fmla="*/ 105 h 198"/>
                  <a:gd name="T48" fmla="*/ 710 w 900"/>
                  <a:gd name="T49" fmla="*/ 87 h 198"/>
                  <a:gd name="T50" fmla="*/ 699 w 900"/>
                  <a:gd name="T51" fmla="*/ 118 h 198"/>
                  <a:gd name="T52" fmla="*/ 735 w 900"/>
                  <a:gd name="T53" fmla="*/ 147 h 198"/>
                  <a:gd name="T54" fmla="*/ 798 w 900"/>
                  <a:gd name="T55" fmla="*/ 157 h 198"/>
                  <a:gd name="T56" fmla="*/ 872 w 900"/>
                  <a:gd name="T57" fmla="*/ 135 h 198"/>
                  <a:gd name="T58" fmla="*/ 899 w 900"/>
                  <a:gd name="T59" fmla="*/ 80 h 198"/>
                  <a:gd name="T60" fmla="*/ 881 w 900"/>
                  <a:gd name="T61" fmla="*/ 37 h 198"/>
                  <a:gd name="T62" fmla="*/ 791 w 900"/>
                  <a:gd name="T63" fmla="*/ 0 h 198"/>
                  <a:gd name="T64" fmla="*/ 721 w 900"/>
                  <a:gd name="T65" fmla="*/ 5 h 198"/>
                  <a:gd name="T66" fmla="*/ 670 w 900"/>
                  <a:gd name="T67" fmla="*/ 31 h 198"/>
                  <a:gd name="T68" fmla="*/ 731 w 900"/>
                  <a:gd name="T69" fmla="*/ 12 h 198"/>
                  <a:gd name="T70" fmla="*/ 784 w 900"/>
                  <a:gd name="T71" fmla="*/ 7 h 198"/>
                  <a:gd name="T72" fmla="*/ 868 w 900"/>
                  <a:gd name="T73" fmla="*/ 45 h 198"/>
                  <a:gd name="T74" fmla="*/ 885 w 900"/>
                  <a:gd name="T75" fmla="*/ 77 h 198"/>
                  <a:gd name="T76" fmla="*/ 850 w 900"/>
                  <a:gd name="T77" fmla="*/ 133 h 198"/>
                  <a:gd name="T78" fmla="*/ 787 w 900"/>
                  <a:gd name="T79" fmla="*/ 149 h 198"/>
                  <a:gd name="T80" fmla="*/ 739 w 900"/>
                  <a:gd name="T81" fmla="*/ 140 h 198"/>
                  <a:gd name="T82" fmla="*/ 713 w 900"/>
                  <a:gd name="T83" fmla="*/ 116 h 198"/>
                  <a:gd name="T84" fmla="*/ 728 w 900"/>
                  <a:gd name="T85" fmla="*/ 60 h 198"/>
                  <a:gd name="T86" fmla="*/ 704 w 900"/>
                  <a:gd name="T87" fmla="*/ 82 h 198"/>
                  <a:gd name="T88" fmla="*/ 504 w 900"/>
                  <a:gd name="T89" fmla="*/ 107 h 198"/>
                  <a:gd name="T90" fmla="*/ 294 w 900"/>
                  <a:gd name="T91" fmla="*/ 157 h 198"/>
                  <a:gd name="T92" fmla="*/ 180 w 900"/>
                  <a:gd name="T93" fmla="*/ 189 h 198"/>
                  <a:gd name="T94" fmla="*/ 123 w 900"/>
                  <a:gd name="T95" fmla="*/ 189 h 198"/>
                  <a:gd name="T96" fmla="*/ 144 w 900"/>
                  <a:gd name="T97" fmla="*/ 167 h 198"/>
                  <a:gd name="T98" fmla="*/ 137 w 900"/>
                  <a:gd name="T99" fmla="*/ 137 h 198"/>
                  <a:gd name="T100" fmla="*/ 101 w 900"/>
                  <a:gd name="T101" fmla="*/ 125 h 198"/>
                  <a:gd name="T102" fmla="*/ 393 w 900"/>
                  <a:gd name="T103" fmla="*/ 82 h 198"/>
                  <a:gd name="T104" fmla="*/ 613 w 900"/>
                  <a:gd name="T105" fmla="*/ 55 h 198"/>
                  <a:gd name="T106" fmla="*/ 731 w 900"/>
                  <a:gd name="T107" fmla="*/ 47 h 19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00" h="198">
                    <a:moveTo>
                      <a:pt x="731" y="47"/>
                    </a:moveTo>
                    <a:lnTo>
                      <a:pt x="584" y="53"/>
                    </a:lnTo>
                    <a:lnTo>
                      <a:pt x="344" y="82"/>
                    </a:lnTo>
                    <a:lnTo>
                      <a:pt x="159" y="109"/>
                    </a:lnTo>
                    <a:lnTo>
                      <a:pt x="72" y="121"/>
                    </a:lnTo>
                    <a:lnTo>
                      <a:pt x="20" y="126"/>
                    </a:lnTo>
                    <a:lnTo>
                      <a:pt x="0" y="149"/>
                    </a:lnTo>
                    <a:lnTo>
                      <a:pt x="4" y="179"/>
                    </a:lnTo>
                    <a:lnTo>
                      <a:pt x="34" y="197"/>
                    </a:lnTo>
                    <a:lnTo>
                      <a:pt x="11" y="174"/>
                    </a:lnTo>
                    <a:lnTo>
                      <a:pt x="20" y="144"/>
                    </a:lnTo>
                    <a:lnTo>
                      <a:pt x="67" y="129"/>
                    </a:lnTo>
                    <a:lnTo>
                      <a:pt x="108" y="140"/>
                    </a:lnTo>
                    <a:lnTo>
                      <a:pt x="128" y="165"/>
                    </a:lnTo>
                    <a:lnTo>
                      <a:pt x="108" y="185"/>
                    </a:lnTo>
                    <a:lnTo>
                      <a:pt x="72" y="182"/>
                    </a:lnTo>
                    <a:lnTo>
                      <a:pt x="49" y="168"/>
                    </a:lnTo>
                    <a:lnTo>
                      <a:pt x="56" y="190"/>
                    </a:lnTo>
                    <a:lnTo>
                      <a:pt x="90" y="197"/>
                    </a:lnTo>
                    <a:lnTo>
                      <a:pt x="148" y="197"/>
                    </a:lnTo>
                    <a:lnTo>
                      <a:pt x="209" y="194"/>
                    </a:lnTo>
                    <a:lnTo>
                      <a:pt x="313" y="162"/>
                    </a:lnTo>
                    <a:lnTo>
                      <a:pt x="447" y="129"/>
                    </a:lnTo>
                    <a:lnTo>
                      <a:pt x="569" y="105"/>
                    </a:lnTo>
                    <a:lnTo>
                      <a:pt x="710" y="87"/>
                    </a:lnTo>
                    <a:lnTo>
                      <a:pt x="699" y="118"/>
                    </a:lnTo>
                    <a:lnTo>
                      <a:pt x="735" y="147"/>
                    </a:lnTo>
                    <a:lnTo>
                      <a:pt x="798" y="157"/>
                    </a:lnTo>
                    <a:lnTo>
                      <a:pt x="872" y="135"/>
                    </a:lnTo>
                    <a:lnTo>
                      <a:pt x="899" y="80"/>
                    </a:lnTo>
                    <a:lnTo>
                      <a:pt x="881" y="37"/>
                    </a:lnTo>
                    <a:lnTo>
                      <a:pt x="791" y="0"/>
                    </a:lnTo>
                    <a:lnTo>
                      <a:pt x="721" y="5"/>
                    </a:lnTo>
                    <a:lnTo>
                      <a:pt x="670" y="31"/>
                    </a:lnTo>
                    <a:lnTo>
                      <a:pt x="731" y="12"/>
                    </a:lnTo>
                    <a:lnTo>
                      <a:pt x="784" y="7"/>
                    </a:lnTo>
                    <a:lnTo>
                      <a:pt x="868" y="45"/>
                    </a:lnTo>
                    <a:lnTo>
                      <a:pt x="885" y="77"/>
                    </a:lnTo>
                    <a:lnTo>
                      <a:pt x="850" y="133"/>
                    </a:lnTo>
                    <a:lnTo>
                      <a:pt x="787" y="149"/>
                    </a:lnTo>
                    <a:lnTo>
                      <a:pt x="739" y="140"/>
                    </a:lnTo>
                    <a:lnTo>
                      <a:pt x="713" y="116"/>
                    </a:lnTo>
                    <a:lnTo>
                      <a:pt x="728" y="60"/>
                    </a:lnTo>
                    <a:lnTo>
                      <a:pt x="704" y="82"/>
                    </a:lnTo>
                    <a:lnTo>
                      <a:pt x="504" y="107"/>
                    </a:lnTo>
                    <a:lnTo>
                      <a:pt x="294" y="157"/>
                    </a:lnTo>
                    <a:lnTo>
                      <a:pt x="180" y="189"/>
                    </a:lnTo>
                    <a:lnTo>
                      <a:pt x="123" y="189"/>
                    </a:lnTo>
                    <a:lnTo>
                      <a:pt x="144" y="167"/>
                    </a:lnTo>
                    <a:lnTo>
                      <a:pt x="137" y="137"/>
                    </a:lnTo>
                    <a:lnTo>
                      <a:pt x="101" y="125"/>
                    </a:lnTo>
                    <a:lnTo>
                      <a:pt x="393" y="82"/>
                    </a:lnTo>
                    <a:lnTo>
                      <a:pt x="613" y="55"/>
                    </a:lnTo>
                    <a:lnTo>
                      <a:pt x="731" y="47"/>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62" name="未知">
                <a:extLst>
                  <a:ext uri="{FF2B5EF4-FFF2-40B4-BE49-F238E27FC236}">
                    <a16:creationId xmlns:a16="http://schemas.microsoft.com/office/drawing/2014/main" id="{BE0F0331-65A7-4196-8B48-B75E41B4BB63}"/>
                  </a:ext>
                </a:extLst>
              </p:cNvPr>
              <p:cNvSpPr>
                <a:spLocks/>
              </p:cNvSpPr>
              <p:nvPr/>
            </p:nvSpPr>
            <p:spPr bwMode="auto">
              <a:xfrm>
                <a:off x="2123" y="247"/>
                <a:ext cx="253" cy="95"/>
              </a:xfrm>
              <a:custGeom>
                <a:avLst/>
                <a:gdLst>
                  <a:gd name="T0" fmla="*/ 0 w 253"/>
                  <a:gd name="T1" fmla="*/ 8 h 95"/>
                  <a:gd name="T2" fmla="*/ 63 w 253"/>
                  <a:gd name="T3" fmla="*/ 0 h 95"/>
                  <a:gd name="T4" fmla="*/ 137 w 253"/>
                  <a:gd name="T5" fmla="*/ 7 h 95"/>
                  <a:gd name="T6" fmla="*/ 209 w 253"/>
                  <a:gd name="T7" fmla="*/ 8 h 95"/>
                  <a:gd name="T8" fmla="*/ 252 w 253"/>
                  <a:gd name="T9" fmla="*/ 65 h 95"/>
                  <a:gd name="T10" fmla="*/ 178 w 253"/>
                  <a:gd name="T11" fmla="*/ 94 h 95"/>
                  <a:gd name="T12" fmla="*/ 238 w 253"/>
                  <a:gd name="T13" fmla="*/ 62 h 95"/>
                  <a:gd name="T14" fmla="*/ 194 w 253"/>
                  <a:gd name="T15" fmla="*/ 18 h 95"/>
                  <a:gd name="T16" fmla="*/ 151 w 253"/>
                  <a:gd name="T17" fmla="*/ 18 h 95"/>
                  <a:gd name="T18" fmla="*/ 173 w 253"/>
                  <a:gd name="T19" fmla="*/ 51 h 95"/>
                  <a:gd name="T20" fmla="*/ 99 w 253"/>
                  <a:gd name="T21" fmla="*/ 8 h 95"/>
                  <a:gd name="T22" fmla="*/ 0 w 253"/>
                  <a:gd name="T23" fmla="*/ 8 h 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53" h="95">
                    <a:moveTo>
                      <a:pt x="0" y="8"/>
                    </a:moveTo>
                    <a:lnTo>
                      <a:pt x="63" y="0"/>
                    </a:lnTo>
                    <a:lnTo>
                      <a:pt x="137" y="7"/>
                    </a:lnTo>
                    <a:lnTo>
                      <a:pt x="209" y="8"/>
                    </a:lnTo>
                    <a:lnTo>
                      <a:pt x="252" y="65"/>
                    </a:lnTo>
                    <a:lnTo>
                      <a:pt x="178" y="94"/>
                    </a:lnTo>
                    <a:lnTo>
                      <a:pt x="238" y="62"/>
                    </a:lnTo>
                    <a:lnTo>
                      <a:pt x="194" y="18"/>
                    </a:lnTo>
                    <a:lnTo>
                      <a:pt x="151" y="18"/>
                    </a:lnTo>
                    <a:lnTo>
                      <a:pt x="173" y="51"/>
                    </a:lnTo>
                    <a:lnTo>
                      <a:pt x="99" y="8"/>
                    </a:lnTo>
                    <a:lnTo>
                      <a:pt x="0" y="8"/>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63" name="未知">
                <a:extLst>
                  <a:ext uri="{FF2B5EF4-FFF2-40B4-BE49-F238E27FC236}">
                    <a16:creationId xmlns:a16="http://schemas.microsoft.com/office/drawing/2014/main" id="{8C5B8E94-50C0-408B-8F6E-E5CDEC60108B}"/>
                  </a:ext>
                </a:extLst>
              </p:cNvPr>
              <p:cNvSpPr>
                <a:spLocks/>
              </p:cNvSpPr>
              <p:nvPr/>
            </p:nvSpPr>
            <p:spPr bwMode="auto">
              <a:xfrm>
                <a:off x="2180" y="312"/>
                <a:ext cx="116" cy="69"/>
              </a:xfrm>
              <a:custGeom>
                <a:avLst/>
                <a:gdLst>
                  <a:gd name="T0" fmla="*/ 115 w 116"/>
                  <a:gd name="T1" fmla="*/ 0 h 69"/>
                  <a:gd name="T2" fmla="*/ 79 w 116"/>
                  <a:gd name="T3" fmla="*/ 57 h 69"/>
                  <a:gd name="T4" fmla="*/ 5 w 116"/>
                  <a:gd name="T5" fmla="*/ 53 h 69"/>
                  <a:gd name="T6" fmla="*/ 0 w 116"/>
                  <a:gd name="T7" fmla="*/ 61 h 69"/>
                  <a:gd name="T8" fmla="*/ 65 w 116"/>
                  <a:gd name="T9" fmla="*/ 68 h 69"/>
                  <a:gd name="T10" fmla="*/ 115 w 116"/>
                  <a:gd name="T11" fmla="*/ 51 h 69"/>
                  <a:gd name="T12" fmla="*/ 115 w 116"/>
                  <a:gd name="T13" fmla="*/ 0 h 6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6" h="69">
                    <a:moveTo>
                      <a:pt x="115" y="0"/>
                    </a:moveTo>
                    <a:lnTo>
                      <a:pt x="79" y="57"/>
                    </a:lnTo>
                    <a:lnTo>
                      <a:pt x="5" y="53"/>
                    </a:lnTo>
                    <a:lnTo>
                      <a:pt x="0" y="61"/>
                    </a:lnTo>
                    <a:lnTo>
                      <a:pt x="65" y="68"/>
                    </a:lnTo>
                    <a:lnTo>
                      <a:pt x="115" y="51"/>
                    </a:lnTo>
                    <a:lnTo>
                      <a:pt x="115" y="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64" name="未知">
                <a:extLst>
                  <a:ext uri="{FF2B5EF4-FFF2-40B4-BE49-F238E27FC236}">
                    <a16:creationId xmlns:a16="http://schemas.microsoft.com/office/drawing/2014/main" id="{4F45A1E3-E2F2-4D96-A96B-7049ACFB1B95}"/>
                  </a:ext>
                </a:extLst>
              </p:cNvPr>
              <p:cNvSpPr>
                <a:spLocks/>
              </p:cNvSpPr>
              <p:nvPr/>
            </p:nvSpPr>
            <p:spPr bwMode="auto">
              <a:xfrm>
                <a:off x="1841" y="252"/>
                <a:ext cx="158" cy="54"/>
              </a:xfrm>
              <a:custGeom>
                <a:avLst/>
                <a:gdLst>
                  <a:gd name="T0" fmla="*/ 13 w 158"/>
                  <a:gd name="T1" fmla="*/ 53 h 54"/>
                  <a:gd name="T2" fmla="*/ 0 w 158"/>
                  <a:gd name="T3" fmla="*/ 7 h 54"/>
                  <a:gd name="T4" fmla="*/ 42 w 158"/>
                  <a:gd name="T5" fmla="*/ 0 h 54"/>
                  <a:gd name="T6" fmla="*/ 112 w 158"/>
                  <a:gd name="T7" fmla="*/ 2 h 54"/>
                  <a:gd name="T8" fmla="*/ 150 w 158"/>
                  <a:gd name="T9" fmla="*/ 25 h 54"/>
                  <a:gd name="T10" fmla="*/ 157 w 158"/>
                  <a:gd name="T11" fmla="*/ 46 h 54"/>
                  <a:gd name="T12" fmla="*/ 128 w 158"/>
                  <a:gd name="T13" fmla="*/ 46 h 54"/>
                  <a:gd name="T14" fmla="*/ 115 w 158"/>
                  <a:gd name="T15" fmla="*/ 20 h 54"/>
                  <a:gd name="T16" fmla="*/ 79 w 158"/>
                  <a:gd name="T17" fmla="*/ 8 h 54"/>
                  <a:gd name="T18" fmla="*/ 32 w 158"/>
                  <a:gd name="T19" fmla="*/ 7 h 54"/>
                  <a:gd name="T20" fmla="*/ 7 w 158"/>
                  <a:gd name="T21" fmla="*/ 10 h 54"/>
                  <a:gd name="T22" fmla="*/ 25 w 158"/>
                  <a:gd name="T23" fmla="*/ 53 h 54"/>
                  <a:gd name="T24" fmla="*/ 13 w 158"/>
                  <a:gd name="T25" fmla="*/ 53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8" h="54">
                    <a:moveTo>
                      <a:pt x="13" y="53"/>
                    </a:moveTo>
                    <a:lnTo>
                      <a:pt x="0" y="7"/>
                    </a:lnTo>
                    <a:lnTo>
                      <a:pt x="42" y="0"/>
                    </a:lnTo>
                    <a:lnTo>
                      <a:pt x="112" y="2"/>
                    </a:lnTo>
                    <a:lnTo>
                      <a:pt x="150" y="25"/>
                    </a:lnTo>
                    <a:lnTo>
                      <a:pt x="157" y="46"/>
                    </a:lnTo>
                    <a:lnTo>
                      <a:pt x="128" y="46"/>
                    </a:lnTo>
                    <a:lnTo>
                      <a:pt x="115" y="20"/>
                    </a:lnTo>
                    <a:lnTo>
                      <a:pt x="79" y="8"/>
                    </a:lnTo>
                    <a:lnTo>
                      <a:pt x="32" y="7"/>
                    </a:lnTo>
                    <a:lnTo>
                      <a:pt x="7" y="10"/>
                    </a:lnTo>
                    <a:lnTo>
                      <a:pt x="25" y="53"/>
                    </a:lnTo>
                    <a:lnTo>
                      <a:pt x="13" y="53"/>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65" name="未知">
                <a:extLst>
                  <a:ext uri="{FF2B5EF4-FFF2-40B4-BE49-F238E27FC236}">
                    <a16:creationId xmlns:a16="http://schemas.microsoft.com/office/drawing/2014/main" id="{315196A3-E631-4D7A-91EE-7693896710A6}"/>
                  </a:ext>
                </a:extLst>
              </p:cNvPr>
              <p:cNvSpPr>
                <a:spLocks/>
              </p:cNvSpPr>
              <p:nvPr/>
            </p:nvSpPr>
            <p:spPr bwMode="auto">
              <a:xfrm>
                <a:off x="2331" y="292"/>
                <a:ext cx="761" cy="291"/>
              </a:xfrm>
              <a:custGeom>
                <a:avLst/>
                <a:gdLst>
                  <a:gd name="T0" fmla="*/ 29 w 761"/>
                  <a:gd name="T1" fmla="*/ 0 h 291"/>
                  <a:gd name="T2" fmla="*/ 169 w 761"/>
                  <a:gd name="T3" fmla="*/ 6 h 291"/>
                  <a:gd name="T4" fmla="*/ 324 w 761"/>
                  <a:gd name="T5" fmla="*/ 28 h 291"/>
                  <a:gd name="T6" fmla="*/ 582 w 761"/>
                  <a:gd name="T7" fmla="*/ 80 h 291"/>
                  <a:gd name="T8" fmla="*/ 753 w 761"/>
                  <a:gd name="T9" fmla="*/ 120 h 291"/>
                  <a:gd name="T10" fmla="*/ 760 w 761"/>
                  <a:gd name="T11" fmla="*/ 140 h 291"/>
                  <a:gd name="T12" fmla="*/ 747 w 761"/>
                  <a:gd name="T13" fmla="*/ 209 h 291"/>
                  <a:gd name="T14" fmla="*/ 724 w 761"/>
                  <a:gd name="T15" fmla="*/ 290 h 291"/>
                  <a:gd name="T16" fmla="*/ 747 w 761"/>
                  <a:gd name="T17" fmla="*/ 145 h 291"/>
                  <a:gd name="T18" fmla="*/ 735 w 761"/>
                  <a:gd name="T19" fmla="*/ 123 h 291"/>
                  <a:gd name="T20" fmla="*/ 692 w 761"/>
                  <a:gd name="T21" fmla="*/ 112 h 291"/>
                  <a:gd name="T22" fmla="*/ 654 w 761"/>
                  <a:gd name="T23" fmla="*/ 125 h 291"/>
                  <a:gd name="T24" fmla="*/ 638 w 761"/>
                  <a:gd name="T25" fmla="*/ 150 h 291"/>
                  <a:gd name="T26" fmla="*/ 648 w 761"/>
                  <a:gd name="T27" fmla="*/ 170 h 291"/>
                  <a:gd name="T28" fmla="*/ 670 w 761"/>
                  <a:gd name="T29" fmla="*/ 170 h 291"/>
                  <a:gd name="T30" fmla="*/ 708 w 761"/>
                  <a:gd name="T31" fmla="*/ 161 h 291"/>
                  <a:gd name="T32" fmla="*/ 713 w 761"/>
                  <a:gd name="T33" fmla="*/ 142 h 291"/>
                  <a:gd name="T34" fmla="*/ 719 w 761"/>
                  <a:gd name="T35" fmla="*/ 161 h 291"/>
                  <a:gd name="T36" fmla="*/ 677 w 761"/>
                  <a:gd name="T37" fmla="*/ 182 h 291"/>
                  <a:gd name="T38" fmla="*/ 625 w 761"/>
                  <a:gd name="T39" fmla="*/ 182 h 291"/>
                  <a:gd name="T40" fmla="*/ 580 w 761"/>
                  <a:gd name="T41" fmla="*/ 170 h 291"/>
                  <a:gd name="T42" fmla="*/ 317 w 761"/>
                  <a:gd name="T43" fmla="*/ 99 h 291"/>
                  <a:gd name="T44" fmla="*/ 137 w 761"/>
                  <a:gd name="T45" fmla="*/ 55 h 291"/>
                  <a:gd name="T46" fmla="*/ 32 w 761"/>
                  <a:gd name="T47" fmla="*/ 37 h 291"/>
                  <a:gd name="T48" fmla="*/ 0 w 761"/>
                  <a:gd name="T49" fmla="*/ 35 h 291"/>
                  <a:gd name="T50" fmla="*/ 22 w 761"/>
                  <a:gd name="T51" fmla="*/ 27 h 291"/>
                  <a:gd name="T52" fmla="*/ 117 w 761"/>
                  <a:gd name="T53" fmla="*/ 39 h 291"/>
                  <a:gd name="T54" fmla="*/ 281 w 761"/>
                  <a:gd name="T55" fmla="*/ 77 h 291"/>
                  <a:gd name="T56" fmla="*/ 463 w 761"/>
                  <a:gd name="T57" fmla="*/ 125 h 291"/>
                  <a:gd name="T58" fmla="*/ 630 w 761"/>
                  <a:gd name="T59" fmla="*/ 172 h 291"/>
                  <a:gd name="T60" fmla="*/ 618 w 761"/>
                  <a:gd name="T61" fmla="*/ 150 h 291"/>
                  <a:gd name="T62" fmla="*/ 627 w 761"/>
                  <a:gd name="T63" fmla="*/ 125 h 291"/>
                  <a:gd name="T64" fmla="*/ 670 w 761"/>
                  <a:gd name="T65" fmla="*/ 108 h 291"/>
                  <a:gd name="T66" fmla="*/ 475 w 761"/>
                  <a:gd name="T67" fmla="*/ 64 h 291"/>
                  <a:gd name="T68" fmla="*/ 288 w 761"/>
                  <a:gd name="T69" fmla="*/ 28 h 291"/>
                  <a:gd name="T70" fmla="*/ 166 w 761"/>
                  <a:gd name="T71" fmla="*/ 10 h 291"/>
                  <a:gd name="T72" fmla="*/ 25 w 761"/>
                  <a:gd name="T73" fmla="*/ 2 h 291"/>
                  <a:gd name="T74" fmla="*/ 29 w 761"/>
                  <a:gd name="T75" fmla="*/ 0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761" h="291">
                    <a:moveTo>
                      <a:pt x="29" y="0"/>
                    </a:moveTo>
                    <a:lnTo>
                      <a:pt x="169" y="6"/>
                    </a:lnTo>
                    <a:lnTo>
                      <a:pt x="324" y="28"/>
                    </a:lnTo>
                    <a:lnTo>
                      <a:pt x="582" y="80"/>
                    </a:lnTo>
                    <a:lnTo>
                      <a:pt x="753" y="120"/>
                    </a:lnTo>
                    <a:lnTo>
                      <a:pt x="760" y="140"/>
                    </a:lnTo>
                    <a:lnTo>
                      <a:pt x="747" y="209"/>
                    </a:lnTo>
                    <a:lnTo>
                      <a:pt x="724" y="290"/>
                    </a:lnTo>
                    <a:lnTo>
                      <a:pt x="747" y="145"/>
                    </a:lnTo>
                    <a:lnTo>
                      <a:pt x="735" y="123"/>
                    </a:lnTo>
                    <a:lnTo>
                      <a:pt x="692" y="112"/>
                    </a:lnTo>
                    <a:lnTo>
                      <a:pt x="654" y="125"/>
                    </a:lnTo>
                    <a:lnTo>
                      <a:pt x="638" y="150"/>
                    </a:lnTo>
                    <a:lnTo>
                      <a:pt x="648" y="170"/>
                    </a:lnTo>
                    <a:lnTo>
                      <a:pt x="670" y="170"/>
                    </a:lnTo>
                    <a:lnTo>
                      <a:pt x="708" y="161"/>
                    </a:lnTo>
                    <a:lnTo>
                      <a:pt x="713" y="142"/>
                    </a:lnTo>
                    <a:lnTo>
                      <a:pt x="719" y="161"/>
                    </a:lnTo>
                    <a:lnTo>
                      <a:pt x="677" y="182"/>
                    </a:lnTo>
                    <a:lnTo>
                      <a:pt x="625" y="182"/>
                    </a:lnTo>
                    <a:lnTo>
                      <a:pt x="580" y="170"/>
                    </a:lnTo>
                    <a:lnTo>
                      <a:pt x="317" y="99"/>
                    </a:lnTo>
                    <a:lnTo>
                      <a:pt x="137" y="55"/>
                    </a:lnTo>
                    <a:lnTo>
                      <a:pt x="32" y="37"/>
                    </a:lnTo>
                    <a:lnTo>
                      <a:pt x="0" y="35"/>
                    </a:lnTo>
                    <a:lnTo>
                      <a:pt x="22" y="27"/>
                    </a:lnTo>
                    <a:lnTo>
                      <a:pt x="117" y="39"/>
                    </a:lnTo>
                    <a:lnTo>
                      <a:pt x="281" y="77"/>
                    </a:lnTo>
                    <a:lnTo>
                      <a:pt x="463" y="125"/>
                    </a:lnTo>
                    <a:lnTo>
                      <a:pt x="630" y="172"/>
                    </a:lnTo>
                    <a:lnTo>
                      <a:pt x="618" y="150"/>
                    </a:lnTo>
                    <a:lnTo>
                      <a:pt x="627" y="125"/>
                    </a:lnTo>
                    <a:lnTo>
                      <a:pt x="670" y="108"/>
                    </a:lnTo>
                    <a:lnTo>
                      <a:pt x="475" y="64"/>
                    </a:lnTo>
                    <a:lnTo>
                      <a:pt x="288" y="28"/>
                    </a:lnTo>
                    <a:lnTo>
                      <a:pt x="166" y="10"/>
                    </a:lnTo>
                    <a:lnTo>
                      <a:pt x="25" y="2"/>
                    </a:lnTo>
                    <a:lnTo>
                      <a:pt x="29" y="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66" name="未知">
                <a:extLst>
                  <a:ext uri="{FF2B5EF4-FFF2-40B4-BE49-F238E27FC236}">
                    <a16:creationId xmlns:a16="http://schemas.microsoft.com/office/drawing/2014/main" id="{8613C319-3EE3-452F-8F9B-03D1D5ED9166}"/>
                  </a:ext>
                </a:extLst>
              </p:cNvPr>
              <p:cNvSpPr>
                <a:spLocks/>
              </p:cNvSpPr>
              <p:nvPr/>
            </p:nvSpPr>
            <p:spPr bwMode="auto">
              <a:xfrm>
                <a:off x="1308" y="409"/>
                <a:ext cx="1807" cy="1030"/>
              </a:xfrm>
              <a:custGeom>
                <a:avLst/>
                <a:gdLst>
                  <a:gd name="T0" fmla="*/ 11 w 1807"/>
                  <a:gd name="T1" fmla="*/ 3 h 1030"/>
                  <a:gd name="T2" fmla="*/ 43 w 1807"/>
                  <a:gd name="T3" fmla="*/ 45 h 1030"/>
                  <a:gd name="T4" fmla="*/ 56 w 1807"/>
                  <a:gd name="T5" fmla="*/ 149 h 1030"/>
                  <a:gd name="T6" fmla="*/ 61 w 1807"/>
                  <a:gd name="T7" fmla="*/ 307 h 1030"/>
                  <a:gd name="T8" fmla="*/ 56 w 1807"/>
                  <a:gd name="T9" fmla="*/ 520 h 1030"/>
                  <a:gd name="T10" fmla="*/ 50 w 1807"/>
                  <a:gd name="T11" fmla="*/ 688 h 1030"/>
                  <a:gd name="T12" fmla="*/ 36 w 1807"/>
                  <a:gd name="T13" fmla="*/ 887 h 1030"/>
                  <a:gd name="T14" fmla="*/ 20 w 1807"/>
                  <a:gd name="T15" fmla="*/ 995 h 1030"/>
                  <a:gd name="T16" fmla="*/ 433 w 1807"/>
                  <a:gd name="T17" fmla="*/ 1012 h 1030"/>
                  <a:gd name="T18" fmla="*/ 685 w 1807"/>
                  <a:gd name="T19" fmla="*/ 1015 h 1030"/>
                  <a:gd name="T20" fmla="*/ 1179 w 1807"/>
                  <a:gd name="T21" fmla="*/ 1012 h 1030"/>
                  <a:gd name="T22" fmla="*/ 1431 w 1807"/>
                  <a:gd name="T23" fmla="*/ 1007 h 1030"/>
                  <a:gd name="T24" fmla="*/ 1806 w 1807"/>
                  <a:gd name="T25" fmla="*/ 992 h 1030"/>
                  <a:gd name="T26" fmla="*/ 1467 w 1807"/>
                  <a:gd name="T27" fmla="*/ 1022 h 1030"/>
                  <a:gd name="T28" fmla="*/ 1161 w 1807"/>
                  <a:gd name="T29" fmla="*/ 1026 h 1030"/>
                  <a:gd name="T30" fmla="*/ 744 w 1807"/>
                  <a:gd name="T31" fmla="*/ 1029 h 1030"/>
                  <a:gd name="T32" fmla="*/ 362 w 1807"/>
                  <a:gd name="T33" fmla="*/ 1018 h 1030"/>
                  <a:gd name="T34" fmla="*/ 0 w 1807"/>
                  <a:gd name="T35" fmla="*/ 1003 h 1030"/>
                  <a:gd name="T36" fmla="*/ 20 w 1807"/>
                  <a:gd name="T37" fmla="*/ 850 h 1030"/>
                  <a:gd name="T38" fmla="*/ 32 w 1807"/>
                  <a:gd name="T39" fmla="*/ 614 h 1030"/>
                  <a:gd name="T40" fmla="*/ 36 w 1807"/>
                  <a:gd name="T41" fmla="*/ 397 h 1030"/>
                  <a:gd name="T42" fmla="*/ 36 w 1807"/>
                  <a:gd name="T43" fmla="*/ 202 h 1030"/>
                  <a:gd name="T44" fmla="*/ 20 w 1807"/>
                  <a:gd name="T45" fmla="*/ 63 h 1030"/>
                  <a:gd name="T46" fmla="*/ 0 w 1807"/>
                  <a:gd name="T47" fmla="*/ 0 h 1030"/>
                  <a:gd name="T48" fmla="*/ 11 w 1807"/>
                  <a:gd name="T49" fmla="*/ 3 h 103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807" h="1030">
                    <a:moveTo>
                      <a:pt x="11" y="3"/>
                    </a:moveTo>
                    <a:lnTo>
                      <a:pt x="43" y="45"/>
                    </a:lnTo>
                    <a:lnTo>
                      <a:pt x="56" y="149"/>
                    </a:lnTo>
                    <a:lnTo>
                      <a:pt x="61" y="307"/>
                    </a:lnTo>
                    <a:lnTo>
                      <a:pt x="56" y="520"/>
                    </a:lnTo>
                    <a:lnTo>
                      <a:pt x="50" y="688"/>
                    </a:lnTo>
                    <a:lnTo>
                      <a:pt x="36" y="887"/>
                    </a:lnTo>
                    <a:lnTo>
                      <a:pt x="20" y="995"/>
                    </a:lnTo>
                    <a:lnTo>
                      <a:pt x="433" y="1012"/>
                    </a:lnTo>
                    <a:lnTo>
                      <a:pt x="685" y="1015"/>
                    </a:lnTo>
                    <a:lnTo>
                      <a:pt x="1179" y="1012"/>
                    </a:lnTo>
                    <a:lnTo>
                      <a:pt x="1431" y="1007"/>
                    </a:lnTo>
                    <a:lnTo>
                      <a:pt x="1806" y="992"/>
                    </a:lnTo>
                    <a:lnTo>
                      <a:pt x="1467" y="1022"/>
                    </a:lnTo>
                    <a:lnTo>
                      <a:pt x="1161" y="1026"/>
                    </a:lnTo>
                    <a:lnTo>
                      <a:pt x="744" y="1029"/>
                    </a:lnTo>
                    <a:lnTo>
                      <a:pt x="362" y="1018"/>
                    </a:lnTo>
                    <a:lnTo>
                      <a:pt x="0" y="1003"/>
                    </a:lnTo>
                    <a:lnTo>
                      <a:pt x="20" y="850"/>
                    </a:lnTo>
                    <a:lnTo>
                      <a:pt x="32" y="614"/>
                    </a:lnTo>
                    <a:lnTo>
                      <a:pt x="36" y="397"/>
                    </a:lnTo>
                    <a:lnTo>
                      <a:pt x="36" y="202"/>
                    </a:lnTo>
                    <a:lnTo>
                      <a:pt x="20" y="63"/>
                    </a:lnTo>
                    <a:lnTo>
                      <a:pt x="0" y="0"/>
                    </a:lnTo>
                    <a:lnTo>
                      <a:pt x="11" y="3"/>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67" name="未知">
                <a:extLst>
                  <a:ext uri="{FF2B5EF4-FFF2-40B4-BE49-F238E27FC236}">
                    <a16:creationId xmlns:a16="http://schemas.microsoft.com/office/drawing/2014/main" id="{70DC0783-41C0-4897-BD49-D758181E4D91}"/>
                  </a:ext>
                </a:extLst>
              </p:cNvPr>
              <p:cNvSpPr>
                <a:spLocks/>
              </p:cNvSpPr>
              <p:nvPr/>
            </p:nvSpPr>
            <p:spPr bwMode="auto">
              <a:xfrm>
                <a:off x="3026" y="574"/>
                <a:ext cx="89" cy="831"/>
              </a:xfrm>
              <a:custGeom>
                <a:avLst/>
                <a:gdLst>
                  <a:gd name="T0" fmla="*/ 26 w 89"/>
                  <a:gd name="T1" fmla="*/ 41 h 831"/>
                  <a:gd name="T2" fmla="*/ 18 w 89"/>
                  <a:gd name="T3" fmla="*/ 158 h 831"/>
                  <a:gd name="T4" fmla="*/ 26 w 89"/>
                  <a:gd name="T5" fmla="*/ 393 h 831"/>
                  <a:gd name="T6" fmla="*/ 51 w 89"/>
                  <a:gd name="T7" fmla="*/ 655 h 831"/>
                  <a:gd name="T8" fmla="*/ 88 w 89"/>
                  <a:gd name="T9" fmla="*/ 830 h 831"/>
                  <a:gd name="T10" fmla="*/ 51 w 89"/>
                  <a:gd name="T11" fmla="*/ 715 h 831"/>
                  <a:gd name="T12" fmla="*/ 18 w 89"/>
                  <a:gd name="T13" fmla="*/ 550 h 831"/>
                  <a:gd name="T14" fmla="*/ 13 w 89"/>
                  <a:gd name="T15" fmla="*/ 348 h 831"/>
                  <a:gd name="T16" fmla="*/ 0 w 89"/>
                  <a:gd name="T17" fmla="*/ 142 h 831"/>
                  <a:gd name="T18" fmla="*/ 26 w 89"/>
                  <a:gd name="T19" fmla="*/ 0 h 831"/>
                  <a:gd name="T20" fmla="*/ 26 w 89"/>
                  <a:gd name="T21" fmla="*/ 41 h 8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9" h="831">
                    <a:moveTo>
                      <a:pt x="26" y="41"/>
                    </a:moveTo>
                    <a:lnTo>
                      <a:pt x="18" y="158"/>
                    </a:lnTo>
                    <a:lnTo>
                      <a:pt x="26" y="393"/>
                    </a:lnTo>
                    <a:lnTo>
                      <a:pt x="51" y="655"/>
                    </a:lnTo>
                    <a:lnTo>
                      <a:pt x="88" y="830"/>
                    </a:lnTo>
                    <a:lnTo>
                      <a:pt x="51" y="715"/>
                    </a:lnTo>
                    <a:lnTo>
                      <a:pt x="18" y="550"/>
                    </a:lnTo>
                    <a:lnTo>
                      <a:pt x="13" y="348"/>
                    </a:lnTo>
                    <a:lnTo>
                      <a:pt x="0" y="142"/>
                    </a:lnTo>
                    <a:lnTo>
                      <a:pt x="26" y="0"/>
                    </a:lnTo>
                    <a:lnTo>
                      <a:pt x="26" y="41"/>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126" name="Rectangle 47">
              <a:extLst>
                <a:ext uri="{FF2B5EF4-FFF2-40B4-BE49-F238E27FC236}">
                  <a16:creationId xmlns:a16="http://schemas.microsoft.com/office/drawing/2014/main" id="{45C2B04F-00A0-4115-B131-2F092E53D450}"/>
                </a:ext>
              </a:extLst>
            </p:cNvPr>
            <p:cNvSpPr>
              <a:spLocks noChangeArrowheads="1"/>
            </p:cNvSpPr>
            <p:nvPr/>
          </p:nvSpPr>
          <p:spPr bwMode="auto">
            <a:xfrm>
              <a:off x="769" y="480"/>
              <a:ext cx="1166" cy="323"/>
            </a:xfrm>
            <a:prstGeom prst="rect">
              <a:avLst/>
            </a:prstGeom>
            <a:noFill/>
            <a:ln>
              <a:noFill/>
            </a:ln>
            <a:effectLst/>
            <a:extLst>
              <a:ext uri="{909E8E84-426E-40DD-AFC4-6F175D3DCCD1}">
                <a14:hiddenFill xmlns:a14="http://schemas.microsoft.com/office/drawing/2010/main">
                  <a:solidFill>
                    <a:srgbClr val="0066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zh-CN" sz="2900">
                  <a:solidFill>
                    <a:schemeClr val="accent2"/>
                  </a:solidFill>
                </a:rPr>
                <a:t>Overview</a:t>
              </a: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additive="base">
                                        <p:cTn id="7" dur="500" fill="hold"/>
                                        <p:tgtEl>
                                          <p:spTgt spid="512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1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123">
                                            <p:txEl>
                                              <p:pRg st="1" end="1"/>
                                            </p:txEl>
                                          </p:spTgt>
                                        </p:tgtEl>
                                        <p:attrNameLst>
                                          <p:attrName>style.visibility</p:attrName>
                                        </p:attrNameLst>
                                      </p:cBhvr>
                                      <p:to>
                                        <p:strVal val="visible"/>
                                      </p:to>
                                    </p:set>
                                    <p:anim calcmode="lin" valueType="num">
                                      <p:cBhvr additive="base">
                                        <p:cTn id="13" dur="500" fill="hold"/>
                                        <p:tgtEl>
                                          <p:spTgt spid="512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1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123">
                                            <p:txEl>
                                              <p:pRg st="2" end="2"/>
                                            </p:txEl>
                                          </p:spTgt>
                                        </p:tgtEl>
                                        <p:attrNameLst>
                                          <p:attrName>style.visibility</p:attrName>
                                        </p:attrNameLst>
                                      </p:cBhvr>
                                      <p:to>
                                        <p:strVal val="visible"/>
                                      </p:to>
                                    </p:set>
                                    <p:anim calcmode="lin" valueType="num">
                                      <p:cBhvr additive="base">
                                        <p:cTn id="19" dur="500" fill="hold"/>
                                        <p:tgtEl>
                                          <p:spTgt spid="512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12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703C08EA-5753-4627-BC3C-7A71DDC3A7A5}"/>
              </a:ext>
            </a:extLst>
          </p:cNvPr>
          <p:cNvSpPr>
            <a:spLocks noGrp="1" noChangeArrowheads="1"/>
          </p:cNvSpPr>
          <p:nvPr>
            <p:ph type="title"/>
          </p:nvPr>
        </p:nvSpPr>
        <p:spPr>
          <a:xfrm>
            <a:off x="152400" y="138113"/>
            <a:ext cx="7772400" cy="714375"/>
          </a:xfrm>
          <a:noFill/>
        </p:spPr>
        <p:txBody>
          <a:bodyPr/>
          <a:lstStyle/>
          <a:p>
            <a:pPr algn="l" eaLnBrk="1" hangingPunct="1"/>
            <a:r>
              <a:rPr lang="en-US" altLang="zh-CN">
                <a:ea typeface="华文楷体" panose="02010600040101010101" pitchFamily="2" charset="-122"/>
              </a:rPr>
              <a:t>3</a:t>
            </a:r>
            <a:r>
              <a:rPr lang="zh-CN" altLang="zh-CN">
                <a:ea typeface="华文楷体" panose="02010600040101010101" pitchFamily="2" charset="-122"/>
              </a:rPr>
              <a:t>.1 数据通信模型</a:t>
            </a:r>
          </a:p>
        </p:txBody>
      </p:sp>
      <p:pic>
        <p:nvPicPr>
          <p:cNvPr id="6147" name="Picture 3">
            <a:extLst>
              <a:ext uri="{FF2B5EF4-FFF2-40B4-BE49-F238E27FC236}">
                <a16:creationId xmlns:a16="http://schemas.microsoft.com/office/drawing/2014/main" id="{197F5735-AD76-40A2-A5FA-889292805B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395413"/>
            <a:ext cx="8485188" cy="506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CC29292D-7DDD-4A89-A417-BEA53F16311B}"/>
              </a:ext>
            </a:extLst>
          </p:cNvPr>
          <p:cNvSpPr>
            <a:spLocks noGrp="1" noChangeArrowheads="1"/>
          </p:cNvSpPr>
          <p:nvPr>
            <p:ph type="title"/>
          </p:nvPr>
        </p:nvSpPr>
        <p:spPr>
          <a:xfrm>
            <a:off x="2290763" y="271463"/>
            <a:ext cx="7608887" cy="482600"/>
          </a:xfrm>
          <a:noFill/>
        </p:spPr>
        <p:txBody>
          <a:bodyPr/>
          <a:lstStyle/>
          <a:p>
            <a:pPr eaLnBrk="1" hangingPunct="1"/>
            <a:r>
              <a:rPr lang="zh-CN" altLang="zh-CN">
                <a:ea typeface="华文楷体" panose="02010600040101010101" pitchFamily="2" charset="-122"/>
              </a:rPr>
              <a:t>通信模型关键要素</a:t>
            </a:r>
          </a:p>
        </p:txBody>
      </p:sp>
      <p:sp>
        <p:nvSpPr>
          <p:cNvPr id="7171" name="Text Box 3">
            <a:extLst>
              <a:ext uri="{FF2B5EF4-FFF2-40B4-BE49-F238E27FC236}">
                <a16:creationId xmlns:a16="http://schemas.microsoft.com/office/drawing/2014/main" id="{13E36063-592B-4858-90B3-D0E61362C44E}"/>
              </a:ext>
            </a:extLst>
          </p:cNvPr>
          <p:cNvSpPr txBox="1">
            <a:spLocks noChangeArrowheads="1"/>
          </p:cNvSpPr>
          <p:nvPr/>
        </p:nvSpPr>
        <p:spPr bwMode="auto">
          <a:xfrm>
            <a:off x="1785938" y="1584325"/>
            <a:ext cx="8431212" cy="442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6036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90000"/>
              </a:lnSpc>
              <a:spcBef>
                <a:spcPct val="10000"/>
              </a:spcBef>
              <a:buClrTx/>
              <a:buSzPct val="50000"/>
              <a:buFont typeface="Wingdings" panose="05000000000000000000" pitchFamily="2" charset="2"/>
              <a:buChar char="u"/>
            </a:pPr>
            <a:r>
              <a:rPr lang="zh-CN" altLang="zh-CN" sz="2800">
                <a:solidFill>
                  <a:schemeClr val="hlink"/>
                </a:solidFill>
                <a:latin typeface="华文楷体" panose="02010600040101010101" pitchFamily="2" charset="-122"/>
                <a:ea typeface="华文楷体" panose="02010600040101010101" pitchFamily="2" charset="-122"/>
              </a:rPr>
              <a:t>Source (源站)</a:t>
            </a:r>
            <a:r>
              <a:rPr lang="zh-CN" altLang="zh-CN" sz="2800">
                <a:latin typeface="华文楷体" panose="02010600040101010101" pitchFamily="2" charset="-122"/>
                <a:ea typeface="华文楷体" panose="02010600040101010101" pitchFamily="2" charset="-122"/>
              </a:rPr>
              <a:t>数据产生，例如电话机和个人电脑</a:t>
            </a:r>
          </a:p>
          <a:p>
            <a:pPr eaLnBrk="1" hangingPunct="1">
              <a:lnSpc>
                <a:spcPct val="90000"/>
              </a:lnSpc>
              <a:spcBef>
                <a:spcPct val="10000"/>
              </a:spcBef>
              <a:buClrTx/>
              <a:buSzPct val="50000"/>
              <a:buFont typeface="Wingdings" panose="05000000000000000000" pitchFamily="2" charset="2"/>
              <a:buChar char="u"/>
            </a:pPr>
            <a:r>
              <a:rPr lang="zh-CN" altLang="zh-CN" sz="2800">
                <a:solidFill>
                  <a:schemeClr val="hlink"/>
                </a:solidFill>
                <a:latin typeface="华文楷体" panose="02010600040101010101" pitchFamily="2" charset="-122"/>
                <a:ea typeface="华文楷体" panose="02010600040101010101" pitchFamily="2" charset="-122"/>
              </a:rPr>
              <a:t>Transmitter(发射机)</a:t>
            </a:r>
            <a:r>
              <a:rPr lang="zh-CN" altLang="zh-CN" sz="2800">
                <a:latin typeface="华文楷体" panose="02010600040101010101" pitchFamily="2" charset="-122"/>
                <a:ea typeface="华文楷体" panose="02010600040101010101" pitchFamily="2" charset="-122"/>
              </a:rPr>
              <a:t>：格式编码 </a:t>
            </a:r>
          </a:p>
          <a:p>
            <a:pPr eaLnBrk="1" hangingPunct="1">
              <a:lnSpc>
                <a:spcPct val="90000"/>
              </a:lnSpc>
              <a:spcBef>
                <a:spcPct val="10000"/>
              </a:spcBef>
              <a:buClrTx/>
              <a:buSzPct val="50000"/>
              <a:buFont typeface="Wingdings" panose="05000000000000000000" pitchFamily="2" charset="2"/>
              <a:buChar char="u"/>
            </a:pPr>
            <a:r>
              <a:rPr lang="zh-CN" altLang="zh-CN" sz="2800">
                <a:solidFill>
                  <a:schemeClr val="hlink"/>
                </a:solidFill>
                <a:latin typeface="华文楷体" panose="02010600040101010101" pitchFamily="2" charset="-122"/>
                <a:ea typeface="华文楷体" panose="02010600040101010101" pitchFamily="2" charset="-122"/>
              </a:rPr>
              <a:t>Transmission system(传输系统)</a:t>
            </a:r>
          </a:p>
          <a:p>
            <a:pPr eaLnBrk="1" hangingPunct="1">
              <a:lnSpc>
                <a:spcPct val="90000"/>
              </a:lnSpc>
              <a:spcBef>
                <a:spcPct val="10000"/>
              </a:spcBef>
              <a:buClrTx/>
              <a:buSzTx/>
              <a:buFontTx/>
              <a:buNone/>
            </a:pPr>
            <a:r>
              <a:rPr lang="zh-CN" altLang="zh-CN" sz="2800">
                <a:latin typeface="华文楷体" panose="02010600040101010101" pitchFamily="2" charset="-122"/>
                <a:ea typeface="华文楷体" panose="02010600040101010101" pitchFamily="2" charset="-122"/>
              </a:rPr>
              <a:t>     Medium（介质） </a:t>
            </a:r>
          </a:p>
          <a:p>
            <a:pPr eaLnBrk="1" hangingPunct="1">
              <a:lnSpc>
                <a:spcPct val="90000"/>
              </a:lnSpc>
              <a:spcBef>
                <a:spcPct val="10000"/>
              </a:spcBef>
              <a:buClrTx/>
              <a:buSzTx/>
              <a:buFontTx/>
              <a:buNone/>
            </a:pPr>
            <a:r>
              <a:rPr lang="zh-CN" altLang="zh-CN" sz="2800">
                <a:latin typeface="华文楷体" panose="02010600040101010101" pitchFamily="2" charset="-122"/>
                <a:ea typeface="华文楷体" panose="02010600040101010101" pitchFamily="2" charset="-122"/>
              </a:rPr>
              <a:t>        Guided medium（导向介质） </a:t>
            </a:r>
          </a:p>
          <a:p>
            <a:pPr eaLnBrk="1" hangingPunct="1">
              <a:lnSpc>
                <a:spcPct val="90000"/>
              </a:lnSpc>
              <a:spcBef>
                <a:spcPct val="10000"/>
              </a:spcBef>
              <a:buClrTx/>
              <a:buSzTx/>
              <a:buFontTx/>
              <a:buNone/>
            </a:pPr>
            <a:r>
              <a:rPr lang="zh-CN" altLang="zh-CN" sz="2800">
                <a:solidFill>
                  <a:srgbClr val="0000FF"/>
                </a:solidFill>
                <a:latin typeface="华文楷体" panose="02010600040101010101" pitchFamily="2" charset="-122"/>
                <a:ea typeface="华文楷体" panose="02010600040101010101" pitchFamily="2" charset="-122"/>
              </a:rPr>
              <a:t>        .</a:t>
            </a:r>
            <a:r>
              <a:rPr lang="zh-CN" altLang="zh-CN" sz="2800">
                <a:latin typeface="华文楷体" panose="02010600040101010101" pitchFamily="2" charset="-122"/>
                <a:ea typeface="华文楷体" panose="02010600040101010101" pitchFamily="2" charset="-122"/>
              </a:rPr>
              <a:t>e.g. 双绞线，光纤</a:t>
            </a:r>
          </a:p>
          <a:p>
            <a:pPr eaLnBrk="1" hangingPunct="1">
              <a:lnSpc>
                <a:spcPct val="90000"/>
              </a:lnSpc>
              <a:spcBef>
                <a:spcPct val="10000"/>
              </a:spcBef>
              <a:buClrTx/>
              <a:buSzTx/>
              <a:buFontTx/>
              <a:buNone/>
            </a:pPr>
            <a:r>
              <a:rPr lang="zh-CN" altLang="zh-CN" sz="2800">
                <a:latin typeface="华文楷体" panose="02010600040101010101" pitchFamily="2" charset="-122"/>
                <a:ea typeface="华文楷体" panose="02010600040101010101" pitchFamily="2" charset="-122"/>
              </a:rPr>
              <a:t>        Unguided medium（非导向介质） </a:t>
            </a:r>
          </a:p>
          <a:p>
            <a:pPr eaLnBrk="1" hangingPunct="1">
              <a:lnSpc>
                <a:spcPct val="90000"/>
              </a:lnSpc>
              <a:spcBef>
                <a:spcPct val="10000"/>
              </a:spcBef>
              <a:buClrTx/>
              <a:buSzTx/>
              <a:buFontTx/>
              <a:buNone/>
            </a:pPr>
            <a:r>
              <a:rPr lang="zh-CN" altLang="zh-CN" sz="2800">
                <a:solidFill>
                  <a:srgbClr val="0000FF"/>
                </a:solidFill>
                <a:latin typeface="华文楷体" panose="02010600040101010101" pitchFamily="2" charset="-122"/>
                <a:ea typeface="华文楷体" panose="02010600040101010101" pitchFamily="2" charset="-122"/>
              </a:rPr>
              <a:t>        .</a:t>
            </a:r>
            <a:r>
              <a:rPr lang="zh-CN" altLang="zh-CN" sz="2800">
                <a:latin typeface="华文楷体" panose="02010600040101010101" pitchFamily="2" charset="-122"/>
                <a:ea typeface="华文楷体" panose="02010600040101010101" pitchFamily="2" charset="-122"/>
              </a:rPr>
              <a:t>e.g. 空气，水，真空</a:t>
            </a:r>
          </a:p>
          <a:p>
            <a:pPr eaLnBrk="1" hangingPunct="1">
              <a:lnSpc>
                <a:spcPct val="90000"/>
              </a:lnSpc>
              <a:spcBef>
                <a:spcPct val="10000"/>
              </a:spcBef>
              <a:buClrTx/>
              <a:buSzPct val="50000"/>
              <a:buFont typeface="Wingdings" panose="05000000000000000000" pitchFamily="2" charset="2"/>
              <a:buChar char="u"/>
            </a:pPr>
            <a:r>
              <a:rPr lang="zh-CN" altLang="zh-CN" sz="2800">
                <a:solidFill>
                  <a:schemeClr val="hlink"/>
                </a:solidFill>
                <a:latin typeface="华文楷体" panose="02010600040101010101" pitchFamily="2" charset="-122"/>
                <a:ea typeface="华文楷体" panose="02010600040101010101" pitchFamily="2" charset="-122"/>
              </a:rPr>
              <a:t>Receiver(接收机)</a:t>
            </a:r>
            <a:r>
              <a:rPr lang="zh-CN" altLang="zh-CN" sz="2800">
                <a:latin typeface="华文楷体" panose="02010600040101010101" pitchFamily="2" charset="-122"/>
                <a:ea typeface="华文楷体" panose="02010600040101010101" pitchFamily="2" charset="-122"/>
              </a:rPr>
              <a:t>：接收来自传输系统的信号</a:t>
            </a:r>
          </a:p>
          <a:p>
            <a:pPr eaLnBrk="1" hangingPunct="1">
              <a:lnSpc>
                <a:spcPct val="90000"/>
              </a:lnSpc>
              <a:spcBef>
                <a:spcPct val="10000"/>
              </a:spcBef>
              <a:buClrTx/>
              <a:buSzPct val="50000"/>
              <a:buFont typeface="Wingdings" panose="05000000000000000000" pitchFamily="2" charset="2"/>
              <a:buChar char="u"/>
            </a:pPr>
            <a:r>
              <a:rPr lang="zh-CN" altLang="zh-CN" sz="2800">
                <a:solidFill>
                  <a:schemeClr val="hlink"/>
                </a:solidFill>
                <a:latin typeface="华文楷体" panose="02010600040101010101" pitchFamily="2" charset="-122"/>
                <a:ea typeface="华文楷体" panose="02010600040101010101" pitchFamily="2" charset="-122"/>
              </a:rPr>
              <a:t>Destination(目的站)</a:t>
            </a:r>
            <a:r>
              <a:rPr lang="zh-CN" altLang="zh-CN" sz="2800">
                <a:latin typeface="华文楷体" panose="02010600040101010101" pitchFamily="2" charset="-122"/>
                <a:ea typeface="华文楷体" panose="02010600040101010101" pitchFamily="2" charset="-122"/>
              </a:rPr>
              <a:t>：接收来自接收机的信息</a:t>
            </a:r>
            <a:r>
              <a:rPr lang="zh-CN" altLang="zh-CN">
                <a:latin typeface="华文楷体" panose="02010600040101010101" pitchFamily="2" charset="-122"/>
                <a:ea typeface="华文楷体" panose="02010600040101010101" pitchFamily="2" charset="-122"/>
              </a:rPr>
              <a:t>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 calcmode="lin" valueType="num">
                                      <p:cBhvr additive="base">
                                        <p:cTn id="7" dur="500" fill="hold"/>
                                        <p:tgtEl>
                                          <p:spTgt spid="717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1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171">
                                            <p:txEl>
                                              <p:pRg st="1" end="1"/>
                                            </p:txEl>
                                          </p:spTgt>
                                        </p:tgtEl>
                                        <p:attrNameLst>
                                          <p:attrName>style.visibility</p:attrName>
                                        </p:attrNameLst>
                                      </p:cBhvr>
                                      <p:to>
                                        <p:strVal val="visible"/>
                                      </p:to>
                                    </p:set>
                                    <p:anim calcmode="lin" valueType="num">
                                      <p:cBhvr additive="base">
                                        <p:cTn id="13" dur="500" fill="hold"/>
                                        <p:tgtEl>
                                          <p:spTgt spid="717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1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171">
                                            <p:txEl>
                                              <p:pRg st="2" end="2"/>
                                            </p:txEl>
                                          </p:spTgt>
                                        </p:tgtEl>
                                        <p:attrNameLst>
                                          <p:attrName>style.visibility</p:attrName>
                                        </p:attrNameLst>
                                      </p:cBhvr>
                                      <p:to>
                                        <p:strVal val="visible"/>
                                      </p:to>
                                    </p:set>
                                    <p:anim calcmode="lin" valueType="num">
                                      <p:cBhvr additive="base">
                                        <p:cTn id="19" dur="500" fill="hold"/>
                                        <p:tgtEl>
                                          <p:spTgt spid="717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17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171">
                                            <p:txEl>
                                              <p:pRg st="3" end="3"/>
                                            </p:txEl>
                                          </p:spTgt>
                                        </p:tgtEl>
                                        <p:attrNameLst>
                                          <p:attrName>style.visibility</p:attrName>
                                        </p:attrNameLst>
                                      </p:cBhvr>
                                      <p:to>
                                        <p:strVal val="visible"/>
                                      </p:to>
                                    </p:set>
                                    <p:anim calcmode="lin" valueType="num">
                                      <p:cBhvr additive="base">
                                        <p:cTn id="25" dur="500" fill="hold"/>
                                        <p:tgtEl>
                                          <p:spTgt spid="7171">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17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7171">
                                            <p:txEl>
                                              <p:pRg st="4" end="4"/>
                                            </p:txEl>
                                          </p:spTgt>
                                        </p:tgtEl>
                                        <p:attrNameLst>
                                          <p:attrName>style.visibility</p:attrName>
                                        </p:attrNameLst>
                                      </p:cBhvr>
                                      <p:to>
                                        <p:strVal val="visible"/>
                                      </p:to>
                                    </p:set>
                                    <p:anim calcmode="lin" valueType="num">
                                      <p:cBhvr additive="base">
                                        <p:cTn id="31" dur="500" fill="hold"/>
                                        <p:tgtEl>
                                          <p:spTgt spid="7171">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717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7171">
                                            <p:txEl>
                                              <p:pRg st="5" end="5"/>
                                            </p:txEl>
                                          </p:spTgt>
                                        </p:tgtEl>
                                        <p:attrNameLst>
                                          <p:attrName>style.visibility</p:attrName>
                                        </p:attrNameLst>
                                      </p:cBhvr>
                                      <p:to>
                                        <p:strVal val="visible"/>
                                      </p:to>
                                    </p:set>
                                    <p:anim calcmode="lin" valueType="num">
                                      <p:cBhvr additive="base">
                                        <p:cTn id="37" dur="500" fill="hold"/>
                                        <p:tgtEl>
                                          <p:spTgt spid="7171">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717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7171">
                                            <p:txEl>
                                              <p:pRg st="6" end="6"/>
                                            </p:txEl>
                                          </p:spTgt>
                                        </p:tgtEl>
                                        <p:attrNameLst>
                                          <p:attrName>style.visibility</p:attrName>
                                        </p:attrNameLst>
                                      </p:cBhvr>
                                      <p:to>
                                        <p:strVal val="visible"/>
                                      </p:to>
                                    </p:set>
                                    <p:anim calcmode="lin" valueType="num">
                                      <p:cBhvr additive="base">
                                        <p:cTn id="43" dur="500" fill="hold"/>
                                        <p:tgtEl>
                                          <p:spTgt spid="7171">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717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7171">
                                            <p:txEl>
                                              <p:pRg st="7" end="7"/>
                                            </p:txEl>
                                          </p:spTgt>
                                        </p:tgtEl>
                                        <p:attrNameLst>
                                          <p:attrName>style.visibility</p:attrName>
                                        </p:attrNameLst>
                                      </p:cBhvr>
                                      <p:to>
                                        <p:strVal val="visible"/>
                                      </p:to>
                                    </p:set>
                                    <p:anim calcmode="lin" valueType="num">
                                      <p:cBhvr additive="base">
                                        <p:cTn id="49" dur="500" fill="hold"/>
                                        <p:tgtEl>
                                          <p:spTgt spid="7171">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7171">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7171">
                                            <p:txEl>
                                              <p:pRg st="8" end="8"/>
                                            </p:txEl>
                                          </p:spTgt>
                                        </p:tgtEl>
                                        <p:attrNameLst>
                                          <p:attrName>style.visibility</p:attrName>
                                        </p:attrNameLst>
                                      </p:cBhvr>
                                      <p:to>
                                        <p:strVal val="visible"/>
                                      </p:to>
                                    </p:set>
                                    <p:anim calcmode="lin" valueType="num">
                                      <p:cBhvr additive="base">
                                        <p:cTn id="55" dur="500" fill="hold"/>
                                        <p:tgtEl>
                                          <p:spTgt spid="7171">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7171">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7171">
                                            <p:txEl>
                                              <p:pRg st="9" end="9"/>
                                            </p:txEl>
                                          </p:spTgt>
                                        </p:tgtEl>
                                        <p:attrNameLst>
                                          <p:attrName>style.visibility</p:attrName>
                                        </p:attrNameLst>
                                      </p:cBhvr>
                                      <p:to>
                                        <p:strVal val="visible"/>
                                      </p:to>
                                    </p:set>
                                    <p:anim calcmode="lin" valueType="num">
                                      <p:cBhvr additive="base">
                                        <p:cTn id="61" dur="500" fill="hold"/>
                                        <p:tgtEl>
                                          <p:spTgt spid="7171">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7171">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41B1F277-9726-4939-AA55-16918D6C40F9}"/>
              </a:ext>
            </a:extLst>
          </p:cNvPr>
          <p:cNvSpPr>
            <a:spLocks noGrp="1" noChangeArrowheads="1"/>
          </p:cNvSpPr>
          <p:nvPr>
            <p:ph type="title"/>
          </p:nvPr>
        </p:nvSpPr>
        <p:spPr>
          <a:xfrm>
            <a:off x="2209800" y="176213"/>
            <a:ext cx="7772400" cy="685800"/>
          </a:xfrm>
          <a:noFill/>
        </p:spPr>
        <p:txBody>
          <a:bodyPr/>
          <a:lstStyle/>
          <a:p>
            <a:pPr eaLnBrk="1" hangingPunct="1"/>
            <a:r>
              <a:rPr lang="zh-CN" altLang="zh-CN">
                <a:ea typeface="华文楷体" panose="02010600040101010101" pitchFamily="2" charset="-122"/>
              </a:rPr>
              <a:t>数字通信系统模型</a:t>
            </a:r>
          </a:p>
        </p:txBody>
      </p:sp>
      <p:sp>
        <p:nvSpPr>
          <p:cNvPr id="8195" name="Text Box 3">
            <a:extLst>
              <a:ext uri="{FF2B5EF4-FFF2-40B4-BE49-F238E27FC236}">
                <a16:creationId xmlns:a16="http://schemas.microsoft.com/office/drawing/2014/main" id="{D6ED4337-6A93-4A91-92C0-0B687CF17151}"/>
              </a:ext>
            </a:extLst>
          </p:cNvPr>
          <p:cNvSpPr txBox="1">
            <a:spLocks noChangeArrowheads="1"/>
          </p:cNvSpPr>
          <p:nvPr/>
        </p:nvSpPr>
        <p:spPr bwMode="auto">
          <a:xfrm>
            <a:off x="2074863" y="1755775"/>
            <a:ext cx="1260475" cy="528638"/>
          </a:xfrm>
          <a:prstGeom prst="rect">
            <a:avLst/>
          </a:prstGeom>
          <a:solidFill>
            <a:srgbClr val="FF99FF"/>
          </a:solidFill>
          <a:ln w="9525">
            <a:solidFill>
              <a:srgbClr val="000000"/>
            </a:solidFill>
            <a:miter lim="800000"/>
            <a:headEnd/>
            <a:tailEnd/>
          </a:ln>
          <a:effectLst>
            <a:outerShdw dist="35921" dir="2700000" algn="ctr" rotWithShape="0">
              <a:srgbClr val="808080"/>
            </a:outerShdw>
          </a:effec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zh-CN" sz="2800" b="1">
                <a:latin typeface="Times New Roman" panose="02020603050405020304" pitchFamily="18" charset="0"/>
                <a:ea typeface="华文楷体" panose="02010600040101010101" pitchFamily="2" charset="-122"/>
              </a:rPr>
              <a:t>信息源</a:t>
            </a:r>
          </a:p>
        </p:txBody>
      </p:sp>
      <p:sp>
        <p:nvSpPr>
          <p:cNvPr id="8196" name="Text Box 4">
            <a:extLst>
              <a:ext uri="{FF2B5EF4-FFF2-40B4-BE49-F238E27FC236}">
                <a16:creationId xmlns:a16="http://schemas.microsoft.com/office/drawing/2014/main" id="{6524048B-93B6-4227-99D3-768E69DECCFA}"/>
              </a:ext>
            </a:extLst>
          </p:cNvPr>
          <p:cNvSpPr txBox="1">
            <a:spLocks noChangeArrowheads="1"/>
          </p:cNvSpPr>
          <p:nvPr/>
        </p:nvSpPr>
        <p:spPr bwMode="auto">
          <a:xfrm>
            <a:off x="4113213" y="1744663"/>
            <a:ext cx="1616075" cy="528637"/>
          </a:xfrm>
          <a:prstGeom prst="rect">
            <a:avLst/>
          </a:prstGeom>
          <a:solidFill>
            <a:srgbClr val="FF99FF"/>
          </a:solidFill>
          <a:ln w="9525">
            <a:solidFill>
              <a:srgbClr val="000000"/>
            </a:solidFill>
            <a:miter lim="800000"/>
            <a:headEnd/>
            <a:tailEnd/>
          </a:ln>
          <a:effectLst>
            <a:outerShdw dist="35921" dir="2700000" algn="ctr" rotWithShape="0">
              <a:srgbClr val="808080"/>
            </a:outerShdw>
          </a:effec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zh-CN" sz="2800" b="1">
                <a:latin typeface="Times New Roman" panose="02020603050405020304" pitchFamily="18" charset="0"/>
                <a:ea typeface="华文楷体" panose="02010600040101010101" pitchFamily="2" charset="-122"/>
              </a:rPr>
              <a:t>信源编码</a:t>
            </a:r>
          </a:p>
        </p:txBody>
      </p:sp>
      <p:sp>
        <p:nvSpPr>
          <p:cNvPr id="8197" name="Text Box 5">
            <a:extLst>
              <a:ext uri="{FF2B5EF4-FFF2-40B4-BE49-F238E27FC236}">
                <a16:creationId xmlns:a16="http://schemas.microsoft.com/office/drawing/2014/main" id="{19DF686B-EFC9-4BDE-8B24-BFAE6A843CA9}"/>
              </a:ext>
            </a:extLst>
          </p:cNvPr>
          <p:cNvSpPr txBox="1">
            <a:spLocks noChangeArrowheads="1"/>
          </p:cNvSpPr>
          <p:nvPr/>
        </p:nvSpPr>
        <p:spPr bwMode="auto">
          <a:xfrm>
            <a:off x="6605588" y="1744663"/>
            <a:ext cx="1616075" cy="528637"/>
          </a:xfrm>
          <a:prstGeom prst="rect">
            <a:avLst/>
          </a:prstGeom>
          <a:solidFill>
            <a:srgbClr val="FF99FF"/>
          </a:solidFill>
          <a:ln w="9525">
            <a:solidFill>
              <a:srgbClr val="000000"/>
            </a:solidFill>
            <a:miter lim="800000"/>
            <a:headEnd/>
            <a:tailEnd/>
          </a:ln>
          <a:effectLst>
            <a:outerShdw dist="35921" dir="2700000" algn="ctr" rotWithShape="0">
              <a:srgbClr val="808080"/>
            </a:outerShdw>
          </a:effec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zh-CN" sz="2800" b="1">
                <a:latin typeface="Times New Roman" panose="02020603050405020304" pitchFamily="18" charset="0"/>
                <a:ea typeface="华文楷体" panose="02010600040101010101" pitchFamily="2" charset="-122"/>
              </a:rPr>
              <a:t>信道编码</a:t>
            </a:r>
          </a:p>
        </p:txBody>
      </p:sp>
      <p:sp>
        <p:nvSpPr>
          <p:cNvPr id="8198" name="Text Box 6">
            <a:extLst>
              <a:ext uri="{FF2B5EF4-FFF2-40B4-BE49-F238E27FC236}">
                <a16:creationId xmlns:a16="http://schemas.microsoft.com/office/drawing/2014/main" id="{9FC4DEF3-A1A4-4609-A1F9-2CCFA8948A00}"/>
              </a:ext>
            </a:extLst>
          </p:cNvPr>
          <p:cNvSpPr txBox="1">
            <a:spLocks noChangeArrowheads="1"/>
          </p:cNvSpPr>
          <p:nvPr/>
        </p:nvSpPr>
        <p:spPr bwMode="auto">
          <a:xfrm>
            <a:off x="9155113" y="1720850"/>
            <a:ext cx="904875" cy="528638"/>
          </a:xfrm>
          <a:prstGeom prst="rect">
            <a:avLst/>
          </a:prstGeom>
          <a:solidFill>
            <a:srgbClr val="FF99FF"/>
          </a:solidFill>
          <a:ln w="9525">
            <a:solidFill>
              <a:srgbClr val="000000"/>
            </a:solidFill>
            <a:miter lim="800000"/>
            <a:headEnd/>
            <a:tailEnd/>
          </a:ln>
          <a:effectLst>
            <a:outerShdw dist="35921" dir="2700000" algn="ctr" rotWithShape="0">
              <a:srgbClr val="808080"/>
            </a:outerShdw>
          </a:effec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zh-CN" sz="2800" b="1">
                <a:latin typeface="Times New Roman" panose="02020603050405020304" pitchFamily="18" charset="0"/>
                <a:ea typeface="华文楷体" panose="02010600040101010101" pitchFamily="2" charset="-122"/>
              </a:rPr>
              <a:t>调制</a:t>
            </a:r>
          </a:p>
        </p:txBody>
      </p:sp>
      <p:sp>
        <p:nvSpPr>
          <p:cNvPr id="8199" name="Text Box 7">
            <a:extLst>
              <a:ext uri="{FF2B5EF4-FFF2-40B4-BE49-F238E27FC236}">
                <a16:creationId xmlns:a16="http://schemas.microsoft.com/office/drawing/2014/main" id="{F2D5B419-4393-449D-B3A9-62310AECCA8D}"/>
              </a:ext>
            </a:extLst>
          </p:cNvPr>
          <p:cNvSpPr txBox="1">
            <a:spLocks noChangeArrowheads="1"/>
          </p:cNvSpPr>
          <p:nvPr/>
        </p:nvSpPr>
        <p:spPr bwMode="auto">
          <a:xfrm>
            <a:off x="2154238" y="5124450"/>
            <a:ext cx="904875" cy="528638"/>
          </a:xfrm>
          <a:prstGeom prst="rect">
            <a:avLst/>
          </a:prstGeom>
          <a:solidFill>
            <a:srgbClr val="FF99FF"/>
          </a:solidFill>
          <a:ln w="9525">
            <a:solidFill>
              <a:srgbClr val="000000"/>
            </a:solidFill>
            <a:miter lim="800000"/>
            <a:headEnd/>
            <a:tailEnd/>
          </a:ln>
          <a:effectLst>
            <a:outerShdw dist="35921" dir="2700000" algn="ctr" rotWithShape="0">
              <a:srgbClr val="808080"/>
            </a:outerShdw>
          </a:effec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zh-CN" sz="2800" b="1">
                <a:latin typeface="Times New Roman" panose="02020603050405020304" pitchFamily="18" charset="0"/>
                <a:ea typeface="华文楷体" panose="02010600040101010101" pitchFamily="2" charset="-122"/>
              </a:rPr>
              <a:t>接收</a:t>
            </a:r>
          </a:p>
        </p:txBody>
      </p:sp>
      <p:sp>
        <p:nvSpPr>
          <p:cNvPr id="8200" name="Text Box 8">
            <a:extLst>
              <a:ext uri="{FF2B5EF4-FFF2-40B4-BE49-F238E27FC236}">
                <a16:creationId xmlns:a16="http://schemas.microsoft.com/office/drawing/2014/main" id="{9EC46154-E8B0-4A72-BD02-F11245A2C83C}"/>
              </a:ext>
            </a:extLst>
          </p:cNvPr>
          <p:cNvSpPr txBox="1">
            <a:spLocks noChangeArrowheads="1"/>
          </p:cNvSpPr>
          <p:nvPr/>
        </p:nvSpPr>
        <p:spPr bwMode="auto">
          <a:xfrm>
            <a:off x="4152900" y="5124450"/>
            <a:ext cx="1616075" cy="528638"/>
          </a:xfrm>
          <a:prstGeom prst="rect">
            <a:avLst/>
          </a:prstGeom>
          <a:solidFill>
            <a:srgbClr val="FF99FF"/>
          </a:solidFill>
          <a:ln w="9525">
            <a:solidFill>
              <a:srgbClr val="000000"/>
            </a:solidFill>
            <a:miter lim="800000"/>
            <a:headEnd/>
            <a:tailEnd/>
          </a:ln>
          <a:effectLst>
            <a:outerShdw dist="35921" dir="2700000" algn="ctr" rotWithShape="0">
              <a:srgbClr val="808080"/>
            </a:outerShdw>
          </a:effec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zh-CN" sz="2800" b="1">
                <a:latin typeface="Times New Roman" panose="02020603050405020304" pitchFamily="18" charset="0"/>
                <a:ea typeface="华文楷体" panose="02010600040101010101" pitchFamily="2" charset="-122"/>
              </a:rPr>
              <a:t>信源译码</a:t>
            </a:r>
          </a:p>
        </p:txBody>
      </p:sp>
      <p:sp>
        <p:nvSpPr>
          <p:cNvPr id="8201" name="Text Box 9">
            <a:extLst>
              <a:ext uri="{FF2B5EF4-FFF2-40B4-BE49-F238E27FC236}">
                <a16:creationId xmlns:a16="http://schemas.microsoft.com/office/drawing/2014/main" id="{9CF02551-AF4E-4360-933F-348488D50884}"/>
              </a:ext>
            </a:extLst>
          </p:cNvPr>
          <p:cNvSpPr txBox="1">
            <a:spLocks noChangeArrowheads="1"/>
          </p:cNvSpPr>
          <p:nvPr/>
        </p:nvSpPr>
        <p:spPr bwMode="auto">
          <a:xfrm>
            <a:off x="6681788" y="5124450"/>
            <a:ext cx="1616075" cy="528638"/>
          </a:xfrm>
          <a:prstGeom prst="rect">
            <a:avLst/>
          </a:prstGeom>
          <a:solidFill>
            <a:srgbClr val="FF99FF"/>
          </a:solidFill>
          <a:ln w="9525">
            <a:solidFill>
              <a:srgbClr val="000000"/>
            </a:solidFill>
            <a:miter lim="800000"/>
            <a:headEnd/>
            <a:tailEnd/>
          </a:ln>
          <a:effectLst>
            <a:outerShdw dist="35921" dir="2700000" algn="ctr" rotWithShape="0">
              <a:srgbClr val="808080"/>
            </a:outerShdw>
          </a:effec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zh-CN" sz="2800" b="1">
                <a:latin typeface="Times New Roman" panose="02020603050405020304" pitchFamily="18" charset="0"/>
                <a:ea typeface="华文楷体" panose="02010600040101010101" pitchFamily="2" charset="-122"/>
              </a:rPr>
              <a:t>信道译码</a:t>
            </a:r>
          </a:p>
        </p:txBody>
      </p:sp>
      <p:sp>
        <p:nvSpPr>
          <p:cNvPr id="8202" name="Text Box 10">
            <a:extLst>
              <a:ext uri="{FF2B5EF4-FFF2-40B4-BE49-F238E27FC236}">
                <a16:creationId xmlns:a16="http://schemas.microsoft.com/office/drawing/2014/main" id="{CF26C80C-BDE2-4D2B-AEF9-2F3B18E62A3F}"/>
              </a:ext>
            </a:extLst>
          </p:cNvPr>
          <p:cNvSpPr txBox="1">
            <a:spLocks noChangeArrowheads="1"/>
          </p:cNvSpPr>
          <p:nvPr/>
        </p:nvSpPr>
        <p:spPr bwMode="auto">
          <a:xfrm>
            <a:off x="9224963" y="5124450"/>
            <a:ext cx="904875" cy="528638"/>
          </a:xfrm>
          <a:prstGeom prst="rect">
            <a:avLst/>
          </a:prstGeom>
          <a:solidFill>
            <a:srgbClr val="FF99FF"/>
          </a:solidFill>
          <a:ln w="9525">
            <a:solidFill>
              <a:srgbClr val="000000"/>
            </a:solidFill>
            <a:miter lim="800000"/>
            <a:headEnd/>
            <a:tailEnd/>
          </a:ln>
          <a:effectLst>
            <a:outerShdw dist="35921" dir="2700000" algn="ctr" rotWithShape="0">
              <a:srgbClr val="808080"/>
            </a:outerShdw>
          </a:effec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zh-CN" sz="2800" b="1">
                <a:latin typeface="Times New Roman" panose="02020603050405020304" pitchFamily="18" charset="0"/>
                <a:ea typeface="华文楷体" panose="02010600040101010101" pitchFamily="2" charset="-122"/>
              </a:rPr>
              <a:t>解调</a:t>
            </a:r>
          </a:p>
        </p:txBody>
      </p:sp>
      <p:sp>
        <p:nvSpPr>
          <p:cNvPr id="8203" name="Text Box 11">
            <a:extLst>
              <a:ext uri="{FF2B5EF4-FFF2-40B4-BE49-F238E27FC236}">
                <a16:creationId xmlns:a16="http://schemas.microsoft.com/office/drawing/2014/main" id="{4B1C45D5-452B-4D29-A88F-0543B641CFEB}"/>
              </a:ext>
            </a:extLst>
          </p:cNvPr>
          <p:cNvSpPr txBox="1">
            <a:spLocks noChangeArrowheads="1"/>
          </p:cNvSpPr>
          <p:nvPr/>
        </p:nvSpPr>
        <p:spPr bwMode="auto">
          <a:xfrm>
            <a:off x="9275763" y="3368675"/>
            <a:ext cx="904875" cy="955675"/>
          </a:xfrm>
          <a:prstGeom prst="rect">
            <a:avLst/>
          </a:prstGeom>
          <a:solidFill>
            <a:srgbClr val="FF99FF"/>
          </a:solidFill>
          <a:ln w="9525">
            <a:solidFill>
              <a:srgbClr val="000000"/>
            </a:solidFill>
            <a:miter lim="800000"/>
            <a:headEnd/>
            <a:tailEnd/>
          </a:ln>
          <a:effectLst>
            <a:outerShdw dist="35921" dir="2700000" algn="ctr" rotWithShape="0">
              <a:srgbClr val="808080"/>
            </a:outerShdw>
          </a:effec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zh-CN" sz="2800" b="1">
                <a:latin typeface="Times New Roman" panose="02020603050405020304" pitchFamily="18" charset="0"/>
                <a:ea typeface="华文楷体" panose="02010600040101010101" pitchFamily="2" charset="-122"/>
              </a:rPr>
              <a:t>传输</a:t>
            </a:r>
          </a:p>
          <a:p>
            <a:pPr algn="just">
              <a:spcBef>
                <a:spcPct val="0"/>
              </a:spcBef>
              <a:buClrTx/>
              <a:buSzTx/>
              <a:buFontTx/>
              <a:buNone/>
            </a:pPr>
            <a:r>
              <a:rPr lang="zh-CN" altLang="zh-CN" sz="2800" b="1">
                <a:latin typeface="Times New Roman" panose="02020603050405020304" pitchFamily="18" charset="0"/>
                <a:ea typeface="华文楷体" panose="02010600040101010101" pitchFamily="2" charset="-122"/>
              </a:rPr>
              <a:t>介质</a:t>
            </a:r>
          </a:p>
        </p:txBody>
      </p:sp>
      <p:sp>
        <p:nvSpPr>
          <p:cNvPr id="8204" name="Line 12">
            <a:extLst>
              <a:ext uri="{FF2B5EF4-FFF2-40B4-BE49-F238E27FC236}">
                <a16:creationId xmlns:a16="http://schemas.microsoft.com/office/drawing/2014/main" id="{BDA582BB-DC70-4A1B-88EB-57D22FE93667}"/>
              </a:ext>
            </a:extLst>
          </p:cNvPr>
          <p:cNvSpPr>
            <a:spLocks noChangeShapeType="1"/>
          </p:cNvSpPr>
          <p:nvPr/>
        </p:nvSpPr>
        <p:spPr bwMode="auto">
          <a:xfrm>
            <a:off x="9620250" y="2300288"/>
            <a:ext cx="0" cy="1035050"/>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05" name="Line 13">
            <a:extLst>
              <a:ext uri="{FF2B5EF4-FFF2-40B4-BE49-F238E27FC236}">
                <a16:creationId xmlns:a16="http://schemas.microsoft.com/office/drawing/2014/main" id="{C18CBCC2-C697-4ABD-8856-A65F9EC5C4FC}"/>
              </a:ext>
            </a:extLst>
          </p:cNvPr>
          <p:cNvSpPr>
            <a:spLocks noChangeShapeType="1"/>
          </p:cNvSpPr>
          <p:nvPr/>
        </p:nvSpPr>
        <p:spPr bwMode="auto">
          <a:xfrm>
            <a:off x="9669463" y="4297363"/>
            <a:ext cx="0" cy="793750"/>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06" name="Line 14">
            <a:extLst>
              <a:ext uri="{FF2B5EF4-FFF2-40B4-BE49-F238E27FC236}">
                <a16:creationId xmlns:a16="http://schemas.microsoft.com/office/drawing/2014/main" id="{9B2E9EF4-28D3-4268-846F-91AF8DE19467}"/>
              </a:ext>
            </a:extLst>
          </p:cNvPr>
          <p:cNvSpPr>
            <a:spLocks noChangeShapeType="1"/>
          </p:cNvSpPr>
          <p:nvPr/>
        </p:nvSpPr>
        <p:spPr bwMode="auto">
          <a:xfrm>
            <a:off x="3340100" y="2011363"/>
            <a:ext cx="747713" cy="0"/>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07" name="Line 15">
            <a:extLst>
              <a:ext uri="{FF2B5EF4-FFF2-40B4-BE49-F238E27FC236}">
                <a16:creationId xmlns:a16="http://schemas.microsoft.com/office/drawing/2014/main" id="{839B6376-BC27-447C-BF03-55DC39DFDAB1}"/>
              </a:ext>
            </a:extLst>
          </p:cNvPr>
          <p:cNvSpPr>
            <a:spLocks noChangeShapeType="1"/>
          </p:cNvSpPr>
          <p:nvPr/>
        </p:nvSpPr>
        <p:spPr bwMode="auto">
          <a:xfrm>
            <a:off x="5770563" y="2035175"/>
            <a:ext cx="841375" cy="0"/>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08" name="Line 16">
            <a:extLst>
              <a:ext uri="{FF2B5EF4-FFF2-40B4-BE49-F238E27FC236}">
                <a16:creationId xmlns:a16="http://schemas.microsoft.com/office/drawing/2014/main" id="{D0277F06-7918-4B17-ABA4-3AA6F4F0AC10}"/>
              </a:ext>
            </a:extLst>
          </p:cNvPr>
          <p:cNvSpPr>
            <a:spLocks noChangeShapeType="1"/>
          </p:cNvSpPr>
          <p:nvPr/>
        </p:nvSpPr>
        <p:spPr bwMode="auto">
          <a:xfrm>
            <a:off x="8248650" y="2058988"/>
            <a:ext cx="914400" cy="0"/>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09" name="Line 17">
            <a:extLst>
              <a:ext uri="{FF2B5EF4-FFF2-40B4-BE49-F238E27FC236}">
                <a16:creationId xmlns:a16="http://schemas.microsoft.com/office/drawing/2014/main" id="{2320C20D-FEE6-423F-97DF-C60CE0AAF19D}"/>
              </a:ext>
            </a:extLst>
          </p:cNvPr>
          <p:cNvSpPr>
            <a:spLocks noChangeShapeType="1"/>
          </p:cNvSpPr>
          <p:nvPr/>
        </p:nvSpPr>
        <p:spPr bwMode="auto">
          <a:xfrm flipH="1">
            <a:off x="8323263" y="5356225"/>
            <a:ext cx="914400" cy="0"/>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10" name="Line 18">
            <a:extLst>
              <a:ext uri="{FF2B5EF4-FFF2-40B4-BE49-F238E27FC236}">
                <a16:creationId xmlns:a16="http://schemas.microsoft.com/office/drawing/2014/main" id="{B20799A1-B70B-454E-8C60-6D8D09B0D537}"/>
              </a:ext>
            </a:extLst>
          </p:cNvPr>
          <p:cNvSpPr>
            <a:spLocks noChangeShapeType="1"/>
          </p:cNvSpPr>
          <p:nvPr/>
        </p:nvSpPr>
        <p:spPr bwMode="auto">
          <a:xfrm flipH="1" flipV="1">
            <a:off x="5770563" y="5356225"/>
            <a:ext cx="950912" cy="11113"/>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11" name="Line 19">
            <a:extLst>
              <a:ext uri="{FF2B5EF4-FFF2-40B4-BE49-F238E27FC236}">
                <a16:creationId xmlns:a16="http://schemas.microsoft.com/office/drawing/2014/main" id="{3319F8D5-BE7E-4597-9937-57C576AEFEA4}"/>
              </a:ext>
            </a:extLst>
          </p:cNvPr>
          <p:cNvSpPr>
            <a:spLocks noChangeShapeType="1"/>
          </p:cNvSpPr>
          <p:nvPr/>
        </p:nvSpPr>
        <p:spPr bwMode="auto">
          <a:xfrm flipH="1">
            <a:off x="3098800" y="5380038"/>
            <a:ext cx="1058863" cy="0"/>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12" name="Text Box 20">
            <a:extLst>
              <a:ext uri="{FF2B5EF4-FFF2-40B4-BE49-F238E27FC236}">
                <a16:creationId xmlns:a16="http://schemas.microsoft.com/office/drawing/2014/main" id="{94DA8C44-FADB-4CE1-908D-D9BB1A8AB593}"/>
              </a:ext>
            </a:extLst>
          </p:cNvPr>
          <p:cNvSpPr txBox="1">
            <a:spLocks noChangeArrowheads="1"/>
          </p:cNvSpPr>
          <p:nvPr/>
        </p:nvSpPr>
        <p:spPr bwMode="auto">
          <a:xfrm>
            <a:off x="7494588" y="3556000"/>
            <a:ext cx="904875" cy="528638"/>
          </a:xfrm>
          <a:prstGeom prst="rect">
            <a:avLst/>
          </a:prstGeom>
          <a:solidFill>
            <a:srgbClr val="FF99FF"/>
          </a:solidFill>
          <a:ln w="9525">
            <a:solidFill>
              <a:srgbClr val="000000"/>
            </a:solidFill>
            <a:miter lim="800000"/>
            <a:headEnd/>
            <a:tailEnd/>
          </a:ln>
          <a:effectLst>
            <a:outerShdw dist="35921" dir="2700000" algn="ctr" rotWithShape="0">
              <a:srgbClr val="808080"/>
            </a:outerShdw>
          </a:effec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zh-CN" sz="2800" b="1">
                <a:latin typeface="Times New Roman" panose="02020603050405020304" pitchFamily="18" charset="0"/>
                <a:ea typeface="华文楷体" panose="02010600040101010101" pitchFamily="2" charset="-122"/>
              </a:rPr>
              <a:t>干扰</a:t>
            </a:r>
          </a:p>
        </p:txBody>
      </p:sp>
      <p:sp>
        <p:nvSpPr>
          <p:cNvPr id="8213" name="Line 21">
            <a:extLst>
              <a:ext uri="{FF2B5EF4-FFF2-40B4-BE49-F238E27FC236}">
                <a16:creationId xmlns:a16="http://schemas.microsoft.com/office/drawing/2014/main" id="{8636D8EC-0A04-408F-973E-9892774D1F25}"/>
              </a:ext>
            </a:extLst>
          </p:cNvPr>
          <p:cNvSpPr>
            <a:spLocks noChangeShapeType="1"/>
          </p:cNvSpPr>
          <p:nvPr/>
        </p:nvSpPr>
        <p:spPr bwMode="auto">
          <a:xfrm>
            <a:off x="8418513" y="3811588"/>
            <a:ext cx="865187" cy="0"/>
          </a:xfrm>
          <a:prstGeom prst="line">
            <a:avLst/>
          </a:prstGeom>
          <a:noFill/>
          <a:ln w="444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14" name="Text Box 22">
            <a:extLst>
              <a:ext uri="{FF2B5EF4-FFF2-40B4-BE49-F238E27FC236}">
                <a16:creationId xmlns:a16="http://schemas.microsoft.com/office/drawing/2014/main" id="{A5EEAB7C-16D3-46E4-AD14-13EC792EAB0E}"/>
              </a:ext>
            </a:extLst>
          </p:cNvPr>
          <p:cNvSpPr txBox="1">
            <a:spLocks noChangeArrowheads="1"/>
          </p:cNvSpPr>
          <p:nvPr/>
        </p:nvSpPr>
        <p:spPr bwMode="auto">
          <a:xfrm>
            <a:off x="4151313" y="2857500"/>
            <a:ext cx="1616075" cy="528638"/>
          </a:xfrm>
          <a:prstGeom prst="rect">
            <a:avLst/>
          </a:prstGeom>
          <a:solidFill>
            <a:srgbClr val="FF99FF"/>
          </a:solidFill>
          <a:ln w="9525">
            <a:solidFill>
              <a:srgbClr val="000000"/>
            </a:solidFill>
            <a:miter lim="800000"/>
            <a:headEnd/>
            <a:tailEnd/>
          </a:ln>
          <a:effectLst>
            <a:outerShdw dist="35921" dir="2700000" algn="ctr" rotWithShape="0">
              <a:srgbClr val="808080"/>
            </a:outerShdw>
          </a:effec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zh-CN" sz="2800" b="1">
                <a:latin typeface="Times New Roman" panose="02020603050405020304" pitchFamily="18" charset="0"/>
                <a:ea typeface="华文楷体" panose="02010600040101010101" pitchFamily="2" charset="-122"/>
              </a:rPr>
              <a:t>安全编码</a:t>
            </a:r>
          </a:p>
        </p:txBody>
      </p:sp>
      <p:sp>
        <p:nvSpPr>
          <p:cNvPr id="8215" name="Text Box 23">
            <a:extLst>
              <a:ext uri="{FF2B5EF4-FFF2-40B4-BE49-F238E27FC236}">
                <a16:creationId xmlns:a16="http://schemas.microsoft.com/office/drawing/2014/main" id="{3E601FB9-C9CD-439A-ABFA-B31D708E6014}"/>
              </a:ext>
            </a:extLst>
          </p:cNvPr>
          <p:cNvSpPr txBox="1">
            <a:spLocks noChangeArrowheads="1"/>
          </p:cNvSpPr>
          <p:nvPr/>
        </p:nvSpPr>
        <p:spPr bwMode="auto">
          <a:xfrm>
            <a:off x="4159250" y="4284663"/>
            <a:ext cx="1616075" cy="528637"/>
          </a:xfrm>
          <a:prstGeom prst="rect">
            <a:avLst/>
          </a:prstGeom>
          <a:solidFill>
            <a:srgbClr val="FF99FF"/>
          </a:solidFill>
          <a:ln w="9525">
            <a:solidFill>
              <a:srgbClr val="000000"/>
            </a:solidFill>
            <a:miter lim="800000"/>
            <a:headEnd/>
            <a:tailEnd/>
          </a:ln>
          <a:effectLst>
            <a:outerShdw dist="35921" dir="2700000" algn="ctr" rotWithShape="0">
              <a:srgbClr val="808080"/>
            </a:outerShdw>
          </a:effec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zh-CN" sz="2800" b="1">
                <a:latin typeface="Times New Roman" panose="02020603050405020304" pitchFamily="18" charset="0"/>
                <a:ea typeface="华文楷体" panose="02010600040101010101" pitchFamily="2" charset="-122"/>
              </a:rPr>
              <a:t>安全译码</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wipe(left)">
                                      <p:cBhvr>
                                        <p:cTn id="7" dur="500"/>
                                        <p:tgtEl>
                                          <p:spTgt spid="81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206"/>
                                        </p:tgtEl>
                                        <p:attrNameLst>
                                          <p:attrName>style.visibility</p:attrName>
                                        </p:attrNameLst>
                                      </p:cBhvr>
                                      <p:to>
                                        <p:strVal val="visible"/>
                                      </p:to>
                                    </p:set>
                                    <p:animEffect transition="in" filter="wipe(left)">
                                      <p:cBhvr>
                                        <p:cTn id="12" dur="500"/>
                                        <p:tgtEl>
                                          <p:spTgt spid="82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6"/>
                                        </p:tgtEl>
                                        <p:attrNameLst>
                                          <p:attrName>style.visibility</p:attrName>
                                        </p:attrNameLst>
                                      </p:cBhvr>
                                      <p:to>
                                        <p:strVal val="visible"/>
                                      </p:to>
                                    </p:set>
                                    <p:animEffect transition="in" filter="wipe(left)">
                                      <p:cBhvr>
                                        <p:cTn id="17" dur="500"/>
                                        <p:tgtEl>
                                          <p:spTgt spid="81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207"/>
                                        </p:tgtEl>
                                        <p:attrNameLst>
                                          <p:attrName>style.visibility</p:attrName>
                                        </p:attrNameLst>
                                      </p:cBhvr>
                                      <p:to>
                                        <p:strVal val="visible"/>
                                      </p:to>
                                    </p:set>
                                    <p:animEffect transition="in" filter="wipe(left)">
                                      <p:cBhvr>
                                        <p:cTn id="22" dur="500"/>
                                        <p:tgtEl>
                                          <p:spTgt spid="820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197"/>
                                        </p:tgtEl>
                                        <p:attrNameLst>
                                          <p:attrName>style.visibility</p:attrName>
                                        </p:attrNameLst>
                                      </p:cBhvr>
                                      <p:to>
                                        <p:strVal val="visible"/>
                                      </p:to>
                                    </p:set>
                                    <p:animEffect transition="in" filter="wipe(left)">
                                      <p:cBhvr>
                                        <p:cTn id="27" dur="500"/>
                                        <p:tgtEl>
                                          <p:spTgt spid="819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208"/>
                                        </p:tgtEl>
                                        <p:attrNameLst>
                                          <p:attrName>style.visibility</p:attrName>
                                        </p:attrNameLst>
                                      </p:cBhvr>
                                      <p:to>
                                        <p:strVal val="visible"/>
                                      </p:to>
                                    </p:set>
                                    <p:animEffect transition="in" filter="wipe(left)">
                                      <p:cBhvr>
                                        <p:cTn id="32" dur="500"/>
                                        <p:tgtEl>
                                          <p:spTgt spid="820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198"/>
                                        </p:tgtEl>
                                        <p:attrNameLst>
                                          <p:attrName>style.visibility</p:attrName>
                                        </p:attrNameLst>
                                      </p:cBhvr>
                                      <p:to>
                                        <p:strVal val="visible"/>
                                      </p:to>
                                    </p:set>
                                    <p:animEffect transition="in" filter="wipe(left)">
                                      <p:cBhvr>
                                        <p:cTn id="37" dur="500"/>
                                        <p:tgtEl>
                                          <p:spTgt spid="819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8204"/>
                                        </p:tgtEl>
                                        <p:attrNameLst>
                                          <p:attrName>style.visibility</p:attrName>
                                        </p:attrNameLst>
                                      </p:cBhvr>
                                      <p:to>
                                        <p:strVal val="visible"/>
                                      </p:to>
                                    </p:set>
                                    <p:animEffect transition="in" filter="wipe(left)">
                                      <p:cBhvr>
                                        <p:cTn id="42" dur="500"/>
                                        <p:tgtEl>
                                          <p:spTgt spid="820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8203"/>
                                        </p:tgtEl>
                                        <p:attrNameLst>
                                          <p:attrName>style.visibility</p:attrName>
                                        </p:attrNameLst>
                                      </p:cBhvr>
                                      <p:to>
                                        <p:strVal val="visible"/>
                                      </p:to>
                                    </p:set>
                                    <p:animEffect transition="in" filter="wipe(left)">
                                      <p:cBhvr>
                                        <p:cTn id="47" dur="500"/>
                                        <p:tgtEl>
                                          <p:spTgt spid="820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8205"/>
                                        </p:tgtEl>
                                        <p:attrNameLst>
                                          <p:attrName>style.visibility</p:attrName>
                                        </p:attrNameLst>
                                      </p:cBhvr>
                                      <p:to>
                                        <p:strVal val="visible"/>
                                      </p:to>
                                    </p:set>
                                    <p:animEffect transition="in" filter="wipe(left)">
                                      <p:cBhvr>
                                        <p:cTn id="52" dur="500"/>
                                        <p:tgtEl>
                                          <p:spTgt spid="820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8202"/>
                                        </p:tgtEl>
                                        <p:attrNameLst>
                                          <p:attrName>style.visibility</p:attrName>
                                        </p:attrNameLst>
                                      </p:cBhvr>
                                      <p:to>
                                        <p:strVal val="visible"/>
                                      </p:to>
                                    </p:set>
                                    <p:animEffect transition="in" filter="wipe(left)">
                                      <p:cBhvr>
                                        <p:cTn id="57" dur="500"/>
                                        <p:tgtEl>
                                          <p:spTgt spid="820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8209"/>
                                        </p:tgtEl>
                                        <p:attrNameLst>
                                          <p:attrName>style.visibility</p:attrName>
                                        </p:attrNameLst>
                                      </p:cBhvr>
                                      <p:to>
                                        <p:strVal val="visible"/>
                                      </p:to>
                                    </p:set>
                                    <p:animEffect transition="in" filter="wipe(left)">
                                      <p:cBhvr>
                                        <p:cTn id="62" dur="500"/>
                                        <p:tgtEl>
                                          <p:spTgt spid="820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8201"/>
                                        </p:tgtEl>
                                        <p:attrNameLst>
                                          <p:attrName>style.visibility</p:attrName>
                                        </p:attrNameLst>
                                      </p:cBhvr>
                                      <p:to>
                                        <p:strVal val="visible"/>
                                      </p:to>
                                    </p:set>
                                    <p:animEffect transition="in" filter="wipe(left)">
                                      <p:cBhvr>
                                        <p:cTn id="67" dur="500"/>
                                        <p:tgtEl>
                                          <p:spTgt spid="820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8210"/>
                                        </p:tgtEl>
                                        <p:attrNameLst>
                                          <p:attrName>style.visibility</p:attrName>
                                        </p:attrNameLst>
                                      </p:cBhvr>
                                      <p:to>
                                        <p:strVal val="visible"/>
                                      </p:to>
                                    </p:set>
                                    <p:animEffect transition="in" filter="wipe(left)">
                                      <p:cBhvr>
                                        <p:cTn id="72" dur="500"/>
                                        <p:tgtEl>
                                          <p:spTgt spid="8210"/>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8200"/>
                                        </p:tgtEl>
                                        <p:attrNameLst>
                                          <p:attrName>style.visibility</p:attrName>
                                        </p:attrNameLst>
                                      </p:cBhvr>
                                      <p:to>
                                        <p:strVal val="visible"/>
                                      </p:to>
                                    </p:set>
                                    <p:animEffect transition="in" filter="wipe(left)">
                                      <p:cBhvr>
                                        <p:cTn id="77" dur="500"/>
                                        <p:tgtEl>
                                          <p:spTgt spid="8200"/>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8211"/>
                                        </p:tgtEl>
                                        <p:attrNameLst>
                                          <p:attrName>style.visibility</p:attrName>
                                        </p:attrNameLst>
                                      </p:cBhvr>
                                      <p:to>
                                        <p:strVal val="visible"/>
                                      </p:to>
                                    </p:set>
                                    <p:animEffect transition="in" filter="wipe(left)">
                                      <p:cBhvr>
                                        <p:cTn id="82" dur="500"/>
                                        <p:tgtEl>
                                          <p:spTgt spid="8211"/>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8199"/>
                                        </p:tgtEl>
                                        <p:attrNameLst>
                                          <p:attrName>style.visibility</p:attrName>
                                        </p:attrNameLst>
                                      </p:cBhvr>
                                      <p:to>
                                        <p:strVal val="visible"/>
                                      </p:to>
                                    </p:set>
                                    <p:animEffect transition="in" filter="wipe(left)">
                                      <p:cBhvr>
                                        <p:cTn id="87" dur="500"/>
                                        <p:tgtEl>
                                          <p:spTgt spid="8199"/>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 presetClass="entr" presetSubtype="2" fill="hold" grpId="0" nodeType="clickEffect">
                                  <p:stCondLst>
                                    <p:cond delay="0"/>
                                  </p:stCondLst>
                                  <p:childTnLst>
                                    <p:set>
                                      <p:cBhvr>
                                        <p:cTn id="91" dur="1" fill="hold">
                                          <p:stCondLst>
                                            <p:cond delay="0"/>
                                          </p:stCondLst>
                                        </p:cTn>
                                        <p:tgtEl>
                                          <p:spTgt spid="8212"/>
                                        </p:tgtEl>
                                        <p:attrNameLst>
                                          <p:attrName>style.visibility</p:attrName>
                                        </p:attrNameLst>
                                      </p:cBhvr>
                                      <p:to>
                                        <p:strVal val="visible"/>
                                      </p:to>
                                    </p:set>
                                    <p:anim calcmode="lin" valueType="num">
                                      <p:cBhvr additive="base">
                                        <p:cTn id="92" dur="500" fill="hold"/>
                                        <p:tgtEl>
                                          <p:spTgt spid="8212"/>
                                        </p:tgtEl>
                                        <p:attrNameLst>
                                          <p:attrName>ppt_x</p:attrName>
                                        </p:attrNameLst>
                                      </p:cBhvr>
                                      <p:tavLst>
                                        <p:tav tm="0">
                                          <p:val>
                                            <p:strVal val="1+#ppt_w/2"/>
                                          </p:val>
                                        </p:tav>
                                        <p:tav tm="100000">
                                          <p:val>
                                            <p:strVal val="#ppt_x"/>
                                          </p:val>
                                        </p:tav>
                                      </p:tavLst>
                                    </p:anim>
                                    <p:anim calcmode="lin" valueType="num">
                                      <p:cBhvr additive="base">
                                        <p:cTn id="93" dur="500" fill="hold"/>
                                        <p:tgtEl>
                                          <p:spTgt spid="8212"/>
                                        </p:tgtEl>
                                        <p:attrNameLst>
                                          <p:attrName>ppt_y</p:attrName>
                                        </p:attrNameLst>
                                      </p:cBhvr>
                                      <p:tavLst>
                                        <p:tav tm="0">
                                          <p:val>
                                            <p:strVal val="#ppt_y"/>
                                          </p:val>
                                        </p:tav>
                                        <p:tav tm="100000">
                                          <p:val>
                                            <p:strVal val="#ppt_y"/>
                                          </p:val>
                                        </p:tav>
                                      </p:tavLst>
                                    </p:anim>
                                  </p:childTnLst>
                                </p:cTn>
                              </p:par>
                            </p:childTnLst>
                          </p:cTn>
                        </p:par>
                      </p:childTnLst>
                    </p:cTn>
                  </p:par>
                  <p:par>
                    <p:cTn id="94" fill="hold" nodeType="clickPar">
                      <p:stCondLst>
                        <p:cond delay="indefinite"/>
                      </p:stCondLst>
                      <p:childTnLst>
                        <p:par>
                          <p:cTn id="95" fill="hold" nodeType="withGroup">
                            <p:stCondLst>
                              <p:cond delay="0"/>
                            </p:stCondLst>
                            <p:childTnLst>
                              <p:par>
                                <p:cTn id="96" presetID="2" presetClass="entr" presetSubtype="2" fill="hold" nodeType="clickEffect">
                                  <p:stCondLst>
                                    <p:cond delay="0"/>
                                  </p:stCondLst>
                                  <p:childTnLst>
                                    <p:set>
                                      <p:cBhvr>
                                        <p:cTn id="97" dur="1" fill="hold">
                                          <p:stCondLst>
                                            <p:cond delay="0"/>
                                          </p:stCondLst>
                                        </p:cTn>
                                        <p:tgtEl>
                                          <p:spTgt spid="8213"/>
                                        </p:tgtEl>
                                        <p:attrNameLst>
                                          <p:attrName>style.visibility</p:attrName>
                                        </p:attrNameLst>
                                      </p:cBhvr>
                                      <p:to>
                                        <p:strVal val="visible"/>
                                      </p:to>
                                    </p:set>
                                    <p:anim calcmode="lin" valueType="num">
                                      <p:cBhvr additive="base">
                                        <p:cTn id="98" dur="500" fill="hold"/>
                                        <p:tgtEl>
                                          <p:spTgt spid="8213"/>
                                        </p:tgtEl>
                                        <p:attrNameLst>
                                          <p:attrName>ppt_x</p:attrName>
                                        </p:attrNameLst>
                                      </p:cBhvr>
                                      <p:tavLst>
                                        <p:tav tm="0">
                                          <p:val>
                                            <p:strVal val="1+#ppt_w/2"/>
                                          </p:val>
                                        </p:tav>
                                        <p:tav tm="100000">
                                          <p:val>
                                            <p:strVal val="#ppt_x"/>
                                          </p:val>
                                        </p:tav>
                                      </p:tavLst>
                                    </p:anim>
                                    <p:anim calcmode="lin" valueType="num">
                                      <p:cBhvr additive="base">
                                        <p:cTn id="99" dur="500" fill="hold"/>
                                        <p:tgtEl>
                                          <p:spTgt spid="8213"/>
                                        </p:tgtEl>
                                        <p:attrNameLst>
                                          <p:attrName>ppt_y</p:attrName>
                                        </p:attrNameLst>
                                      </p:cBhvr>
                                      <p:tavLst>
                                        <p:tav tm="0">
                                          <p:val>
                                            <p:strVal val="#ppt_y"/>
                                          </p:val>
                                        </p:tav>
                                        <p:tav tm="100000">
                                          <p:val>
                                            <p:strVal val="#ppt_y"/>
                                          </p:val>
                                        </p:tav>
                                      </p:tavLst>
                                    </p:anim>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 presetClass="entr" presetSubtype="2" fill="hold" grpId="0" nodeType="clickEffect">
                                  <p:stCondLst>
                                    <p:cond delay="0"/>
                                  </p:stCondLst>
                                  <p:childTnLst>
                                    <p:set>
                                      <p:cBhvr>
                                        <p:cTn id="103" dur="1" fill="hold">
                                          <p:stCondLst>
                                            <p:cond delay="0"/>
                                          </p:stCondLst>
                                        </p:cTn>
                                        <p:tgtEl>
                                          <p:spTgt spid="8214"/>
                                        </p:tgtEl>
                                        <p:attrNameLst>
                                          <p:attrName>style.visibility</p:attrName>
                                        </p:attrNameLst>
                                      </p:cBhvr>
                                      <p:to>
                                        <p:strVal val="visible"/>
                                      </p:to>
                                    </p:set>
                                    <p:anim calcmode="lin" valueType="num">
                                      <p:cBhvr additive="base">
                                        <p:cTn id="104" dur="500" fill="hold"/>
                                        <p:tgtEl>
                                          <p:spTgt spid="8214"/>
                                        </p:tgtEl>
                                        <p:attrNameLst>
                                          <p:attrName>ppt_x</p:attrName>
                                        </p:attrNameLst>
                                      </p:cBhvr>
                                      <p:tavLst>
                                        <p:tav tm="0">
                                          <p:val>
                                            <p:strVal val="1+#ppt_w/2"/>
                                          </p:val>
                                        </p:tav>
                                        <p:tav tm="100000">
                                          <p:val>
                                            <p:strVal val="#ppt_x"/>
                                          </p:val>
                                        </p:tav>
                                      </p:tavLst>
                                    </p:anim>
                                    <p:anim calcmode="lin" valueType="num">
                                      <p:cBhvr additive="base">
                                        <p:cTn id="105" dur="500" fill="hold"/>
                                        <p:tgtEl>
                                          <p:spTgt spid="8214"/>
                                        </p:tgtEl>
                                        <p:attrNameLst>
                                          <p:attrName>ppt_y</p:attrName>
                                        </p:attrNameLst>
                                      </p:cBhvr>
                                      <p:tavLst>
                                        <p:tav tm="0">
                                          <p:val>
                                            <p:strVal val="#ppt_y"/>
                                          </p:val>
                                        </p:tav>
                                        <p:tav tm="100000">
                                          <p:val>
                                            <p:strVal val="#ppt_y"/>
                                          </p:val>
                                        </p:tav>
                                      </p:tavLst>
                                    </p:anim>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 presetClass="entr" presetSubtype="2" fill="hold" grpId="0" nodeType="clickEffect">
                                  <p:stCondLst>
                                    <p:cond delay="0"/>
                                  </p:stCondLst>
                                  <p:childTnLst>
                                    <p:set>
                                      <p:cBhvr>
                                        <p:cTn id="109" dur="1" fill="hold">
                                          <p:stCondLst>
                                            <p:cond delay="0"/>
                                          </p:stCondLst>
                                        </p:cTn>
                                        <p:tgtEl>
                                          <p:spTgt spid="8215"/>
                                        </p:tgtEl>
                                        <p:attrNameLst>
                                          <p:attrName>style.visibility</p:attrName>
                                        </p:attrNameLst>
                                      </p:cBhvr>
                                      <p:to>
                                        <p:strVal val="visible"/>
                                      </p:to>
                                    </p:set>
                                    <p:anim calcmode="lin" valueType="num">
                                      <p:cBhvr additive="base">
                                        <p:cTn id="110" dur="500" fill="hold"/>
                                        <p:tgtEl>
                                          <p:spTgt spid="8215"/>
                                        </p:tgtEl>
                                        <p:attrNameLst>
                                          <p:attrName>ppt_x</p:attrName>
                                        </p:attrNameLst>
                                      </p:cBhvr>
                                      <p:tavLst>
                                        <p:tav tm="0">
                                          <p:val>
                                            <p:strVal val="1+#ppt_w/2"/>
                                          </p:val>
                                        </p:tav>
                                        <p:tav tm="100000">
                                          <p:val>
                                            <p:strVal val="#ppt_x"/>
                                          </p:val>
                                        </p:tav>
                                      </p:tavLst>
                                    </p:anim>
                                    <p:anim calcmode="lin" valueType="num">
                                      <p:cBhvr additive="base">
                                        <p:cTn id="111" dur="500" fill="hold"/>
                                        <p:tgtEl>
                                          <p:spTgt spid="82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animBg="1" autoUpdateAnimBg="0"/>
      <p:bldP spid="8196" grpId="0" animBg="1" autoUpdateAnimBg="0"/>
      <p:bldP spid="8197" grpId="0" animBg="1" autoUpdateAnimBg="0"/>
      <p:bldP spid="8198" grpId="0" animBg="1" autoUpdateAnimBg="0"/>
      <p:bldP spid="8199" grpId="0" animBg="1" autoUpdateAnimBg="0"/>
      <p:bldP spid="8200" grpId="0" animBg="1" autoUpdateAnimBg="0"/>
      <p:bldP spid="8201" grpId="0" animBg="1" autoUpdateAnimBg="0"/>
      <p:bldP spid="8202" grpId="0" animBg="1" autoUpdateAnimBg="0"/>
      <p:bldP spid="8203" grpId="0" animBg="1" autoUpdateAnimBg="0"/>
      <p:bldP spid="8212" grpId="0" animBg="1" autoUpdateAnimBg="0"/>
      <p:bldP spid="8214" grpId="0" animBg="1" autoUpdateAnimBg="0"/>
      <p:bldP spid="8215"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E09EBBB9-F2FE-4205-A236-B3BC940A2563}"/>
              </a:ext>
            </a:extLst>
          </p:cNvPr>
          <p:cNvSpPr>
            <a:spLocks noGrp="1" noChangeArrowheads="1"/>
          </p:cNvSpPr>
          <p:nvPr>
            <p:ph type="title"/>
          </p:nvPr>
        </p:nvSpPr>
        <p:spPr>
          <a:xfrm>
            <a:off x="2209800" y="238125"/>
            <a:ext cx="7772400" cy="588963"/>
          </a:xfrm>
          <a:noFill/>
        </p:spPr>
        <p:txBody>
          <a:bodyPr/>
          <a:lstStyle/>
          <a:p>
            <a:pPr eaLnBrk="1" hangingPunct="1"/>
            <a:r>
              <a:rPr lang="zh-CN" altLang="zh-CN">
                <a:ea typeface="华文楷体" panose="02010600040101010101" pitchFamily="2" charset="-122"/>
              </a:rPr>
              <a:t>信号类型</a:t>
            </a:r>
          </a:p>
        </p:txBody>
      </p:sp>
      <p:pic>
        <p:nvPicPr>
          <p:cNvPr id="9219" name="Picture 3">
            <a:extLst>
              <a:ext uri="{FF2B5EF4-FFF2-40B4-BE49-F238E27FC236}">
                <a16:creationId xmlns:a16="http://schemas.microsoft.com/office/drawing/2014/main" id="{498769BF-F514-478C-A6D5-9EC48FC039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8950" y="1439863"/>
            <a:ext cx="8674100" cy="372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CC572E30-3FC5-4E06-8D26-B2E463306A44}"/>
              </a:ext>
            </a:extLst>
          </p:cNvPr>
          <p:cNvSpPr>
            <a:spLocks noGrp="1" noChangeArrowheads="1"/>
          </p:cNvSpPr>
          <p:nvPr>
            <p:ph type="title"/>
          </p:nvPr>
        </p:nvSpPr>
        <p:spPr>
          <a:xfrm>
            <a:off x="3857625" y="214313"/>
            <a:ext cx="4476750" cy="681037"/>
          </a:xfrm>
          <a:noFill/>
        </p:spPr>
        <p:txBody>
          <a:bodyPr/>
          <a:lstStyle/>
          <a:p>
            <a:pPr eaLnBrk="1" hangingPunct="1"/>
            <a:r>
              <a:rPr lang="zh-CN" altLang="zh-CN">
                <a:ea typeface="华文楷体" panose="02010600040101010101" pitchFamily="2" charset="-122"/>
              </a:rPr>
              <a:t>三种编码</a:t>
            </a:r>
          </a:p>
        </p:txBody>
      </p:sp>
      <p:sp>
        <p:nvSpPr>
          <p:cNvPr id="10243" name="Text Box 3">
            <a:extLst>
              <a:ext uri="{FF2B5EF4-FFF2-40B4-BE49-F238E27FC236}">
                <a16:creationId xmlns:a16="http://schemas.microsoft.com/office/drawing/2014/main" id="{89FBDFA2-7700-4BFD-B669-92D6D1FCC218}"/>
              </a:ext>
            </a:extLst>
          </p:cNvPr>
          <p:cNvSpPr txBox="1">
            <a:spLocks noChangeArrowheads="1"/>
          </p:cNvSpPr>
          <p:nvPr/>
        </p:nvSpPr>
        <p:spPr bwMode="auto">
          <a:xfrm>
            <a:off x="4418013" y="1733550"/>
            <a:ext cx="3355975" cy="280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41338" indent="-541338">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
                <a:schemeClr val="tx2"/>
              </a:buClr>
              <a:buSzPct val="50000"/>
              <a:buFont typeface="Wingdings" panose="05000000000000000000" pitchFamily="2" charset="2"/>
              <a:buChar char="u"/>
            </a:pPr>
            <a:r>
              <a:rPr lang="zh-CN" altLang="zh-CN" sz="4400">
                <a:latin typeface="Times New Roman" panose="02020603050405020304" pitchFamily="18" charset="0"/>
                <a:ea typeface="华文楷体" panose="02010600040101010101" pitchFamily="2" charset="-122"/>
              </a:rPr>
              <a:t>信源编码</a:t>
            </a:r>
          </a:p>
          <a:p>
            <a:pPr eaLnBrk="1" hangingPunct="1">
              <a:spcBef>
                <a:spcPct val="50000"/>
              </a:spcBef>
              <a:buClr>
                <a:schemeClr val="tx2"/>
              </a:buClr>
              <a:buSzPct val="50000"/>
              <a:buFont typeface="Wingdings" panose="05000000000000000000" pitchFamily="2" charset="2"/>
              <a:buChar char="u"/>
            </a:pPr>
            <a:r>
              <a:rPr lang="zh-CN" altLang="zh-CN" sz="4400">
                <a:latin typeface="Times New Roman" panose="02020603050405020304" pitchFamily="18" charset="0"/>
                <a:ea typeface="华文楷体" panose="02010600040101010101" pitchFamily="2" charset="-122"/>
              </a:rPr>
              <a:t>信道编码</a:t>
            </a:r>
          </a:p>
          <a:p>
            <a:pPr eaLnBrk="1" hangingPunct="1">
              <a:spcBef>
                <a:spcPct val="50000"/>
              </a:spcBef>
              <a:buClr>
                <a:schemeClr val="tx2"/>
              </a:buClr>
              <a:buSzPct val="50000"/>
              <a:buFont typeface="Wingdings" panose="05000000000000000000" pitchFamily="2" charset="2"/>
              <a:buChar char="u"/>
            </a:pPr>
            <a:r>
              <a:rPr lang="zh-CN" altLang="zh-CN" sz="4400">
                <a:latin typeface="Times New Roman" panose="02020603050405020304" pitchFamily="18" charset="0"/>
                <a:ea typeface="华文楷体" panose="02010600040101010101" pitchFamily="2" charset="-122"/>
              </a:rPr>
              <a:t>安全编码</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a:extLst>
              <a:ext uri="{FF2B5EF4-FFF2-40B4-BE49-F238E27FC236}">
                <a16:creationId xmlns:a16="http://schemas.microsoft.com/office/drawing/2014/main" id="{0C6FC25B-DB33-455B-ABDA-CE636589914C}"/>
              </a:ext>
            </a:extLst>
          </p:cNvPr>
          <p:cNvSpPr txBox="1">
            <a:spLocks noChangeArrowheads="1"/>
          </p:cNvSpPr>
          <p:nvPr/>
        </p:nvSpPr>
        <p:spPr bwMode="auto">
          <a:xfrm>
            <a:off x="2019300" y="1557338"/>
            <a:ext cx="8153400" cy="248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65175">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40000"/>
              </a:lnSpc>
              <a:spcBef>
                <a:spcPct val="0"/>
              </a:spcBef>
              <a:buClrTx/>
              <a:buSzTx/>
              <a:buFontTx/>
              <a:buNone/>
            </a:pPr>
            <a:r>
              <a:rPr lang="zh-CN" altLang="en-US" sz="2800" b="1">
                <a:solidFill>
                  <a:schemeClr val="tx2"/>
                </a:solidFill>
                <a:latin typeface="华文楷体" panose="02010600040101010101" pitchFamily="2" charset="-122"/>
                <a:ea typeface="华文楷体" panose="02010600040101010101" pitchFamily="2" charset="-122"/>
              </a:rPr>
              <a:t>信道</a:t>
            </a:r>
            <a:r>
              <a:rPr lang="zh-CN" altLang="en-US" sz="2800" b="1">
                <a:latin typeface="华文楷体" panose="02010600040101010101" pitchFamily="2" charset="-122"/>
                <a:ea typeface="华文楷体" panose="02010600040101010101" pitchFamily="2" charset="-122"/>
              </a:rPr>
              <a:t>(channel)是通信中传递</a:t>
            </a:r>
            <a:r>
              <a:rPr lang="zh-CN" altLang="en-US" sz="2800" b="1">
                <a:solidFill>
                  <a:schemeClr val="tx2"/>
                </a:solidFill>
                <a:latin typeface="华文楷体" panose="02010600040101010101" pitchFamily="2" charset="-122"/>
                <a:ea typeface="华文楷体" panose="02010600040101010101" pitchFamily="2" charset="-122"/>
              </a:rPr>
              <a:t>信息的通道</a:t>
            </a:r>
            <a:r>
              <a:rPr lang="zh-CN" altLang="en-US" sz="2800" b="1">
                <a:latin typeface="华文楷体" panose="02010600040101010101" pitchFamily="2" charset="-122"/>
                <a:ea typeface="华文楷体" panose="02010600040101010101" pitchFamily="2" charset="-122"/>
              </a:rPr>
              <a:t>，它由相应的</a:t>
            </a:r>
            <a:r>
              <a:rPr lang="zh-CN" altLang="en-US" sz="2800" b="1">
                <a:solidFill>
                  <a:schemeClr val="tx2"/>
                </a:solidFill>
                <a:latin typeface="华文楷体" panose="02010600040101010101" pitchFamily="2" charset="-122"/>
                <a:ea typeface="华文楷体" panose="02010600040101010101" pitchFamily="2" charset="-122"/>
              </a:rPr>
              <a:t>发送</a:t>
            </a:r>
            <a:r>
              <a:rPr lang="zh-CN" altLang="en-US" sz="2800" b="1">
                <a:latin typeface="华文楷体" panose="02010600040101010101" pitchFamily="2" charset="-122"/>
                <a:ea typeface="华文楷体" panose="02010600040101010101" pitchFamily="2" charset="-122"/>
              </a:rPr>
              <a:t>信息与</a:t>
            </a:r>
            <a:r>
              <a:rPr lang="zh-CN" altLang="en-US" sz="2800" b="1">
                <a:solidFill>
                  <a:schemeClr val="tx2"/>
                </a:solidFill>
                <a:latin typeface="华文楷体" panose="02010600040101010101" pitchFamily="2" charset="-122"/>
                <a:ea typeface="华文楷体" panose="02010600040101010101" pitchFamily="2" charset="-122"/>
              </a:rPr>
              <a:t>接收</a:t>
            </a:r>
            <a:r>
              <a:rPr lang="zh-CN" altLang="en-US" sz="2800" b="1">
                <a:latin typeface="华文楷体" panose="02010600040101010101" pitchFamily="2" charset="-122"/>
                <a:ea typeface="华文楷体" panose="02010600040101010101" pitchFamily="2" charset="-122"/>
              </a:rPr>
              <a:t>信息(有时还包括转发信息)的设备以及与这些发送和接收信息的相关设备连接在一起的传输介质组成。</a:t>
            </a:r>
          </a:p>
        </p:txBody>
      </p:sp>
      <p:sp>
        <p:nvSpPr>
          <p:cNvPr id="11267" name="Rectangle 3">
            <a:extLst>
              <a:ext uri="{FF2B5EF4-FFF2-40B4-BE49-F238E27FC236}">
                <a16:creationId xmlns:a16="http://schemas.microsoft.com/office/drawing/2014/main" id="{0CA3555D-26D3-4CB1-BF32-936100005D85}"/>
              </a:ext>
            </a:extLst>
          </p:cNvPr>
          <p:cNvSpPr>
            <a:spLocks noGrp="1" noChangeArrowheads="1"/>
          </p:cNvSpPr>
          <p:nvPr>
            <p:ph type="title" idx="4294967295"/>
          </p:nvPr>
        </p:nvSpPr>
        <p:spPr>
          <a:xfrm>
            <a:off x="3490945" y="241722"/>
            <a:ext cx="4470400" cy="533400"/>
          </a:xfrm>
          <a:noFill/>
        </p:spPr>
        <p:txBody>
          <a:bodyPr/>
          <a:lstStyle/>
          <a:p>
            <a:pPr eaLnBrk="1" hangingPunct="1"/>
            <a:r>
              <a:rPr lang="zh-CN" altLang="zh-CN">
                <a:ea typeface="华文楷体" panose="02010600040101010101" pitchFamily="2" charset="-122"/>
              </a:rPr>
              <a:t>通信信道</a:t>
            </a:r>
          </a:p>
        </p:txBody>
      </p:sp>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90" name="Group 2">
            <a:extLst>
              <a:ext uri="{FF2B5EF4-FFF2-40B4-BE49-F238E27FC236}">
                <a16:creationId xmlns:a16="http://schemas.microsoft.com/office/drawing/2014/main" id="{02BB1FFD-B52F-4D98-8530-F571C033CCA6}"/>
              </a:ext>
            </a:extLst>
          </p:cNvPr>
          <p:cNvGrpSpPr>
            <a:grpSpLocks/>
          </p:cNvGrpSpPr>
          <p:nvPr/>
        </p:nvGrpSpPr>
        <p:grpSpPr bwMode="auto">
          <a:xfrm>
            <a:off x="2362200" y="1917700"/>
            <a:ext cx="7332663" cy="3490913"/>
            <a:chOff x="0" y="0"/>
            <a:chExt cx="4619" cy="2199"/>
          </a:xfrm>
        </p:grpSpPr>
        <p:grpSp>
          <p:nvGrpSpPr>
            <p:cNvPr id="12292" name="Group 3">
              <a:extLst>
                <a:ext uri="{FF2B5EF4-FFF2-40B4-BE49-F238E27FC236}">
                  <a16:creationId xmlns:a16="http://schemas.microsoft.com/office/drawing/2014/main" id="{B55F3CDB-6F23-4299-BBA2-F70103AA1D7C}"/>
                </a:ext>
              </a:extLst>
            </p:cNvPr>
            <p:cNvGrpSpPr>
              <a:grpSpLocks/>
            </p:cNvGrpSpPr>
            <p:nvPr/>
          </p:nvGrpSpPr>
          <p:grpSpPr bwMode="auto">
            <a:xfrm>
              <a:off x="192" y="0"/>
              <a:ext cx="336" cy="376"/>
              <a:chOff x="0" y="0"/>
              <a:chExt cx="327" cy="385"/>
            </a:xfrm>
          </p:grpSpPr>
          <p:pic>
            <p:nvPicPr>
              <p:cNvPr id="12334" name="Picture 4" descr="023">
                <a:extLst>
                  <a:ext uri="{FF2B5EF4-FFF2-40B4-BE49-F238E27FC236}">
                    <a16:creationId xmlns:a16="http://schemas.microsoft.com/office/drawing/2014/main" id="{032035C0-F779-4A29-8D3A-E5A95B6DD3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 y="0"/>
                <a:ext cx="313"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335" name="Group 5">
                <a:extLst>
                  <a:ext uri="{FF2B5EF4-FFF2-40B4-BE49-F238E27FC236}">
                    <a16:creationId xmlns:a16="http://schemas.microsoft.com/office/drawing/2014/main" id="{1380E549-50EF-4B73-9702-B3DB23ACF316}"/>
                  </a:ext>
                </a:extLst>
              </p:cNvPr>
              <p:cNvGrpSpPr>
                <a:grpSpLocks/>
              </p:cNvGrpSpPr>
              <p:nvPr/>
            </p:nvGrpSpPr>
            <p:grpSpPr bwMode="auto">
              <a:xfrm>
                <a:off x="0" y="295"/>
                <a:ext cx="322" cy="90"/>
                <a:chOff x="0" y="0"/>
                <a:chExt cx="322" cy="90"/>
              </a:xfrm>
            </p:grpSpPr>
            <p:sp>
              <p:nvSpPr>
                <p:cNvPr id="12336" name="Rectangle 6">
                  <a:extLst>
                    <a:ext uri="{FF2B5EF4-FFF2-40B4-BE49-F238E27FC236}">
                      <a16:creationId xmlns:a16="http://schemas.microsoft.com/office/drawing/2014/main" id="{6E80B967-DF95-4BFB-A14A-2C4C7A774DDD}"/>
                    </a:ext>
                  </a:extLst>
                </p:cNvPr>
                <p:cNvSpPr>
                  <a:spLocks noChangeArrowheads="1"/>
                </p:cNvSpPr>
                <p:nvPr/>
              </p:nvSpPr>
              <p:spPr bwMode="auto">
                <a:xfrm>
                  <a:off x="0" y="0"/>
                  <a:ext cx="322" cy="90"/>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2337" name="Rectangle 7">
                  <a:extLst>
                    <a:ext uri="{FF2B5EF4-FFF2-40B4-BE49-F238E27FC236}">
                      <a16:creationId xmlns:a16="http://schemas.microsoft.com/office/drawing/2014/main" id="{7DC536C4-590C-44F2-8040-9C9B2E205A93}"/>
                    </a:ext>
                  </a:extLst>
                </p:cNvPr>
                <p:cNvSpPr>
                  <a:spLocks noChangeArrowheads="1"/>
                </p:cNvSpPr>
                <p:nvPr/>
              </p:nvSpPr>
              <p:spPr bwMode="auto">
                <a:xfrm>
                  <a:off x="122" y="9"/>
                  <a:ext cx="155" cy="34"/>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grpSp>
          <p:nvGrpSpPr>
            <p:cNvPr id="12293" name="Group 8">
              <a:extLst>
                <a:ext uri="{FF2B5EF4-FFF2-40B4-BE49-F238E27FC236}">
                  <a16:creationId xmlns:a16="http://schemas.microsoft.com/office/drawing/2014/main" id="{BA28B26F-9FB1-496D-B707-766B33640542}"/>
                </a:ext>
              </a:extLst>
            </p:cNvPr>
            <p:cNvGrpSpPr>
              <a:grpSpLocks/>
            </p:cNvGrpSpPr>
            <p:nvPr/>
          </p:nvGrpSpPr>
          <p:grpSpPr bwMode="auto">
            <a:xfrm>
              <a:off x="192" y="576"/>
              <a:ext cx="336" cy="376"/>
              <a:chOff x="0" y="0"/>
              <a:chExt cx="327" cy="385"/>
            </a:xfrm>
          </p:grpSpPr>
          <p:pic>
            <p:nvPicPr>
              <p:cNvPr id="12330" name="Picture 9" descr="023">
                <a:extLst>
                  <a:ext uri="{FF2B5EF4-FFF2-40B4-BE49-F238E27FC236}">
                    <a16:creationId xmlns:a16="http://schemas.microsoft.com/office/drawing/2014/main" id="{913CA258-B929-4216-A77E-860570A9E2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 y="0"/>
                <a:ext cx="313"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331" name="Group 10">
                <a:extLst>
                  <a:ext uri="{FF2B5EF4-FFF2-40B4-BE49-F238E27FC236}">
                    <a16:creationId xmlns:a16="http://schemas.microsoft.com/office/drawing/2014/main" id="{6E79988C-E267-467F-B3A4-62953BF090E2}"/>
                  </a:ext>
                </a:extLst>
              </p:cNvPr>
              <p:cNvGrpSpPr>
                <a:grpSpLocks/>
              </p:cNvGrpSpPr>
              <p:nvPr/>
            </p:nvGrpSpPr>
            <p:grpSpPr bwMode="auto">
              <a:xfrm>
                <a:off x="0" y="295"/>
                <a:ext cx="322" cy="90"/>
                <a:chOff x="0" y="0"/>
                <a:chExt cx="322" cy="90"/>
              </a:xfrm>
            </p:grpSpPr>
            <p:sp>
              <p:nvSpPr>
                <p:cNvPr id="12332" name="Rectangle 11">
                  <a:extLst>
                    <a:ext uri="{FF2B5EF4-FFF2-40B4-BE49-F238E27FC236}">
                      <a16:creationId xmlns:a16="http://schemas.microsoft.com/office/drawing/2014/main" id="{5B156022-151B-4152-9B9A-58561595B19B}"/>
                    </a:ext>
                  </a:extLst>
                </p:cNvPr>
                <p:cNvSpPr>
                  <a:spLocks noChangeArrowheads="1"/>
                </p:cNvSpPr>
                <p:nvPr/>
              </p:nvSpPr>
              <p:spPr bwMode="auto">
                <a:xfrm>
                  <a:off x="0" y="0"/>
                  <a:ext cx="322" cy="90"/>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2333" name="Rectangle 12">
                  <a:extLst>
                    <a:ext uri="{FF2B5EF4-FFF2-40B4-BE49-F238E27FC236}">
                      <a16:creationId xmlns:a16="http://schemas.microsoft.com/office/drawing/2014/main" id="{E41DD8E6-DFD1-435E-B297-21B5C2105ADC}"/>
                    </a:ext>
                  </a:extLst>
                </p:cNvPr>
                <p:cNvSpPr>
                  <a:spLocks noChangeArrowheads="1"/>
                </p:cNvSpPr>
                <p:nvPr/>
              </p:nvSpPr>
              <p:spPr bwMode="auto">
                <a:xfrm>
                  <a:off x="122" y="9"/>
                  <a:ext cx="155" cy="34"/>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grpSp>
          <p:nvGrpSpPr>
            <p:cNvPr id="12294" name="Group 13">
              <a:extLst>
                <a:ext uri="{FF2B5EF4-FFF2-40B4-BE49-F238E27FC236}">
                  <a16:creationId xmlns:a16="http://schemas.microsoft.com/office/drawing/2014/main" id="{6E98F24E-DC93-49CB-9108-62A231EB3437}"/>
                </a:ext>
              </a:extLst>
            </p:cNvPr>
            <p:cNvGrpSpPr>
              <a:grpSpLocks/>
            </p:cNvGrpSpPr>
            <p:nvPr/>
          </p:nvGrpSpPr>
          <p:grpSpPr bwMode="auto">
            <a:xfrm>
              <a:off x="192" y="1440"/>
              <a:ext cx="336" cy="376"/>
              <a:chOff x="0" y="0"/>
              <a:chExt cx="327" cy="385"/>
            </a:xfrm>
          </p:grpSpPr>
          <p:pic>
            <p:nvPicPr>
              <p:cNvPr id="12326" name="Picture 14" descr="023">
                <a:extLst>
                  <a:ext uri="{FF2B5EF4-FFF2-40B4-BE49-F238E27FC236}">
                    <a16:creationId xmlns:a16="http://schemas.microsoft.com/office/drawing/2014/main" id="{FAC2B3F1-F02D-4357-A0DF-C8CF0BEC30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 y="0"/>
                <a:ext cx="313"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327" name="Group 15">
                <a:extLst>
                  <a:ext uri="{FF2B5EF4-FFF2-40B4-BE49-F238E27FC236}">
                    <a16:creationId xmlns:a16="http://schemas.microsoft.com/office/drawing/2014/main" id="{080A3215-D491-4F9B-BA9F-3D26233AA083}"/>
                  </a:ext>
                </a:extLst>
              </p:cNvPr>
              <p:cNvGrpSpPr>
                <a:grpSpLocks/>
              </p:cNvGrpSpPr>
              <p:nvPr/>
            </p:nvGrpSpPr>
            <p:grpSpPr bwMode="auto">
              <a:xfrm>
                <a:off x="0" y="295"/>
                <a:ext cx="322" cy="90"/>
                <a:chOff x="0" y="0"/>
                <a:chExt cx="322" cy="90"/>
              </a:xfrm>
            </p:grpSpPr>
            <p:sp>
              <p:nvSpPr>
                <p:cNvPr id="12328" name="Rectangle 16">
                  <a:extLst>
                    <a:ext uri="{FF2B5EF4-FFF2-40B4-BE49-F238E27FC236}">
                      <a16:creationId xmlns:a16="http://schemas.microsoft.com/office/drawing/2014/main" id="{DEA957A5-EEEA-4792-9509-0D6C8A1FA707}"/>
                    </a:ext>
                  </a:extLst>
                </p:cNvPr>
                <p:cNvSpPr>
                  <a:spLocks noChangeArrowheads="1"/>
                </p:cNvSpPr>
                <p:nvPr/>
              </p:nvSpPr>
              <p:spPr bwMode="auto">
                <a:xfrm>
                  <a:off x="0" y="0"/>
                  <a:ext cx="322" cy="90"/>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2329" name="Rectangle 17">
                  <a:extLst>
                    <a:ext uri="{FF2B5EF4-FFF2-40B4-BE49-F238E27FC236}">
                      <a16:creationId xmlns:a16="http://schemas.microsoft.com/office/drawing/2014/main" id="{1D3B75C4-2F65-42C0-858F-11B09136CC71}"/>
                    </a:ext>
                  </a:extLst>
                </p:cNvPr>
                <p:cNvSpPr>
                  <a:spLocks noChangeArrowheads="1"/>
                </p:cNvSpPr>
                <p:nvPr/>
              </p:nvSpPr>
              <p:spPr bwMode="auto">
                <a:xfrm>
                  <a:off x="122" y="9"/>
                  <a:ext cx="155" cy="34"/>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sp>
          <p:nvSpPr>
            <p:cNvPr id="12295" name="Text Box 18">
              <a:extLst>
                <a:ext uri="{FF2B5EF4-FFF2-40B4-BE49-F238E27FC236}">
                  <a16:creationId xmlns:a16="http://schemas.microsoft.com/office/drawing/2014/main" id="{6C69DFC0-AC00-4FE2-AA3A-6F8537621960}"/>
                </a:ext>
              </a:extLst>
            </p:cNvPr>
            <p:cNvSpPr txBox="1">
              <a:spLocks noChangeArrowheads="1"/>
            </p:cNvSpPr>
            <p:nvPr/>
          </p:nvSpPr>
          <p:spPr bwMode="auto">
            <a:xfrm>
              <a:off x="188" y="1008"/>
              <a:ext cx="543"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zh-CN" sz="4400">
                  <a:latin typeface="Times New Roman" panose="02020603050405020304" pitchFamily="18" charset="0"/>
                </a:rPr>
                <a:t>...</a:t>
              </a:r>
            </a:p>
          </p:txBody>
        </p:sp>
        <p:graphicFrame>
          <p:nvGraphicFramePr>
            <p:cNvPr id="12296" name="Object 19">
              <a:extLst>
                <a:ext uri="{FF2B5EF4-FFF2-40B4-BE49-F238E27FC236}">
                  <a16:creationId xmlns:a16="http://schemas.microsoft.com/office/drawing/2014/main" id="{87B6CFE0-0046-4600-A31B-29C2FA095B92}"/>
                </a:ext>
              </a:extLst>
            </p:cNvPr>
            <p:cNvGraphicFramePr>
              <a:graphicFrameLocks/>
            </p:cNvGraphicFramePr>
            <p:nvPr/>
          </p:nvGraphicFramePr>
          <p:xfrm>
            <a:off x="1296" y="672"/>
            <a:ext cx="665" cy="384"/>
          </p:xfrm>
          <a:graphic>
            <a:graphicData uri="http://schemas.openxmlformats.org/presentationml/2006/ole">
              <mc:AlternateContent xmlns:mc="http://schemas.openxmlformats.org/markup-compatibility/2006">
                <mc:Choice xmlns:v="urn:schemas-microsoft-com:vml" Requires="v">
                  <p:oleObj spid="_x0000_s12400" r:id="rId5" imgW="1055688" imgH="682625" progId="Photoshop.Image.6">
                    <p:embed/>
                  </p:oleObj>
                </mc:Choice>
                <mc:Fallback>
                  <p:oleObj r:id="rId5" imgW="1055688" imgH="682625" progId="Photoshop.Image.6">
                    <p:embed/>
                    <p:pic>
                      <p:nvPicPr>
                        <p:cNvPr id="0" name="Object 1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6" y="672"/>
                          <a:ext cx="66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7" name="Object 20">
              <a:extLst>
                <a:ext uri="{FF2B5EF4-FFF2-40B4-BE49-F238E27FC236}">
                  <a16:creationId xmlns:a16="http://schemas.microsoft.com/office/drawing/2014/main" id="{84DD60FD-3448-4C5D-9F1D-7418A889A4E9}"/>
                </a:ext>
              </a:extLst>
            </p:cNvPr>
            <p:cNvGraphicFramePr>
              <a:graphicFrameLocks/>
            </p:cNvGraphicFramePr>
            <p:nvPr/>
          </p:nvGraphicFramePr>
          <p:xfrm>
            <a:off x="2784" y="672"/>
            <a:ext cx="665" cy="384"/>
          </p:xfrm>
          <a:graphic>
            <a:graphicData uri="http://schemas.openxmlformats.org/presentationml/2006/ole">
              <mc:AlternateContent xmlns:mc="http://schemas.openxmlformats.org/markup-compatibility/2006">
                <mc:Choice xmlns:v="urn:schemas-microsoft-com:vml" Requires="v">
                  <p:oleObj spid="_x0000_s12401" r:id="rId7" imgW="1055688" imgH="682625" progId="Photoshop.Image.6">
                    <p:embed/>
                  </p:oleObj>
                </mc:Choice>
                <mc:Fallback>
                  <p:oleObj r:id="rId7" imgW="1055688" imgH="682625" progId="Photoshop.Image.6">
                    <p:embed/>
                    <p:pic>
                      <p:nvPicPr>
                        <p:cNvPr id="0" name="Object 2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84" y="672"/>
                          <a:ext cx="66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2298" name="Group 21">
              <a:extLst>
                <a:ext uri="{FF2B5EF4-FFF2-40B4-BE49-F238E27FC236}">
                  <a16:creationId xmlns:a16="http://schemas.microsoft.com/office/drawing/2014/main" id="{3370DECA-CF57-49B4-B95D-5DAD19563BAF}"/>
                </a:ext>
              </a:extLst>
            </p:cNvPr>
            <p:cNvGrpSpPr>
              <a:grpSpLocks/>
            </p:cNvGrpSpPr>
            <p:nvPr/>
          </p:nvGrpSpPr>
          <p:grpSpPr bwMode="auto">
            <a:xfrm>
              <a:off x="4080" y="0"/>
              <a:ext cx="336" cy="376"/>
              <a:chOff x="0" y="0"/>
              <a:chExt cx="327" cy="385"/>
            </a:xfrm>
          </p:grpSpPr>
          <p:pic>
            <p:nvPicPr>
              <p:cNvPr id="12322" name="Picture 22" descr="023">
                <a:extLst>
                  <a:ext uri="{FF2B5EF4-FFF2-40B4-BE49-F238E27FC236}">
                    <a16:creationId xmlns:a16="http://schemas.microsoft.com/office/drawing/2014/main" id="{853AC7A6-94C1-4BA5-8DB6-8186F12736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 y="0"/>
                <a:ext cx="313"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323" name="Group 23">
                <a:extLst>
                  <a:ext uri="{FF2B5EF4-FFF2-40B4-BE49-F238E27FC236}">
                    <a16:creationId xmlns:a16="http://schemas.microsoft.com/office/drawing/2014/main" id="{7E0F04BD-74A8-4C4C-A1B5-3AF15A666E49}"/>
                  </a:ext>
                </a:extLst>
              </p:cNvPr>
              <p:cNvGrpSpPr>
                <a:grpSpLocks/>
              </p:cNvGrpSpPr>
              <p:nvPr/>
            </p:nvGrpSpPr>
            <p:grpSpPr bwMode="auto">
              <a:xfrm>
                <a:off x="0" y="295"/>
                <a:ext cx="322" cy="90"/>
                <a:chOff x="0" y="0"/>
                <a:chExt cx="322" cy="90"/>
              </a:xfrm>
            </p:grpSpPr>
            <p:sp>
              <p:nvSpPr>
                <p:cNvPr id="12324" name="Rectangle 24">
                  <a:extLst>
                    <a:ext uri="{FF2B5EF4-FFF2-40B4-BE49-F238E27FC236}">
                      <a16:creationId xmlns:a16="http://schemas.microsoft.com/office/drawing/2014/main" id="{3F763BC4-6E79-41E3-ACA1-5BE86E4F3DCE}"/>
                    </a:ext>
                  </a:extLst>
                </p:cNvPr>
                <p:cNvSpPr>
                  <a:spLocks noChangeArrowheads="1"/>
                </p:cNvSpPr>
                <p:nvPr/>
              </p:nvSpPr>
              <p:spPr bwMode="auto">
                <a:xfrm>
                  <a:off x="0" y="0"/>
                  <a:ext cx="322" cy="90"/>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2325" name="Rectangle 25">
                  <a:extLst>
                    <a:ext uri="{FF2B5EF4-FFF2-40B4-BE49-F238E27FC236}">
                      <a16:creationId xmlns:a16="http://schemas.microsoft.com/office/drawing/2014/main" id="{2CE2F15C-7D1B-4044-93BA-037902F83C22}"/>
                    </a:ext>
                  </a:extLst>
                </p:cNvPr>
                <p:cNvSpPr>
                  <a:spLocks noChangeArrowheads="1"/>
                </p:cNvSpPr>
                <p:nvPr/>
              </p:nvSpPr>
              <p:spPr bwMode="auto">
                <a:xfrm>
                  <a:off x="122" y="9"/>
                  <a:ext cx="155" cy="34"/>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grpSp>
          <p:nvGrpSpPr>
            <p:cNvPr id="12299" name="Group 26">
              <a:extLst>
                <a:ext uri="{FF2B5EF4-FFF2-40B4-BE49-F238E27FC236}">
                  <a16:creationId xmlns:a16="http://schemas.microsoft.com/office/drawing/2014/main" id="{9AEF3EA8-94CE-4FAB-90F8-DA2BC2E3E66A}"/>
                </a:ext>
              </a:extLst>
            </p:cNvPr>
            <p:cNvGrpSpPr>
              <a:grpSpLocks/>
            </p:cNvGrpSpPr>
            <p:nvPr/>
          </p:nvGrpSpPr>
          <p:grpSpPr bwMode="auto">
            <a:xfrm>
              <a:off x="4080" y="576"/>
              <a:ext cx="336" cy="376"/>
              <a:chOff x="0" y="0"/>
              <a:chExt cx="327" cy="385"/>
            </a:xfrm>
          </p:grpSpPr>
          <p:pic>
            <p:nvPicPr>
              <p:cNvPr id="12318" name="Picture 27" descr="023">
                <a:extLst>
                  <a:ext uri="{FF2B5EF4-FFF2-40B4-BE49-F238E27FC236}">
                    <a16:creationId xmlns:a16="http://schemas.microsoft.com/office/drawing/2014/main" id="{2C7E26D3-73A3-43EA-982A-041727D7EF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 y="0"/>
                <a:ext cx="313"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319" name="Group 28">
                <a:extLst>
                  <a:ext uri="{FF2B5EF4-FFF2-40B4-BE49-F238E27FC236}">
                    <a16:creationId xmlns:a16="http://schemas.microsoft.com/office/drawing/2014/main" id="{96A517B7-8641-47F7-AE03-693A4ACEB84D}"/>
                  </a:ext>
                </a:extLst>
              </p:cNvPr>
              <p:cNvGrpSpPr>
                <a:grpSpLocks/>
              </p:cNvGrpSpPr>
              <p:nvPr/>
            </p:nvGrpSpPr>
            <p:grpSpPr bwMode="auto">
              <a:xfrm>
                <a:off x="0" y="295"/>
                <a:ext cx="322" cy="90"/>
                <a:chOff x="0" y="0"/>
                <a:chExt cx="322" cy="90"/>
              </a:xfrm>
            </p:grpSpPr>
            <p:sp>
              <p:nvSpPr>
                <p:cNvPr id="12320" name="Rectangle 29">
                  <a:extLst>
                    <a:ext uri="{FF2B5EF4-FFF2-40B4-BE49-F238E27FC236}">
                      <a16:creationId xmlns:a16="http://schemas.microsoft.com/office/drawing/2014/main" id="{A953D858-6B3C-4A5B-933F-549A7EDF9B31}"/>
                    </a:ext>
                  </a:extLst>
                </p:cNvPr>
                <p:cNvSpPr>
                  <a:spLocks noChangeArrowheads="1"/>
                </p:cNvSpPr>
                <p:nvPr/>
              </p:nvSpPr>
              <p:spPr bwMode="auto">
                <a:xfrm>
                  <a:off x="0" y="0"/>
                  <a:ext cx="322" cy="90"/>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2321" name="Rectangle 30">
                  <a:extLst>
                    <a:ext uri="{FF2B5EF4-FFF2-40B4-BE49-F238E27FC236}">
                      <a16:creationId xmlns:a16="http://schemas.microsoft.com/office/drawing/2014/main" id="{FB2112B7-CB8B-4658-9748-AE339F56CD83}"/>
                    </a:ext>
                  </a:extLst>
                </p:cNvPr>
                <p:cNvSpPr>
                  <a:spLocks noChangeArrowheads="1"/>
                </p:cNvSpPr>
                <p:nvPr/>
              </p:nvSpPr>
              <p:spPr bwMode="auto">
                <a:xfrm>
                  <a:off x="122" y="9"/>
                  <a:ext cx="155" cy="34"/>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grpSp>
          <p:nvGrpSpPr>
            <p:cNvPr id="12300" name="Group 31">
              <a:extLst>
                <a:ext uri="{FF2B5EF4-FFF2-40B4-BE49-F238E27FC236}">
                  <a16:creationId xmlns:a16="http://schemas.microsoft.com/office/drawing/2014/main" id="{8AEF048C-60AC-42FD-944E-F6498A95D36E}"/>
                </a:ext>
              </a:extLst>
            </p:cNvPr>
            <p:cNvGrpSpPr>
              <a:grpSpLocks/>
            </p:cNvGrpSpPr>
            <p:nvPr/>
          </p:nvGrpSpPr>
          <p:grpSpPr bwMode="auto">
            <a:xfrm>
              <a:off x="4080" y="1440"/>
              <a:ext cx="336" cy="376"/>
              <a:chOff x="0" y="0"/>
              <a:chExt cx="327" cy="385"/>
            </a:xfrm>
          </p:grpSpPr>
          <p:pic>
            <p:nvPicPr>
              <p:cNvPr id="12314" name="Picture 32" descr="023">
                <a:extLst>
                  <a:ext uri="{FF2B5EF4-FFF2-40B4-BE49-F238E27FC236}">
                    <a16:creationId xmlns:a16="http://schemas.microsoft.com/office/drawing/2014/main" id="{494775F5-9DDE-42CC-B291-192B8917B1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 y="0"/>
                <a:ext cx="313"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315" name="Group 33">
                <a:extLst>
                  <a:ext uri="{FF2B5EF4-FFF2-40B4-BE49-F238E27FC236}">
                    <a16:creationId xmlns:a16="http://schemas.microsoft.com/office/drawing/2014/main" id="{A422DD91-8295-447A-AFA9-9D2A8AE91D6B}"/>
                  </a:ext>
                </a:extLst>
              </p:cNvPr>
              <p:cNvGrpSpPr>
                <a:grpSpLocks/>
              </p:cNvGrpSpPr>
              <p:nvPr/>
            </p:nvGrpSpPr>
            <p:grpSpPr bwMode="auto">
              <a:xfrm>
                <a:off x="0" y="295"/>
                <a:ext cx="322" cy="90"/>
                <a:chOff x="0" y="0"/>
                <a:chExt cx="322" cy="90"/>
              </a:xfrm>
            </p:grpSpPr>
            <p:sp>
              <p:nvSpPr>
                <p:cNvPr id="12316" name="Rectangle 34">
                  <a:extLst>
                    <a:ext uri="{FF2B5EF4-FFF2-40B4-BE49-F238E27FC236}">
                      <a16:creationId xmlns:a16="http://schemas.microsoft.com/office/drawing/2014/main" id="{54687FBD-CA28-4373-915D-7F7BE2B305EB}"/>
                    </a:ext>
                  </a:extLst>
                </p:cNvPr>
                <p:cNvSpPr>
                  <a:spLocks noChangeArrowheads="1"/>
                </p:cNvSpPr>
                <p:nvPr/>
              </p:nvSpPr>
              <p:spPr bwMode="auto">
                <a:xfrm>
                  <a:off x="0" y="0"/>
                  <a:ext cx="322" cy="90"/>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2317" name="Rectangle 35">
                  <a:extLst>
                    <a:ext uri="{FF2B5EF4-FFF2-40B4-BE49-F238E27FC236}">
                      <a16:creationId xmlns:a16="http://schemas.microsoft.com/office/drawing/2014/main" id="{7C070747-86B6-4A01-A3E5-D415B4362D84}"/>
                    </a:ext>
                  </a:extLst>
                </p:cNvPr>
                <p:cNvSpPr>
                  <a:spLocks noChangeArrowheads="1"/>
                </p:cNvSpPr>
                <p:nvPr/>
              </p:nvSpPr>
              <p:spPr bwMode="auto">
                <a:xfrm>
                  <a:off x="122" y="9"/>
                  <a:ext cx="155" cy="34"/>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sp>
          <p:nvSpPr>
            <p:cNvPr id="12301" name="Text Box 36">
              <a:extLst>
                <a:ext uri="{FF2B5EF4-FFF2-40B4-BE49-F238E27FC236}">
                  <a16:creationId xmlns:a16="http://schemas.microsoft.com/office/drawing/2014/main" id="{FDABB655-7EC6-4213-A52C-1384218D0AE3}"/>
                </a:ext>
              </a:extLst>
            </p:cNvPr>
            <p:cNvSpPr txBox="1">
              <a:spLocks noChangeArrowheads="1"/>
            </p:cNvSpPr>
            <p:nvPr/>
          </p:nvSpPr>
          <p:spPr bwMode="auto">
            <a:xfrm>
              <a:off x="4076" y="1008"/>
              <a:ext cx="543"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zh-CN" sz="4400">
                  <a:latin typeface="Times New Roman" panose="02020603050405020304" pitchFamily="18" charset="0"/>
                </a:rPr>
                <a:t>...</a:t>
              </a:r>
            </a:p>
          </p:txBody>
        </p:sp>
        <p:sp>
          <p:nvSpPr>
            <p:cNvPr id="12302" name="Line 37">
              <a:extLst>
                <a:ext uri="{FF2B5EF4-FFF2-40B4-BE49-F238E27FC236}">
                  <a16:creationId xmlns:a16="http://schemas.microsoft.com/office/drawing/2014/main" id="{EF2D1AD0-C1CA-418C-9983-AC3F9534C344}"/>
                </a:ext>
              </a:extLst>
            </p:cNvPr>
            <p:cNvSpPr>
              <a:spLocks noChangeShapeType="1"/>
            </p:cNvSpPr>
            <p:nvPr/>
          </p:nvSpPr>
          <p:spPr bwMode="auto">
            <a:xfrm>
              <a:off x="1872" y="864"/>
              <a:ext cx="96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3" name="Line 38">
              <a:extLst>
                <a:ext uri="{FF2B5EF4-FFF2-40B4-BE49-F238E27FC236}">
                  <a16:creationId xmlns:a16="http://schemas.microsoft.com/office/drawing/2014/main" id="{316E10C4-4A1B-4625-B1E1-1681A6BCDE46}"/>
                </a:ext>
              </a:extLst>
            </p:cNvPr>
            <p:cNvSpPr>
              <a:spLocks noChangeShapeType="1"/>
            </p:cNvSpPr>
            <p:nvPr/>
          </p:nvSpPr>
          <p:spPr bwMode="auto">
            <a:xfrm>
              <a:off x="576" y="192"/>
              <a:ext cx="720" cy="415"/>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4" name="Line 39">
              <a:extLst>
                <a:ext uri="{FF2B5EF4-FFF2-40B4-BE49-F238E27FC236}">
                  <a16:creationId xmlns:a16="http://schemas.microsoft.com/office/drawing/2014/main" id="{FAF11A9F-553F-4000-A6DD-6CE9240F72AF}"/>
                </a:ext>
              </a:extLst>
            </p:cNvPr>
            <p:cNvSpPr>
              <a:spLocks noChangeShapeType="1"/>
            </p:cNvSpPr>
            <p:nvPr/>
          </p:nvSpPr>
          <p:spPr bwMode="auto">
            <a:xfrm>
              <a:off x="576" y="768"/>
              <a:ext cx="672" cy="48"/>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5" name="Line 40">
              <a:extLst>
                <a:ext uri="{FF2B5EF4-FFF2-40B4-BE49-F238E27FC236}">
                  <a16:creationId xmlns:a16="http://schemas.microsoft.com/office/drawing/2014/main" id="{64650F87-2847-4912-83AA-6CF5DA70985C}"/>
                </a:ext>
              </a:extLst>
            </p:cNvPr>
            <p:cNvSpPr>
              <a:spLocks noChangeShapeType="1"/>
            </p:cNvSpPr>
            <p:nvPr/>
          </p:nvSpPr>
          <p:spPr bwMode="auto">
            <a:xfrm flipV="1">
              <a:off x="576" y="960"/>
              <a:ext cx="720" cy="672"/>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6" name="Line 41">
              <a:extLst>
                <a:ext uri="{FF2B5EF4-FFF2-40B4-BE49-F238E27FC236}">
                  <a16:creationId xmlns:a16="http://schemas.microsoft.com/office/drawing/2014/main" id="{92F607DA-DC23-4304-8ADF-9C6820372BAB}"/>
                </a:ext>
              </a:extLst>
            </p:cNvPr>
            <p:cNvSpPr>
              <a:spLocks noChangeShapeType="1"/>
            </p:cNvSpPr>
            <p:nvPr/>
          </p:nvSpPr>
          <p:spPr bwMode="auto">
            <a:xfrm>
              <a:off x="3408" y="912"/>
              <a:ext cx="672" cy="0"/>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7" name="Line 42">
              <a:extLst>
                <a:ext uri="{FF2B5EF4-FFF2-40B4-BE49-F238E27FC236}">
                  <a16:creationId xmlns:a16="http://schemas.microsoft.com/office/drawing/2014/main" id="{6F2B6440-7814-403E-B751-94A072AE2859}"/>
                </a:ext>
              </a:extLst>
            </p:cNvPr>
            <p:cNvSpPr>
              <a:spLocks noChangeShapeType="1"/>
            </p:cNvSpPr>
            <p:nvPr/>
          </p:nvSpPr>
          <p:spPr bwMode="auto">
            <a:xfrm flipV="1">
              <a:off x="3360" y="288"/>
              <a:ext cx="720" cy="432"/>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8" name="Line 43">
              <a:extLst>
                <a:ext uri="{FF2B5EF4-FFF2-40B4-BE49-F238E27FC236}">
                  <a16:creationId xmlns:a16="http://schemas.microsoft.com/office/drawing/2014/main" id="{22346688-5BC8-4900-887C-0F61D52D7C79}"/>
                </a:ext>
              </a:extLst>
            </p:cNvPr>
            <p:cNvSpPr>
              <a:spLocks noChangeShapeType="1"/>
            </p:cNvSpPr>
            <p:nvPr/>
          </p:nvSpPr>
          <p:spPr bwMode="auto">
            <a:xfrm>
              <a:off x="3360" y="960"/>
              <a:ext cx="672" cy="576"/>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9" name="Text Box 44">
              <a:extLst>
                <a:ext uri="{FF2B5EF4-FFF2-40B4-BE49-F238E27FC236}">
                  <a16:creationId xmlns:a16="http://schemas.microsoft.com/office/drawing/2014/main" id="{647A12A5-6B37-491E-8599-C33A4C47E9FF}"/>
                </a:ext>
              </a:extLst>
            </p:cNvPr>
            <p:cNvSpPr txBox="1">
              <a:spLocks noChangeArrowheads="1"/>
            </p:cNvSpPr>
            <p:nvPr/>
          </p:nvSpPr>
          <p:spPr bwMode="auto">
            <a:xfrm>
              <a:off x="1872" y="912"/>
              <a:ext cx="10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zh-CN" sz="2800" b="1">
                  <a:latin typeface="Times New Roman" panose="02020603050405020304" pitchFamily="18" charset="0"/>
                </a:rPr>
                <a:t>共享信道</a:t>
              </a:r>
            </a:p>
          </p:txBody>
        </p:sp>
        <p:sp>
          <p:nvSpPr>
            <p:cNvPr id="12310" name="Text Box 45">
              <a:extLst>
                <a:ext uri="{FF2B5EF4-FFF2-40B4-BE49-F238E27FC236}">
                  <a16:creationId xmlns:a16="http://schemas.microsoft.com/office/drawing/2014/main" id="{9984B151-4B0E-406C-9976-FF960FB954D6}"/>
                </a:ext>
              </a:extLst>
            </p:cNvPr>
            <p:cNvSpPr txBox="1">
              <a:spLocks noChangeArrowheads="1"/>
            </p:cNvSpPr>
            <p:nvPr/>
          </p:nvSpPr>
          <p:spPr bwMode="auto">
            <a:xfrm>
              <a:off x="1488" y="336"/>
              <a:ext cx="27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zh-CN" sz="2800" b="1">
                  <a:latin typeface="Times New Roman" panose="02020603050405020304" pitchFamily="18" charset="0"/>
                </a:rPr>
                <a:t>A</a:t>
              </a:r>
            </a:p>
          </p:txBody>
        </p:sp>
        <p:sp>
          <p:nvSpPr>
            <p:cNvPr id="12311" name="Text Box 46">
              <a:extLst>
                <a:ext uri="{FF2B5EF4-FFF2-40B4-BE49-F238E27FC236}">
                  <a16:creationId xmlns:a16="http://schemas.microsoft.com/office/drawing/2014/main" id="{B8F492E3-2C33-4C25-8930-DF7C7CAE90B1}"/>
                </a:ext>
              </a:extLst>
            </p:cNvPr>
            <p:cNvSpPr txBox="1">
              <a:spLocks noChangeArrowheads="1"/>
            </p:cNvSpPr>
            <p:nvPr/>
          </p:nvSpPr>
          <p:spPr bwMode="auto">
            <a:xfrm>
              <a:off x="2928" y="336"/>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zh-CN" sz="2800" b="1">
                  <a:latin typeface="Times New Roman" panose="02020603050405020304" pitchFamily="18" charset="0"/>
                </a:rPr>
                <a:t>B</a:t>
              </a:r>
            </a:p>
          </p:txBody>
        </p:sp>
        <p:sp>
          <p:nvSpPr>
            <p:cNvPr id="12312" name="Text Box 47">
              <a:extLst>
                <a:ext uri="{FF2B5EF4-FFF2-40B4-BE49-F238E27FC236}">
                  <a16:creationId xmlns:a16="http://schemas.microsoft.com/office/drawing/2014/main" id="{AB888178-14E9-49E9-A1E9-E7D4123399BF}"/>
                </a:ext>
              </a:extLst>
            </p:cNvPr>
            <p:cNvSpPr txBox="1">
              <a:spLocks noChangeArrowheads="1"/>
            </p:cNvSpPr>
            <p:nvPr/>
          </p:nvSpPr>
          <p:spPr bwMode="auto">
            <a:xfrm>
              <a:off x="0" y="1872"/>
              <a:ext cx="7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zh-CN" sz="2800" b="1">
                  <a:latin typeface="Times New Roman" panose="02020603050405020304" pitchFamily="18" charset="0"/>
                </a:rPr>
                <a:t>信息源</a:t>
              </a:r>
            </a:p>
          </p:txBody>
        </p:sp>
        <p:sp>
          <p:nvSpPr>
            <p:cNvPr id="12313" name="Text Box 48">
              <a:extLst>
                <a:ext uri="{FF2B5EF4-FFF2-40B4-BE49-F238E27FC236}">
                  <a16:creationId xmlns:a16="http://schemas.microsoft.com/office/drawing/2014/main" id="{92F0879F-1BD2-4CE3-9BFA-2140C16FC90C}"/>
                </a:ext>
              </a:extLst>
            </p:cNvPr>
            <p:cNvSpPr txBox="1">
              <a:spLocks noChangeArrowheads="1"/>
            </p:cNvSpPr>
            <p:nvPr/>
          </p:nvSpPr>
          <p:spPr bwMode="auto">
            <a:xfrm rot="-2654044">
              <a:off x="616" y="1256"/>
              <a:ext cx="10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zh-CN" sz="2800" b="1">
                  <a:latin typeface="Times New Roman" panose="02020603050405020304" pitchFamily="18" charset="0"/>
                </a:rPr>
                <a:t>独占信道</a:t>
              </a:r>
            </a:p>
          </p:txBody>
        </p:sp>
      </p:grpSp>
      <p:sp>
        <p:nvSpPr>
          <p:cNvPr id="12291" name="Rectangle 49">
            <a:extLst>
              <a:ext uri="{FF2B5EF4-FFF2-40B4-BE49-F238E27FC236}">
                <a16:creationId xmlns:a16="http://schemas.microsoft.com/office/drawing/2014/main" id="{20EE1AB5-42FD-41A8-9EA4-47FB3DFC3DA0}"/>
              </a:ext>
            </a:extLst>
          </p:cNvPr>
          <p:cNvSpPr>
            <a:spLocks noGrp="1" noChangeArrowheads="1"/>
          </p:cNvSpPr>
          <p:nvPr>
            <p:ph type="title" idx="4294967295"/>
          </p:nvPr>
        </p:nvSpPr>
        <p:spPr>
          <a:xfrm>
            <a:off x="5118100" y="260350"/>
            <a:ext cx="1846263" cy="584200"/>
          </a:xfrm>
          <a:noFill/>
        </p:spPr>
        <p:txBody>
          <a:bodyPr/>
          <a:lstStyle/>
          <a:p>
            <a:pPr eaLnBrk="1" hangingPunct="1"/>
            <a:r>
              <a:rPr lang="zh-CN" altLang="zh-CN">
                <a:ea typeface="华文楷体" panose="02010600040101010101" pitchFamily="2" charset="-122"/>
              </a:rPr>
              <a:t>信道</a:t>
            </a:r>
          </a:p>
        </p:txBody>
      </p:sp>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23261BCF-AEAC-49F0-9AD8-8BE7C1172AAE}"/>
              </a:ext>
            </a:extLst>
          </p:cNvPr>
          <p:cNvSpPr>
            <a:spLocks noGrp="1" noChangeArrowheads="1"/>
          </p:cNvSpPr>
          <p:nvPr>
            <p:ph type="title" idx="4294967295"/>
          </p:nvPr>
        </p:nvSpPr>
        <p:spPr>
          <a:xfrm>
            <a:off x="469901" y="109538"/>
            <a:ext cx="8243888" cy="628650"/>
          </a:xfrm>
          <a:noFill/>
        </p:spPr>
        <p:txBody>
          <a:bodyPr wrap="none"/>
          <a:lstStyle/>
          <a:p>
            <a:pPr algn="l" eaLnBrk="1" hangingPunct="1"/>
            <a:r>
              <a:rPr lang="en-US" altLang="zh-CN">
                <a:ea typeface="华文楷体" panose="02010600040101010101" pitchFamily="2" charset="-122"/>
              </a:rPr>
              <a:t>3.2 </a:t>
            </a:r>
            <a:r>
              <a:rPr lang="zh-CN" altLang="zh-CN">
                <a:ea typeface="华文楷体" panose="02010600040101010101" pitchFamily="2" charset="-122"/>
              </a:rPr>
              <a:t>数据传输速率</a:t>
            </a:r>
            <a:r>
              <a:rPr lang="zh-CN" altLang="zh-CN" b="0">
                <a:solidFill>
                  <a:srgbClr val="99FFCC"/>
                </a:solidFill>
                <a:ea typeface="华文楷体" panose="02010600040101010101" pitchFamily="2" charset="-122"/>
              </a:rPr>
              <a:t> </a:t>
            </a:r>
          </a:p>
        </p:txBody>
      </p:sp>
      <p:sp>
        <p:nvSpPr>
          <p:cNvPr id="14339" name="Text Box 3">
            <a:extLst>
              <a:ext uri="{FF2B5EF4-FFF2-40B4-BE49-F238E27FC236}">
                <a16:creationId xmlns:a16="http://schemas.microsoft.com/office/drawing/2014/main" id="{2537B264-6B9E-4095-A521-820BDDFF7BE4}"/>
              </a:ext>
            </a:extLst>
          </p:cNvPr>
          <p:cNvSpPr txBox="1">
            <a:spLocks noChangeArrowheads="1"/>
          </p:cNvSpPr>
          <p:nvPr/>
        </p:nvSpPr>
        <p:spPr bwMode="auto">
          <a:xfrm>
            <a:off x="2157412" y="2632075"/>
            <a:ext cx="7877175" cy="234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857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zh-CN" sz="3600" b="1">
                <a:latin typeface="华文楷体" panose="02010600040101010101" pitchFamily="2" charset="-122"/>
                <a:ea typeface="华文楷体" panose="02010600040101010101" pitchFamily="2" charset="-122"/>
              </a:rPr>
              <a:t>        </a:t>
            </a:r>
            <a:r>
              <a:rPr lang="zh-CN" altLang="zh-CN" sz="3600" b="1">
                <a:solidFill>
                  <a:schemeClr val="hlink"/>
                </a:solidFill>
                <a:latin typeface="华文楷体" panose="02010600040101010101" pitchFamily="2" charset="-122"/>
                <a:ea typeface="华文楷体" panose="02010600040101010101" pitchFamily="2" charset="-122"/>
              </a:rPr>
              <a:t>Ｓ＝Ｂ</a:t>
            </a:r>
            <a:r>
              <a:rPr lang="en-US" altLang="zh-CN" sz="3600" b="1">
                <a:solidFill>
                  <a:schemeClr val="hlink"/>
                </a:solidFill>
                <a:latin typeface="华文楷体" panose="02010600040101010101" pitchFamily="2" charset="-122"/>
                <a:ea typeface="华文楷体" panose="02010600040101010101" pitchFamily="2" charset="-122"/>
              </a:rPr>
              <a:t> * </a:t>
            </a:r>
            <a:r>
              <a:rPr lang="zh-CN" altLang="zh-CN" sz="3600" b="1">
                <a:solidFill>
                  <a:schemeClr val="hlink"/>
                </a:solidFill>
                <a:latin typeface="华文楷体" panose="02010600040101010101" pitchFamily="2" charset="-122"/>
                <a:ea typeface="华文楷体" panose="02010600040101010101" pitchFamily="2" charset="-122"/>
              </a:rPr>
              <a:t>log</a:t>
            </a:r>
            <a:r>
              <a:rPr lang="zh-CN" altLang="zh-CN" sz="3600" b="1" baseline="-30000">
                <a:solidFill>
                  <a:schemeClr val="hlink"/>
                </a:solidFill>
                <a:latin typeface="华文楷体" panose="02010600040101010101" pitchFamily="2" charset="-122"/>
                <a:ea typeface="华文楷体" panose="02010600040101010101" pitchFamily="2" charset="-122"/>
              </a:rPr>
              <a:t>2</a:t>
            </a:r>
            <a:r>
              <a:rPr lang="zh-CN" altLang="zh-CN" sz="3600" b="1">
                <a:solidFill>
                  <a:schemeClr val="hlink"/>
                </a:solidFill>
                <a:latin typeface="华文楷体" panose="02010600040101010101" pitchFamily="2" charset="-122"/>
                <a:ea typeface="华文楷体" panose="02010600040101010101" pitchFamily="2" charset="-122"/>
              </a:rPr>
              <a:t>Ｎ</a:t>
            </a:r>
          </a:p>
          <a:p>
            <a:pPr algn="just" eaLnBrk="1" hangingPunct="1">
              <a:spcBef>
                <a:spcPct val="0"/>
              </a:spcBef>
              <a:buClrTx/>
              <a:buSzTx/>
              <a:buFontTx/>
              <a:buNone/>
            </a:pPr>
            <a:r>
              <a:rPr lang="zh-CN" altLang="zh-CN" sz="2800">
                <a:latin typeface="华文楷体" panose="02010600040101010101" pitchFamily="2" charset="-122"/>
                <a:ea typeface="华文楷体" panose="02010600040101010101" pitchFamily="2" charset="-122"/>
              </a:rPr>
              <a:t>Ｓ－信息速率  bps (比特率）</a:t>
            </a:r>
          </a:p>
          <a:p>
            <a:pPr algn="just" eaLnBrk="1" hangingPunct="1">
              <a:spcBef>
                <a:spcPct val="0"/>
              </a:spcBef>
              <a:buClrTx/>
              <a:buSzTx/>
              <a:buFontTx/>
              <a:buNone/>
            </a:pPr>
            <a:r>
              <a:rPr lang="zh-CN" altLang="zh-CN" sz="2800">
                <a:latin typeface="华文楷体" panose="02010600040101010101" pitchFamily="2" charset="-122"/>
                <a:ea typeface="华文楷体" panose="02010600040101010101" pitchFamily="2" charset="-122"/>
              </a:rPr>
              <a:t>Ｂ－</a:t>
            </a:r>
            <a:r>
              <a:rPr lang="zh-CN" altLang="zh-CN" sz="2400">
                <a:latin typeface="华文楷体" panose="02010600040101010101" pitchFamily="2" charset="-122"/>
                <a:ea typeface="华文楷体" panose="02010600040101010101" pitchFamily="2" charset="-122"/>
              </a:rPr>
              <a:t>波形（电信号）速率  Baud （波特率）</a:t>
            </a:r>
          </a:p>
          <a:p>
            <a:pPr algn="just" eaLnBrk="1" hangingPunct="1">
              <a:spcBef>
                <a:spcPct val="0"/>
              </a:spcBef>
              <a:buClrTx/>
              <a:buSzTx/>
              <a:buFontTx/>
              <a:buNone/>
            </a:pPr>
            <a:r>
              <a:rPr lang="zh-CN" altLang="zh-CN" sz="2800">
                <a:latin typeface="华文楷体" panose="02010600040101010101" pitchFamily="2" charset="-122"/>
                <a:ea typeface="华文楷体" panose="02010600040101010101" pitchFamily="2" charset="-122"/>
              </a:rPr>
              <a:t>Ｎ－波形的状态数 </a:t>
            </a:r>
          </a:p>
          <a:p>
            <a:pPr algn="just" eaLnBrk="1" hangingPunct="1">
              <a:spcBef>
                <a:spcPct val="0"/>
              </a:spcBef>
              <a:buClrTx/>
              <a:buSzTx/>
              <a:buFontTx/>
              <a:buNone/>
            </a:pPr>
            <a:r>
              <a:rPr lang="zh-CN" altLang="zh-CN" sz="2800">
                <a:latin typeface="华文楷体" panose="02010600040101010101" pitchFamily="2" charset="-122"/>
                <a:ea typeface="华文楷体" panose="02010600040101010101" pitchFamily="2" charset="-122"/>
              </a:rPr>
              <a:t>当N</a:t>
            </a:r>
            <a:r>
              <a:rPr lang="en-US" altLang="zh-CN" sz="2800">
                <a:latin typeface="华文楷体" panose="02010600040101010101" pitchFamily="2" charset="-122"/>
                <a:ea typeface="华文楷体" panose="02010600040101010101" pitchFamily="2" charset="-122"/>
              </a:rPr>
              <a:t> =</a:t>
            </a:r>
            <a:r>
              <a:rPr lang="zh-CN" altLang="zh-CN" sz="2800">
                <a:latin typeface="华文楷体" panose="02010600040101010101" pitchFamily="2" charset="-122"/>
                <a:ea typeface="华文楷体" panose="02010600040101010101" pitchFamily="2" charset="-122"/>
              </a:rPr>
              <a:t>=</a:t>
            </a:r>
            <a:r>
              <a:rPr lang="en-US" altLang="zh-CN" sz="2800">
                <a:latin typeface="华文楷体" panose="02010600040101010101" pitchFamily="2" charset="-122"/>
                <a:ea typeface="华文楷体" panose="02010600040101010101" pitchFamily="2" charset="-122"/>
              </a:rPr>
              <a:t> </a:t>
            </a:r>
            <a:r>
              <a:rPr lang="zh-CN" altLang="zh-CN" sz="2800">
                <a:latin typeface="华文楷体" panose="02010600040101010101" pitchFamily="2" charset="-122"/>
                <a:ea typeface="华文楷体" panose="02010600040101010101" pitchFamily="2" charset="-122"/>
              </a:rPr>
              <a:t>2时： S</a:t>
            </a:r>
            <a:r>
              <a:rPr lang="en-US" altLang="zh-CN" sz="2800">
                <a:latin typeface="华文楷体" panose="02010600040101010101" pitchFamily="2" charset="-122"/>
                <a:ea typeface="华文楷体" panose="02010600040101010101" pitchFamily="2" charset="-122"/>
              </a:rPr>
              <a:t> </a:t>
            </a:r>
            <a:r>
              <a:rPr lang="zh-CN" altLang="zh-CN" sz="2800">
                <a:latin typeface="华文楷体" panose="02010600040101010101" pitchFamily="2" charset="-122"/>
                <a:ea typeface="华文楷体" panose="02010600040101010101" pitchFamily="2" charset="-122"/>
              </a:rPr>
              <a:t>=</a:t>
            </a:r>
            <a:r>
              <a:rPr lang="en-US" altLang="zh-CN" sz="2800">
                <a:latin typeface="华文楷体" panose="02010600040101010101" pitchFamily="2" charset="-122"/>
                <a:ea typeface="华文楷体" panose="02010600040101010101" pitchFamily="2" charset="-122"/>
              </a:rPr>
              <a:t> </a:t>
            </a:r>
            <a:r>
              <a:rPr lang="zh-CN" altLang="zh-CN" sz="2800">
                <a:latin typeface="华文楷体" panose="02010600040101010101" pitchFamily="2" charset="-122"/>
                <a:ea typeface="华文楷体" panose="02010600040101010101" pitchFamily="2" charset="-122"/>
              </a:rPr>
              <a:t>B</a:t>
            </a:r>
            <a:r>
              <a:rPr lang="zh-CN" altLang="zh-CN" sz="2800" b="1">
                <a:latin typeface="华文楷体" panose="02010600040101010101" pitchFamily="2" charset="-122"/>
                <a:ea typeface="华文楷体" panose="02010600040101010101" pitchFamily="2" charset="-122"/>
              </a:rPr>
              <a:t>            </a:t>
            </a:r>
          </a:p>
        </p:txBody>
      </p:sp>
      <p:sp>
        <p:nvSpPr>
          <p:cNvPr id="14340" name="Text Box 4">
            <a:extLst>
              <a:ext uri="{FF2B5EF4-FFF2-40B4-BE49-F238E27FC236}">
                <a16:creationId xmlns:a16="http://schemas.microsoft.com/office/drawing/2014/main" id="{5ED2C76E-FCA7-42A1-8E73-1764D94C1B7B}"/>
              </a:ext>
            </a:extLst>
          </p:cNvPr>
          <p:cNvSpPr txBox="1">
            <a:spLocks noChangeArrowheads="1"/>
          </p:cNvSpPr>
          <p:nvPr/>
        </p:nvSpPr>
        <p:spPr bwMode="auto">
          <a:xfrm>
            <a:off x="723900" y="1249363"/>
            <a:ext cx="11252199" cy="104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buClrTx/>
              <a:buSzTx/>
              <a:buFontTx/>
              <a:buNone/>
            </a:pPr>
            <a:r>
              <a:rPr lang="zh-CN" altLang="en-US" sz="2800">
                <a:solidFill>
                  <a:schemeClr val="accent2"/>
                </a:solidFill>
                <a:latin typeface="华文楷体" panose="02010600040101010101" pitchFamily="2" charset="-122"/>
                <a:ea typeface="华文楷体" panose="02010600040101010101" pitchFamily="2" charset="-122"/>
              </a:rPr>
              <a:t>比特率</a:t>
            </a:r>
            <a:r>
              <a:rPr lang="zh-CN" altLang="en-US" sz="2800">
                <a:latin typeface="华文楷体" panose="02010600040101010101" pitchFamily="2" charset="-122"/>
                <a:ea typeface="华文楷体" panose="02010600040101010101" pitchFamily="2" charset="-122"/>
              </a:rPr>
              <a:t>：单位时间内信道上所能传输的最大比特数，用bps表示。</a:t>
            </a:r>
          </a:p>
          <a:p>
            <a:pPr algn="just" eaLnBrk="1" hangingPunct="1">
              <a:buClrTx/>
              <a:buSzTx/>
              <a:buFontTx/>
              <a:buNone/>
            </a:pPr>
            <a:r>
              <a:rPr lang="zh-CN" altLang="en-US" sz="2800">
                <a:solidFill>
                  <a:schemeClr val="accent2"/>
                </a:solidFill>
                <a:latin typeface="华文楷体" panose="02010600040101010101" pitchFamily="2" charset="-122"/>
                <a:ea typeface="华文楷体" panose="02010600040101010101" pitchFamily="2" charset="-122"/>
              </a:rPr>
              <a:t>波特率</a:t>
            </a:r>
            <a:r>
              <a:rPr lang="zh-CN" altLang="en-US" sz="2800">
                <a:latin typeface="华文楷体" panose="02010600040101010101" pitchFamily="2" charset="-122"/>
                <a:ea typeface="华文楷体" panose="02010600040101010101" pitchFamily="2" charset="-122"/>
              </a:rPr>
              <a:t>：单位时间内信道上所能传输的最大波形数，用Baud表示。</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40">
                                            <p:txEl>
                                              <p:pRg st="0" end="0"/>
                                            </p:txEl>
                                          </p:spTgt>
                                        </p:tgtEl>
                                        <p:attrNameLst>
                                          <p:attrName>style.visibility</p:attrName>
                                        </p:attrNameLst>
                                      </p:cBhvr>
                                      <p:to>
                                        <p:strVal val="visible"/>
                                      </p:to>
                                    </p:set>
                                    <p:animEffect transition="in" filter="wipe(left)">
                                      <p:cBhvr>
                                        <p:cTn id="7" dur="500"/>
                                        <p:tgtEl>
                                          <p:spTgt spid="1434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340">
                                            <p:txEl>
                                              <p:pRg st="1" end="1"/>
                                            </p:txEl>
                                          </p:spTgt>
                                        </p:tgtEl>
                                        <p:attrNameLst>
                                          <p:attrName>style.visibility</p:attrName>
                                        </p:attrNameLst>
                                      </p:cBhvr>
                                      <p:to>
                                        <p:strVal val="visible"/>
                                      </p:to>
                                    </p:set>
                                    <p:animEffect transition="in" filter="wipe(left)">
                                      <p:cBhvr>
                                        <p:cTn id="12" dur="500"/>
                                        <p:tgtEl>
                                          <p:spTgt spid="1434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339">
                                            <p:txEl>
                                              <p:pRg st="0" end="0"/>
                                            </p:txEl>
                                          </p:spTgt>
                                        </p:tgtEl>
                                        <p:attrNameLst>
                                          <p:attrName>style.visibility</p:attrName>
                                        </p:attrNameLst>
                                      </p:cBhvr>
                                      <p:to>
                                        <p:strVal val="visible"/>
                                      </p:to>
                                    </p:set>
                                    <p:animEffect transition="in" filter="wipe(left)">
                                      <p:cBhvr>
                                        <p:cTn id="17" dur="500"/>
                                        <p:tgtEl>
                                          <p:spTgt spid="14339">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339">
                                            <p:txEl>
                                              <p:pRg st="1" end="1"/>
                                            </p:txEl>
                                          </p:spTgt>
                                        </p:tgtEl>
                                        <p:attrNameLst>
                                          <p:attrName>style.visibility</p:attrName>
                                        </p:attrNameLst>
                                      </p:cBhvr>
                                      <p:to>
                                        <p:strVal val="visible"/>
                                      </p:to>
                                    </p:set>
                                    <p:animEffect transition="in" filter="wipe(left)">
                                      <p:cBhvr>
                                        <p:cTn id="22" dur="500"/>
                                        <p:tgtEl>
                                          <p:spTgt spid="14339">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339">
                                            <p:txEl>
                                              <p:pRg st="2" end="2"/>
                                            </p:txEl>
                                          </p:spTgt>
                                        </p:tgtEl>
                                        <p:attrNameLst>
                                          <p:attrName>style.visibility</p:attrName>
                                        </p:attrNameLst>
                                      </p:cBhvr>
                                      <p:to>
                                        <p:strVal val="visible"/>
                                      </p:to>
                                    </p:set>
                                    <p:animEffect transition="in" filter="wipe(left)">
                                      <p:cBhvr>
                                        <p:cTn id="27" dur="500"/>
                                        <p:tgtEl>
                                          <p:spTgt spid="14339">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339">
                                            <p:txEl>
                                              <p:pRg st="3" end="3"/>
                                            </p:txEl>
                                          </p:spTgt>
                                        </p:tgtEl>
                                        <p:attrNameLst>
                                          <p:attrName>style.visibility</p:attrName>
                                        </p:attrNameLst>
                                      </p:cBhvr>
                                      <p:to>
                                        <p:strVal val="visible"/>
                                      </p:to>
                                    </p:set>
                                    <p:animEffect transition="in" filter="wipe(left)">
                                      <p:cBhvr>
                                        <p:cTn id="32" dur="500"/>
                                        <p:tgtEl>
                                          <p:spTgt spid="14339">
                                            <p:txEl>
                                              <p:pRg st="3" end="3"/>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339">
                                            <p:txEl>
                                              <p:pRg st="4" end="4"/>
                                            </p:txEl>
                                          </p:spTgt>
                                        </p:tgtEl>
                                        <p:attrNameLst>
                                          <p:attrName>style.visibility</p:attrName>
                                        </p:attrNameLst>
                                      </p:cBhvr>
                                      <p:to>
                                        <p:strVal val="visible"/>
                                      </p:to>
                                    </p:set>
                                    <p:animEffect transition="in" filter="wipe(left)">
                                      <p:cBhvr>
                                        <p:cTn id="37" dur="500"/>
                                        <p:tgtEl>
                                          <p:spTgt spid="143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autoUpdateAnimBg="0"/>
      <p:bldP spid="14340"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a:extLst>
              <a:ext uri="{FF2B5EF4-FFF2-40B4-BE49-F238E27FC236}">
                <a16:creationId xmlns:a16="http://schemas.microsoft.com/office/drawing/2014/main" id="{B6275F30-D6E0-4A6B-AB3E-35F5AF6AB86B}"/>
              </a:ext>
            </a:extLst>
          </p:cNvPr>
          <p:cNvSpPr txBox="1">
            <a:spLocks noChangeArrowheads="1"/>
          </p:cNvSpPr>
          <p:nvPr/>
        </p:nvSpPr>
        <p:spPr bwMode="auto">
          <a:xfrm>
            <a:off x="622300" y="1325563"/>
            <a:ext cx="11366500" cy="2443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765175">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indent="0" eaLnBrk="1" hangingPunct="1">
              <a:lnSpc>
                <a:spcPct val="110000"/>
              </a:lnSpc>
              <a:spcBef>
                <a:spcPct val="0"/>
              </a:spcBef>
              <a:buClrTx/>
              <a:buSzTx/>
              <a:buFontTx/>
              <a:buNone/>
            </a:pPr>
            <a:r>
              <a:rPr lang="zh-CN" altLang="zh-CN" sz="2800">
                <a:latin typeface="华文楷体" panose="02010600040101010101" pitchFamily="2" charset="-122"/>
                <a:ea typeface="华文楷体" panose="02010600040101010101" pitchFamily="2" charset="-122"/>
              </a:rPr>
              <a:t>1924年，</a:t>
            </a:r>
            <a:r>
              <a:rPr lang="zh-CN" altLang="zh-CN" sz="2800">
                <a:solidFill>
                  <a:schemeClr val="tx2"/>
                </a:solidFill>
                <a:latin typeface="华文楷体" panose="02010600040101010101" pitchFamily="2" charset="-122"/>
                <a:ea typeface="华文楷体" panose="02010600040101010101" pitchFamily="2" charset="-122"/>
              </a:rPr>
              <a:t>奈魁斯特</a:t>
            </a:r>
            <a:r>
              <a:rPr lang="zh-CN" altLang="zh-CN" sz="2800">
                <a:latin typeface="华文楷体" panose="02010600040101010101" pitchFamily="2" charset="-122"/>
                <a:ea typeface="华文楷体" panose="02010600040101010101" pitchFamily="2" charset="-122"/>
              </a:rPr>
              <a:t>证明并推导出了一个有限带宽</a:t>
            </a:r>
            <a:r>
              <a:rPr lang="zh-CN" altLang="zh-CN" sz="2800">
                <a:solidFill>
                  <a:schemeClr val="accent2"/>
                </a:solidFill>
                <a:latin typeface="华文楷体" panose="02010600040101010101" pitchFamily="2" charset="-122"/>
                <a:ea typeface="华文楷体" panose="02010600040101010101" pitchFamily="2" charset="-122"/>
              </a:rPr>
              <a:t>无噪声信道</a:t>
            </a:r>
            <a:r>
              <a:rPr lang="zh-CN" altLang="zh-CN" sz="2800">
                <a:latin typeface="华文楷体" panose="02010600040101010101" pitchFamily="2" charset="-122"/>
                <a:ea typeface="华文楷体" panose="02010600040101010101" pitchFamily="2" charset="-122"/>
              </a:rPr>
              <a:t>的最大数据传输率的表达式。即如果一个任意的信号通过带宽为</a:t>
            </a:r>
            <a:r>
              <a:rPr lang="zh-CN" altLang="zh-CN" sz="2800" u="sng">
                <a:solidFill>
                  <a:schemeClr val="hlink"/>
                </a:solidFill>
                <a:latin typeface="华文楷体" panose="02010600040101010101" pitchFamily="2" charset="-122"/>
                <a:ea typeface="华文楷体" panose="02010600040101010101" pitchFamily="2" charset="-122"/>
              </a:rPr>
              <a:t>W</a:t>
            </a:r>
            <a:r>
              <a:rPr lang="zh-CN" altLang="zh-CN" sz="2800">
                <a:latin typeface="华文楷体" panose="02010600040101010101" pitchFamily="2" charset="-122"/>
                <a:ea typeface="华文楷体" panose="02010600040101010101" pitchFamily="2" charset="-122"/>
              </a:rPr>
              <a:t>的低通滤波器，那么每秒采样</a:t>
            </a:r>
            <a:r>
              <a:rPr lang="zh-CN" altLang="zh-CN" sz="2800" u="sng">
                <a:solidFill>
                  <a:schemeClr val="hlink"/>
                </a:solidFill>
                <a:latin typeface="华文楷体" panose="02010600040101010101" pitchFamily="2" charset="-122"/>
                <a:ea typeface="华文楷体" panose="02010600040101010101" pitchFamily="2" charset="-122"/>
              </a:rPr>
              <a:t>2W</a:t>
            </a:r>
            <a:r>
              <a:rPr lang="zh-CN" altLang="zh-CN" sz="2800">
                <a:latin typeface="华文楷体" panose="02010600040101010101" pitchFamily="2" charset="-122"/>
                <a:ea typeface="华文楷体" panose="02010600040101010101" pitchFamily="2" charset="-122"/>
              </a:rPr>
              <a:t>次就能完整地重现这个被滤波的信号</a:t>
            </a:r>
            <a:endParaRPr lang="en-US" altLang="zh-CN" sz="2800">
              <a:latin typeface="华文楷体" panose="02010600040101010101" pitchFamily="2" charset="-122"/>
              <a:ea typeface="华文楷体" panose="02010600040101010101" pitchFamily="2" charset="-122"/>
            </a:endParaRPr>
          </a:p>
          <a:p>
            <a:pPr indent="0" eaLnBrk="1" hangingPunct="1">
              <a:lnSpc>
                <a:spcPct val="110000"/>
              </a:lnSpc>
              <a:spcBef>
                <a:spcPct val="0"/>
              </a:spcBef>
              <a:buClrTx/>
              <a:buSzTx/>
              <a:buFontTx/>
              <a:buNone/>
            </a:pPr>
            <a:r>
              <a:rPr lang="zh-CN" altLang="zh-CN" sz="2800">
                <a:latin typeface="华文楷体" panose="02010600040101010101" pitchFamily="2" charset="-122"/>
                <a:ea typeface="华文楷体" panose="02010600040101010101" pitchFamily="2" charset="-122"/>
              </a:rPr>
              <a:t>以高于每秒2W次的速度对此线路进行采样是无意义的，因为</a:t>
            </a:r>
            <a:r>
              <a:rPr lang="zh-CN" altLang="zh-CN" sz="2800">
                <a:solidFill>
                  <a:srgbClr val="FF0000"/>
                </a:solidFill>
                <a:latin typeface="华文楷体" panose="02010600040101010101" pitchFamily="2" charset="-122"/>
                <a:ea typeface="华文楷体" panose="02010600040101010101" pitchFamily="2" charset="-122"/>
              </a:rPr>
              <a:t>高频的分量已被滤波器滤掉</a:t>
            </a:r>
            <a:r>
              <a:rPr lang="zh-CN" altLang="zh-CN" sz="2800">
                <a:latin typeface="华文楷体" panose="02010600040101010101" pitchFamily="2" charset="-122"/>
                <a:ea typeface="华文楷体" panose="02010600040101010101" pitchFamily="2" charset="-122"/>
              </a:rPr>
              <a:t>而无法再恢复了 </a:t>
            </a:r>
          </a:p>
        </p:txBody>
      </p:sp>
      <p:sp>
        <p:nvSpPr>
          <p:cNvPr id="16387" name="Text Box 3">
            <a:extLst>
              <a:ext uri="{FF2B5EF4-FFF2-40B4-BE49-F238E27FC236}">
                <a16:creationId xmlns:a16="http://schemas.microsoft.com/office/drawing/2014/main" id="{BD164CF9-AB65-4422-B7C8-D416A932F7B8}"/>
              </a:ext>
            </a:extLst>
          </p:cNvPr>
          <p:cNvSpPr txBox="1">
            <a:spLocks noChangeArrowheads="1"/>
          </p:cNvSpPr>
          <p:nvPr/>
        </p:nvSpPr>
        <p:spPr bwMode="auto">
          <a:xfrm>
            <a:off x="736600" y="4330700"/>
            <a:ext cx="10947400" cy="1325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10000"/>
              </a:spcBef>
              <a:buClrTx/>
              <a:buSzTx/>
              <a:buFontTx/>
              <a:buNone/>
            </a:pPr>
            <a:r>
              <a:rPr lang="zh-CN" altLang="zh-CN" sz="3600">
                <a:latin typeface="华文楷体" panose="02010600040101010101" pitchFamily="2" charset="-122"/>
                <a:ea typeface="华文楷体" panose="02010600040101010101" pitchFamily="2" charset="-122"/>
              </a:rPr>
              <a:t>即，若信道带宽为W，则</a:t>
            </a:r>
            <a:r>
              <a:rPr lang="zh-CN" altLang="zh-CN" sz="3600">
                <a:solidFill>
                  <a:schemeClr val="accent2"/>
                </a:solidFill>
                <a:latin typeface="华文楷体" panose="02010600040101010101" pitchFamily="2" charset="-122"/>
                <a:ea typeface="华文楷体" panose="02010600040101010101" pitchFamily="2" charset="-122"/>
              </a:rPr>
              <a:t>奈奎斯特定理</a:t>
            </a:r>
            <a:r>
              <a:rPr lang="zh-CN" altLang="zh-CN" sz="3600">
                <a:latin typeface="华文楷体" panose="02010600040101010101" pitchFamily="2" charset="-122"/>
                <a:ea typeface="华文楷体" panose="02010600040101010101" pitchFamily="2" charset="-122"/>
              </a:rPr>
              <a:t>指出最大码元速率为：</a:t>
            </a:r>
            <a:r>
              <a:rPr lang="zh-CN" altLang="zh-CN" sz="3600" b="1">
                <a:latin typeface="华文楷体" panose="02010600040101010101" pitchFamily="2" charset="-122"/>
                <a:ea typeface="华文楷体" panose="02010600040101010101" pitchFamily="2" charset="-122"/>
              </a:rPr>
              <a:t> </a:t>
            </a:r>
            <a:r>
              <a:rPr lang="zh-CN" altLang="zh-CN" sz="4400" b="1">
                <a:solidFill>
                  <a:schemeClr val="tx2"/>
                </a:solidFill>
                <a:latin typeface="华文楷体" panose="02010600040101010101" pitchFamily="2" charset="-122"/>
                <a:ea typeface="华文楷体" panose="02010600040101010101" pitchFamily="2" charset="-122"/>
              </a:rPr>
              <a:t>B=2W</a:t>
            </a:r>
            <a:r>
              <a:rPr lang="zh-CN" altLang="zh-CN" sz="3600" b="1">
                <a:latin typeface="华文楷体" panose="02010600040101010101" pitchFamily="2" charset="-122"/>
                <a:ea typeface="华文楷体" panose="02010600040101010101" pitchFamily="2" charset="-122"/>
              </a:rPr>
              <a:t> </a:t>
            </a:r>
          </a:p>
        </p:txBody>
      </p:sp>
      <p:sp>
        <p:nvSpPr>
          <p:cNvPr id="16388" name="Rectangle 4">
            <a:extLst>
              <a:ext uri="{FF2B5EF4-FFF2-40B4-BE49-F238E27FC236}">
                <a16:creationId xmlns:a16="http://schemas.microsoft.com/office/drawing/2014/main" id="{83E55B5E-6094-4D22-A9AD-6FD2DF71E4BD}"/>
              </a:ext>
            </a:extLst>
          </p:cNvPr>
          <p:cNvSpPr>
            <a:spLocks noGrp="1" noChangeArrowheads="1"/>
          </p:cNvSpPr>
          <p:nvPr>
            <p:ph type="title" idx="4294967295"/>
          </p:nvPr>
        </p:nvSpPr>
        <p:spPr>
          <a:xfrm>
            <a:off x="3889375" y="95250"/>
            <a:ext cx="4403725" cy="679450"/>
          </a:xfrm>
          <a:noFill/>
        </p:spPr>
        <p:txBody>
          <a:bodyPr/>
          <a:lstStyle/>
          <a:p>
            <a:pPr eaLnBrk="1" hangingPunct="1"/>
            <a:r>
              <a:rPr lang="zh-CN" altLang="zh-CN">
                <a:ea typeface="华文楷体" panose="02010600040101010101" pitchFamily="2" charset="-122"/>
              </a:rPr>
              <a:t>采样定理</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animEffect transition="in" filter="wipe(left)">
                                      <p:cBhvr>
                                        <p:cTn id="7" dur="500"/>
                                        <p:tgtEl>
                                          <p:spTgt spid="163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6">
                                            <p:txEl>
                                              <p:pRg st="1" end="1"/>
                                            </p:txEl>
                                          </p:spTgt>
                                        </p:tgtEl>
                                        <p:attrNameLst>
                                          <p:attrName>style.visibility</p:attrName>
                                        </p:attrNameLst>
                                      </p:cBhvr>
                                      <p:to>
                                        <p:strVal val="visible"/>
                                      </p:to>
                                    </p:set>
                                    <p:animEffect transition="in" filter="wipe(left)">
                                      <p:cBhvr>
                                        <p:cTn id="12" dur="500"/>
                                        <p:tgtEl>
                                          <p:spTgt spid="1638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6387">
                                            <p:txEl>
                                              <p:pRg st="0" end="0"/>
                                            </p:txEl>
                                          </p:spTgt>
                                        </p:tgtEl>
                                        <p:attrNameLst>
                                          <p:attrName>style.visibility</p:attrName>
                                        </p:attrNameLst>
                                      </p:cBhvr>
                                      <p:to>
                                        <p:strVal val="visible"/>
                                      </p:to>
                                    </p:set>
                                    <p:anim calcmode="lin" valueType="num">
                                      <p:cBhvr additive="base">
                                        <p:cTn id="17" dur="500" fill="hold"/>
                                        <p:tgtEl>
                                          <p:spTgt spid="16387">
                                            <p:txEl>
                                              <p:pRg st="0" end="0"/>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638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build="p" autoUpdateAnimBg="0"/>
      <p:bldP spid="16387"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a:extLst>
              <a:ext uri="{FF2B5EF4-FFF2-40B4-BE49-F238E27FC236}">
                <a16:creationId xmlns:a16="http://schemas.microsoft.com/office/drawing/2014/main" id="{1543D6D4-B3AD-4E53-9D1B-2FC0CCAB6555}"/>
              </a:ext>
            </a:extLst>
          </p:cNvPr>
          <p:cNvSpPr txBox="1">
            <a:spLocks noChangeArrowheads="1"/>
          </p:cNvSpPr>
          <p:nvPr/>
        </p:nvSpPr>
        <p:spPr bwMode="auto">
          <a:xfrm>
            <a:off x="3454400" y="1671638"/>
            <a:ext cx="5503863" cy="328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905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571500" indent="384175">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Clr>
                <a:schemeClr val="tx2"/>
              </a:buClr>
              <a:buSzPct val="75000"/>
              <a:buFont typeface="Wingdings" panose="05000000000000000000" pitchFamily="2" charset="2"/>
              <a:buChar char="t"/>
            </a:pPr>
            <a:r>
              <a:rPr lang="zh-CN" altLang="zh-CN" b="1">
                <a:latin typeface="华文楷体" panose="02010600040101010101" pitchFamily="2" charset="-122"/>
                <a:ea typeface="华文楷体" panose="02010600040101010101" pitchFamily="2" charset="-122"/>
              </a:rPr>
              <a:t>   Nyquist理论:</a:t>
            </a:r>
          </a:p>
          <a:p>
            <a:pPr eaLnBrk="1" hangingPunct="1">
              <a:buClr>
                <a:schemeClr val="tx2"/>
              </a:buClr>
              <a:buSzPct val="75000"/>
              <a:buFont typeface="Wingdings" panose="05000000000000000000" pitchFamily="2" charset="2"/>
              <a:buNone/>
            </a:pPr>
            <a:r>
              <a:rPr lang="zh-CN" altLang="zh-CN" b="1">
                <a:latin typeface="华文楷体" panose="02010600040101010101" pitchFamily="2" charset="-122"/>
                <a:ea typeface="华文楷体" panose="02010600040101010101" pitchFamily="2" charset="-122"/>
              </a:rPr>
              <a:t>	S</a:t>
            </a:r>
            <a:r>
              <a:rPr lang="zh-CN" altLang="zh-CN" b="1" i="1">
                <a:latin typeface="华文楷体" panose="02010600040101010101" pitchFamily="2" charset="-122"/>
                <a:ea typeface="华文楷体" panose="02010600040101010101" pitchFamily="2" charset="-122"/>
              </a:rPr>
              <a:t> = 2 W log</a:t>
            </a:r>
            <a:r>
              <a:rPr lang="zh-CN" altLang="zh-CN" b="1" i="1" baseline="-12000">
                <a:latin typeface="华文楷体" panose="02010600040101010101" pitchFamily="2" charset="-122"/>
                <a:ea typeface="华文楷体" panose="02010600040101010101" pitchFamily="2" charset="-122"/>
              </a:rPr>
              <a:t>2</a:t>
            </a:r>
            <a:r>
              <a:rPr lang="zh-CN" altLang="zh-CN" b="1" i="1">
                <a:latin typeface="华文楷体" panose="02010600040101010101" pitchFamily="2" charset="-122"/>
                <a:ea typeface="华文楷体" panose="02010600040101010101" pitchFamily="2" charset="-122"/>
              </a:rPr>
              <a:t> N</a:t>
            </a:r>
          </a:p>
          <a:p>
            <a:pPr eaLnBrk="1" hangingPunct="1">
              <a:buClr>
                <a:schemeClr val="tx2"/>
              </a:buClr>
              <a:buSzPct val="75000"/>
              <a:buFont typeface="Wingdings" panose="05000000000000000000" pitchFamily="2" charset="2"/>
              <a:buNone/>
            </a:pPr>
            <a:r>
              <a:rPr lang="zh-CN" altLang="zh-CN">
                <a:latin typeface="华文楷体" panose="02010600040101010101" pitchFamily="2" charset="-122"/>
                <a:ea typeface="华文楷体" panose="02010600040101010101" pitchFamily="2" charset="-122"/>
              </a:rPr>
              <a:t>其中</a:t>
            </a:r>
          </a:p>
          <a:p>
            <a:pPr lvl="1" eaLnBrk="1" hangingPunct="1">
              <a:buClr>
                <a:schemeClr val="accent2"/>
              </a:buClr>
              <a:buSzPct val="70000"/>
              <a:buFont typeface="Wingdings" panose="05000000000000000000" pitchFamily="2" charset="2"/>
              <a:buChar char="t"/>
            </a:pPr>
            <a:r>
              <a:rPr lang="zh-CN" altLang="zh-CN">
                <a:latin typeface="华文楷体" panose="02010600040101010101" pitchFamily="2" charset="-122"/>
                <a:ea typeface="华文楷体" panose="02010600040101010101" pitchFamily="2" charset="-122"/>
              </a:rPr>
              <a:t>S 为最大速率</a:t>
            </a:r>
          </a:p>
          <a:p>
            <a:pPr lvl="1" eaLnBrk="1" hangingPunct="1">
              <a:buClr>
                <a:schemeClr val="accent2"/>
              </a:buClr>
              <a:buSzPct val="70000"/>
              <a:buFont typeface="Wingdings" panose="05000000000000000000" pitchFamily="2" charset="2"/>
              <a:buChar char="t"/>
            </a:pPr>
            <a:r>
              <a:rPr lang="zh-CN" altLang="zh-CN" i="1">
                <a:latin typeface="华文楷体" panose="02010600040101010101" pitchFamily="2" charset="-122"/>
                <a:ea typeface="华文楷体" panose="02010600040101010101" pitchFamily="2" charset="-122"/>
              </a:rPr>
              <a:t>W</a:t>
            </a:r>
            <a:r>
              <a:rPr lang="zh-CN" altLang="zh-CN">
                <a:latin typeface="华文楷体" panose="02010600040101010101" pitchFamily="2" charset="-122"/>
                <a:ea typeface="华文楷体" panose="02010600040101010101" pitchFamily="2" charset="-122"/>
              </a:rPr>
              <a:t> 为硬件带宽</a:t>
            </a:r>
          </a:p>
          <a:p>
            <a:pPr lvl="1" eaLnBrk="1" hangingPunct="1">
              <a:buClr>
                <a:schemeClr val="accent2"/>
              </a:buClr>
              <a:buSzPct val="70000"/>
              <a:buFont typeface="Wingdings" panose="05000000000000000000" pitchFamily="2" charset="2"/>
              <a:buChar char="t"/>
            </a:pPr>
            <a:r>
              <a:rPr lang="zh-CN" altLang="zh-CN">
                <a:latin typeface="华文楷体" panose="02010600040101010101" pitchFamily="2" charset="-122"/>
                <a:ea typeface="华文楷体" panose="02010600040101010101" pitchFamily="2" charset="-122"/>
              </a:rPr>
              <a:t>N编码的状态数</a:t>
            </a:r>
          </a:p>
        </p:txBody>
      </p:sp>
      <p:sp>
        <p:nvSpPr>
          <p:cNvPr id="18435" name="Rectangle 3">
            <a:extLst>
              <a:ext uri="{FF2B5EF4-FFF2-40B4-BE49-F238E27FC236}">
                <a16:creationId xmlns:a16="http://schemas.microsoft.com/office/drawing/2014/main" id="{785B2FFF-2118-49A5-BD2D-FFAB84CD781B}"/>
              </a:ext>
            </a:extLst>
          </p:cNvPr>
          <p:cNvSpPr>
            <a:spLocks noGrp="1" noChangeArrowheads="1"/>
          </p:cNvSpPr>
          <p:nvPr>
            <p:ph type="title" idx="4294967295"/>
          </p:nvPr>
        </p:nvSpPr>
        <p:spPr>
          <a:xfrm>
            <a:off x="3209925" y="265113"/>
            <a:ext cx="6381750" cy="614362"/>
          </a:xfrm>
          <a:noFill/>
        </p:spPr>
        <p:txBody>
          <a:bodyPr/>
          <a:lstStyle/>
          <a:p>
            <a:pPr eaLnBrk="1" hangingPunct="1"/>
            <a:r>
              <a:rPr lang="zh-CN" altLang="zh-CN">
                <a:ea typeface="华文楷体" panose="02010600040101010101" pitchFamily="2" charset="-122"/>
              </a:rPr>
              <a:t>吞吐率与带宽之间的关系</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434">
                                            <p:txEl>
                                              <p:pRg st="0" end="0"/>
                                            </p:txEl>
                                          </p:spTgt>
                                        </p:tgtEl>
                                        <p:attrNameLst>
                                          <p:attrName>style.visibility</p:attrName>
                                        </p:attrNameLst>
                                      </p:cBhvr>
                                      <p:to>
                                        <p:strVal val="visible"/>
                                      </p:to>
                                    </p:set>
                                    <p:anim calcmode="lin" valueType="num">
                                      <p:cBhvr additive="base">
                                        <p:cTn id="7" dur="500" fill="hold"/>
                                        <p:tgtEl>
                                          <p:spTgt spid="1843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43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434">
                                            <p:txEl>
                                              <p:pRg st="1" end="1"/>
                                            </p:txEl>
                                          </p:spTgt>
                                        </p:tgtEl>
                                        <p:attrNameLst>
                                          <p:attrName>style.visibility</p:attrName>
                                        </p:attrNameLst>
                                      </p:cBhvr>
                                      <p:to>
                                        <p:strVal val="visible"/>
                                      </p:to>
                                    </p:set>
                                    <p:anim calcmode="lin" valueType="num">
                                      <p:cBhvr additive="base">
                                        <p:cTn id="13" dur="500" fill="hold"/>
                                        <p:tgtEl>
                                          <p:spTgt spid="1843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43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434">
                                            <p:txEl>
                                              <p:pRg st="2" end="2"/>
                                            </p:txEl>
                                          </p:spTgt>
                                        </p:tgtEl>
                                        <p:attrNameLst>
                                          <p:attrName>style.visibility</p:attrName>
                                        </p:attrNameLst>
                                      </p:cBhvr>
                                      <p:to>
                                        <p:strVal val="visible"/>
                                      </p:to>
                                    </p:set>
                                    <p:anim calcmode="lin" valueType="num">
                                      <p:cBhvr additive="base">
                                        <p:cTn id="19" dur="500" fill="hold"/>
                                        <p:tgtEl>
                                          <p:spTgt spid="18434">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434">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8434">
                                            <p:txEl>
                                              <p:pRg st="3" end="3"/>
                                            </p:txEl>
                                          </p:spTgt>
                                        </p:tgtEl>
                                        <p:attrNameLst>
                                          <p:attrName>style.visibility</p:attrName>
                                        </p:attrNameLst>
                                      </p:cBhvr>
                                      <p:to>
                                        <p:strVal val="visible"/>
                                      </p:to>
                                    </p:set>
                                    <p:anim calcmode="lin" valueType="num">
                                      <p:cBhvr additive="base">
                                        <p:cTn id="23" dur="500" fill="hold"/>
                                        <p:tgtEl>
                                          <p:spTgt spid="18434">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8434">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8434">
                                            <p:txEl>
                                              <p:pRg st="4" end="4"/>
                                            </p:txEl>
                                          </p:spTgt>
                                        </p:tgtEl>
                                        <p:attrNameLst>
                                          <p:attrName>style.visibility</p:attrName>
                                        </p:attrNameLst>
                                      </p:cBhvr>
                                      <p:to>
                                        <p:strVal val="visible"/>
                                      </p:to>
                                    </p:set>
                                    <p:anim calcmode="lin" valueType="num">
                                      <p:cBhvr additive="base">
                                        <p:cTn id="27" dur="500" fill="hold"/>
                                        <p:tgtEl>
                                          <p:spTgt spid="18434">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8434">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8434">
                                            <p:txEl>
                                              <p:pRg st="5" end="5"/>
                                            </p:txEl>
                                          </p:spTgt>
                                        </p:tgtEl>
                                        <p:attrNameLst>
                                          <p:attrName>style.visibility</p:attrName>
                                        </p:attrNameLst>
                                      </p:cBhvr>
                                      <p:to>
                                        <p:strVal val="visible"/>
                                      </p:to>
                                    </p:set>
                                    <p:anim calcmode="lin" valueType="num">
                                      <p:cBhvr additive="base">
                                        <p:cTn id="31" dur="500" fill="hold"/>
                                        <p:tgtEl>
                                          <p:spTgt spid="18434">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434">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a:extLst>
              <a:ext uri="{FF2B5EF4-FFF2-40B4-BE49-F238E27FC236}">
                <a16:creationId xmlns:a16="http://schemas.microsoft.com/office/drawing/2014/main" id="{3B7E2F29-52D2-4F58-8D07-D7582CF23A7A}"/>
              </a:ext>
            </a:extLst>
          </p:cNvPr>
          <p:cNvSpPr txBox="1">
            <a:spLocks noChangeArrowheads="1"/>
          </p:cNvSpPr>
          <p:nvPr/>
        </p:nvSpPr>
        <p:spPr bwMode="auto">
          <a:xfrm>
            <a:off x="2173288" y="1411288"/>
            <a:ext cx="7845425" cy="3570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0500" indent="-1905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6667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Clr>
                <a:schemeClr val="tx2"/>
              </a:buClr>
              <a:buSzPct val="75000"/>
              <a:buFont typeface="Wingdings" panose="05000000000000000000" pitchFamily="2" charset="2"/>
              <a:buNone/>
            </a:pPr>
            <a:r>
              <a:rPr lang="zh-CN" altLang="zh-CN">
                <a:latin typeface="华文楷体" panose="02010600040101010101" pitchFamily="2" charset="-122"/>
                <a:ea typeface="华文楷体" panose="02010600040101010101" pitchFamily="2" charset="-122"/>
              </a:rPr>
              <a:t>例1:</a:t>
            </a:r>
            <a:r>
              <a:rPr lang="zh-CN" altLang="zh-CN" b="1">
                <a:latin typeface="华文楷体" panose="02010600040101010101" pitchFamily="2" charset="-122"/>
                <a:ea typeface="华文楷体" panose="02010600040101010101" pitchFamily="2" charset="-122"/>
              </a:rPr>
              <a:t> RS-232</a:t>
            </a:r>
          </a:p>
          <a:p>
            <a:pPr lvl="1" eaLnBrk="1" hangingPunct="1">
              <a:buClr>
                <a:schemeClr val="accent2"/>
              </a:buClr>
              <a:buSzPct val="70000"/>
              <a:buFont typeface="Wingdings" panose="05000000000000000000" pitchFamily="2" charset="2"/>
              <a:buChar char="t"/>
            </a:pPr>
            <a:r>
              <a:rPr lang="zh-CN" altLang="zh-CN" b="1" i="1">
                <a:latin typeface="华文楷体" panose="02010600040101010101" pitchFamily="2" charset="-122"/>
                <a:ea typeface="华文楷体" panose="02010600040101010101" pitchFamily="2" charset="-122"/>
              </a:rPr>
              <a:t>N</a:t>
            </a:r>
            <a:r>
              <a:rPr lang="zh-CN" altLang="zh-CN" b="1">
                <a:latin typeface="华文楷体" panose="02010600040101010101" pitchFamily="2" charset="-122"/>
                <a:ea typeface="华文楷体" panose="02010600040101010101" pitchFamily="2" charset="-122"/>
              </a:rPr>
              <a:t> = 2 </a:t>
            </a:r>
            <a:r>
              <a:rPr lang="zh-CN" altLang="zh-CN">
                <a:latin typeface="华文楷体" panose="02010600040101010101" pitchFamily="2" charset="-122"/>
                <a:ea typeface="华文楷体" panose="02010600040101010101" pitchFamily="2" charset="-122"/>
              </a:rPr>
              <a:t>因为 RS-232 只使用两个状态: +15 或–15 V 来编码数据信号 0 或1</a:t>
            </a:r>
          </a:p>
          <a:p>
            <a:pPr lvl="1" eaLnBrk="1" hangingPunct="1">
              <a:buClr>
                <a:schemeClr val="accent2"/>
              </a:buClr>
              <a:buSzPct val="70000"/>
              <a:buFont typeface="Wingdings" panose="05000000000000000000" pitchFamily="2" charset="2"/>
              <a:buChar char="t"/>
            </a:pPr>
            <a:r>
              <a:rPr lang="zh-CN" altLang="zh-CN" b="1">
                <a:latin typeface="华文楷体" panose="02010600040101010101" pitchFamily="2" charset="-122"/>
                <a:ea typeface="华文楷体" panose="02010600040101010101" pitchFamily="2" charset="-122"/>
              </a:rPr>
              <a:t>S=</a:t>
            </a:r>
            <a:r>
              <a:rPr lang="zh-CN" altLang="zh-CN" b="1" i="1">
                <a:latin typeface="华文楷体" panose="02010600040101010101" pitchFamily="2" charset="-122"/>
                <a:ea typeface="华文楷体" panose="02010600040101010101" pitchFamily="2" charset="-122"/>
              </a:rPr>
              <a:t>2W log</a:t>
            </a:r>
            <a:r>
              <a:rPr lang="zh-CN" altLang="zh-CN" b="1" i="1" baseline="-25000">
                <a:latin typeface="华文楷体" panose="02010600040101010101" pitchFamily="2" charset="-122"/>
                <a:ea typeface="华文楷体" panose="02010600040101010101" pitchFamily="2" charset="-122"/>
              </a:rPr>
              <a:t>2</a:t>
            </a:r>
            <a:r>
              <a:rPr lang="zh-CN" altLang="zh-CN" b="1" i="1">
                <a:latin typeface="华文楷体" panose="02010600040101010101" pitchFamily="2" charset="-122"/>
                <a:ea typeface="华文楷体" panose="02010600040101010101" pitchFamily="2" charset="-122"/>
              </a:rPr>
              <a:t> 2 = 2 W</a:t>
            </a:r>
          </a:p>
          <a:p>
            <a:pPr lvl="1" eaLnBrk="1" hangingPunct="1">
              <a:buClr>
                <a:schemeClr val="accent1"/>
              </a:buClr>
              <a:buSzPct val="70000"/>
              <a:buFont typeface="Wingdings" panose="05000000000000000000" pitchFamily="2" charset="2"/>
              <a:buChar char="t"/>
            </a:pPr>
            <a:endParaRPr lang="zh-CN" altLang="zh-CN" b="1" i="1">
              <a:latin typeface="华文楷体" panose="02010600040101010101" pitchFamily="2" charset="-122"/>
              <a:ea typeface="华文楷体" panose="02010600040101010101" pitchFamily="2" charset="-122"/>
            </a:endParaRPr>
          </a:p>
          <a:p>
            <a:pPr eaLnBrk="1" hangingPunct="1">
              <a:buClr>
                <a:schemeClr val="tx2"/>
              </a:buClr>
              <a:buSzPct val="75000"/>
              <a:buFont typeface="Wingdings" panose="05000000000000000000" pitchFamily="2" charset="2"/>
              <a:buNone/>
            </a:pPr>
            <a:r>
              <a:rPr lang="zh-CN" altLang="zh-CN" sz="2800">
                <a:latin typeface="华文楷体" panose="02010600040101010101" pitchFamily="2" charset="-122"/>
                <a:ea typeface="华文楷体" panose="02010600040101010101" pitchFamily="2" charset="-122"/>
              </a:rPr>
              <a:t>例2:假定</a:t>
            </a:r>
            <a:r>
              <a:rPr lang="zh-CN" altLang="zh-CN" sz="2800" b="1">
                <a:latin typeface="华文楷体" panose="02010600040101010101" pitchFamily="2" charset="-122"/>
                <a:ea typeface="华文楷体" panose="02010600040101010101" pitchFamily="2" charset="-122"/>
              </a:rPr>
              <a:t> N=4</a:t>
            </a:r>
          </a:p>
          <a:p>
            <a:pPr lvl="1" eaLnBrk="1" hangingPunct="1">
              <a:buClr>
                <a:schemeClr val="tx2"/>
              </a:buClr>
              <a:buSzPct val="70000"/>
              <a:buFont typeface="Wingdings" panose="05000000000000000000" pitchFamily="2" charset="2"/>
              <a:buChar char="t"/>
            </a:pPr>
            <a:r>
              <a:rPr lang="zh-CN" altLang="zh-CN" b="1" i="1">
                <a:latin typeface="华文楷体" panose="02010600040101010101" pitchFamily="2" charset="-122"/>
                <a:ea typeface="华文楷体" panose="02010600040101010101" pitchFamily="2" charset="-122"/>
              </a:rPr>
              <a:t>S </a:t>
            </a:r>
            <a:r>
              <a:rPr lang="zh-CN" altLang="zh-CN" b="1">
                <a:latin typeface="华文楷体" panose="02010600040101010101" pitchFamily="2" charset="-122"/>
                <a:ea typeface="华文楷体" panose="02010600040101010101" pitchFamily="2" charset="-122"/>
              </a:rPr>
              <a:t>=</a:t>
            </a:r>
            <a:r>
              <a:rPr lang="zh-CN" altLang="zh-CN" b="1" i="1">
                <a:latin typeface="华文楷体" panose="02010600040101010101" pitchFamily="2" charset="-122"/>
                <a:ea typeface="华文楷体" panose="02010600040101010101" pitchFamily="2" charset="-122"/>
              </a:rPr>
              <a:t>2 W log</a:t>
            </a:r>
            <a:r>
              <a:rPr lang="zh-CN" altLang="zh-CN" b="1" i="1" baseline="-14000">
                <a:latin typeface="华文楷体" panose="02010600040101010101" pitchFamily="2" charset="-122"/>
                <a:ea typeface="华文楷体" panose="02010600040101010101" pitchFamily="2" charset="-122"/>
              </a:rPr>
              <a:t>2</a:t>
            </a:r>
            <a:r>
              <a:rPr lang="zh-CN" altLang="zh-CN" b="1" i="1">
                <a:latin typeface="华文楷体" panose="02010600040101010101" pitchFamily="2" charset="-122"/>
                <a:ea typeface="华文楷体" panose="02010600040101010101" pitchFamily="2" charset="-122"/>
              </a:rPr>
              <a:t> 4 = 4 W</a:t>
            </a:r>
            <a:endParaRPr lang="zh-CN" altLang="zh-CN" b="1" i="1">
              <a:latin typeface="华文楷体" panose="02010600040101010101" pitchFamily="2" charset="-122"/>
              <a:ea typeface="华文楷体" panose="02010600040101010101" pitchFamily="2" charset="-122"/>
              <a:sym typeface="Math1" pitchFamily="2" charset="2"/>
            </a:endParaRPr>
          </a:p>
        </p:txBody>
      </p:sp>
      <p:sp>
        <p:nvSpPr>
          <p:cNvPr id="20483" name="Rectangle 3">
            <a:extLst>
              <a:ext uri="{FF2B5EF4-FFF2-40B4-BE49-F238E27FC236}">
                <a16:creationId xmlns:a16="http://schemas.microsoft.com/office/drawing/2014/main" id="{DE2F5EDE-ECAC-42BE-917B-4AB8C1442FDB}"/>
              </a:ext>
            </a:extLst>
          </p:cNvPr>
          <p:cNvSpPr>
            <a:spLocks noGrp="1" noChangeArrowheads="1"/>
          </p:cNvSpPr>
          <p:nvPr>
            <p:ph type="title"/>
          </p:nvPr>
        </p:nvSpPr>
        <p:spPr>
          <a:xfrm>
            <a:off x="2209800" y="0"/>
            <a:ext cx="7772400" cy="1143000"/>
          </a:xfrm>
          <a:noFill/>
        </p:spPr>
        <p:txBody>
          <a:bodyPr/>
          <a:lstStyle/>
          <a:p>
            <a:pPr eaLnBrk="1" hangingPunct="1"/>
            <a:r>
              <a:rPr lang="zh-CN" altLang="zh-CN">
                <a:solidFill>
                  <a:schemeClr val="tx2"/>
                </a:solidFill>
                <a:latin typeface="华文楷体" panose="02010600040101010101" pitchFamily="2" charset="-122"/>
                <a:ea typeface="华文楷体" panose="02010600040101010101" pitchFamily="2" charset="-122"/>
              </a:rPr>
              <a:t>奈魁斯特</a:t>
            </a:r>
            <a:r>
              <a:rPr lang="zh-CN" altLang="zh-CN">
                <a:ea typeface="华文楷体" panose="02010600040101010101" pitchFamily="2" charset="-122"/>
              </a:rPr>
              <a:t>理论的应用</a:t>
            </a:r>
          </a:p>
        </p:txBody>
      </p:sp>
      <p:sp>
        <p:nvSpPr>
          <p:cNvPr id="20484" name="Line 4">
            <a:extLst>
              <a:ext uri="{FF2B5EF4-FFF2-40B4-BE49-F238E27FC236}">
                <a16:creationId xmlns:a16="http://schemas.microsoft.com/office/drawing/2014/main" id="{00EE66F3-9396-45B0-AF9D-4888A6EEC631}"/>
              </a:ext>
            </a:extLst>
          </p:cNvPr>
          <p:cNvSpPr>
            <a:spLocks noChangeShapeType="1"/>
          </p:cNvSpPr>
          <p:nvPr/>
        </p:nvSpPr>
        <p:spPr bwMode="auto">
          <a:xfrm>
            <a:off x="6780213" y="3630613"/>
            <a:ext cx="457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5" name="Line 5">
            <a:extLst>
              <a:ext uri="{FF2B5EF4-FFF2-40B4-BE49-F238E27FC236}">
                <a16:creationId xmlns:a16="http://schemas.microsoft.com/office/drawing/2014/main" id="{4864711A-E5DF-4BD3-8C5A-F28E2AACF725}"/>
              </a:ext>
            </a:extLst>
          </p:cNvPr>
          <p:cNvSpPr>
            <a:spLocks noChangeShapeType="1"/>
          </p:cNvSpPr>
          <p:nvPr/>
        </p:nvSpPr>
        <p:spPr bwMode="auto">
          <a:xfrm>
            <a:off x="7259638" y="3243263"/>
            <a:ext cx="455612" cy="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6" name="Line 6">
            <a:extLst>
              <a:ext uri="{FF2B5EF4-FFF2-40B4-BE49-F238E27FC236}">
                <a16:creationId xmlns:a16="http://schemas.microsoft.com/office/drawing/2014/main" id="{5899FD90-7DC7-4C38-9631-35277A7DCDDE}"/>
              </a:ext>
            </a:extLst>
          </p:cNvPr>
          <p:cNvSpPr>
            <a:spLocks noChangeShapeType="1"/>
          </p:cNvSpPr>
          <p:nvPr/>
        </p:nvSpPr>
        <p:spPr bwMode="auto">
          <a:xfrm>
            <a:off x="7739063" y="3630613"/>
            <a:ext cx="457200" cy="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7" name="Line 7">
            <a:extLst>
              <a:ext uri="{FF2B5EF4-FFF2-40B4-BE49-F238E27FC236}">
                <a16:creationId xmlns:a16="http://schemas.microsoft.com/office/drawing/2014/main" id="{5FEF2531-274A-406A-B832-8BDD21BD8529}"/>
              </a:ext>
            </a:extLst>
          </p:cNvPr>
          <p:cNvSpPr>
            <a:spLocks noChangeShapeType="1"/>
          </p:cNvSpPr>
          <p:nvPr/>
        </p:nvSpPr>
        <p:spPr bwMode="auto">
          <a:xfrm>
            <a:off x="8216900" y="3243263"/>
            <a:ext cx="457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8" name="Line 8">
            <a:extLst>
              <a:ext uri="{FF2B5EF4-FFF2-40B4-BE49-F238E27FC236}">
                <a16:creationId xmlns:a16="http://schemas.microsoft.com/office/drawing/2014/main" id="{EE247072-5C1B-412B-9766-94FD5FF18015}"/>
              </a:ext>
            </a:extLst>
          </p:cNvPr>
          <p:cNvSpPr>
            <a:spLocks noChangeShapeType="1"/>
          </p:cNvSpPr>
          <p:nvPr/>
        </p:nvSpPr>
        <p:spPr bwMode="auto">
          <a:xfrm>
            <a:off x="8697913" y="3630613"/>
            <a:ext cx="457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9" name="Line 9">
            <a:extLst>
              <a:ext uri="{FF2B5EF4-FFF2-40B4-BE49-F238E27FC236}">
                <a16:creationId xmlns:a16="http://schemas.microsoft.com/office/drawing/2014/main" id="{850738A8-C9A8-4269-8D47-6DBFD259A51F}"/>
              </a:ext>
            </a:extLst>
          </p:cNvPr>
          <p:cNvSpPr>
            <a:spLocks noChangeShapeType="1"/>
          </p:cNvSpPr>
          <p:nvPr/>
        </p:nvSpPr>
        <p:spPr bwMode="auto">
          <a:xfrm>
            <a:off x="9175750" y="3243263"/>
            <a:ext cx="457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0" name="Line 10">
            <a:extLst>
              <a:ext uri="{FF2B5EF4-FFF2-40B4-BE49-F238E27FC236}">
                <a16:creationId xmlns:a16="http://schemas.microsoft.com/office/drawing/2014/main" id="{8FE87CE3-9570-4209-8A04-9BBE9B32E5C9}"/>
              </a:ext>
            </a:extLst>
          </p:cNvPr>
          <p:cNvSpPr>
            <a:spLocks noChangeShapeType="1"/>
          </p:cNvSpPr>
          <p:nvPr/>
        </p:nvSpPr>
        <p:spPr bwMode="auto">
          <a:xfrm>
            <a:off x="9656763" y="3630613"/>
            <a:ext cx="454025"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1" name="Line 11">
            <a:extLst>
              <a:ext uri="{FF2B5EF4-FFF2-40B4-BE49-F238E27FC236}">
                <a16:creationId xmlns:a16="http://schemas.microsoft.com/office/drawing/2014/main" id="{69820EF5-4F68-42F7-A659-34662F840B14}"/>
              </a:ext>
            </a:extLst>
          </p:cNvPr>
          <p:cNvSpPr>
            <a:spLocks noChangeShapeType="1"/>
          </p:cNvSpPr>
          <p:nvPr/>
        </p:nvSpPr>
        <p:spPr bwMode="auto">
          <a:xfrm>
            <a:off x="7250113" y="3448050"/>
            <a:ext cx="0" cy="1714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2" name="Line 12">
            <a:extLst>
              <a:ext uri="{FF2B5EF4-FFF2-40B4-BE49-F238E27FC236}">
                <a16:creationId xmlns:a16="http://schemas.microsoft.com/office/drawing/2014/main" id="{A9C56940-D678-413F-8B05-CAB0EB4528F5}"/>
              </a:ext>
            </a:extLst>
          </p:cNvPr>
          <p:cNvSpPr>
            <a:spLocks noChangeShapeType="1"/>
          </p:cNvSpPr>
          <p:nvPr/>
        </p:nvSpPr>
        <p:spPr bwMode="auto">
          <a:xfrm>
            <a:off x="7726363" y="3252788"/>
            <a:ext cx="0" cy="366712"/>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3" name="Line 13">
            <a:extLst>
              <a:ext uri="{FF2B5EF4-FFF2-40B4-BE49-F238E27FC236}">
                <a16:creationId xmlns:a16="http://schemas.microsoft.com/office/drawing/2014/main" id="{B97B37AA-CE2F-4A8F-9869-6CBF037EC667}"/>
              </a:ext>
            </a:extLst>
          </p:cNvPr>
          <p:cNvSpPr>
            <a:spLocks noChangeShapeType="1"/>
          </p:cNvSpPr>
          <p:nvPr/>
        </p:nvSpPr>
        <p:spPr bwMode="auto">
          <a:xfrm>
            <a:off x="8685213" y="3252788"/>
            <a:ext cx="0" cy="3667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4" name="Line 14">
            <a:extLst>
              <a:ext uri="{FF2B5EF4-FFF2-40B4-BE49-F238E27FC236}">
                <a16:creationId xmlns:a16="http://schemas.microsoft.com/office/drawing/2014/main" id="{904EAE95-B214-4100-8649-5B43919C1D0B}"/>
              </a:ext>
            </a:extLst>
          </p:cNvPr>
          <p:cNvSpPr>
            <a:spLocks noChangeShapeType="1"/>
          </p:cNvSpPr>
          <p:nvPr/>
        </p:nvSpPr>
        <p:spPr bwMode="auto">
          <a:xfrm>
            <a:off x="9164638" y="3252788"/>
            <a:ext cx="0" cy="3667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5" name="Line 15">
            <a:extLst>
              <a:ext uri="{FF2B5EF4-FFF2-40B4-BE49-F238E27FC236}">
                <a16:creationId xmlns:a16="http://schemas.microsoft.com/office/drawing/2014/main" id="{CA98B5B7-17B4-40DB-901B-C18F6B13A2D7}"/>
              </a:ext>
            </a:extLst>
          </p:cNvPr>
          <p:cNvSpPr>
            <a:spLocks noChangeShapeType="1"/>
          </p:cNvSpPr>
          <p:nvPr/>
        </p:nvSpPr>
        <p:spPr bwMode="auto">
          <a:xfrm>
            <a:off x="9644063" y="3252788"/>
            <a:ext cx="0" cy="3667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6" name="Rectangle 16">
            <a:extLst>
              <a:ext uri="{FF2B5EF4-FFF2-40B4-BE49-F238E27FC236}">
                <a16:creationId xmlns:a16="http://schemas.microsoft.com/office/drawing/2014/main" id="{EB2ACF2B-6575-472D-B670-CC1B96CF43F8}"/>
              </a:ext>
            </a:extLst>
          </p:cNvPr>
          <p:cNvSpPr>
            <a:spLocks noChangeArrowheads="1"/>
          </p:cNvSpPr>
          <p:nvPr/>
        </p:nvSpPr>
        <p:spPr bwMode="auto">
          <a:xfrm>
            <a:off x="6278563" y="3449638"/>
            <a:ext cx="36195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800">
                <a:latin typeface="Times New Roman" panose="02020603050405020304" pitchFamily="18" charset="0"/>
              </a:rPr>
              <a:t>0</a:t>
            </a:r>
          </a:p>
        </p:txBody>
      </p:sp>
      <p:sp>
        <p:nvSpPr>
          <p:cNvPr id="20497" name="Rectangle 17">
            <a:extLst>
              <a:ext uri="{FF2B5EF4-FFF2-40B4-BE49-F238E27FC236}">
                <a16:creationId xmlns:a16="http://schemas.microsoft.com/office/drawing/2014/main" id="{7AADF010-A78E-42E0-95C6-8C169CFDDFEB}"/>
              </a:ext>
            </a:extLst>
          </p:cNvPr>
          <p:cNvSpPr>
            <a:spLocks noChangeArrowheads="1"/>
          </p:cNvSpPr>
          <p:nvPr/>
        </p:nvSpPr>
        <p:spPr bwMode="auto">
          <a:xfrm>
            <a:off x="6278563" y="2997200"/>
            <a:ext cx="6223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800">
                <a:latin typeface="Times New Roman" panose="02020603050405020304" pitchFamily="18" charset="0"/>
              </a:rPr>
              <a:t>5V</a:t>
            </a:r>
          </a:p>
        </p:txBody>
      </p:sp>
      <p:sp>
        <p:nvSpPr>
          <p:cNvPr id="20498" name="Line 18">
            <a:extLst>
              <a:ext uri="{FF2B5EF4-FFF2-40B4-BE49-F238E27FC236}">
                <a16:creationId xmlns:a16="http://schemas.microsoft.com/office/drawing/2014/main" id="{DE502E2A-B5B9-4A5B-B13A-95CE38C997FF}"/>
              </a:ext>
            </a:extLst>
          </p:cNvPr>
          <p:cNvSpPr>
            <a:spLocks noChangeShapeType="1"/>
          </p:cNvSpPr>
          <p:nvPr/>
        </p:nvSpPr>
        <p:spPr bwMode="auto">
          <a:xfrm>
            <a:off x="7062788" y="4021138"/>
            <a:ext cx="3605212" cy="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9" name="Line 19">
            <a:extLst>
              <a:ext uri="{FF2B5EF4-FFF2-40B4-BE49-F238E27FC236}">
                <a16:creationId xmlns:a16="http://schemas.microsoft.com/office/drawing/2014/main" id="{CD9BE651-3BAB-4ED9-9F93-FB22EC2D527C}"/>
              </a:ext>
            </a:extLst>
          </p:cNvPr>
          <p:cNvSpPr>
            <a:spLocks noChangeShapeType="1"/>
          </p:cNvSpPr>
          <p:nvPr/>
        </p:nvSpPr>
        <p:spPr bwMode="auto">
          <a:xfrm>
            <a:off x="8482013" y="2930525"/>
            <a:ext cx="0" cy="9477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0" name="Line 20">
            <a:extLst>
              <a:ext uri="{FF2B5EF4-FFF2-40B4-BE49-F238E27FC236}">
                <a16:creationId xmlns:a16="http://schemas.microsoft.com/office/drawing/2014/main" id="{4614C83E-8F1B-4522-A489-8AEFC6A4180F}"/>
              </a:ext>
            </a:extLst>
          </p:cNvPr>
          <p:cNvSpPr>
            <a:spLocks noChangeShapeType="1"/>
          </p:cNvSpPr>
          <p:nvPr/>
        </p:nvSpPr>
        <p:spPr bwMode="auto">
          <a:xfrm>
            <a:off x="7250113" y="3252788"/>
            <a:ext cx="0" cy="173037"/>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1" name="Line 21">
            <a:extLst>
              <a:ext uri="{FF2B5EF4-FFF2-40B4-BE49-F238E27FC236}">
                <a16:creationId xmlns:a16="http://schemas.microsoft.com/office/drawing/2014/main" id="{7E1BFA35-40ED-40B6-9DD2-69F2D9056C49}"/>
              </a:ext>
            </a:extLst>
          </p:cNvPr>
          <p:cNvSpPr>
            <a:spLocks noChangeShapeType="1"/>
          </p:cNvSpPr>
          <p:nvPr/>
        </p:nvSpPr>
        <p:spPr bwMode="auto">
          <a:xfrm>
            <a:off x="8205788" y="3448050"/>
            <a:ext cx="0" cy="17145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2" name="Line 22">
            <a:extLst>
              <a:ext uri="{FF2B5EF4-FFF2-40B4-BE49-F238E27FC236}">
                <a16:creationId xmlns:a16="http://schemas.microsoft.com/office/drawing/2014/main" id="{0F0D058B-6DE1-4F88-BD88-BB0408B9FB82}"/>
              </a:ext>
            </a:extLst>
          </p:cNvPr>
          <p:cNvSpPr>
            <a:spLocks noChangeShapeType="1"/>
          </p:cNvSpPr>
          <p:nvPr/>
        </p:nvSpPr>
        <p:spPr bwMode="auto">
          <a:xfrm>
            <a:off x="8205788" y="3252788"/>
            <a:ext cx="0" cy="17303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3" name="Rectangle 23">
            <a:extLst>
              <a:ext uri="{FF2B5EF4-FFF2-40B4-BE49-F238E27FC236}">
                <a16:creationId xmlns:a16="http://schemas.microsoft.com/office/drawing/2014/main" id="{1FD07329-99CD-487A-A931-7593C7D95B4A}"/>
              </a:ext>
            </a:extLst>
          </p:cNvPr>
          <p:cNvSpPr>
            <a:spLocks noChangeArrowheads="1"/>
          </p:cNvSpPr>
          <p:nvPr/>
        </p:nvSpPr>
        <p:spPr bwMode="auto">
          <a:xfrm>
            <a:off x="6894513" y="3563938"/>
            <a:ext cx="36195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800">
                <a:latin typeface="Times New Roman" panose="02020603050405020304" pitchFamily="18" charset="0"/>
              </a:rPr>
              <a:t>0</a:t>
            </a:r>
          </a:p>
        </p:txBody>
      </p:sp>
      <p:sp>
        <p:nvSpPr>
          <p:cNvPr id="20504" name="Line 24">
            <a:extLst>
              <a:ext uri="{FF2B5EF4-FFF2-40B4-BE49-F238E27FC236}">
                <a16:creationId xmlns:a16="http://schemas.microsoft.com/office/drawing/2014/main" id="{FB9B1C41-5D1B-4CB6-8F01-F1EECEFAA649}"/>
              </a:ext>
            </a:extLst>
          </p:cNvPr>
          <p:cNvSpPr>
            <a:spLocks noChangeShapeType="1"/>
          </p:cNvSpPr>
          <p:nvPr/>
        </p:nvSpPr>
        <p:spPr bwMode="auto">
          <a:xfrm>
            <a:off x="6407150" y="5980113"/>
            <a:ext cx="508000" cy="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5" name="Line 25">
            <a:extLst>
              <a:ext uri="{FF2B5EF4-FFF2-40B4-BE49-F238E27FC236}">
                <a16:creationId xmlns:a16="http://schemas.microsoft.com/office/drawing/2014/main" id="{2C58B250-B47B-4B38-A7D8-2B4ABB84B0C7}"/>
              </a:ext>
            </a:extLst>
          </p:cNvPr>
          <p:cNvSpPr>
            <a:spLocks noChangeShapeType="1"/>
          </p:cNvSpPr>
          <p:nvPr/>
        </p:nvSpPr>
        <p:spPr bwMode="auto">
          <a:xfrm>
            <a:off x="6940550" y="5751513"/>
            <a:ext cx="508000" cy="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6" name="Line 26">
            <a:extLst>
              <a:ext uri="{FF2B5EF4-FFF2-40B4-BE49-F238E27FC236}">
                <a16:creationId xmlns:a16="http://schemas.microsoft.com/office/drawing/2014/main" id="{380DFE17-E59F-49C3-93A8-686CF8008C1F}"/>
              </a:ext>
            </a:extLst>
          </p:cNvPr>
          <p:cNvSpPr>
            <a:spLocks noChangeShapeType="1"/>
          </p:cNvSpPr>
          <p:nvPr/>
        </p:nvSpPr>
        <p:spPr bwMode="auto">
          <a:xfrm>
            <a:off x="7473950" y="5522913"/>
            <a:ext cx="508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7" name="Line 27">
            <a:extLst>
              <a:ext uri="{FF2B5EF4-FFF2-40B4-BE49-F238E27FC236}">
                <a16:creationId xmlns:a16="http://schemas.microsoft.com/office/drawing/2014/main" id="{481E060D-507C-465A-AA3C-391DDD10E492}"/>
              </a:ext>
            </a:extLst>
          </p:cNvPr>
          <p:cNvSpPr>
            <a:spLocks noChangeShapeType="1"/>
          </p:cNvSpPr>
          <p:nvPr/>
        </p:nvSpPr>
        <p:spPr bwMode="auto">
          <a:xfrm>
            <a:off x="8007350" y="5294313"/>
            <a:ext cx="508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8" name="Line 28">
            <a:extLst>
              <a:ext uri="{FF2B5EF4-FFF2-40B4-BE49-F238E27FC236}">
                <a16:creationId xmlns:a16="http://schemas.microsoft.com/office/drawing/2014/main" id="{6D886A2F-78F6-45B3-95D1-1951F6EB97FF}"/>
              </a:ext>
            </a:extLst>
          </p:cNvPr>
          <p:cNvSpPr>
            <a:spLocks noChangeShapeType="1"/>
          </p:cNvSpPr>
          <p:nvPr/>
        </p:nvSpPr>
        <p:spPr bwMode="auto">
          <a:xfrm flipV="1">
            <a:off x="6927850" y="5738813"/>
            <a:ext cx="0" cy="25400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9" name="Line 29">
            <a:extLst>
              <a:ext uri="{FF2B5EF4-FFF2-40B4-BE49-F238E27FC236}">
                <a16:creationId xmlns:a16="http://schemas.microsoft.com/office/drawing/2014/main" id="{64F01A2B-1EAD-4801-A1B1-3A5B1486E51C}"/>
              </a:ext>
            </a:extLst>
          </p:cNvPr>
          <p:cNvSpPr>
            <a:spLocks noChangeShapeType="1"/>
          </p:cNvSpPr>
          <p:nvPr/>
        </p:nvSpPr>
        <p:spPr bwMode="auto">
          <a:xfrm flipV="1">
            <a:off x="7461250" y="5510213"/>
            <a:ext cx="0" cy="17780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0" name="Line 30">
            <a:extLst>
              <a:ext uri="{FF2B5EF4-FFF2-40B4-BE49-F238E27FC236}">
                <a16:creationId xmlns:a16="http://schemas.microsoft.com/office/drawing/2014/main" id="{09925159-4D29-4984-A65F-B0049CBE6D48}"/>
              </a:ext>
            </a:extLst>
          </p:cNvPr>
          <p:cNvSpPr>
            <a:spLocks noChangeShapeType="1"/>
          </p:cNvSpPr>
          <p:nvPr/>
        </p:nvSpPr>
        <p:spPr bwMode="auto">
          <a:xfrm flipV="1">
            <a:off x="7994650" y="5281613"/>
            <a:ext cx="0" cy="254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1" name="Line 31">
            <a:extLst>
              <a:ext uri="{FF2B5EF4-FFF2-40B4-BE49-F238E27FC236}">
                <a16:creationId xmlns:a16="http://schemas.microsoft.com/office/drawing/2014/main" id="{5D0F93FB-2AEB-49BA-82B7-68B9B06C7DA4}"/>
              </a:ext>
            </a:extLst>
          </p:cNvPr>
          <p:cNvSpPr>
            <a:spLocks noChangeShapeType="1"/>
          </p:cNvSpPr>
          <p:nvPr/>
        </p:nvSpPr>
        <p:spPr bwMode="auto">
          <a:xfrm>
            <a:off x="5873750" y="5980113"/>
            <a:ext cx="508000" cy="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2" name="Line 32">
            <a:extLst>
              <a:ext uri="{FF2B5EF4-FFF2-40B4-BE49-F238E27FC236}">
                <a16:creationId xmlns:a16="http://schemas.microsoft.com/office/drawing/2014/main" id="{9A5D7126-0A7C-41BB-9771-93CA1AEE7175}"/>
              </a:ext>
            </a:extLst>
          </p:cNvPr>
          <p:cNvSpPr>
            <a:spLocks noChangeShapeType="1"/>
          </p:cNvSpPr>
          <p:nvPr/>
        </p:nvSpPr>
        <p:spPr bwMode="auto">
          <a:xfrm>
            <a:off x="5340350" y="5751513"/>
            <a:ext cx="508000" cy="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3" name="Line 33">
            <a:extLst>
              <a:ext uri="{FF2B5EF4-FFF2-40B4-BE49-F238E27FC236}">
                <a16:creationId xmlns:a16="http://schemas.microsoft.com/office/drawing/2014/main" id="{41DD82A4-B7BB-4375-A699-C6BB62C42A36}"/>
              </a:ext>
            </a:extLst>
          </p:cNvPr>
          <p:cNvSpPr>
            <a:spLocks noChangeShapeType="1"/>
          </p:cNvSpPr>
          <p:nvPr/>
        </p:nvSpPr>
        <p:spPr bwMode="auto">
          <a:xfrm>
            <a:off x="4806950" y="5522913"/>
            <a:ext cx="508000" cy="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4" name="Line 34">
            <a:extLst>
              <a:ext uri="{FF2B5EF4-FFF2-40B4-BE49-F238E27FC236}">
                <a16:creationId xmlns:a16="http://schemas.microsoft.com/office/drawing/2014/main" id="{A4758D63-824D-4442-A99E-39A1EA8E9979}"/>
              </a:ext>
            </a:extLst>
          </p:cNvPr>
          <p:cNvSpPr>
            <a:spLocks noChangeShapeType="1"/>
          </p:cNvSpPr>
          <p:nvPr/>
        </p:nvSpPr>
        <p:spPr bwMode="auto">
          <a:xfrm>
            <a:off x="4273550" y="5294313"/>
            <a:ext cx="508000" cy="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5" name="Line 35">
            <a:extLst>
              <a:ext uri="{FF2B5EF4-FFF2-40B4-BE49-F238E27FC236}">
                <a16:creationId xmlns:a16="http://schemas.microsoft.com/office/drawing/2014/main" id="{28212A91-B6FD-4AA4-BA81-E9D5A8197498}"/>
              </a:ext>
            </a:extLst>
          </p:cNvPr>
          <p:cNvSpPr>
            <a:spLocks noChangeShapeType="1"/>
          </p:cNvSpPr>
          <p:nvPr/>
        </p:nvSpPr>
        <p:spPr bwMode="auto">
          <a:xfrm flipV="1">
            <a:off x="5861050" y="5738813"/>
            <a:ext cx="0" cy="25400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6" name="Line 36">
            <a:extLst>
              <a:ext uri="{FF2B5EF4-FFF2-40B4-BE49-F238E27FC236}">
                <a16:creationId xmlns:a16="http://schemas.microsoft.com/office/drawing/2014/main" id="{E243EA7E-DC9D-4169-85FF-D5AB43CB8E9F}"/>
              </a:ext>
            </a:extLst>
          </p:cNvPr>
          <p:cNvSpPr>
            <a:spLocks noChangeShapeType="1"/>
          </p:cNvSpPr>
          <p:nvPr/>
        </p:nvSpPr>
        <p:spPr bwMode="auto">
          <a:xfrm flipV="1">
            <a:off x="5327650" y="5510213"/>
            <a:ext cx="0" cy="25400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7" name="Line 37">
            <a:extLst>
              <a:ext uri="{FF2B5EF4-FFF2-40B4-BE49-F238E27FC236}">
                <a16:creationId xmlns:a16="http://schemas.microsoft.com/office/drawing/2014/main" id="{A2A78696-66C2-4A08-9FCD-507F62CF889D}"/>
              </a:ext>
            </a:extLst>
          </p:cNvPr>
          <p:cNvSpPr>
            <a:spLocks noChangeShapeType="1"/>
          </p:cNvSpPr>
          <p:nvPr/>
        </p:nvSpPr>
        <p:spPr bwMode="auto">
          <a:xfrm flipV="1">
            <a:off x="4794250" y="5281613"/>
            <a:ext cx="0" cy="25400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8" name="Line 38">
            <a:extLst>
              <a:ext uri="{FF2B5EF4-FFF2-40B4-BE49-F238E27FC236}">
                <a16:creationId xmlns:a16="http://schemas.microsoft.com/office/drawing/2014/main" id="{85B69BDD-02C9-4640-913F-0A54742D2057}"/>
              </a:ext>
            </a:extLst>
          </p:cNvPr>
          <p:cNvSpPr>
            <a:spLocks noChangeShapeType="1"/>
          </p:cNvSpPr>
          <p:nvPr/>
        </p:nvSpPr>
        <p:spPr bwMode="auto">
          <a:xfrm>
            <a:off x="2139950" y="5980113"/>
            <a:ext cx="508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9" name="Line 39">
            <a:extLst>
              <a:ext uri="{FF2B5EF4-FFF2-40B4-BE49-F238E27FC236}">
                <a16:creationId xmlns:a16="http://schemas.microsoft.com/office/drawing/2014/main" id="{4E84ECF8-2690-4F3F-A1BE-03E00EBC655E}"/>
              </a:ext>
            </a:extLst>
          </p:cNvPr>
          <p:cNvSpPr>
            <a:spLocks noChangeShapeType="1"/>
          </p:cNvSpPr>
          <p:nvPr/>
        </p:nvSpPr>
        <p:spPr bwMode="auto">
          <a:xfrm>
            <a:off x="2673350" y="5751513"/>
            <a:ext cx="508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0" name="Line 40">
            <a:extLst>
              <a:ext uri="{FF2B5EF4-FFF2-40B4-BE49-F238E27FC236}">
                <a16:creationId xmlns:a16="http://schemas.microsoft.com/office/drawing/2014/main" id="{EC7BFC2F-49A3-4057-84C2-F8C5B93CA19E}"/>
              </a:ext>
            </a:extLst>
          </p:cNvPr>
          <p:cNvSpPr>
            <a:spLocks noChangeShapeType="1"/>
          </p:cNvSpPr>
          <p:nvPr/>
        </p:nvSpPr>
        <p:spPr bwMode="auto">
          <a:xfrm>
            <a:off x="3206750" y="5522913"/>
            <a:ext cx="508000" cy="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1" name="Line 41">
            <a:extLst>
              <a:ext uri="{FF2B5EF4-FFF2-40B4-BE49-F238E27FC236}">
                <a16:creationId xmlns:a16="http://schemas.microsoft.com/office/drawing/2014/main" id="{C298F2E7-C921-41B8-9E10-A61A9B9A975E}"/>
              </a:ext>
            </a:extLst>
          </p:cNvPr>
          <p:cNvSpPr>
            <a:spLocks noChangeShapeType="1"/>
          </p:cNvSpPr>
          <p:nvPr/>
        </p:nvSpPr>
        <p:spPr bwMode="auto">
          <a:xfrm>
            <a:off x="3740150" y="5294313"/>
            <a:ext cx="508000" cy="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2" name="Line 42">
            <a:extLst>
              <a:ext uri="{FF2B5EF4-FFF2-40B4-BE49-F238E27FC236}">
                <a16:creationId xmlns:a16="http://schemas.microsoft.com/office/drawing/2014/main" id="{2DF0799A-C652-47D2-B453-A4263C30899B}"/>
              </a:ext>
            </a:extLst>
          </p:cNvPr>
          <p:cNvSpPr>
            <a:spLocks noChangeShapeType="1"/>
          </p:cNvSpPr>
          <p:nvPr/>
        </p:nvSpPr>
        <p:spPr bwMode="auto">
          <a:xfrm flipV="1">
            <a:off x="2660650" y="5738813"/>
            <a:ext cx="0" cy="254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3" name="Line 43">
            <a:extLst>
              <a:ext uri="{FF2B5EF4-FFF2-40B4-BE49-F238E27FC236}">
                <a16:creationId xmlns:a16="http://schemas.microsoft.com/office/drawing/2014/main" id="{2904EA1B-4B25-4BED-A069-D2AAE6715407}"/>
              </a:ext>
            </a:extLst>
          </p:cNvPr>
          <p:cNvSpPr>
            <a:spLocks noChangeShapeType="1"/>
          </p:cNvSpPr>
          <p:nvPr/>
        </p:nvSpPr>
        <p:spPr bwMode="auto">
          <a:xfrm flipV="1">
            <a:off x="3194050" y="5662613"/>
            <a:ext cx="0" cy="10160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4" name="Line 44">
            <a:extLst>
              <a:ext uri="{FF2B5EF4-FFF2-40B4-BE49-F238E27FC236}">
                <a16:creationId xmlns:a16="http://schemas.microsoft.com/office/drawing/2014/main" id="{A5467404-B834-4799-8C81-43DE39DCD10E}"/>
              </a:ext>
            </a:extLst>
          </p:cNvPr>
          <p:cNvSpPr>
            <a:spLocks noChangeShapeType="1"/>
          </p:cNvSpPr>
          <p:nvPr/>
        </p:nvSpPr>
        <p:spPr bwMode="auto">
          <a:xfrm flipV="1">
            <a:off x="3727450" y="5281613"/>
            <a:ext cx="0" cy="25400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5" name="Line 45">
            <a:extLst>
              <a:ext uri="{FF2B5EF4-FFF2-40B4-BE49-F238E27FC236}">
                <a16:creationId xmlns:a16="http://schemas.microsoft.com/office/drawing/2014/main" id="{03A56627-0952-438A-AD8F-BCC9FD403BBD}"/>
              </a:ext>
            </a:extLst>
          </p:cNvPr>
          <p:cNvSpPr>
            <a:spLocks noChangeShapeType="1"/>
          </p:cNvSpPr>
          <p:nvPr/>
        </p:nvSpPr>
        <p:spPr bwMode="auto">
          <a:xfrm>
            <a:off x="2216150" y="5675313"/>
            <a:ext cx="80518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0526" name="Group 46">
            <a:extLst>
              <a:ext uri="{FF2B5EF4-FFF2-40B4-BE49-F238E27FC236}">
                <a16:creationId xmlns:a16="http://schemas.microsoft.com/office/drawing/2014/main" id="{DCD5B0C9-234D-407F-9FFE-CEAF3237528C}"/>
              </a:ext>
            </a:extLst>
          </p:cNvPr>
          <p:cNvGrpSpPr>
            <a:grpSpLocks/>
          </p:cNvGrpSpPr>
          <p:nvPr/>
        </p:nvGrpSpPr>
        <p:grpSpPr bwMode="auto">
          <a:xfrm>
            <a:off x="8540750" y="5281613"/>
            <a:ext cx="1587500" cy="711200"/>
            <a:chOff x="0" y="0"/>
            <a:chExt cx="1000" cy="448"/>
          </a:xfrm>
        </p:grpSpPr>
        <p:sp>
          <p:nvSpPr>
            <p:cNvPr id="20533" name="Line 47">
              <a:extLst>
                <a:ext uri="{FF2B5EF4-FFF2-40B4-BE49-F238E27FC236}">
                  <a16:creationId xmlns:a16="http://schemas.microsoft.com/office/drawing/2014/main" id="{F6E64ABB-D3A9-4F21-965E-96A19ECAC7BA}"/>
                </a:ext>
              </a:extLst>
            </p:cNvPr>
            <p:cNvSpPr>
              <a:spLocks noChangeShapeType="1"/>
            </p:cNvSpPr>
            <p:nvPr/>
          </p:nvSpPr>
          <p:spPr bwMode="auto">
            <a:xfrm>
              <a:off x="672" y="296"/>
              <a:ext cx="32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34" name="Line 48">
              <a:extLst>
                <a:ext uri="{FF2B5EF4-FFF2-40B4-BE49-F238E27FC236}">
                  <a16:creationId xmlns:a16="http://schemas.microsoft.com/office/drawing/2014/main" id="{7892E7DB-48B2-42AB-B6FB-2FDC83BB9EC4}"/>
                </a:ext>
              </a:extLst>
            </p:cNvPr>
            <p:cNvSpPr>
              <a:spLocks noChangeShapeType="1"/>
            </p:cNvSpPr>
            <p:nvPr/>
          </p:nvSpPr>
          <p:spPr bwMode="auto">
            <a:xfrm>
              <a:off x="336" y="152"/>
              <a:ext cx="32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35" name="Line 49">
              <a:extLst>
                <a:ext uri="{FF2B5EF4-FFF2-40B4-BE49-F238E27FC236}">
                  <a16:creationId xmlns:a16="http://schemas.microsoft.com/office/drawing/2014/main" id="{FED766FB-FE29-4A60-AA94-7FA812EA5978}"/>
                </a:ext>
              </a:extLst>
            </p:cNvPr>
            <p:cNvSpPr>
              <a:spLocks noChangeShapeType="1"/>
            </p:cNvSpPr>
            <p:nvPr/>
          </p:nvSpPr>
          <p:spPr bwMode="auto">
            <a:xfrm>
              <a:off x="0" y="8"/>
              <a:ext cx="32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36" name="Line 50">
              <a:extLst>
                <a:ext uri="{FF2B5EF4-FFF2-40B4-BE49-F238E27FC236}">
                  <a16:creationId xmlns:a16="http://schemas.microsoft.com/office/drawing/2014/main" id="{057CDFDD-111D-42DE-BE4E-48C0A0CE18DC}"/>
                </a:ext>
              </a:extLst>
            </p:cNvPr>
            <p:cNvSpPr>
              <a:spLocks noChangeShapeType="1"/>
            </p:cNvSpPr>
            <p:nvPr/>
          </p:nvSpPr>
          <p:spPr bwMode="auto">
            <a:xfrm flipV="1">
              <a:off x="1000" y="288"/>
              <a:ext cx="0" cy="1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37" name="Line 51">
              <a:extLst>
                <a:ext uri="{FF2B5EF4-FFF2-40B4-BE49-F238E27FC236}">
                  <a16:creationId xmlns:a16="http://schemas.microsoft.com/office/drawing/2014/main" id="{FB357D53-7CE3-4163-A63E-FF4ADC262614}"/>
                </a:ext>
              </a:extLst>
            </p:cNvPr>
            <p:cNvSpPr>
              <a:spLocks noChangeShapeType="1"/>
            </p:cNvSpPr>
            <p:nvPr/>
          </p:nvSpPr>
          <p:spPr bwMode="auto">
            <a:xfrm flipV="1">
              <a:off x="664" y="144"/>
              <a:ext cx="0" cy="1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38" name="Line 52">
              <a:extLst>
                <a:ext uri="{FF2B5EF4-FFF2-40B4-BE49-F238E27FC236}">
                  <a16:creationId xmlns:a16="http://schemas.microsoft.com/office/drawing/2014/main" id="{0F7BFB1A-8362-4B31-9775-909F8D8B0CBE}"/>
                </a:ext>
              </a:extLst>
            </p:cNvPr>
            <p:cNvSpPr>
              <a:spLocks noChangeShapeType="1"/>
            </p:cNvSpPr>
            <p:nvPr/>
          </p:nvSpPr>
          <p:spPr bwMode="auto">
            <a:xfrm flipV="1">
              <a:off x="328" y="0"/>
              <a:ext cx="0" cy="1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27" name="Line 53">
            <a:extLst>
              <a:ext uri="{FF2B5EF4-FFF2-40B4-BE49-F238E27FC236}">
                <a16:creationId xmlns:a16="http://schemas.microsoft.com/office/drawing/2014/main" id="{B0ED4C8C-64C2-4029-9F90-5990074EE62D}"/>
              </a:ext>
            </a:extLst>
          </p:cNvPr>
          <p:cNvSpPr>
            <a:spLocks noChangeShapeType="1"/>
          </p:cNvSpPr>
          <p:nvPr/>
        </p:nvSpPr>
        <p:spPr bwMode="auto">
          <a:xfrm flipV="1">
            <a:off x="3194050" y="5510213"/>
            <a:ext cx="0" cy="17780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8" name="Line 54">
            <a:extLst>
              <a:ext uri="{FF2B5EF4-FFF2-40B4-BE49-F238E27FC236}">
                <a16:creationId xmlns:a16="http://schemas.microsoft.com/office/drawing/2014/main" id="{B15323C2-F1AE-46CD-BBDB-090EAB71751F}"/>
              </a:ext>
            </a:extLst>
          </p:cNvPr>
          <p:cNvSpPr>
            <a:spLocks noChangeShapeType="1"/>
          </p:cNvSpPr>
          <p:nvPr/>
        </p:nvSpPr>
        <p:spPr bwMode="auto">
          <a:xfrm>
            <a:off x="7461250" y="5688013"/>
            <a:ext cx="0" cy="5080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9" name="Rectangle 55">
            <a:extLst>
              <a:ext uri="{FF2B5EF4-FFF2-40B4-BE49-F238E27FC236}">
                <a16:creationId xmlns:a16="http://schemas.microsoft.com/office/drawing/2014/main" id="{FDC9A897-8C2E-4CC4-90E0-A89F2C85ADEE}"/>
              </a:ext>
            </a:extLst>
          </p:cNvPr>
          <p:cNvSpPr>
            <a:spLocks noChangeArrowheads="1"/>
          </p:cNvSpPr>
          <p:nvPr/>
        </p:nvSpPr>
        <p:spPr bwMode="auto">
          <a:xfrm>
            <a:off x="2112963" y="5614988"/>
            <a:ext cx="541337"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800">
                <a:latin typeface="Times New Roman" panose="02020603050405020304" pitchFamily="18" charset="0"/>
              </a:rPr>
              <a:t>00</a:t>
            </a:r>
          </a:p>
        </p:txBody>
      </p:sp>
      <p:sp>
        <p:nvSpPr>
          <p:cNvPr id="20530" name="Rectangle 56">
            <a:extLst>
              <a:ext uri="{FF2B5EF4-FFF2-40B4-BE49-F238E27FC236}">
                <a16:creationId xmlns:a16="http://schemas.microsoft.com/office/drawing/2014/main" id="{14DC66A6-5019-4792-A986-CAE42410658F}"/>
              </a:ext>
            </a:extLst>
          </p:cNvPr>
          <p:cNvSpPr>
            <a:spLocks noChangeArrowheads="1"/>
          </p:cNvSpPr>
          <p:nvPr/>
        </p:nvSpPr>
        <p:spPr bwMode="auto">
          <a:xfrm>
            <a:off x="2646363" y="5233988"/>
            <a:ext cx="541337"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800">
                <a:latin typeface="Times New Roman" panose="02020603050405020304" pitchFamily="18" charset="0"/>
              </a:rPr>
              <a:t>01</a:t>
            </a:r>
          </a:p>
        </p:txBody>
      </p:sp>
      <p:sp>
        <p:nvSpPr>
          <p:cNvPr id="20531" name="Rectangle 57">
            <a:extLst>
              <a:ext uri="{FF2B5EF4-FFF2-40B4-BE49-F238E27FC236}">
                <a16:creationId xmlns:a16="http://schemas.microsoft.com/office/drawing/2014/main" id="{27B3CDB8-40C4-4D28-8464-DC1C880353FB}"/>
              </a:ext>
            </a:extLst>
          </p:cNvPr>
          <p:cNvSpPr>
            <a:spLocks noChangeArrowheads="1"/>
          </p:cNvSpPr>
          <p:nvPr/>
        </p:nvSpPr>
        <p:spPr bwMode="auto">
          <a:xfrm>
            <a:off x="3179763" y="5081588"/>
            <a:ext cx="541337"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800">
                <a:latin typeface="Times New Roman" panose="02020603050405020304" pitchFamily="18" charset="0"/>
              </a:rPr>
              <a:t>10</a:t>
            </a:r>
          </a:p>
        </p:txBody>
      </p:sp>
      <p:sp>
        <p:nvSpPr>
          <p:cNvPr id="20532" name="Rectangle 58">
            <a:extLst>
              <a:ext uri="{FF2B5EF4-FFF2-40B4-BE49-F238E27FC236}">
                <a16:creationId xmlns:a16="http://schemas.microsoft.com/office/drawing/2014/main" id="{7820BD4A-232E-4565-8419-09E284DBE5D5}"/>
              </a:ext>
            </a:extLst>
          </p:cNvPr>
          <p:cNvSpPr>
            <a:spLocks noChangeArrowheads="1"/>
          </p:cNvSpPr>
          <p:nvPr/>
        </p:nvSpPr>
        <p:spPr bwMode="auto">
          <a:xfrm>
            <a:off x="3865563" y="4852988"/>
            <a:ext cx="536575"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800">
                <a:latin typeface="Times New Roman" panose="02020603050405020304" pitchFamily="18" charset="0"/>
              </a:rPr>
              <a:t>11</a:t>
            </a:r>
          </a:p>
        </p:txBody>
      </p:sp>
    </p:spTree>
  </p:cSld>
  <p:clrMapOvr>
    <a:masterClrMapping/>
  </p:clrMapOvr>
  <p:transition spd="med">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42F559AB-4E42-493E-8D23-4DDD4FF85AAD}"/>
              </a:ext>
            </a:extLst>
          </p:cNvPr>
          <p:cNvSpPr>
            <a:spLocks noGrp="1" noChangeArrowheads="1"/>
          </p:cNvSpPr>
          <p:nvPr>
            <p:ph type="title"/>
          </p:nvPr>
        </p:nvSpPr>
        <p:spPr>
          <a:xfrm>
            <a:off x="3352800" y="193675"/>
            <a:ext cx="5486400" cy="627063"/>
          </a:xfrm>
          <a:noFill/>
        </p:spPr>
        <p:txBody>
          <a:bodyPr/>
          <a:lstStyle/>
          <a:p>
            <a:pPr eaLnBrk="1" hangingPunct="1"/>
            <a:r>
              <a:rPr lang="zh-CN" altLang="zh-CN">
                <a:solidFill>
                  <a:schemeClr val="tx2"/>
                </a:solidFill>
                <a:latin typeface="华文楷体" panose="02010600040101010101" pitchFamily="2" charset="-122"/>
                <a:ea typeface="华文楷体" panose="02010600040101010101" pitchFamily="2" charset="-122"/>
              </a:rPr>
              <a:t>奈魁斯特</a:t>
            </a:r>
            <a:r>
              <a:rPr lang="zh-CN" altLang="zh-CN">
                <a:ea typeface="华文楷体" panose="02010600040101010101" pitchFamily="2" charset="-122"/>
              </a:rPr>
              <a:t>理论的限制</a:t>
            </a:r>
          </a:p>
        </p:txBody>
      </p:sp>
      <p:sp>
        <p:nvSpPr>
          <p:cNvPr id="21507" name="Text Box 3">
            <a:extLst>
              <a:ext uri="{FF2B5EF4-FFF2-40B4-BE49-F238E27FC236}">
                <a16:creationId xmlns:a16="http://schemas.microsoft.com/office/drawing/2014/main" id="{41289E32-C152-489A-A5F2-37DBC50F8F58}"/>
              </a:ext>
            </a:extLst>
          </p:cNvPr>
          <p:cNvSpPr txBox="1">
            <a:spLocks noChangeArrowheads="1"/>
          </p:cNvSpPr>
          <p:nvPr/>
        </p:nvSpPr>
        <p:spPr bwMode="auto">
          <a:xfrm>
            <a:off x="2259013" y="1673225"/>
            <a:ext cx="7673975" cy="351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5750" indent="-2857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6200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40000"/>
              </a:spcBef>
              <a:buClr>
                <a:schemeClr val="tx2"/>
              </a:buClr>
              <a:buSzPct val="75000"/>
              <a:buFont typeface="Wingdings" panose="05000000000000000000" pitchFamily="2" charset="2"/>
              <a:buChar char="t"/>
            </a:pPr>
            <a:r>
              <a:rPr lang="zh-CN" altLang="zh-CN" sz="2800">
                <a:latin typeface="华文楷体" panose="02010600040101010101" pitchFamily="2" charset="-122"/>
                <a:ea typeface="华文楷体" panose="02010600040101010101" pitchFamily="2" charset="-122"/>
              </a:rPr>
              <a:t>一切实际系统均散发和吸收能量  (如热能)</a:t>
            </a:r>
          </a:p>
          <a:p>
            <a:pPr eaLnBrk="1" hangingPunct="1">
              <a:spcBef>
                <a:spcPct val="40000"/>
              </a:spcBef>
              <a:buClr>
                <a:schemeClr val="tx2"/>
              </a:buClr>
              <a:buSzPct val="75000"/>
              <a:buFont typeface="Wingdings" panose="05000000000000000000" pitchFamily="2" charset="2"/>
              <a:buChar char="t"/>
            </a:pPr>
            <a:r>
              <a:rPr lang="zh-CN" altLang="zh-CN" sz="2800">
                <a:latin typeface="华文楷体" panose="02010600040101010101" pitchFamily="2" charset="-122"/>
                <a:ea typeface="华文楷体" panose="02010600040101010101" pitchFamily="2" charset="-122"/>
              </a:rPr>
              <a:t>工程上称之为不希望的能量噪音. </a:t>
            </a:r>
            <a:endParaRPr lang="zh-CN" altLang="zh-CN" sz="2800" i="1">
              <a:latin typeface="华文楷体" panose="02010600040101010101" pitchFamily="2" charset="-122"/>
              <a:ea typeface="华文楷体" panose="02010600040101010101" pitchFamily="2" charset="-122"/>
            </a:endParaRPr>
          </a:p>
          <a:p>
            <a:pPr eaLnBrk="1" hangingPunct="1">
              <a:spcBef>
                <a:spcPct val="40000"/>
              </a:spcBef>
              <a:buClr>
                <a:schemeClr val="tx2"/>
              </a:buClr>
              <a:buSzPct val="75000"/>
              <a:buFont typeface="Wingdings" panose="05000000000000000000" pitchFamily="2" charset="2"/>
              <a:buChar char="t"/>
            </a:pPr>
            <a:r>
              <a:rPr lang="zh-CN" altLang="zh-CN" sz="2800">
                <a:latin typeface="华文楷体" panose="02010600040101010101" pitchFamily="2" charset="-122"/>
                <a:ea typeface="华文楷体" panose="02010600040101010101" pitchFamily="2" charset="-122"/>
              </a:rPr>
              <a:t>Nyquist理论</a:t>
            </a:r>
          </a:p>
          <a:p>
            <a:pPr lvl="1" eaLnBrk="1" hangingPunct="1">
              <a:spcBef>
                <a:spcPct val="40000"/>
              </a:spcBef>
              <a:buClr>
                <a:schemeClr val="accent2"/>
              </a:buClr>
              <a:buSzPct val="75000"/>
              <a:buFont typeface="Wingdings" panose="05000000000000000000" pitchFamily="2" charset="2"/>
              <a:buChar char="ü"/>
            </a:pPr>
            <a:r>
              <a:rPr lang="zh-CN" altLang="zh-CN">
                <a:latin typeface="华文楷体" panose="02010600040101010101" pitchFamily="2" charset="-122"/>
                <a:ea typeface="华文楷体" panose="02010600040101010101" pitchFamily="2" charset="-122"/>
              </a:rPr>
              <a:t>假设的无噪音系统</a:t>
            </a:r>
          </a:p>
          <a:p>
            <a:pPr lvl="1" eaLnBrk="1" hangingPunct="1">
              <a:spcBef>
                <a:spcPct val="40000"/>
              </a:spcBef>
              <a:buClr>
                <a:schemeClr val="accent2"/>
              </a:buClr>
              <a:buSzPct val="75000"/>
              <a:buFont typeface="Wingdings" panose="05000000000000000000" pitchFamily="2" charset="2"/>
              <a:buChar char="ü"/>
            </a:pPr>
            <a:r>
              <a:rPr lang="zh-CN" altLang="zh-CN">
                <a:latin typeface="华文楷体" panose="02010600040101010101" pitchFamily="2" charset="-122"/>
                <a:ea typeface="华文楷体" panose="02010600040101010101" pitchFamily="2" charset="-122"/>
              </a:rPr>
              <a:t>只在理论上适用.</a:t>
            </a:r>
          </a:p>
          <a:p>
            <a:pPr eaLnBrk="1" hangingPunct="1">
              <a:spcBef>
                <a:spcPct val="40000"/>
              </a:spcBef>
              <a:buClr>
                <a:schemeClr val="tx2"/>
              </a:buClr>
              <a:buSzPct val="75000"/>
              <a:buFont typeface="Wingdings" panose="05000000000000000000" pitchFamily="2" charset="2"/>
              <a:buChar char="t"/>
            </a:pPr>
            <a:r>
              <a:rPr lang="zh-CN" altLang="zh-CN" sz="2800">
                <a:solidFill>
                  <a:schemeClr val="accent2"/>
                </a:solidFill>
                <a:latin typeface="华文楷体" panose="02010600040101010101" pitchFamily="2" charset="-122"/>
                <a:ea typeface="华文楷体" panose="02010600040101010101" pitchFamily="2" charset="-122"/>
              </a:rPr>
              <a:t>Shannon理论</a:t>
            </a:r>
            <a:r>
              <a:rPr lang="zh-CN" altLang="zh-CN" sz="2800">
                <a:latin typeface="华文楷体" panose="02010600040101010101" pitchFamily="2" charset="-122"/>
                <a:ea typeface="华文楷体" panose="02010600040101010101" pitchFamily="2" charset="-122"/>
              </a:rPr>
              <a:t>对存在噪音的情况作了修正.</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1507">
                                            <p:txEl>
                                              <p:pRg st="1" end="1"/>
                                            </p:txEl>
                                          </p:spTgt>
                                        </p:tgtEl>
                                        <p:attrNameLst>
                                          <p:attrName>style.visibility</p:attrName>
                                        </p:attrNameLst>
                                      </p:cBhvr>
                                      <p:to>
                                        <p:strVal val="visible"/>
                                      </p:to>
                                    </p:set>
                                    <p:anim calcmode="lin" valueType="num">
                                      <p:cBhvr additive="base">
                                        <p:cTn id="13" dur="500" fill="hold"/>
                                        <p:tgtEl>
                                          <p:spTgt spid="2150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150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1507">
                                            <p:txEl>
                                              <p:pRg st="2" end="2"/>
                                            </p:txEl>
                                          </p:spTgt>
                                        </p:tgtEl>
                                        <p:attrNameLst>
                                          <p:attrName>style.visibility</p:attrName>
                                        </p:attrNameLst>
                                      </p:cBhvr>
                                      <p:to>
                                        <p:strVal val="visible"/>
                                      </p:to>
                                    </p:set>
                                    <p:anim calcmode="lin" valueType="num">
                                      <p:cBhvr additive="base">
                                        <p:cTn id="19" dur="500" fill="hold"/>
                                        <p:tgtEl>
                                          <p:spTgt spid="2150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1507">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21507">
                                            <p:txEl>
                                              <p:pRg st="3" end="3"/>
                                            </p:txEl>
                                          </p:spTgt>
                                        </p:tgtEl>
                                        <p:attrNameLst>
                                          <p:attrName>style.visibility</p:attrName>
                                        </p:attrNameLst>
                                      </p:cBhvr>
                                      <p:to>
                                        <p:strVal val="visible"/>
                                      </p:to>
                                    </p:set>
                                    <p:anim calcmode="lin" valueType="num">
                                      <p:cBhvr additive="base">
                                        <p:cTn id="23" dur="500" fill="hold"/>
                                        <p:tgtEl>
                                          <p:spTgt spid="21507">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21507">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21507">
                                            <p:txEl>
                                              <p:pRg st="4" end="4"/>
                                            </p:txEl>
                                          </p:spTgt>
                                        </p:tgtEl>
                                        <p:attrNameLst>
                                          <p:attrName>style.visibility</p:attrName>
                                        </p:attrNameLst>
                                      </p:cBhvr>
                                      <p:to>
                                        <p:strVal val="visible"/>
                                      </p:to>
                                    </p:set>
                                    <p:anim calcmode="lin" valueType="num">
                                      <p:cBhvr additive="base">
                                        <p:cTn id="27" dur="500" fill="hold"/>
                                        <p:tgtEl>
                                          <p:spTgt spid="21507">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2150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21507">
                                            <p:txEl>
                                              <p:pRg st="5" end="5"/>
                                            </p:txEl>
                                          </p:spTgt>
                                        </p:tgtEl>
                                        <p:attrNameLst>
                                          <p:attrName>style.visibility</p:attrName>
                                        </p:attrNameLst>
                                      </p:cBhvr>
                                      <p:to>
                                        <p:strVal val="visible"/>
                                      </p:to>
                                    </p:set>
                                    <p:anim calcmode="lin" valueType="num">
                                      <p:cBhvr additive="base">
                                        <p:cTn id="33" dur="500" fill="hold"/>
                                        <p:tgtEl>
                                          <p:spTgt spid="21507">
                                            <p:txEl>
                                              <p:pRg st="5" end="5"/>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2150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D75A7AEE-BCCB-48CF-AB1A-86339220C613}"/>
              </a:ext>
            </a:extLst>
          </p:cNvPr>
          <p:cNvSpPr>
            <a:spLocks noGrp="1" noChangeArrowheads="1"/>
          </p:cNvSpPr>
          <p:nvPr>
            <p:ph type="title"/>
          </p:nvPr>
        </p:nvSpPr>
        <p:spPr>
          <a:xfrm>
            <a:off x="2235200" y="296863"/>
            <a:ext cx="7772400" cy="576262"/>
          </a:xfrm>
          <a:noFill/>
        </p:spPr>
        <p:txBody>
          <a:bodyPr/>
          <a:lstStyle/>
          <a:p>
            <a:pPr eaLnBrk="1" hangingPunct="1"/>
            <a:r>
              <a:rPr lang="zh-CN" altLang="zh-CN">
                <a:ea typeface="华文楷体" panose="02010600040101010101" pitchFamily="2" charset="-122"/>
              </a:rPr>
              <a:t>Shannon理论</a:t>
            </a:r>
          </a:p>
        </p:txBody>
      </p:sp>
      <p:grpSp>
        <p:nvGrpSpPr>
          <p:cNvPr id="22531" name="Group 3">
            <a:extLst>
              <a:ext uri="{FF2B5EF4-FFF2-40B4-BE49-F238E27FC236}">
                <a16:creationId xmlns:a16="http://schemas.microsoft.com/office/drawing/2014/main" id="{8AE3EB01-A250-4BAB-A2E9-370F48758F16}"/>
              </a:ext>
            </a:extLst>
          </p:cNvPr>
          <p:cNvGrpSpPr>
            <a:grpSpLocks/>
          </p:cNvGrpSpPr>
          <p:nvPr/>
        </p:nvGrpSpPr>
        <p:grpSpPr bwMode="auto">
          <a:xfrm>
            <a:off x="1524000" y="1503363"/>
            <a:ext cx="8639175" cy="3851275"/>
            <a:chOff x="0" y="0"/>
            <a:chExt cx="5442" cy="2426"/>
          </a:xfrm>
        </p:grpSpPr>
        <p:sp>
          <p:nvSpPr>
            <p:cNvPr id="22532" name="Text Box 4">
              <a:extLst>
                <a:ext uri="{FF2B5EF4-FFF2-40B4-BE49-F238E27FC236}">
                  <a16:creationId xmlns:a16="http://schemas.microsoft.com/office/drawing/2014/main" id="{EEC6CD24-38A5-4B72-B4FA-64C1A2D1220F}"/>
                </a:ext>
              </a:extLst>
            </p:cNvPr>
            <p:cNvSpPr txBox="1">
              <a:spLocks noChangeArrowheads="1"/>
            </p:cNvSpPr>
            <p:nvPr/>
          </p:nvSpPr>
          <p:spPr bwMode="auto">
            <a:xfrm>
              <a:off x="1106" y="0"/>
              <a:ext cx="4336" cy="2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sz="2800">
                  <a:latin typeface="华文楷体" panose="02010600040101010101" pitchFamily="2" charset="-122"/>
                  <a:ea typeface="华文楷体" panose="02010600040101010101" pitchFamily="2" charset="-122"/>
                </a:rPr>
                <a:t>给定了噪音环境下的信道容量 :</a:t>
              </a:r>
            </a:p>
            <a:p>
              <a:pPr eaLnBrk="1" hangingPunct="1">
                <a:lnSpc>
                  <a:spcPct val="120000"/>
                </a:lnSpc>
                <a:buFont typeface="Wingdings" panose="05000000000000000000" pitchFamily="2" charset="2"/>
                <a:buNone/>
              </a:pPr>
              <a:r>
                <a:rPr lang="zh-CN" altLang="zh-CN" sz="3600" b="1" i="1">
                  <a:solidFill>
                    <a:schemeClr val="accent2"/>
                  </a:solidFill>
                  <a:latin typeface="华文楷体" panose="02010600040101010101" pitchFamily="2" charset="-122"/>
                  <a:ea typeface="华文楷体" panose="02010600040101010101" pitchFamily="2" charset="-122"/>
                </a:rPr>
                <a:t>C= B log</a:t>
              </a:r>
              <a:r>
                <a:rPr lang="zh-CN" altLang="zh-CN" sz="3600" b="1" i="1" baseline="-25000">
                  <a:solidFill>
                    <a:schemeClr val="accent2"/>
                  </a:solidFill>
                  <a:latin typeface="华文楷体" panose="02010600040101010101" pitchFamily="2" charset="-122"/>
                  <a:ea typeface="华文楷体" panose="02010600040101010101" pitchFamily="2" charset="-122"/>
                </a:rPr>
                <a:t>2</a:t>
              </a:r>
              <a:r>
                <a:rPr lang="zh-CN" altLang="zh-CN" sz="3600" b="1" i="1">
                  <a:solidFill>
                    <a:schemeClr val="accent2"/>
                  </a:solidFill>
                  <a:latin typeface="华文楷体" panose="02010600040101010101" pitchFamily="2" charset="-122"/>
                  <a:ea typeface="华文楷体" panose="02010600040101010101" pitchFamily="2" charset="-122"/>
                </a:rPr>
                <a:t> (1 + S/N)</a:t>
              </a:r>
            </a:p>
            <a:p>
              <a:pPr eaLnBrk="1" hangingPunct="1">
                <a:buFont typeface="Wingdings" panose="05000000000000000000" pitchFamily="2" charset="2"/>
                <a:buNone/>
              </a:pPr>
              <a:endParaRPr lang="zh-CN" altLang="zh-CN" sz="280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zh-CN" altLang="zh-CN" sz="2800">
                  <a:latin typeface="华文楷体" panose="02010600040101010101" pitchFamily="2" charset="-122"/>
                  <a:ea typeface="华文楷体" panose="02010600040101010101" pitchFamily="2" charset="-122"/>
                </a:rPr>
                <a:t>其中</a:t>
              </a:r>
            </a:p>
            <a:p>
              <a:pPr lvl="1" eaLnBrk="1" hangingPunct="1"/>
              <a:r>
                <a:rPr lang="zh-CN" altLang="zh-CN" i="1">
                  <a:latin typeface="华文楷体" panose="02010600040101010101" pitchFamily="2" charset="-122"/>
                  <a:ea typeface="华文楷体" panose="02010600040101010101" pitchFamily="2" charset="-122"/>
                </a:rPr>
                <a:t> </a:t>
              </a:r>
              <a:r>
                <a:rPr lang="zh-CN" altLang="zh-CN" i="1">
                  <a:solidFill>
                    <a:schemeClr val="folHlink"/>
                  </a:solidFill>
                  <a:latin typeface="华文楷体" panose="02010600040101010101" pitchFamily="2" charset="-122"/>
                  <a:ea typeface="华文楷体" panose="02010600040101010101" pitchFamily="2" charset="-122"/>
                </a:rPr>
                <a:t>C</a:t>
              </a:r>
              <a:r>
                <a:rPr lang="zh-CN" altLang="zh-CN">
                  <a:latin typeface="华文楷体" panose="02010600040101010101" pitchFamily="2" charset="-122"/>
                  <a:ea typeface="华文楷体" panose="02010600040101010101" pitchFamily="2" charset="-122"/>
                </a:rPr>
                <a:t> 为有效信道容量(bps) </a:t>
              </a:r>
            </a:p>
            <a:p>
              <a:pPr lvl="1" eaLnBrk="1" hangingPunct="1"/>
              <a:r>
                <a:rPr lang="zh-CN" altLang="zh-CN" i="1">
                  <a:solidFill>
                    <a:schemeClr val="folHlink"/>
                  </a:solidFill>
                  <a:latin typeface="华文楷体" panose="02010600040101010101" pitchFamily="2" charset="-122"/>
                  <a:ea typeface="华文楷体" panose="02010600040101010101" pitchFamily="2" charset="-122"/>
                </a:rPr>
                <a:t> S</a:t>
              </a:r>
              <a:r>
                <a:rPr lang="zh-CN" altLang="zh-CN">
                  <a:latin typeface="华文楷体" panose="02010600040101010101" pitchFamily="2" charset="-122"/>
                  <a:ea typeface="华文楷体" panose="02010600040101010101" pitchFamily="2" charset="-122"/>
                </a:rPr>
                <a:t> 为平均能量 (</a:t>
              </a:r>
              <a:r>
                <a:rPr lang="zh-CN" altLang="zh-CN" i="1">
                  <a:latin typeface="华文楷体" panose="02010600040101010101" pitchFamily="2" charset="-122"/>
                  <a:ea typeface="华文楷体" panose="02010600040101010101" pitchFamily="2" charset="-122"/>
                </a:rPr>
                <a:t>信号</a:t>
              </a:r>
              <a:r>
                <a:rPr lang="zh-CN" altLang="zh-CN">
                  <a:latin typeface="华文楷体" panose="02010600040101010101" pitchFamily="2" charset="-122"/>
                  <a:ea typeface="华文楷体" panose="02010600040101010101" pitchFamily="2" charset="-122"/>
                </a:rPr>
                <a:t>)</a:t>
              </a:r>
            </a:p>
            <a:p>
              <a:pPr lvl="1" eaLnBrk="1" hangingPunct="1"/>
              <a:r>
                <a:rPr lang="zh-CN" altLang="zh-CN" i="1">
                  <a:latin typeface="华文楷体" panose="02010600040101010101" pitchFamily="2" charset="-122"/>
                  <a:ea typeface="华文楷体" panose="02010600040101010101" pitchFamily="2" charset="-122"/>
                </a:rPr>
                <a:t> </a:t>
              </a:r>
              <a:r>
                <a:rPr lang="zh-CN" altLang="zh-CN" i="1">
                  <a:solidFill>
                    <a:schemeClr val="folHlink"/>
                  </a:solidFill>
                  <a:latin typeface="华文楷体" panose="02010600040101010101" pitchFamily="2" charset="-122"/>
                  <a:ea typeface="华文楷体" panose="02010600040101010101" pitchFamily="2" charset="-122"/>
                </a:rPr>
                <a:t>N </a:t>
              </a:r>
              <a:r>
                <a:rPr lang="zh-CN" altLang="zh-CN">
                  <a:latin typeface="华文楷体" panose="02010600040101010101" pitchFamily="2" charset="-122"/>
                  <a:ea typeface="华文楷体" panose="02010600040101010101" pitchFamily="2" charset="-122"/>
                </a:rPr>
                <a:t>为噪音</a:t>
              </a:r>
              <a:endParaRPr lang="zh-CN" altLang="zh-CN" i="1">
                <a:latin typeface="华文楷体" panose="02010600040101010101" pitchFamily="2" charset="-122"/>
                <a:ea typeface="华文楷体" panose="02010600040101010101" pitchFamily="2" charset="-122"/>
              </a:endParaRPr>
            </a:p>
          </p:txBody>
        </p:sp>
        <p:sp>
          <p:nvSpPr>
            <p:cNvPr id="22533" name="未知">
              <a:extLst>
                <a:ext uri="{FF2B5EF4-FFF2-40B4-BE49-F238E27FC236}">
                  <a16:creationId xmlns:a16="http://schemas.microsoft.com/office/drawing/2014/main" id="{BA91510E-4C0D-43CD-B8C0-F3873C7A4A39}"/>
                </a:ext>
              </a:extLst>
            </p:cNvPr>
            <p:cNvSpPr>
              <a:spLocks/>
            </p:cNvSpPr>
            <p:nvPr/>
          </p:nvSpPr>
          <p:spPr bwMode="auto">
            <a:xfrm>
              <a:off x="966" y="827"/>
              <a:ext cx="846" cy="318"/>
            </a:xfrm>
            <a:custGeom>
              <a:avLst/>
              <a:gdLst>
                <a:gd name="T0" fmla="*/ 0 w 846"/>
                <a:gd name="T1" fmla="*/ 318 h 318"/>
                <a:gd name="T2" fmla="*/ 846 w 846"/>
                <a:gd name="T3" fmla="*/ 318 h 318"/>
                <a:gd name="T4" fmla="*/ 846 w 846"/>
                <a:gd name="T5" fmla="*/ 0 h 318"/>
                <a:gd name="T6" fmla="*/ 0 60000 65536"/>
                <a:gd name="T7" fmla="*/ 0 60000 65536"/>
                <a:gd name="T8" fmla="*/ 0 60000 65536"/>
              </a:gdLst>
              <a:ahLst/>
              <a:cxnLst>
                <a:cxn ang="T6">
                  <a:pos x="T0" y="T1"/>
                </a:cxn>
                <a:cxn ang="T7">
                  <a:pos x="T2" y="T3"/>
                </a:cxn>
                <a:cxn ang="T8">
                  <a:pos x="T4" y="T5"/>
                </a:cxn>
              </a:cxnLst>
              <a:rect l="0" t="0" r="r" b="b"/>
              <a:pathLst>
                <a:path w="846" h="318">
                  <a:moveTo>
                    <a:pt x="0" y="318"/>
                  </a:moveTo>
                  <a:lnTo>
                    <a:pt x="846" y="318"/>
                  </a:lnTo>
                  <a:lnTo>
                    <a:pt x="846" y="0"/>
                  </a:lnTo>
                </a:path>
              </a:pathLst>
            </a:custGeom>
            <a:noFill/>
            <a:ln w="9525" cmpd="sng">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34" name="未知">
              <a:extLst>
                <a:ext uri="{FF2B5EF4-FFF2-40B4-BE49-F238E27FC236}">
                  <a16:creationId xmlns:a16="http://schemas.microsoft.com/office/drawing/2014/main" id="{FE1B4DC6-08F2-46C9-BA22-B5CBC7D3F331}"/>
                </a:ext>
              </a:extLst>
            </p:cNvPr>
            <p:cNvSpPr>
              <a:spLocks/>
            </p:cNvSpPr>
            <p:nvPr/>
          </p:nvSpPr>
          <p:spPr bwMode="auto">
            <a:xfrm flipH="1">
              <a:off x="3691" y="834"/>
              <a:ext cx="835" cy="318"/>
            </a:xfrm>
            <a:custGeom>
              <a:avLst/>
              <a:gdLst>
                <a:gd name="T0" fmla="*/ 0 w 846"/>
                <a:gd name="T1" fmla="*/ 318 h 318"/>
                <a:gd name="T2" fmla="*/ 732 w 846"/>
                <a:gd name="T3" fmla="*/ 318 h 318"/>
                <a:gd name="T4" fmla="*/ 732 w 846"/>
                <a:gd name="T5" fmla="*/ 0 h 318"/>
                <a:gd name="T6" fmla="*/ 0 60000 65536"/>
                <a:gd name="T7" fmla="*/ 0 60000 65536"/>
                <a:gd name="T8" fmla="*/ 0 60000 65536"/>
              </a:gdLst>
              <a:ahLst/>
              <a:cxnLst>
                <a:cxn ang="T6">
                  <a:pos x="T0" y="T1"/>
                </a:cxn>
                <a:cxn ang="T7">
                  <a:pos x="T2" y="T3"/>
                </a:cxn>
                <a:cxn ang="T8">
                  <a:pos x="T4" y="T5"/>
                </a:cxn>
              </a:cxnLst>
              <a:rect l="0" t="0" r="r" b="b"/>
              <a:pathLst>
                <a:path w="846" h="318">
                  <a:moveTo>
                    <a:pt x="0" y="318"/>
                  </a:moveTo>
                  <a:lnTo>
                    <a:pt x="846" y="318"/>
                  </a:lnTo>
                  <a:lnTo>
                    <a:pt x="846" y="0"/>
                  </a:lnTo>
                </a:path>
              </a:pathLst>
            </a:custGeom>
            <a:noFill/>
            <a:ln w="9525" cmpd="sng">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35" name="Text Box 7">
              <a:extLst>
                <a:ext uri="{FF2B5EF4-FFF2-40B4-BE49-F238E27FC236}">
                  <a16:creationId xmlns:a16="http://schemas.microsoft.com/office/drawing/2014/main" id="{FED9344C-A66B-4F9A-9D56-FF2A9A4749DC}"/>
                </a:ext>
              </a:extLst>
            </p:cNvPr>
            <p:cNvSpPr txBox="1">
              <a:spLocks noChangeArrowheads="1"/>
            </p:cNvSpPr>
            <p:nvPr/>
          </p:nvSpPr>
          <p:spPr bwMode="auto">
            <a:xfrm>
              <a:off x="0" y="856"/>
              <a:ext cx="14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400">
                  <a:solidFill>
                    <a:srgbClr val="000099"/>
                  </a:solidFill>
                  <a:latin typeface="华文楷体" panose="02010600040101010101" pitchFamily="2" charset="-122"/>
                  <a:ea typeface="华文楷体" panose="02010600040101010101" pitchFamily="2" charset="-122"/>
                </a:rPr>
                <a:t>Bandwidth of link</a:t>
              </a:r>
            </a:p>
          </p:txBody>
        </p:sp>
        <p:sp>
          <p:nvSpPr>
            <p:cNvPr id="22536" name="Text Box 8">
              <a:extLst>
                <a:ext uri="{FF2B5EF4-FFF2-40B4-BE49-F238E27FC236}">
                  <a16:creationId xmlns:a16="http://schemas.microsoft.com/office/drawing/2014/main" id="{AEB1A71A-7AE1-4115-8C4D-88818805013E}"/>
                </a:ext>
              </a:extLst>
            </p:cNvPr>
            <p:cNvSpPr txBox="1">
              <a:spLocks noChangeArrowheads="1"/>
            </p:cNvSpPr>
            <p:nvPr/>
          </p:nvSpPr>
          <p:spPr bwMode="auto">
            <a:xfrm>
              <a:off x="3710" y="839"/>
              <a:ext cx="16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400">
                  <a:solidFill>
                    <a:srgbClr val="000099"/>
                  </a:solidFill>
                  <a:latin typeface="华文楷体" panose="02010600040101010101" pitchFamily="2" charset="-122"/>
                  <a:ea typeface="华文楷体" panose="02010600040101010101" pitchFamily="2" charset="-122"/>
                </a:rPr>
                <a:t>Signal-to-Noise ratio</a:t>
              </a:r>
            </a:p>
          </p:txBody>
        </p:sp>
      </p:grpSp>
    </p:spTree>
  </p:cSld>
  <p:clrMapOvr>
    <a:masterClrMapping/>
  </p:clrMapOvr>
  <p:transition spd="med">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02252C8A-50DC-4194-A68F-EB53F183512F}"/>
              </a:ext>
            </a:extLst>
          </p:cNvPr>
          <p:cNvSpPr>
            <a:spLocks noGrp="1" noChangeArrowheads="1"/>
          </p:cNvSpPr>
          <p:nvPr>
            <p:ph type="title"/>
          </p:nvPr>
        </p:nvSpPr>
        <p:spPr>
          <a:xfrm>
            <a:off x="4291013" y="168275"/>
            <a:ext cx="3479800" cy="536575"/>
          </a:xfrm>
          <a:noFill/>
        </p:spPr>
        <p:txBody>
          <a:bodyPr/>
          <a:lstStyle/>
          <a:p>
            <a:pPr eaLnBrk="1" hangingPunct="1"/>
            <a:r>
              <a:rPr lang="zh-CN" altLang="zh-CN">
                <a:ea typeface="华文楷体" panose="02010600040101010101" pitchFamily="2" charset="-122"/>
              </a:rPr>
              <a:t>信噪比</a:t>
            </a:r>
          </a:p>
        </p:txBody>
      </p:sp>
      <p:sp>
        <p:nvSpPr>
          <p:cNvPr id="23555" name="Text Box 3">
            <a:extLst>
              <a:ext uri="{FF2B5EF4-FFF2-40B4-BE49-F238E27FC236}">
                <a16:creationId xmlns:a16="http://schemas.microsoft.com/office/drawing/2014/main" id="{0F1E122F-4561-427F-BA74-1BB9216F0B6B}"/>
              </a:ext>
            </a:extLst>
          </p:cNvPr>
          <p:cNvSpPr txBox="1">
            <a:spLocks noChangeArrowheads="1"/>
          </p:cNvSpPr>
          <p:nvPr/>
        </p:nvSpPr>
        <p:spPr bwMode="auto">
          <a:xfrm>
            <a:off x="1941513" y="1428750"/>
            <a:ext cx="8180387"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10000"/>
              </a:spcBef>
              <a:buClrTx/>
              <a:buSzTx/>
              <a:buFontTx/>
              <a:buNone/>
            </a:pPr>
            <a:r>
              <a:rPr lang="zh-CN" altLang="zh-CN">
                <a:latin typeface="华文楷体" panose="02010600040101010101" pitchFamily="2" charset="-122"/>
                <a:ea typeface="华文楷体" panose="02010600040101010101" pitchFamily="2" charset="-122"/>
              </a:rPr>
              <a:t>热噪声以信号功率（S）与噪声功率（N）之比（S/N:信噪比）来度量。习惯上，通常人们并不直接使用信噪比（S/N）本身，而是使用10log</a:t>
            </a:r>
            <a:r>
              <a:rPr lang="zh-CN" altLang="zh-CN" baseline="-14000">
                <a:latin typeface="华文楷体" panose="02010600040101010101" pitchFamily="2" charset="-122"/>
                <a:ea typeface="华文楷体" panose="02010600040101010101" pitchFamily="2" charset="-122"/>
              </a:rPr>
              <a:t>10</a:t>
            </a:r>
            <a:r>
              <a:rPr lang="zh-CN" altLang="zh-CN">
                <a:latin typeface="华文楷体" panose="02010600040101010101" pitchFamily="2" charset="-122"/>
                <a:ea typeface="华文楷体" panose="02010600040101010101" pitchFamily="2" charset="-122"/>
              </a:rPr>
              <a:t>(S/N),其单位为分贝（dB）。</a:t>
            </a:r>
          </a:p>
          <a:p>
            <a:pPr algn="just" eaLnBrk="1" hangingPunct="1">
              <a:spcBef>
                <a:spcPct val="10000"/>
              </a:spcBef>
              <a:buClrTx/>
              <a:buSzTx/>
              <a:buFontTx/>
              <a:buNone/>
            </a:pPr>
            <a:r>
              <a:rPr lang="zh-CN" altLang="zh-CN">
                <a:latin typeface="华文楷体" panose="02010600040101010101" pitchFamily="2" charset="-122"/>
                <a:ea typeface="华文楷体" panose="02010600040101010101" pitchFamily="2" charset="-122"/>
              </a:rPr>
              <a:t>   </a:t>
            </a:r>
          </a:p>
          <a:p>
            <a:pPr algn="just" eaLnBrk="1" hangingPunct="1">
              <a:spcBef>
                <a:spcPct val="10000"/>
              </a:spcBef>
              <a:buClrTx/>
              <a:buSzTx/>
              <a:buFontTx/>
              <a:buNone/>
            </a:pPr>
            <a:r>
              <a:rPr lang="zh-CN" altLang="zh-CN">
                <a:latin typeface="华文楷体" panose="02010600040101010101" pitchFamily="2" charset="-122"/>
                <a:ea typeface="华文楷体" panose="02010600040101010101" pitchFamily="2" charset="-122"/>
              </a:rPr>
              <a:t>   S/N=10，  则是10 dB</a:t>
            </a:r>
          </a:p>
          <a:p>
            <a:pPr algn="just" eaLnBrk="1" hangingPunct="1">
              <a:spcBef>
                <a:spcPct val="10000"/>
              </a:spcBef>
              <a:buClrTx/>
              <a:buSzTx/>
              <a:buFontTx/>
              <a:buNone/>
            </a:pPr>
            <a:r>
              <a:rPr lang="zh-CN" altLang="zh-CN">
                <a:latin typeface="华文楷体" panose="02010600040101010101" pitchFamily="2" charset="-122"/>
                <a:ea typeface="华文楷体" panose="02010600040101010101" pitchFamily="2" charset="-122"/>
              </a:rPr>
              <a:t>   S/N=100， 则是20 dB</a:t>
            </a:r>
          </a:p>
          <a:p>
            <a:pPr algn="just" eaLnBrk="1" hangingPunct="1">
              <a:spcBef>
                <a:spcPct val="10000"/>
              </a:spcBef>
              <a:buClrTx/>
              <a:buSzTx/>
              <a:buFontTx/>
              <a:buNone/>
            </a:pPr>
            <a:r>
              <a:rPr lang="zh-CN" altLang="zh-CN">
                <a:latin typeface="华文楷体" panose="02010600040101010101" pitchFamily="2" charset="-122"/>
                <a:ea typeface="华文楷体" panose="02010600040101010101" pitchFamily="2" charset="-122"/>
              </a:rPr>
              <a:t>   S/N=1000，则是30 dB</a:t>
            </a:r>
          </a:p>
          <a:p>
            <a:pPr algn="just" eaLnBrk="1" hangingPunct="1">
              <a:spcBef>
                <a:spcPct val="10000"/>
              </a:spcBef>
              <a:buClrTx/>
              <a:buSzTx/>
              <a:buFontTx/>
              <a:buNone/>
            </a:pPr>
            <a:r>
              <a:rPr lang="zh-CN" altLang="zh-CN">
                <a:latin typeface="华文楷体" panose="02010600040101010101" pitchFamily="2" charset="-122"/>
                <a:ea typeface="华文楷体" panose="02010600040101010101" pitchFamily="2" charset="-122"/>
              </a:rPr>
              <a:t>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 calcmode="lin" valueType="num">
                                      <p:cBhvr additive="base">
                                        <p:cTn id="7" dur="500" fill="hold"/>
                                        <p:tgtEl>
                                          <p:spTgt spid="2355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35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3555">
                                            <p:txEl>
                                              <p:pRg st="1" end="1"/>
                                            </p:txEl>
                                          </p:spTgt>
                                        </p:tgtEl>
                                        <p:attrNameLst>
                                          <p:attrName>style.visibility</p:attrName>
                                        </p:attrNameLst>
                                      </p:cBhvr>
                                      <p:to>
                                        <p:strVal val="visible"/>
                                      </p:to>
                                    </p:set>
                                    <p:anim calcmode="lin" valueType="num">
                                      <p:cBhvr additive="base">
                                        <p:cTn id="13" dur="500" fill="hold"/>
                                        <p:tgtEl>
                                          <p:spTgt spid="2355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35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3555">
                                            <p:txEl>
                                              <p:pRg st="2" end="2"/>
                                            </p:txEl>
                                          </p:spTgt>
                                        </p:tgtEl>
                                        <p:attrNameLst>
                                          <p:attrName>style.visibility</p:attrName>
                                        </p:attrNameLst>
                                      </p:cBhvr>
                                      <p:to>
                                        <p:strVal val="visible"/>
                                      </p:to>
                                    </p:set>
                                    <p:anim calcmode="lin" valueType="num">
                                      <p:cBhvr additive="base">
                                        <p:cTn id="19" dur="500" fill="hold"/>
                                        <p:tgtEl>
                                          <p:spTgt spid="2355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35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3555">
                                            <p:txEl>
                                              <p:pRg st="3" end="3"/>
                                            </p:txEl>
                                          </p:spTgt>
                                        </p:tgtEl>
                                        <p:attrNameLst>
                                          <p:attrName>style.visibility</p:attrName>
                                        </p:attrNameLst>
                                      </p:cBhvr>
                                      <p:to>
                                        <p:strVal val="visible"/>
                                      </p:to>
                                    </p:set>
                                    <p:anim calcmode="lin" valueType="num">
                                      <p:cBhvr additive="base">
                                        <p:cTn id="25" dur="500" fill="hold"/>
                                        <p:tgtEl>
                                          <p:spTgt spid="2355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2355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23555">
                                            <p:txEl>
                                              <p:pRg st="4" end="4"/>
                                            </p:txEl>
                                          </p:spTgt>
                                        </p:tgtEl>
                                        <p:attrNameLst>
                                          <p:attrName>style.visibility</p:attrName>
                                        </p:attrNameLst>
                                      </p:cBhvr>
                                      <p:to>
                                        <p:strVal val="visible"/>
                                      </p:to>
                                    </p:set>
                                    <p:anim calcmode="lin" valueType="num">
                                      <p:cBhvr additive="base">
                                        <p:cTn id="31" dur="500" fill="hold"/>
                                        <p:tgtEl>
                                          <p:spTgt spid="2355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2355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23555">
                                            <p:txEl>
                                              <p:pRg st="5" end="5"/>
                                            </p:txEl>
                                          </p:spTgt>
                                        </p:tgtEl>
                                        <p:attrNameLst>
                                          <p:attrName>style.visibility</p:attrName>
                                        </p:attrNameLst>
                                      </p:cBhvr>
                                      <p:to>
                                        <p:strVal val="visible"/>
                                      </p:to>
                                    </p:set>
                                    <p:anim calcmode="lin" valueType="num">
                                      <p:cBhvr additive="base">
                                        <p:cTn id="37" dur="500" fill="hold"/>
                                        <p:tgtEl>
                                          <p:spTgt spid="23555">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23555">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a:extLst>
              <a:ext uri="{FF2B5EF4-FFF2-40B4-BE49-F238E27FC236}">
                <a16:creationId xmlns:a16="http://schemas.microsoft.com/office/drawing/2014/main" id="{64DB4138-021C-474A-AF89-923F2B4744FC}"/>
              </a:ext>
            </a:extLst>
          </p:cNvPr>
          <p:cNvSpPr txBox="1">
            <a:spLocks noChangeArrowheads="1"/>
          </p:cNvSpPr>
          <p:nvPr/>
        </p:nvSpPr>
        <p:spPr bwMode="auto">
          <a:xfrm>
            <a:off x="2078038" y="2141538"/>
            <a:ext cx="82534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zh-CN" sz="2800">
              <a:latin typeface="Times New Roman" panose="02020603050405020304" pitchFamily="18" charset="0"/>
            </a:endParaRPr>
          </a:p>
        </p:txBody>
      </p:sp>
      <p:sp>
        <p:nvSpPr>
          <p:cNvPr id="24579" name="Text Box 3">
            <a:extLst>
              <a:ext uri="{FF2B5EF4-FFF2-40B4-BE49-F238E27FC236}">
                <a16:creationId xmlns:a16="http://schemas.microsoft.com/office/drawing/2014/main" id="{6821F882-214D-44B0-8553-4D7AE9B15CFC}"/>
              </a:ext>
            </a:extLst>
          </p:cNvPr>
          <p:cNvSpPr txBox="1">
            <a:spLocks noChangeArrowheads="1"/>
          </p:cNvSpPr>
          <p:nvPr/>
        </p:nvSpPr>
        <p:spPr bwMode="auto">
          <a:xfrm>
            <a:off x="2078038" y="1528763"/>
            <a:ext cx="8059737" cy="3798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Char char="u"/>
            </a:pPr>
            <a:r>
              <a:rPr lang="zh-CN" altLang="zh-CN">
                <a:solidFill>
                  <a:schemeClr val="hlink"/>
                </a:solidFill>
                <a:latin typeface="华文楷体" panose="02010600040101010101" pitchFamily="2" charset="-122"/>
                <a:ea typeface="华文楷体" panose="02010600040101010101" pitchFamily="2" charset="-122"/>
              </a:rPr>
              <a:t> 传统电话系统</a:t>
            </a:r>
          </a:p>
          <a:p>
            <a:pPr lvl="1" eaLnBrk="1" hangingPunct="1"/>
            <a:r>
              <a:rPr lang="zh-CN" altLang="zh-CN">
                <a:latin typeface="华文楷体" panose="02010600040101010101" pitchFamily="2" charset="-122"/>
                <a:ea typeface="华文楷体" panose="02010600040101010101" pitchFamily="2" charset="-122"/>
              </a:rPr>
              <a:t> 设计时考虑了噪音的影响</a:t>
            </a:r>
          </a:p>
          <a:p>
            <a:pPr lvl="1" eaLnBrk="1" hangingPunct="1"/>
            <a:r>
              <a:rPr lang="zh-CN" altLang="zh-CN">
                <a:latin typeface="华文楷体" panose="02010600040101010101" pitchFamily="2" charset="-122"/>
                <a:ea typeface="华文楷体" panose="02010600040101010101" pitchFamily="2" charset="-122"/>
              </a:rPr>
              <a:t> 带宽 3000 Hz</a:t>
            </a:r>
          </a:p>
          <a:p>
            <a:pPr lvl="1" eaLnBrk="1" hangingPunct="1"/>
            <a:r>
              <a:rPr lang="zh-CN" altLang="zh-CN">
                <a:latin typeface="华文楷体" panose="02010600040101010101" pitchFamily="2" charset="-122"/>
                <a:ea typeface="华文楷体" panose="02010600040101010101" pitchFamily="2" charset="-122"/>
              </a:rPr>
              <a:t> 信噪比约为 1000</a:t>
            </a:r>
          </a:p>
          <a:p>
            <a:pPr lvl="1" eaLnBrk="1" hangingPunct="1"/>
            <a:r>
              <a:rPr lang="zh-CN" altLang="zh-CN">
                <a:latin typeface="华文楷体" panose="02010600040101010101" pitchFamily="2" charset="-122"/>
                <a:ea typeface="华文楷体" panose="02010600040101010101" pitchFamily="2" charset="-122"/>
              </a:rPr>
              <a:t> 有效容量为</a:t>
            </a:r>
          </a:p>
          <a:p>
            <a:pPr lvl="1" eaLnBrk="1" hangingPunct="1">
              <a:buFont typeface="Wingdings" panose="05000000000000000000" pitchFamily="2" charset="2"/>
              <a:buNone/>
            </a:pPr>
            <a:r>
              <a:rPr lang="zh-CN" altLang="zh-CN" sz="3200">
                <a:solidFill>
                  <a:schemeClr val="accent2"/>
                </a:solidFill>
                <a:latin typeface="华文楷体" panose="02010600040101010101" pitchFamily="2" charset="-122"/>
                <a:ea typeface="华文楷体" panose="02010600040101010101" pitchFamily="2" charset="-122"/>
              </a:rPr>
              <a:t>3000 log</a:t>
            </a:r>
            <a:r>
              <a:rPr lang="zh-CN" altLang="zh-CN" sz="3200" baseline="-14000">
                <a:solidFill>
                  <a:schemeClr val="accent2"/>
                </a:solidFill>
                <a:latin typeface="华文楷体" panose="02010600040101010101" pitchFamily="2" charset="-122"/>
                <a:ea typeface="华文楷体" panose="02010600040101010101" pitchFamily="2" charset="-122"/>
              </a:rPr>
              <a:t>2</a:t>
            </a:r>
            <a:r>
              <a:rPr lang="zh-CN" altLang="zh-CN" sz="3200">
                <a:solidFill>
                  <a:schemeClr val="accent2"/>
                </a:solidFill>
                <a:latin typeface="华文楷体" panose="02010600040101010101" pitchFamily="2" charset="-122"/>
                <a:ea typeface="华文楷体" panose="02010600040101010101" pitchFamily="2" charset="-122"/>
              </a:rPr>
              <a:t> (1 + 1000) = ~30000 bps </a:t>
            </a:r>
          </a:p>
          <a:p>
            <a:pPr lvl="1" eaLnBrk="1" hangingPunct="1">
              <a:buFont typeface="Wingdings" panose="05000000000000000000" pitchFamily="2" charset="2"/>
              <a:buNone/>
            </a:pPr>
            <a:endParaRPr lang="zh-CN" altLang="zh-CN" sz="3200">
              <a:solidFill>
                <a:schemeClr val="hlink"/>
              </a:solidFill>
              <a:latin typeface="华文楷体" panose="02010600040101010101" pitchFamily="2" charset="-122"/>
              <a:ea typeface="华文楷体" panose="02010600040101010101" pitchFamily="2" charset="-122"/>
            </a:endParaRPr>
          </a:p>
        </p:txBody>
      </p:sp>
      <p:sp>
        <p:nvSpPr>
          <p:cNvPr id="24580" name="Rectangle 4">
            <a:extLst>
              <a:ext uri="{FF2B5EF4-FFF2-40B4-BE49-F238E27FC236}">
                <a16:creationId xmlns:a16="http://schemas.microsoft.com/office/drawing/2014/main" id="{EC36CBD8-4257-48F7-A90A-D81BF5E4BA85}"/>
              </a:ext>
            </a:extLst>
          </p:cNvPr>
          <p:cNvSpPr>
            <a:spLocks noGrp="1" noChangeArrowheads="1"/>
          </p:cNvSpPr>
          <p:nvPr>
            <p:ph type="title"/>
          </p:nvPr>
        </p:nvSpPr>
        <p:spPr>
          <a:xfrm>
            <a:off x="2222500" y="180975"/>
            <a:ext cx="7772400" cy="628650"/>
          </a:xfrm>
          <a:noFill/>
        </p:spPr>
        <p:txBody>
          <a:bodyPr/>
          <a:lstStyle/>
          <a:p>
            <a:pPr eaLnBrk="1" hangingPunct="1"/>
            <a:r>
              <a:rPr lang="zh-CN" altLang="zh-CN">
                <a:ea typeface="华文楷体" panose="02010600040101010101" pitchFamily="2" charset="-122"/>
              </a:rPr>
              <a:t>香农理论的应用</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579"/>
                                        </p:tgtEl>
                                        <p:attrNameLst>
                                          <p:attrName>style.visibility</p:attrName>
                                        </p:attrNameLst>
                                      </p:cBhvr>
                                      <p:to>
                                        <p:strVal val="visible"/>
                                      </p:to>
                                    </p:set>
                                    <p:anim calcmode="lin" valueType="num">
                                      <p:cBhvr additive="base">
                                        <p:cTn id="7" dur="500" fill="hold"/>
                                        <p:tgtEl>
                                          <p:spTgt spid="24579"/>
                                        </p:tgtEl>
                                        <p:attrNameLst>
                                          <p:attrName>ppt_x</p:attrName>
                                        </p:attrNameLst>
                                      </p:cBhvr>
                                      <p:tavLst>
                                        <p:tav tm="0">
                                          <p:val>
                                            <p:strVal val="#ppt_x"/>
                                          </p:val>
                                        </p:tav>
                                        <p:tav tm="100000">
                                          <p:val>
                                            <p:strVal val="#ppt_x"/>
                                          </p:val>
                                        </p:tav>
                                      </p:tavLst>
                                    </p:anim>
                                    <p:anim calcmode="lin" valueType="num">
                                      <p:cBhvr additive="base">
                                        <p:cTn id="8" dur="500" fill="hold"/>
                                        <p:tgtEl>
                                          <p:spTgt spid="2457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nodePh="1">
                                  <p:stCondLst>
                                    <p:cond delay="0"/>
                                  </p:stCondLst>
                                  <p:endCondLst>
                                    <p:cond evt="begin" delay="0">
                                      <p:tn val="11"/>
                                    </p:cond>
                                  </p:endCondLst>
                                  <p:childTnLst>
                                    <p:set>
                                      <p:cBhvr>
                                        <p:cTn id="12" dur="1" fill="hold">
                                          <p:stCondLst>
                                            <p:cond delay="0"/>
                                          </p:stCondLst>
                                        </p:cTn>
                                        <p:tgtEl>
                                          <p:spTgt spid="24578"/>
                                        </p:tgtEl>
                                        <p:attrNameLst>
                                          <p:attrName>style.visibility</p:attrName>
                                        </p:attrNameLst>
                                      </p:cBhvr>
                                      <p:to>
                                        <p:strVal val="visible"/>
                                      </p:to>
                                    </p:set>
                                    <p:anim calcmode="lin" valueType="num">
                                      <p:cBhvr additive="base">
                                        <p:cTn id="13" dur="500" fill="hold"/>
                                        <p:tgtEl>
                                          <p:spTgt spid="24578"/>
                                        </p:tgtEl>
                                        <p:attrNameLst>
                                          <p:attrName>ppt_x</p:attrName>
                                        </p:attrNameLst>
                                      </p:cBhvr>
                                      <p:tavLst>
                                        <p:tav tm="0">
                                          <p:val>
                                            <p:strVal val="#ppt_x"/>
                                          </p:val>
                                        </p:tav>
                                        <p:tav tm="100000">
                                          <p:val>
                                            <p:strVal val="#ppt_x"/>
                                          </p:val>
                                        </p:tav>
                                      </p:tavLst>
                                    </p:anim>
                                    <p:anim calcmode="lin" valueType="num">
                                      <p:cBhvr additive="base">
                                        <p:cTn id="14" dur="500" fill="hold"/>
                                        <p:tgtEl>
                                          <p:spTgt spid="245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autoUpdateAnimBg="0"/>
      <p:bldP spid="24579"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a:extLst>
              <a:ext uri="{FF2B5EF4-FFF2-40B4-BE49-F238E27FC236}">
                <a16:creationId xmlns:a16="http://schemas.microsoft.com/office/drawing/2014/main" id="{A3E11169-FE4E-4F15-9A79-D696845FCCFA}"/>
              </a:ext>
            </a:extLst>
          </p:cNvPr>
          <p:cNvSpPr txBox="1">
            <a:spLocks noChangeArrowheads="1"/>
          </p:cNvSpPr>
          <p:nvPr/>
        </p:nvSpPr>
        <p:spPr bwMode="auto">
          <a:xfrm>
            <a:off x="1524000" y="1085850"/>
            <a:ext cx="880110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zh-CN" sz="2400">
              <a:latin typeface="Times New Roman" panose="02020603050405020304" pitchFamily="18" charset="0"/>
            </a:endParaRPr>
          </a:p>
        </p:txBody>
      </p:sp>
      <p:sp>
        <p:nvSpPr>
          <p:cNvPr id="25603" name="Text Box 3">
            <a:extLst>
              <a:ext uri="{FF2B5EF4-FFF2-40B4-BE49-F238E27FC236}">
                <a16:creationId xmlns:a16="http://schemas.microsoft.com/office/drawing/2014/main" id="{CDDE1CFA-33CA-41D3-9859-AA356CA3E5FF}"/>
              </a:ext>
            </a:extLst>
          </p:cNvPr>
          <p:cNvSpPr txBox="1">
            <a:spLocks noChangeArrowheads="1"/>
          </p:cNvSpPr>
          <p:nvPr/>
        </p:nvSpPr>
        <p:spPr bwMode="auto">
          <a:xfrm>
            <a:off x="1870075" y="1400175"/>
            <a:ext cx="8475663" cy="487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10000"/>
              </a:spcBef>
              <a:buClrTx/>
              <a:buSzTx/>
              <a:buFontTx/>
              <a:buNone/>
            </a:pPr>
            <a:r>
              <a:rPr lang="zh-CN" altLang="zh-CN">
                <a:solidFill>
                  <a:srgbClr val="0065CD"/>
                </a:solidFill>
                <a:latin typeface="华文楷体" panose="02010600040101010101" pitchFamily="2" charset="-122"/>
                <a:ea typeface="华文楷体" panose="02010600040101010101" pitchFamily="2" charset="-122"/>
              </a:rPr>
              <a:t>假设某个信道的频谱在</a:t>
            </a:r>
            <a:r>
              <a:rPr lang="zh-CN" altLang="zh-CN" b="1">
                <a:solidFill>
                  <a:srgbClr val="0065CD"/>
                </a:solidFill>
                <a:latin typeface="华文楷体" panose="02010600040101010101" pitchFamily="2" charset="-122"/>
                <a:ea typeface="华文楷体" panose="02010600040101010101" pitchFamily="2" charset="-122"/>
              </a:rPr>
              <a:t>3MHz</a:t>
            </a:r>
            <a:r>
              <a:rPr lang="zh-CN" altLang="zh-CN">
                <a:solidFill>
                  <a:srgbClr val="0065CD"/>
                </a:solidFill>
                <a:latin typeface="华文楷体" panose="02010600040101010101" pitchFamily="2" charset="-122"/>
                <a:ea typeface="华文楷体" panose="02010600040101010101" pitchFamily="2" charset="-122"/>
              </a:rPr>
              <a:t>到</a:t>
            </a:r>
            <a:r>
              <a:rPr lang="zh-CN" altLang="zh-CN" b="1">
                <a:solidFill>
                  <a:srgbClr val="0065CD"/>
                </a:solidFill>
                <a:latin typeface="华文楷体" panose="02010600040101010101" pitchFamily="2" charset="-122"/>
                <a:ea typeface="华文楷体" panose="02010600040101010101" pitchFamily="2" charset="-122"/>
              </a:rPr>
              <a:t>4MHz</a:t>
            </a:r>
            <a:r>
              <a:rPr lang="zh-CN" altLang="zh-CN">
                <a:solidFill>
                  <a:srgbClr val="0065CD"/>
                </a:solidFill>
                <a:latin typeface="华文楷体" panose="02010600040101010101" pitchFamily="2" charset="-122"/>
                <a:ea typeface="华文楷体" panose="02010600040101010101" pitchFamily="2" charset="-122"/>
              </a:rPr>
              <a:t>（音频）之间，信噪比等于</a:t>
            </a:r>
            <a:r>
              <a:rPr lang="zh-CN" altLang="zh-CN" b="1">
                <a:solidFill>
                  <a:srgbClr val="0065CD"/>
                </a:solidFill>
                <a:latin typeface="华文楷体" panose="02010600040101010101" pitchFamily="2" charset="-122"/>
                <a:ea typeface="华文楷体" panose="02010600040101010101" pitchFamily="2" charset="-122"/>
              </a:rPr>
              <a:t>24</a:t>
            </a:r>
            <a:r>
              <a:rPr lang="zh-CN" altLang="zh-CN">
                <a:solidFill>
                  <a:srgbClr val="0065CD"/>
                </a:solidFill>
                <a:latin typeface="华文楷体" panose="02010600040101010101" pitchFamily="2" charset="-122"/>
                <a:ea typeface="华文楷体" panose="02010600040101010101" pitchFamily="2" charset="-122"/>
              </a:rPr>
              <a:t>分贝，那么： </a:t>
            </a:r>
            <a:endParaRPr lang="zh-CN" altLang="zh-CN">
              <a:latin typeface="华文楷体" panose="02010600040101010101" pitchFamily="2" charset="-122"/>
              <a:ea typeface="华文楷体" panose="02010600040101010101" pitchFamily="2" charset="-122"/>
            </a:endParaRPr>
          </a:p>
          <a:p>
            <a:pPr eaLnBrk="1" hangingPunct="1">
              <a:spcBef>
                <a:spcPct val="10000"/>
              </a:spcBef>
              <a:buClrTx/>
              <a:buSzTx/>
              <a:buFontTx/>
              <a:buNone/>
            </a:pPr>
            <a:r>
              <a:rPr lang="zh-CN" altLang="zh-CN">
                <a:latin typeface="华文楷体" panose="02010600040101010101" pitchFamily="2" charset="-122"/>
                <a:ea typeface="华文楷体" panose="02010600040101010101" pitchFamily="2" charset="-122"/>
              </a:rPr>
              <a:t>	B=4MHz-3MHz=1MHz </a:t>
            </a:r>
          </a:p>
          <a:p>
            <a:pPr eaLnBrk="1" hangingPunct="1">
              <a:spcBef>
                <a:spcPct val="10000"/>
              </a:spcBef>
              <a:buClrTx/>
              <a:buSzTx/>
              <a:buFontTx/>
              <a:buNone/>
            </a:pPr>
            <a:r>
              <a:rPr lang="zh-CN" altLang="zh-CN">
                <a:latin typeface="华文楷体" panose="02010600040101010101" pitchFamily="2" charset="-122"/>
                <a:ea typeface="华文楷体" panose="02010600040101010101" pitchFamily="2" charset="-122"/>
              </a:rPr>
              <a:t>	S/N: 24db=10log</a:t>
            </a:r>
            <a:r>
              <a:rPr lang="zh-CN" altLang="zh-CN" baseline="-14000">
                <a:latin typeface="华文楷体" panose="02010600040101010101" pitchFamily="2" charset="-122"/>
                <a:ea typeface="华文楷体" panose="02010600040101010101" pitchFamily="2" charset="-122"/>
              </a:rPr>
              <a:t>10</a:t>
            </a:r>
            <a:r>
              <a:rPr lang="zh-CN" altLang="zh-CN">
                <a:latin typeface="华文楷体" panose="02010600040101010101" pitchFamily="2" charset="-122"/>
                <a:ea typeface="华文楷体" panose="02010600040101010101" pitchFamily="2" charset="-122"/>
              </a:rPr>
              <a:t>(S/N)  S/N=251 </a:t>
            </a:r>
          </a:p>
          <a:p>
            <a:pPr eaLnBrk="1" hangingPunct="1">
              <a:spcBef>
                <a:spcPct val="10000"/>
              </a:spcBef>
              <a:buClrTx/>
              <a:buSzTx/>
              <a:buFontTx/>
              <a:buNone/>
            </a:pPr>
            <a:r>
              <a:rPr lang="zh-CN" altLang="zh-CN">
                <a:latin typeface="华文楷体" panose="02010600040101010101" pitchFamily="2" charset="-122"/>
                <a:ea typeface="华文楷体" panose="02010600040101010101" pitchFamily="2" charset="-122"/>
              </a:rPr>
              <a:t>	C=1MHz * log</a:t>
            </a:r>
            <a:r>
              <a:rPr lang="zh-CN" altLang="zh-CN" baseline="-14000">
                <a:latin typeface="华文楷体" panose="02010600040101010101" pitchFamily="2" charset="-122"/>
                <a:ea typeface="华文楷体" panose="02010600040101010101" pitchFamily="2" charset="-122"/>
              </a:rPr>
              <a:t>2</a:t>
            </a:r>
            <a:r>
              <a:rPr lang="zh-CN" altLang="zh-CN">
                <a:latin typeface="华文楷体" panose="02010600040101010101" pitchFamily="2" charset="-122"/>
                <a:ea typeface="华文楷体" panose="02010600040101010101" pitchFamily="2" charset="-122"/>
              </a:rPr>
              <a:t>(1+251) = 8MHz/s (理论值) </a:t>
            </a:r>
          </a:p>
          <a:p>
            <a:pPr eaLnBrk="1" hangingPunct="1">
              <a:spcBef>
                <a:spcPct val="10000"/>
              </a:spcBef>
              <a:buClrTx/>
              <a:buSzTx/>
              <a:buFontTx/>
              <a:buNone/>
            </a:pPr>
            <a:r>
              <a:rPr lang="zh-CN" altLang="zh-CN">
                <a:solidFill>
                  <a:srgbClr val="0065CD"/>
                </a:solidFill>
                <a:latin typeface="华文楷体" panose="02010600040101010101" pitchFamily="2" charset="-122"/>
                <a:ea typeface="华文楷体" panose="02010600040101010101" pitchFamily="2" charset="-122"/>
              </a:rPr>
              <a:t>如果要达到这个理论值，根据</a:t>
            </a:r>
            <a:r>
              <a:rPr lang="zh-CN" altLang="en-US">
                <a:solidFill>
                  <a:srgbClr val="0065CD"/>
                </a:solidFill>
                <a:latin typeface="华文楷体" panose="02010600040101010101" pitchFamily="2" charset="-122"/>
                <a:ea typeface="华文楷体" panose="02010600040101010101" pitchFamily="2" charset="-122"/>
              </a:rPr>
              <a:t>奈</a:t>
            </a:r>
            <a:r>
              <a:rPr lang="zh-CN" altLang="zh-CN">
                <a:solidFill>
                  <a:srgbClr val="0065CD"/>
                </a:solidFill>
                <a:latin typeface="华文楷体" panose="02010600040101010101" pitchFamily="2" charset="-122"/>
                <a:ea typeface="华文楷体" panose="02010600040101010101" pitchFamily="2" charset="-122"/>
              </a:rPr>
              <a:t>奎斯特定理： </a:t>
            </a:r>
            <a:endParaRPr lang="zh-CN" altLang="zh-CN">
              <a:latin typeface="华文楷体" panose="02010600040101010101" pitchFamily="2" charset="-122"/>
              <a:ea typeface="华文楷体" panose="02010600040101010101" pitchFamily="2" charset="-122"/>
            </a:endParaRPr>
          </a:p>
          <a:p>
            <a:pPr eaLnBrk="1" hangingPunct="1">
              <a:spcBef>
                <a:spcPct val="10000"/>
              </a:spcBef>
              <a:buClrTx/>
              <a:buSzTx/>
              <a:buFontTx/>
              <a:buNone/>
            </a:pPr>
            <a:r>
              <a:rPr lang="zh-CN" altLang="zh-CN">
                <a:latin typeface="华文楷体" panose="02010600040101010101" pitchFamily="2" charset="-122"/>
                <a:ea typeface="华文楷体" panose="02010600040101010101" pitchFamily="2" charset="-122"/>
              </a:rPr>
              <a:t>	C=2B log </a:t>
            </a:r>
            <a:r>
              <a:rPr lang="zh-CN" altLang="zh-CN" baseline="-14000">
                <a:latin typeface="华文楷体" panose="02010600040101010101" pitchFamily="2" charset="-122"/>
                <a:ea typeface="华文楷体" panose="02010600040101010101" pitchFamily="2" charset="-122"/>
              </a:rPr>
              <a:t>2</a:t>
            </a:r>
            <a:r>
              <a:rPr lang="zh-CN" altLang="zh-CN">
                <a:latin typeface="华文楷体" panose="02010600040101010101" pitchFamily="2" charset="-122"/>
                <a:ea typeface="华文楷体" panose="02010600040101010101" pitchFamily="2" charset="-122"/>
              </a:rPr>
              <a:t>M</a:t>
            </a:r>
          </a:p>
          <a:p>
            <a:pPr eaLnBrk="1" hangingPunct="1">
              <a:spcBef>
                <a:spcPct val="10000"/>
              </a:spcBef>
              <a:buClrTx/>
              <a:buSzTx/>
              <a:buFontTx/>
              <a:buNone/>
            </a:pPr>
            <a:r>
              <a:rPr lang="zh-CN" altLang="zh-CN">
                <a:latin typeface="华文楷体" panose="02010600040101010101" pitchFamily="2" charset="-122"/>
                <a:ea typeface="华文楷体" panose="02010600040101010101" pitchFamily="2" charset="-122"/>
              </a:rPr>
              <a:t>	8000000=2*10</a:t>
            </a:r>
            <a:r>
              <a:rPr lang="zh-CN" altLang="zh-CN" baseline="30000">
                <a:latin typeface="华文楷体" panose="02010600040101010101" pitchFamily="2" charset="-122"/>
                <a:ea typeface="华文楷体" panose="02010600040101010101" pitchFamily="2" charset="-122"/>
              </a:rPr>
              <a:t>6</a:t>
            </a:r>
            <a:r>
              <a:rPr lang="zh-CN" altLang="zh-CN">
                <a:latin typeface="华文楷体" panose="02010600040101010101" pitchFamily="2" charset="-122"/>
                <a:ea typeface="华文楷体" panose="02010600040101010101" pitchFamily="2" charset="-122"/>
              </a:rPr>
              <a:t> * log</a:t>
            </a:r>
            <a:r>
              <a:rPr lang="zh-CN" altLang="zh-CN" baseline="-14000">
                <a:latin typeface="华文楷体" panose="02010600040101010101" pitchFamily="2" charset="-122"/>
                <a:ea typeface="华文楷体" panose="02010600040101010101" pitchFamily="2" charset="-122"/>
              </a:rPr>
              <a:t> 2</a:t>
            </a:r>
            <a:r>
              <a:rPr lang="zh-CN" altLang="zh-CN">
                <a:latin typeface="华文楷体" panose="02010600040101010101" pitchFamily="2" charset="-122"/>
                <a:ea typeface="华文楷体" panose="02010600040101010101" pitchFamily="2" charset="-122"/>
              </a:rPr>
              <a:t>M </a:t>
            </a:r>
          </a:p>
          <a:p>
            <a:pPr eaLnBrk="1" hangingPunct="1">
              <a:spcBef>
                <a:spcPct val="10000"/>
              </a:spcBef>
              <a:buClrTx/>
              <a:buSzTx/>
              <a:buFontTx/>
              <a:buNone/>
            </a:pPr>
            <a:r>
              <a:rPr lang="zh-CN" altLang="zh-CN">
                <a:latin typeface="华文楷体" panose="02010600040101010101" pitchFamily="2" charset="-122"/>
                <a:ea typeface="华文楷体" panose="02010600040101010101" pitchFamily="2" charset="-122"/>
              </a:rPr>
              <a:t>	M=16</a:t>
            </a:r>
          </a:p>
        </p:txBody>
      </p:sp>
      <p:sp>
        <p:nvSpPr>
          <p:cNvPr id="25604" name="Rectangle 4">
            <a:extLst>
              <a:ext uri="{FF2B5EF4-FFF2-40B4-BE49-F238E27FC236}">
                <a16:creationId xmlns:a16="http://schemas.microsoft.com/office/drawing/2014/main" id="{09046F5E-A956-4018-AC3A-1AFD79212FBD}"/>
              </a:ext>
            </a:extLst>
          </p:cNvPr>
          <p:cNvSpPr>
            <a:spLocks noGrp="1" noChangeArrowheads="1"/>
          </p:cNvSpPr>
          <p:nvPr>
            <p:ph type="title"/>
          </p:nvPr>
        </p:nvSpPr>
        <p:spPr>
          <a:xfrm>
            <a:off x="3268663" y="168275"/>
            <a:ext cx="4822825" cy="639763"/>
          </a:xfrm>
          <a:noFill/>
        </p:spPr>
        <p:txBody>
          <a:bodyPr/>
          <a:lstStyle/>
          <a:p>
            <a:pPr eaLnBrk="1" hangingPunct="1"/>
            <a:r>
              <a:rPr lang="zh-CN" altLang="zh-CN">
                <a:ea typeface="华文楷体" panose="02010600040101010101" pitchFamily="2" charset="-122"/>
              </a:rPr>
              <a:t>举例</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 calcmode="lin" valueType="num">
                                      <p:cBhvr additive="base">
                                        <p:cTn id="7" dur="500" fill="hold"/>
                                        <p:tgtEl>
                                          <p:spTgt spid="2560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56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5603">
                                            <p:txEl>
                                              <p:pRg st="1" end="1"/>
                                            </p:txEl>
                                          </p:spTgt>
                                        </p:tgtEl>
                                        <p:attrNameLst>
                                          <p:attrName>style.visibility</p:attrName>
                                        </p:attrNameLst>
                                      </p:cBhvr>
                                      <p:to>
                                        <p:strVal val="visible"/>
                                      </p:to>
                                    </p:set>
                                    <p:anim calcmode="lin" valueType="num">
                                      <p:cBhvr additive="base">
                                        <p:cTn id="13" dur="500" fill="hold"/>
                                        <p:tgtEl>
                                          <p:spTgt spid="2560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56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5603">
                                            <p:txEl>
                                              <p:pRg st="2" end="2"/>
                                            </p:txEl>
                                          </p:spTgt>
                                        </p:tgtEl>
                                        <p:attrNameLst>
                                          <p:attrName>style.visibility</p:attrName>
                                        </p:attrNameLst>
                                      </p:cBhvr>
                                      <p:to>
                                        <p:strVal val="visible"/>
                                      </p:to>
                                    </p:set>
                                    <p:anim calcmode="lin" valueType="num">
                                      <p:cBhvr additive="base">
                                        <p:cTn id="19" dur="500" fill="hold"/>
                                        <p:tgtEl>
                                          <p:spTgt spid="2560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560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5603">
                                            <p:txEl>
                                              <p:pRg st="3" end="3"/>
                                            </p:txEl>
                                          </p:spTgt>
                                        </p:tgtEl>
                                        <p:attrNameLst>
                                          <p:attrName>style.visibility</p:attrName>
                                        </p:attrNameLst>
                                      </p:cBhvr>
                                      <p:to>
                                        <p:strVal val="visible"/>
                                      </p:to>
                                    </p:set>
                                    <p:anim calcmode="lin" valueType="num">
                                      <p:cBhvr additive="base">
                                        <p:cTn id="25" dur="500" fill="hold"/>
                                        <p:tgtEl>
                                          <p:spTgt spid="2560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2560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25603">
                                            <p:txEl>
                                              <p:pRg st="4" end="4"/>
                                            </p:txEl>
                                          </p:spTgt>
                                        </p:tgtEl>
                                        <p:attrNameLst>
                                          <p:attrName>style.visibility</p:attrName>
                                        </p:attrNameLst>
                                      </p:cBhvr>
                                      <p:to>
                                        <p:strVal val="visible"/>
                                      </p:to>
                                    </p:set>
                                    <p:anim calcmode="lin" valueType="num">
                                      <p:cBhvr additive="base">
                                        <p:cTn id="31" dur="500" fill="hold"/>
                                        <p:tgtEl>
                                          <p:spTgt spid="25603">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2560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25603">
                                            <p:txEl>
                                              <p:pRg st="5" end="5"/>
                                            </p:txEl>
                                          </p:spTgt>
                                        </p:tgtEl>
                                        <p:attrNameLst>
                                          <p:attrName>style.visibility</p:attrName>
                                        </p:attrNameLst>
                                      </p:cBhvr>
                                      <p:to>
                                        <p:strVal val="visible"/>
                                      </p:to>
                                    </p:set>
                                    <p:anim calcmode="lin" valueType="num">
                                      <p:cBhvr additive="base">
                                        <p:cTn id="37" dur="500" fill="hold"/>
                                        <p:tgtEl>
                                          <p:spTgt spid="25603">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2560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25603">
                                            <p:txEl>
                                              <p:pRg st="6" end="6"/>
                                            </p:txEl>
                                          </p:spTgt>
                                        </p:tgtEl>
                                        <p:attrNameLst>
                                          <p:attrName>style.visibility</p:attrName>
                                        </p:attrNameLst>
                                      </p:cBhvr>
                                      <p:to>
                                        <p:strVal val="visible"/>
                                      </p:to>
                                    </p:set>
                                    <p:anim calcmode="lin" valueType="num">
                                      <p:cBhvr additive="base">
                                        <p:cTn id="43" dur="500" fill="hold"/>
                                        <p:tgtEl>
                                          <p:spTgt spid="25603">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2560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25603">
                                            <p:txEl>
                                              <p:pRg st="7" end="7"/>
                                            </p:txEl>
                                          </p:spTgt>
                                        </p:tgtEl>
                                        <p:attrNameLst>
                                          <p:attrName>style.visibility</p:attrName>
                                        </p:attrNameLst>
                                      </p:cBhvr>
                                      <p:to>
                                        <p:strVal val="visible"/>
                                      </p:to>
                                    </p:set>
                                    <p:anim calcmode="lin" valueType="num">
                                      <p:cBhvr additive="base">
                                        <p:cTn id="49" dur="500" fill="hold"/>
                                        <p:tgtEl>
                                          <p:spTgt spid="25603">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25603">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7988B8E-5C3D-4891-A849-6723CE1CD093}"/>
              </a:ext>
            </a:extLst>
          </p:cNvPr>
          <p:cNvSpPr>
            <a:spLocks noGrp="1" noChangeArrowheads="1"/>
          </p:cNvSpPr>
          <p:nvPr>
            <p:ph type="title"/>
          </p:nvPr>
        </p:nvSpPr>
        <p:spPr>
          <a:xfrm>
            <a:off x="2222500" y="0"/>
            <a:ext cx="7772400" cy="1143000"/>
          </a:xfrm>
          <a:noFill/>
        </p:spPr>
        <p:txBody>
          <a:bodyPr/>
          <a:lstStyle/>
          <a:p>
            <a:pPr eaLnBrk="1" hangingPunct="1"/>
            <a:r>
              <a:rPr lang="zh-CN" altLang="zh-CN">
                <a:ea typeface="华文楷体" panose="02010600040101010101" pitchFamily="2" charset="-122"/>
              </a:rPr>
              <a:t>常用的数据传输速率</a:t>
            </a:r>
          </a:p>
        </p:txBody>
      </p:sp>
      <p:sp>
        <p:nvSpPr>
          <p:cNvPr id="26627" name="Text Box 3">
            <a:extLst>
              <a:ext uri="{FF2B5EF4-FFF2-40B4-BE49-F238E27FC236}">
                <a16:creationId xmlns:a16="http://schemas.microsoft.com/office/drawing/2014/main" id="{47C63BD6-0A8F-457C-BA12-92D248BE76AA}"/>
              </a:ext>
            </a:extLst>
          </p:cNvPr>
          <p:cNvSpPr txBox="1">
            <a:spLocks noChangeArrowheads="1"/>
          </p:cNvSpPr>
          <p:nvPr/>
        </p:nvSpPr>
        <p:spPr bwMode="auto">
          <a:xfrm>
            <a:off x="3581400" y="1247775"/>
            <a:ext cx="51260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zh-CN" sz="2800">
                <a:latin typeface="华文楷体" panose="02010600040101010101" pitchFamily="2" charset="-122"/>
                <a:ea typeface="华文楷体" panose="02010600040101010101" pitchFamily="2" charset="-122"/>
              </a:rPr>
              <a:t>CCITT/ITU标准 </a:t>
            </a:r>
          </a:p>
        </p:txBody>
      </p:sp>
      <p:grpSp>
        <p:nvGrpSpPr>
          <p:cNvPr id="26628" name="Group 4">
            <a:extLst>
              <a:ext uri="{FF2B5EF4-FFF2-40B4-BE49-F238E27FC236}">
                <a16:creationId xmlns:a16="http://schemas.microsoft.com/office/drawing/2014/main" id="{6F4FAB8D-7AFB-48F9-B6B5-D8BF0282A72F}"/>
              </a:ext>
            </a:extLst>
          </p:cNvPr>
          <p:cNvGrpSpPr>
            <a:grpSpLocks/>
          </p:cNvGrpSpPr>
          <p:nvPr/>
        </p:nvGrpSpPr>
        <p:grpSpPr bwMode="auto">
          <a:xfrm>
            <a:off x="3281363" y="1779588"/>
            <a:ext cx="6254750" cy="4621212"/>
            <a:chOff x="0" y="0"/>
            <a:chExt cx="2015" cy="3729"/>
          </a:xfrm>
        </p:grpSpPr>
        <p:grpSp>
          <p:nvGrpSpPr>
            <p:cNvPr id="26629" name="Group 5">
              <a:extLst>
                <a:ext uri="{FF2B5EF4-FFF2-40B4-BE49-F238E27FC236}">
                  <a16:creationId xmlns:a16="http://schemas.microsoft.com/office/drawing/2014/main" id="{0EA8EE9C-0E24-4FCD-9E43-9795FC0B405D}"/>
                </a:ext>
              </a:extLst>
            </p:cNvPr>
            <p:cNvGrpSpPr>
              <a:grpSpLocks/>
            </p:cNvGrpSpPr>
            <p:nvPr/>
          </p:nvGrpSpPr>
          <p:grpSpPr bwMode="auto">
            <a:xfrm>
              <a:off x="3" y="3"/>
              <a:ext cx="2009" cy="3723"/>
              <a:chOff x="0" y="0"/>
              <a:chExt cx="2009" cy="3723"/>
            </a:xfrm>
          </p:grpSpPr>
          <p:grpSp>
            <p:nvGrpSpPr>
              <p:cNvPr id="26631" name="Group 6">
                <a:extLst>
                  <a:ext uri="{FF2B5EF4-FFF2-40B4-BE49-F238E27FC236}">
                    <a16:creationId xmlns:a16="http://schemas.microsoft.com/office/drawing/2014/main" id="{31655407-7D39-4931-984B-20055FC25973}"/>
                  </a:ext>
                </a:extLst>
              </p:cNvPr>
              <p:cNvGrpSpPr>
                <a:grpSpLocks/>
              </p:cNvGrpSpPr>
              <p:nvPr/>
            </p:nvGrpSpPr>
            <p:grpSpPr bwMode="auto">
              <a:xfrm>
                <a:off x="0" y="0"/>
                <a:ext cx="595" cy="403"/>
                <a:chOff x="0" y="0"/>
                <a:chExt cx="595" cy="403"/>
              </a:xfrm>
            </p:grpSpPr>
            <p:sp>
              <p:nvSpPr>
                <p:cNvPr id="26683" name="Rectangle 7">
                  <a:extLst>
                    <a:ext uri="{FF2B5EF4-FFF2-40B4-BE49-F238E27FC236}">
                      <a16:creationId xmlns:a16="http://schemas.microsoft.com/office/drawing/2014/main" id="{5913C6F5-76F6-4E75-8AD3-578DA36CA76D}"/>
                    </a:ext>
                  </a:extLst>
                </p:cNvPr>
                <p:cNvSpPr>
                  <a:spLocks noChangeArrowheads="1"/>
                </p:cNvSpPr>
                <p:nvPr/>
              </p:nvSpPr>
              <p:spPr bwMode="auto">
                <a:xfrm>
                  <a:off x="6" y="6"/>
                  <a:ext cx="58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zh-CN" sz="2400">
                      <a:latin typeface="华文楷体" panose="02010600040101010101" pitchFamily="2" charset="-122"/>
                      <a:ea typeface="华文楷体" panose="02010600040101010101" pitchFamily="2" charset="-122"/>
                    </a:rPr>
                    <a:t>DS1（</a:t>
                  </a:r>
                  <a:r>
                    <a:rPr lang="zh-CN" altLang="zh-CN" sz="2400">
                      <a:solidFill>
                        <a:schemeClr val="hlink"/>
                      </a:solidFill>
                      <a:latin typeface="华文楷体" panose="02010600040101010101" pitchFamily="2" charset="-122"/>
                      <a:ea typeface="华文楷体" panose="02010600040101010101" pitchFamily="2" charset="-122"/>
                    </a:rPr>
                    <a:t>T1</a:t>
                  </a:r>
                  <a:r>
                    <a:rPr lang="zh-CN" altLang="zh-CN" sz="2400">
                      <a:latin typeface="华文楷体" panose="02010600040101010101" pitchFamily="2" charset="-122"/>
                      <a:ea typeface="华文楷体" panose="02010600040101010101" pitchFamily="2" charset="-122"/>
                    </a:rPr>
                    <a:t>）</a:t>
                  </a:r>
                </a:p>
              </p:txBody>
            </p:sp>
            <p:sp>
              <p:nvSpPr>
                <p:cNvPr id="26684" name="Rectangle 8">
                  <a:extLst>
                    <a:ext uri="{FF2B5EF4-FFF2-40B4-BE49-F238E27FC236}">
                      <a16:creationId xmlns:a16="http://schemas.microsoft.com/office/drawing/2014/main" id="{582B340C-758A-4E4F-9F04-EC89BD0FBBC3}"/>
                    </a:ext>
                  </a:extLst>
                </p:cNvPr>
                <p:cNvSpPr>
                  <a:spLocks noChangeArrowheads="1"/>
                </p:cNvSpPr>
                <p:nvPr/>
              </p:nvSpPr>
              <p:spPr bwMode="auto">
                <a:xfrm>
                  <a:off x="0" y="0"/>
                  <a:ext cx="5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26632" name="Group 9">
                <a:extLst>
                  <a:ext uri="{FF2B5EF4-FFF2-40B4-BE49-F238E27FC236}">
                    <a16:creationId xmlns:a16="http://schemas.microsoft.com/office/drawing/2014/main" id="{4EAEEC31-2F0B-4500-9A9F-E7E737F05B51}"/>
                  </a:ext>
                </a:extLst>
              </p:cNvPr>
              <p:cNvGrpSpPr>
                <a:grpSpLocks/>
              </p:cNvGrpSpPr>
              <p:nvPr/>
            </p:nvGrpSpPr>
            <p:grpSpPr bwMode="auto">
              <a:xfrm>
                <a:off x="595" y="0"/>
                <a:ext cx="1414" cy="403"/>
                <a:chOff x="0" y="0"/>
                <a:chExt cx="1414" cy="403"/>
              </a:xfrm>
            </p:grpSpPr>
            <p:sp>
              <p:nvSpPr>
                <p:cNvPr id="26681" name="Rectangle 10">
                  <a:extLst>
                    <a:ext uri="{FF2B5EF4-FFF2-40B4-BE49-F238E27FC236}">
                      <a16:creationId xmlns:a16="http://schemas.microsoft.com/office/drawing/2014/main" id="{3F14B5DA-08BB-442D-9079-B7430B5EEB93}"/>
                    </a:ext>
                  </a:extLst>
                </p:cNvPr>
                <p:cNvSpPr>
                  <a:spLocks noChangeArrowheads="1"/>
                </p:cNvSpPr>
                <p:nvPr/>
              </p:nvSpPr>
              <p:spPr bwMode="auto">
                <a:xfrm>
                  <a:off x="6" y="6"/>
                  <a:ext cx="1402"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zh-CN" sz="2400">
                      <a:solidFill>
                        <a:schemeClr val="hlink"/>
                      </a:solidFill>
                      <a:latin typeface="华文楷体" panose="02010600040101010101" pitchFamily="2" charset="-122"/>
                      <a:ea typeface="华文楷体" panose="02010600040101010101" pitchFamily="2" charset="-122"/>
                    </a:rPr>
                    <a:t>1.544Mbit/s</a:t>
                  </a:r>
                </a:p>
              </p:txBody>
            </p:sp>
            <p:sp>
              <p:nvSpPr>
                <p:cNvPr id="26682" name="Rectangle 11">
                  <a:extLst>
                    <a:ext uri="{FF2B5EF4-FFF2-40B4-BE49-F238E27FC236}">
                      <a16:creationId xmlns:a16="http://schemas.microsoft.com/office/drawing/2014/main" id="{0033CAAC-9D90-4880-92EE-20AB0D37A017}"/>
                    </a:ext>
                  </a:extLst>
                </p:cNvPr>
                <p:cNvSpPr>
                  <a:spLocks noChangeArrowheads="1"/>
                </p:cNvSpPr>
                <p:nvPr/>
              </p:nvSpPr>
              <p:spPr bwMode="auto">
                <a:xfrm>
                  <a:off x="0" y="0"/>
                  <a:ext cx="1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26633" name="Group 12">
                <a:extLst>
                  <a:ext uri="{FF2B5EF4-FFF2-40B4-BE49-F238E27FC236}">
                    <a16:creationId xmlns:a16="http://schemas.microsoft.com/office/drawing/2014/main" id="{742528D8-F213-4C49-BB8A-927101E13898}"/>
                  </a:ext>
                </a:extLst>
              </p:cNvPr>
              <p:cNvGrpSpPr>
                <a:grpSpLocks/>
              </p:cNvGrpSpPr>
              <p:nvPr/>
            </p:nvGrpSpPr>
            <p:grpSpPr bwMode="auto">
              <a:xfrm>
                <a:off x="0" y="415"/>
                <a:ext cx="595" cy="403"/>
                <a:chOff x="0" y="0"/>
                <a:chExt cx="595" cy="403"/>
              </a:xfrm>
            </p:grpSpPr>
            <p:sp>
              <p:nvSpPr>
                <p:cNvPr id="26679" name="Rectangle 13">
                  <a:extLst>
                    <a:ext uri="{FF2B5EF4-FFF2-40B4-BE49-F238E27FC236}">
                      <a16:creationId xmlns:a16="http://schemas.microsoft.com/office/drawing/2014/main" id="{5B6FD49B-5F83-46F4-BFF1-620CA984311E}"/>
                    </a:ext>
                  </a:extLst>
                </p:cNvPr>
                <p:cNvSpPr>
                  <a:spLocks noChangeArrowheads="1"/>
                </p:cNvSpPr>
                <p:nvPr/>
              </p:nvSpPr>
              <p:spPr bwMode="auto">
                <a:xfrm>
                  <a:off x="6" y="6"/>
                  <a:ext cx="58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zh-CN" sz="2400">
                      <a:solidFill>
                        <a:schemeClr val="hlink"/>
                      </a:solidFill>
                      <a:latin typeface="华文楷体" panose="02010600040101010101" pitchFamily="2" charset="-122"/>
                      <a:ea typeface="华文楷体" panose="02010600040101010101" pitchFamily="2" charset="-122"/>
                    </a:rPr>
                    <a:t>E1</a:t>
                  </a:r>
                </a:p>
              </p:txBody>
            </p:sp>
            <p:sp>
              <p:nvSpPr>
                <p:cNvPr id="26680" name="Rectangle 14">
                  <a:extLst>
                    <a:ext uri="{FF2B5EF4-FFF2-40B4-BE49-F238E27FC236}">
                      <a16:creationId xmlns:a16="http://schemas.microsoft.com/office/drawing/2014/main" id="{2747B6E6-FD4E-4247-B039-ABE678385701}"/>
                    </a:ext>
                  </a:extLst>
                </p:cNvPr>
                <p:cNvSpPr>
                  <a:spLocks noChangeArrowheads="1"/>
                </p:cNvSpPr>
                <p:nvPr/>
              </p:nvSpPr>
              <p:spPr bwMode="auto">
                <a:xfrm>
                  <a:off x="0" y="0"/>
                  <a:ext cx="5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26634" name="Group 15">
                <a:extLst>
                  <a:ext uri="{FF2B5EF4-FFF2-40B4-BE49-F238E27FC236}">
                    <a16:creationId xmlns:a16="http://schemas.microsoft.com/office/drawing/2014/main" id="{9B50D457-5ACC-4FA1-813B-C9E041CDC268}"/>
                  </a:ext>
                </a:extLst>
              </p:cNvPr>
              <p:cNvGrpSpPr>
                <a:grpSpLocks/>
              </p:cNvGrpSpPr>
              <p:nvPr/>
            </p:nvGrpSpPr>
            <p:grpSpPr bwMode="auto">
              <a:xfrm>
                <a:off x="595" y="415"/>
                <a:ext cx="1414" cy="403"/>
                <a:chOff x="0" y="0"/>
                <a:chExt cx="1414" cy="403"/>
              </a:xfrm>
            </p:grpSpPr>
            <p:sp>
              <p:nvSpPr>
                <p:cNvPr id="26677" name="Rectangle 16">
                  <a:extLst>
                    <a:ext uri="{FF2B5EF4-FFF2-40B4-BE49-F238E27FC236}">
                      <a16:creationId xmlns:a16="http://schemas.microsoft.com/office/drawing/2014/main" id="{D6DCE508-1A08-438B-8409-3FACB4EB0622}"/>
                    </a:ext>
                  </a:extLst>
                </p:cNvPr>
                <p:cNvSpPr>
                  <a:spLocks noChangeArrowheads="1"/>
                </p:cNvSpPr>
                <p:nvPr/>
              </p:nvSpPr>
              <p:spPr bwMode="auto">
                <a:xfrm>
                  <a:off x="6" y="6"/>
                  <a:ext cx="1402"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zh-CN" sz="2400">
                      <a:solidFill>
                        <a:schemeClr val="hlink"/>
                      </a:solidFill>
                      <a:latin typeface="华文楷体" panose="02010600040101010101" pitchFamily="2" charset="-122"/>
                      <a:ea typeface="华文楷体" panose="02010600040101010101" pitchFamily="2" charset="-122"/>
                    </a:rPr>
                    <a:t>2.048Mbit/s</a:t>
                  </a:r>
                </a:p>
              </p:txBody>
            </p:sp>
            <p:sp>
              <p:nvSpPr>
                <p:cNvPr id="26678" name="Rectangle 17">
                  <a:extLst>
                    <a:ext uri="{FF2B5EF4-FFF2-40B4-BE49-F238E27FC236}">
                      <a16:creationId xmlns:a16="http://schemas.microsoft.com/office/drawing/2014/main" id="{CC105FBF-E292-4B93-8663-D0DB9BCBDCCC}"/>
                    </a:ext>
                  </a:extLst>
                </p:cNvPr>
                <p:cNvSpPr>
                  <a:spLocks noChangeArrowheads="1"/>
                </p:cNvSpPr>
                <p:nvPr/>
              </p:nvSpPr>
              <p:spPr bwMode="auto">
                <a:xfrm>
                  <a:off x="0" y="0"/>
                  <a:ext cx="1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26635" name="Group 18">
                <a:extLst>
                  <a:ext uri="{FF2B5EF4-FFF2-40B4-BE49-F238E27FC236}">
                    <a16:creationId xmlns:a16="http://schemas.microsoft.com/office/drawing/2014/main" id="{8FC62EBE-FF08-4E3A-A500-1481DCB6C670}"/>
                  </a:ext>
                </a:extLst>
              </p:cNvPr>
              <p:cNvGrpSpPr>
                <a:grpSpLocks/>
              </p:cNvGrpSpPr>
              <p:nvPr/>
            </p:nvGrpSpPr>
            <p:grpSpPr bwMode="auto">
              <a:xfrm>
                <a:off x="0" y="830"/>
                <a:ext cx="595" cy="403"/>
                <a:chOff x="0" y="0"/>
                <a:chExt cx="595" cy="403"/>
              </a:xfrm>
            </p:grpSpPr>
            <p:sp>
              <p:nvSpPr>
                <p:cNvPr id="26675" name="Rectangle 19">
                  <a:extLst>
                    <a:ext uri="{FF2B5EF4-FFF2-40B4-BE49-F238E27FC236}">
                      <a16:creationId xmlns:a16="http://schemas.microsoft.com/office/drawing/2014/main" id="{A24B9B77-9CED-41B8-A8BC-23B2E0D0F41B}"/>
                    </a:ext>
                  </a:extLst>
                </p:cNvPr>
                <p:cNvSpPr>
                  <a:spLocks noChangeArrowheads="1"/>
                </p:cNvSpPr>
                <p:nvPr/>
              </p:nvSpPr>
              <p:spPr bwMode="auto">
                <a:xfrm>
                  <a:off x="6" y="6"/>
                  <a:ext cx="58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zh-CN" sz="2400">
                      <a:latin typeface="华文楷体" panose="02010600040101010101" pitchFamily="2" charset="-122"/>
                      <a:ea typeface="华文楷体" panose="02010600040101010101" pitchFamily="2" charset="-122"/>
                    </a:rPr>
                    <a:t>DS2（T2）</a:t>
                  </a:r>
                </a:p>
              </p:txBody>
            </p:sp>
            <p:sp>
              <p:nvSpPr>
                <p:cNvPr id="26676" name="Rectangle 20">
                  <a:extLst>
                    <a:ext uri="{FF2B5EF4-FFF2-40B4-BE49-F238E27FC236}">
                      <a16:creationId xmlns:a16="http://schemas.microsoft.com/office/drawing/2014/main" id="{2D56A1C6-D731-43FD-AD5A-F9C4B307F32C}"/>
                    </a:ext>
                  </a:extLst>
                </p:cNvPr>
                <p:cNvSpPr>
                  <a:spLocks noChangeArrowheads="1"/>
                </p:cNvSpPr>
                <p:nvPr/>
              </p:nvSpPr>
              <p:spPr bwMode="auto">
                <a:xfrm>
                  <a:off x="0" y="0"/>
                  <a:ext cx="5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26636" name="Group 21">
                <a:extLst>
                  <a:ext uri="{FF2B5EF4-FFF2-40B4-BE49-F238E27FC236}">
                    <a16:creationId xmlns:a16="http://schemas.microsoft.com/office/drawing/2014/main" id="{539BCA89-60BC-4A70-91D6-428DD5743E21}"/>
                  </a:ext>
                </a:extLst>
              </p:cNvPr>
              <p:cNvGrpSpPr>
                <a:grpSpLocks/>
              </p:cNvGrpSpPr>
              <p:nvPr/>
            </p:nvGrpSpPr>
            <p:grpSpPr bwMode="auto">
              <a:xfrm>
                <a:off x="595" y="830"/>
                <a:ext cx="1414" cy="403"/>
                <a:chOff x="0" y="0"/>
                <a:chExt cx="1414" cy="403"/>
              </a:xfrm>
            </p:grpSpPr>
            <p:sp>
              <p:nvSpPr>
                <p:cNvPr id="26673" name="Rectangle 22">
                  <a:extLst>
                    <a:ext uri="{FF2B5EF4-FFF2-40B4-BE49-F238E27FC236}">
                      <a16:creationId xmlns:a16="http://schemas.microsoft.com/office/drawing/2014/main" id="{8A504932-234B-46FD-AA5F-EC772A65001C}"/>
                    </a:ext>
                  </a:extLst>
                </p:cNvPr>
                <p:cNvSpPr>
                  <a:spLocks noChangeArrowheads="1"/>
                </p:cNvSpPr>
                <p:nvPr/>
              </p:nvSpPr>
              <p:spPr bwMode="auto">
                <a:xfrm>
                  <a:off x="6" y="6"/>
                  <a:ext cx="1402"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zh-CN" sz="2400">
                      <a:latin typeface="华文楷体" panose="02010600040101010101" pitchFamily="2" charset="-122"/>
                      <a:ea typeface="华文楷体" panose="02010600040101010101" pitchFamily="2" charset="-122"/>
                    </a:rPr>
                    <a:t>6.312Mbit/s</a:t>
                  </a:r>
                </a:p>
              </p:txBody>
            </p:sp>
            <p:sp>
              <p:nvSpPr>
                <p:cNvPr id="26674" name="Rectangle 23">
                  <a:extLst>
                    <a:ext uri="{FF2B5EF4-FFF2-40B4-BE49-F238E27FC236}">
                      <a16:creationId xmlns:a16="http://schemas.microsoft.com/office/drawing/2014/main" id="{B0C200B7-AA33-4BE3-936E-0D8B48CFAAE4}"/>
                    </a:ext>
                  </a:extLst>
                </p:cNvPr>
                <p:cNvSpPr>
                  <a:spLocks noChangeArrowheads="1"/>
                </p:cNvSpPr>
                <p:nvPr/>
              </p:nvSpPr>
              <p:spPr bwMode="auto">
                <a:xfrm>
                  <a:off x="0" y="0"/>
                  <a:ext cx="1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26637" name="Group 24">
                <a:extLst>
                  <a:ext uri="{FF2B5EF4-FFF2-40B4-BE49-F238E27FC236}">
                    <a16:creationId xmlns:a16="http://schemas.microsoft.com/office/drawing/2014/main" id="{FDDD29D2-8C04-4673-A99B-E767BE2EB6BF}"/>
                  </a:ext>
                </a:extLst>
              </p:cNvPr>
              <p:cNvGrpSpPr>
                <a:grpSpLocks/>
              </p:cNvGrpSpPr>
              <p:nvPr/>
            </p:nvGrpSpPr>
            <p:grpSpPr bwMode="auto">
              <a:xfrm>
                <a:off x="0" y="1245"/>
                <a:ext cx="595" cy="403"/>
                <a:chOff x="0" y="0"/>
                <a:chExt cx="595" cy="403"/>
              </a:xfrm>
            </p:grpSpPr>
            <p:sp>
              <p:nvSpPr>
                <p:cNvPr id="26671" name="Rectangle 25">
                  <a:extLst>
                    <a:ext uri="{FF2B5EF4-FFF2-40B4-BE49-F238E27FC236}">
                      <a16:creationId xmlns:a16="http://schemas.microsoft.com/office/drawing/2014/main" id="{2AA5BE34-79A8-45E3-B9A8-F34DFA407339}"/>
                    </a:ext>
                  </a:extLst>
                </p:cNvPr>
                <p:cNvSpPr>
                  <a:spLocks noChangeArrowheads="1"/>
                </p:cNvSpPr>
                <p:nvPr/>
              </p:nvSpPr>
              <p:spPr bwMode="auto">
                <a:xfrm>
                  <a:off x="6" y="6"/>
                  <a:ext cx="58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zh-CN" sz="2400">
                      <a:latin typeface="华文楷体" panose="02010600040101010101" pitchFamily="2" charset="-122"/>
                      <a:ea typeface="华文楷体" panose="02010600040101010101" pitchFamily="2" charset="-122"/>
                    </a:rPr>
                    <a:t>E2</a:t>
                  </a:r>
                </a:p>
              </p:txBody>
            </p:sp>
            <p:sp>
              <p:nvSpPr>
                <p:cNvPr id="26672" name="Rectangle 26">
                  <a:extLst>
                    <a:ext uri="{FF2B5EF4-FFF2-40B4-BE49-F238E27FC236}">
                      <a16:creationId xmlns:a16="http://schemas.microsoft.com/office/drawing/2014/main" id="{0A361A92-8442-43C4-817D-6A7E564E2D6C}"/>
                    </a:ext>
                  </a:extLst>
                </p:cNvPr>
                <p:cNvSpPr>
                  <a:spLocks noChangeArrowheads="1"/>
                </p:cNvSpPr>
                <p:nvPr/>
              </p:nvSpPr>
              <p:spPr bwMode="auto">
                <a:xfrm>
                  <a:off x="0" y="0"/>
                  <a:ext cx="5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26638" name="Group 27">
                <a:extLst>
                  <a:ext uri="{FF2B5EF4-FFF2-40B4-BE49-F238E27FC236}">
                    <a16:creationId xmlns:a16="http://schemas.microsoft.com/office/drawing/2014/main" id="{37D25A0F-8D2E-4A33-AB87-299EF90E9324}"/>
                  </a:ext>
                </a:extLst>
              </p:cNvPr>
              <p:cNvGrpSpPr>
                <a:grpSpLocks/>
              </p:cNvGrpSpPr>
              <p:nvPr/>
            </p:nvGrpSpPr>
            <p:grpSpPr bwMode="auto">
              <a:xfrm>
                <a:off x="595" y="1245"/>
                <a:ext cx="1414" cy="403"/>
                <a:chOff x="0" y="0"/>
                <a:chExt cx="1414" cy="403"/>
              </a:xfrm>
            </p:grpSpPr>
            <p:sp>
              <p:nvSpPr>
                <p:cNvPr id="26669" name="Rectangle 28">
                  <a:extLst>
                    <a:ext uri="{FF2B5EF4-FFF2-40B4-BE49-F238E27FC236}">
                      <a16:creationId xmlns:a16="http://schemas.microsoft.com/office/drawing/2014/main" id="{1B1066A7-7669-4C52-AF11-3FB4AF989CEC}"/>
                    </a:ext>
                  </a:extLst>
                </p:cNvPr>
                <p:cNvSpPr>
                  <a:spLocks noChangeArrowheads="1"/>
                </p:cNvSpPr>
                <p:nvPr/>
              </p:nvSpPr>
              <p:spPr bwMode="auto">
                <a:xfrm>
                  <a:off x="6" y="6"/>
                  <a:ext cx="1402"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zh-CN" sz="2400">
                      <a:latin typeface="华文楷体" panose="02010600040101010101" pitchFamily="2" charset="-122"/>
                      <a:ea typeface="华文楷体" panose="02010600040101010101" pitchFamily="2" charset="-122"/>
                    </a:rPr>
                    <a:t>8.448Mbit/s</a:t>
                  </a:r>
                </a:p>
              </p:txBody>
            </p:sp>
            <p:sp>
              <p:nvSpPr>
                <p:cNvPr id="26670" name="Rectangle 29">
                  <a:extLst>
                    <a:ext uri="{FF2B5EF4-FFF2-40B4-BE49-F238E27FC236}">
                      <a16:creationId xmlns:a16="http://schemas.microsoft.com/office/drawing/2014/main" id="{CA53642F-27D1-4BEA-AB89-3D7E902776CC}"/>
                    </a:ext>
                  </a:extLst>
                </p:cNvPr>
                <p:cNvSpPr>
                  <a:spLocks noChangeArrowheads="1"/>
                </p:cNvSpPr>
                <p:nvPr/>
              </p:nvSpPr>
              <p:spPr bwMode="auto">
                <a:xfrm>
                  <a:off x="0" y="0"/>
                  <a:ext cx="1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26639" name="Group 30">
                <a:extLst>
                  <a:ext uri="{FF2B5EF4-FFF2-40B4-BE49-F238E27FC236}">
                    <a16:creationId xmlns:a16="http://schemas.microsoft.com/office/drawing/2014/main" id="{86F02256-9CAC-4EF7-99B0-9C0E4F4ADCB4}"/>
                  </a:ext>
                </a:extLst>
              </p:cNvPr>
              <p:cNvGrpSpPr>
                <a:grpSpLocks/>
              </p:cNvGrpSpPr>
              <p:nvPr/>
            </p:nvGrpSpPr>
            <p:grpSpPr bwMode="auto">
              <a:xfrm>
                <a:off x="0" y="1660"/>
                <a:ext cx="595" cy="403"/>
                <a:chOff x="0" y="0"/>
                <a:chExt cx="595" cy="403"/>
              </a:xfrm>
            </p:grpSpPr>
            <p:sp>
              <p:nvSpPr>
                <p:cNvPr id="26667" name="Rectangle 31">
                  <a:extLst>
                    <a:ext uri="{FF2B5EF4-FFF2-40B4-BE49-F238E27FC236}">
                      <a16:creationId xmlns:a16="http://schemas.microsoft.com/office/drawing/2014/main" id="{84F0D5DE-D82D-412D-AA3D-6E9D0EDC9E3E}"/>
                    </a:ext>
                  </a:extLst>
                </p:cNvPr>
                <p:cNvSpPr>
                  <a:spLocks noChangeArrowheads="1"/>
                </p:cNvSpPr>
                <p:nvPr/>
              </p:nvSpPr>
              <p:spPr bwMode="auto">
                <a:xfrm>
                  <a:off x="6" y="6"/>
                  <a:ext cx="58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zh-CN" sz="2400">
                      <a:latin typeface="华文楷体" panose="02010600040101010101" pitchFamily="2" charset="-122"/>
                      <a:ea typeface="华文楷体" panose="02010600040101010101" pitchFamily="2" charset="-122"/>
                    </a:rPr>
                    <a:t>E3</a:t>
                  </a:r>
                </a:p>
              </p:txBody>
            </p:sp>
            <p:sp>
              <p:nvSpPr>
                <p:cNvPr id="26668" name="Rectangle 32">
                  <a:extLst>
                    <a:ext uri="{FF2B5EF4-FFF2-40B4-BE49-F238E27FC236}">
                      <a16:creationId xmlns:a16="http://schemas.microsoft.com/office/drawing/2014/main" id="{CBE4AF8E-90E2-497C-8A31-1B0CB881711E}"/>
                    </a:ext>
                  </a:extLst>
                </p:cNvPr>
                <p:cNvSpPr>
                  <a:spLocks noChangeArrowheads="1"/>
                </p:cNvSpPr>
                <p:nvPr/>
              </p:nvSpPr>
              <p:spPr bwMode="auto">
                <a:xfrm>
                  <a:off x="0" y="0"/>
                  <a:ext cx="5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26640" name="Group 33">
                <a:extLst>
                  <a:ext uri="{FF2B5EF4-FFF2-40B4-BE49-F238E27FC236}">
                    <a16:creationId xmlns:a16="http://schemas.microsoft.com/office/drawing/2014/main" id="{AD791B77-D113-4D82-9C8F-6F43124A43E1}"/>
                  </a:ext>
                </a:extLst>
              </p:cNvPr>
              <p:cNvGrpSpPr>
                <a:grpSpLocks/>
              </p:cNvGrpSpPr>
              <p:nvPr/>
            </p:nvGrpSpPr>
            <p:grpSpPr bwMode="auto">
              <a:xfrm>
                <a:off x="595" y="1660"/>
                <a:ext cx="1414" cy="403"/>
                <a:chOff x="0" y="0"/>
                <a:chExt cx="1414" cy="403"/>
              </a:xfrm>
            </p:grpSpPr>
            <p:sp>
              <p:nvSpPr>
                <p:cNvPr id="26665" name="Rectangle 34">
                  <a:extLst>
                    <a:ext uri="{FF2B5EF4-FFF2-40B4-BE49-F238E27FC236}">
                      <a16:creationId xmlns:a16="http://schemas.microsoft.com/office/drawing/2014/main" id="{732DEA54-69FD-4AB9-8F8F-0398ADB892E1}"/>
                    </a:ext>
                  </a:extLst>
                </p:cNvPr>
                <p:cNvSpPr>
                  <a:spLocks noChangeArrowheads="1"/>
                </p:cNvSpPr>
                <p:nvPr/>
              </p:nvSpPr>
              <p:spPr bwMode="auto">
                <a:xfrm>
                  <a:off x="6" y="6"/>
                  <a:ext cx="1402"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zh-CN" sz="2400">
                      <a:latin typeface="华文楷体" panose="02010600040101010101" pitchFamily="2" charset="-122"/>
                      <a:ea typeface="华文楷体" panose="02010600040101010101" pitchFamily="2" charset="-122"/>
                    </a:rPr>
                    <a:t>34.368Mbit/s</a:t>
                  </a:r>
                </a:p>
              </p:txBody>
            </p:sp>
            <p:sp>
              <p:nvSpPr>
                <p:cNvPr id="26666" name="Rectangle 35">
                  <a:extLst>
                    <a:ext uri="{FF2B5EF4-FFF2-40B4-BE49-F238E27FC236}">
                      <a16:creationId xmlns:a16="http://schemas.microsoft.com/office/drawing/2014/main" id="{2D484DAB-04EE-4A47-BBF5-E6BF52DD8031}"/>
                    </a:ext>
                  </a:extLst>
                </p:cNvPr>
                <p:cNvSpPr>
                  <a:spLocks noChangeArrowheads="1"/>
                </p:cNvSpPr>
                <p:nvPr/>
              </p:nvSpPr>
              <p:spPr bwMode="auto">
                <a:xfrm>
                  <a:off x="0" y="0"/>
                  <a:ext cx="1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26641" name="Group 36">
                <a:extLst>
                  <a:ext uri="{FF2B5EF4-FFF2-40B4-BE49-F238E27FC236}">
                    <a16:creationId xmlns:a16="http://schemas.microsoft.com/office/drawing/2014/main" id="{D07AA1B7-AD29-42CB-9048-AF0490243821}"/>
                  </a:ext>
                </a:extLst>
              </p:cNvPr>
              <p:cNvGrpSpPr>
                <a:grpSpLocks/>
              </p:cNvGrpSpPr>
              <p:nvPr/>
            </p:nvGrpSpPr>
            <p:grpSpPr bwMode="auto">
              <a:xfrm>
                <a:off x="0" y="2075"/>
                <a:ext cx="595" cy="403"/>
                <a:chOff x="0" y="0"/>
                <a:chExt cx="595" cy="403"/>
              </a:xfrm>
            </p:grpSpPr>
            <p:sp>
              <p:nvSpPr>
                <p:cNvPr id="26663" name="Rectangle 37">
                  <a:extLst>
                    <a:ext uri="{FF2B5EF4-FFF2-40B4-BE49-F238E27FC236}">
                      <a16:creationId xmlns:a16="http://schemas.microsoft.com/office/drawing/2014/main" id="{54CD892A-57B8-45FC-8EC5-DC0D94775358}"/>
                    </a:ext>
                  </a:extLst>
                </p:cNvPr>
                <p:cNvSpPr>
                  <a:spLocks noChangeArrowheads="1"/>
                </p:cNvSpPr>
                <p:nvPr/>
              </p:nvSpPr>
              <p:spPr bwMode="auto">
                <a:xfrm>
                  <a:off x="6" y="6"/>
                  <a:ext cx="58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zh-CN" sz="2400">
                      <a:latin typeface="华文楷体" panose="02010600040101010101" pitchFamily="2" charset="-122"/>
                      <a:ea typeface="华文楷体" panose="02010600040101010101" pitchFamily="2" charset="-122"/>
                    </a:rPr>
                    <a:t>DS3（T3）</a:t>
                  </a:r>
                </a:p>
              </p:txBody>
            </p:sp>
            <p:sp>
              <p:nvSpPr>
                <p:cNvPr id="26664" name="Rectangle 38">
                  <a:extLst>
                    <a:ext uri="{FF2B5EF4-FFF2-40B4-BE49-F238E27FC236}">
                      <a16:creationId xmlns:a16="http://schemas.microsoft.com/office/drawing/2014/main" id="{341D1C17-8F73-46BB-8A90-D3CEC44EE8F5}"/>
                    </a:ext>
                  </a:extLst>
                </p:cNvPr>
                <p:cNvSpPr>
                  <a:spLocks noChangeArrowheads="1"/>
                </p:cNvSpPr>
                <p:nvPr/>
              </p:nvSpPr>
              <p:spPr bwMode="auto">
                <a:xfrm>
                  <a:off x="0" y="0"/>
                  <a:ext cx="5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26642" name="Group 39">
                <a:extLst>
                  <a:ext uri="{FF2B5EF4-FFF2-40B4-BE49-F238E27FC236}">
                    <a16:creationId xmlns:a16="http://schemas.microsoft.com/office/drawing/2014/main" id="{7F2EAEA1-10E1-4305-98B1-149FB1FD3AC8}"/>
                  </a:ext>
                </a:extLst>
              </p:cNvPr>
              <p:cNvGrpSpPr>
                <a:grpSpLocks/>
              </p:cNvGrpSpPr>
              <p:nvPr/>
            </p:nvGrpSpPr>
            <p:grpSpPr bwMode="auto">
              <a:xfrm>
                <a:off x="595" y="2075"/>
                <a:ext cx="1414" cy="403"/>
                <a:chOff x="0" y="0"/>
                <a:chExt cx="1414" cy="403"/>
              </a:xfrm>
            </p:grpSpPr>
            <p:sp>
              <p:nvSpPr>
                <p:cNvPr id="26661" name="Rectangle 40">
                  <a:extLst>
                    <a:ext uri="{FF2B5EF4-FFF2-40B4-BE49-F238E27FC236}">
                      <a16:creationId xmlns:a16="http://schemas.microsoft.com/office/drawing/2014/main" id="{E8C9D638-200D-41EE-BD9A-838909B814E0}"/>
                    </a:ext>
                  </a:extLst>
                </p:cNvPr>
                <p:cNvSpPr>
                  <a:spLocks noChangeArrowheads="1"/>
                </p:cNvSpPr>
                <p:nvPr/>
              </p:nvSpPr>
              <p:spPr bwMode="auto">
                <a:xfrm>
                  <a:off x="6" y="6"/>
                  <a:ext cx="1402"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zh-CN" sz="2400">
                      <a:latin typeface="华文楷体" panose="02010600040101010101" pitchFamily="2" charset="-122"/>
                      <a:ea typeface="华文楷体" panose="02010600040101010101" pitchFamily="2" charset="-122"/>
                    </a:rPr>
                    <a:t>44.736Mbit/s</a:t>
                  </a:r>
                </a:p>
              </p:txBody>
            </p:sp>
            <p:sp>
              <p:nvSpPr>
                <p:cNvPr id="26662" name="Rectangle 41">
                  <a:extLst>
                    <a:ext uri="{FF2B5EF4-FFF2-40B4-BE49-F238E27FC236}">
                      <a16:creationId xmlns:a16="http://schemas.microsoft.com/office/drawing/2014/main" id="{666E55BA-9935-4B30-9C2A-2C47F3D7269A}"/>
                    </a:ext>
                  </a:extLst>
                </p:cNvPr>
                <p:cNvSpPr>
                  <a:spLocks noChangeArrowheads="1"/>
                </p:cNvSpPr>
                <p:nvPr/>
              </p:nvSpPr>
              <p:spPr bwMode="auto">
                <a:xfrm>
                  <a:off x="0" y="0"/>
                  <a:ext cx="1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26643" name="Group 42">
                <a:extLst>
                  <a:ext uri="{FF2B5EF4-FFF2-40B4-BE49-F238E27FC236}">
                    <a16:creationId xmlns:a16="http://schemas.microsoft.com/office/drawing/2014/main" id="{E6AF380D-70DF-4E8E-B1A0-C6FB30CE0120}"/>
                  </a:ext>
                </a:extLst>
              </p:cNvPr>
              <p:cNvGrpSpPr>
                <a:grpSpLocks/>
              </p:cNvGrpSpPr>
              <p:nvPr/>
            </p:nvGrpSpPr>
            <p:grpSpPr bwMode="auto">
              <a:xfrm>
                <a:off x="0" y="2490"/>
                <a:ext cx="595" cy="403"/>
                <a:chOff x="0" y="0"/>
                <a:chExt cx="595" cy="403"/>
              </a:xfrm>
            </p:grpSpPr>
            <p:sp>
              <p:nvSpPr>
                <p:cNvPr id="26659" name="Rectangle 43">
                  <a:extLst>
                    <a:ext uri="{FF2B5EF4-FFF2-40B4-BE49-F238E27FC236}">
                      <a16:creationId xmlns:a16="http://schemas.microsoft.com/office/drawing/2014/main" id="{BDBDD010-C50B-4036-9028-54366E2512A9}"/>
                    </a:ext>
                  </a:extLst>
                </p:cNvPr>
                <p:cNvSpPr>
                  <a:spLocks noChangeArrowheads="1"/>
                </p:cNvSpPr>
                <p:nvPr/>
              </p:nvSpPr>
              <p:spPr bwMode="auto">
                <a:xfrm>
                  <a:off x="6" y="6"/>
                  <a:ext cx="58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zh-CN" sz="2400">
                      <a:latin typeface="华文楷体" panose="02010600040101010101" pitchFamily="2" charset="-122"/>
                      <a:ea typeface="华文楷体" panose="02010600040101010101" pitchFamily="2" charset="-122"/>
                    </a:rPr>
                    <a:t>E4</a:t>
                  </a:r>
                </a:p>
              </p:txBody>
            </p:sp>
            <p:sp>
              <p:nvSpPr>
                <p:cNvPr id="26660" name="Rectangle 44">
                  <a:extLst>
                    <a:ext uri="{FF2B5EF4-FFF2-40B4-BE49-F238E27FC236}">
                      <a16:creationId xmlns:a16="http://schemas.microsoft.com/office/drawing/2014/main" id="{78AB248A-8263-41F0-9C93-EDDF260F275A}"/>
                    </a:ext>
                  </a:extLst>
                </p:cNvPr>
                <p:cNvSpPr>
                  <a:spLocks noChangeArrowheads="1"/>
                </p:cNvSpPr>
                <p:nvPr/>
              </p:nvSpPr>
              <p:spPr bwMode="auto">
                <a:xfrm>
                  <a:off x="0" y="0"/>
                  <a:ext cx="5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26644" name="Group 45">
                <a:extLst>
                  <a:ext uri="{FF2B5EF4-FFF2-40B4-BE49-F238E27FC236}">
                    <a16:creationId xmlns:a16="http://schemas.microsoft.com/office/drawing/2014/main" id="{DD90C60C-94EE-467B-9925-C9D84911C11E}"/>
                  </a:ext>
                </a:extLst>
              </p:cNvPr>
              <p:cNvGrpSpPr>
                <a:grpSpLocks/>
              </p:cNvGrpSpPr>
              <p:nvPr/>
            </p:nvGrpSpPr>
            <p:grpSpPr bwMode="auto">
              <a:xfrm>
                <a:off x="595" y="2490"/>
                <a:ext cx="1414" cy="403"/>
                <a:chOff x="0" y="0"/>
                <a:chExt cx="1414" cy="403"/>
              </a:xfrm>
            </p:grpSpPr>
            <p:sp>
              <p:nvSpPr>
                <p:cNvPr id="26657" name="Rectangle 46">
                  <a:extLst>
                    <a:ext uri="{FF2B5EF4-FFF2-40B4-BE49-F238E27FC236}">
                      <a16:creationId xmlns:a16="http://schemas.microsoft.com/office/drawing/2014/main" id="{9EA126C2-E865-4438-91F2-BD2F313C417C}"/>
                    </a:ext>
                  </a:extLst>
                </p:cNvPr>
                <p:cNvSpPr>
                  <a:spLocks noChangeArrowheads="1"/>
                </p:cNvSpPr>
                <p:nvPr/>
              </p:nvSpPr>
              <p:spPr bwMode="auto">
                <a:xfrm>
                  <a:off x="6" y="6"/>
                  <a:ext cx="1402"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zh-CN" sz="2400">
                      <a:latin typeface="华文楷体" panose="02010600040101010101" pitchFamily="2" charset="-122"/>
                      <a:ea typeface="华文楷体" panose="02010600040101010101" pitchFamily="2" charset="-122"/>
                    </a:rPr>
                    <a:t>139.64Mbit/s</a:t>
                  </a:r>
                </a:p>
              </p:txBody>
            </p:sp>
            <p:sp>
              <p:nvSpPr>
                <p:cNvPr id="26658" name="Rectangle 47">
                  <a:extLst>
                    <a:ext uri="{FF2B5EF4-FFF2-40B4-BE49-F238E27FC236}">
                      <a16:creationId xmlns:a16="http://schemas.microsoft.com/office/drawing/2014/main" id="{072AC110-C5D1-45F0-8B27-25B1D9425C74}"/>
                    </a:ext>
                  </a:extLst>
                </p:cNvPr>
                <p:cNvSpPr>
                  <a:spLocks noChangeArrowheads="1"/>
                </p:cNvSpPr>
                <p:nvPr/>
              </p:nvSpPr>
              <p:spPr bwMode="auto">
                <a:xfrm>
                  <a:off x="0" y="0"/>
                  <a:ext cx="1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26645" name="Group 48">
                <a:extLst>
                  <a:ext uri="{FF2B5EF4-FFF2-40B4-BE49-F238E27FC236}">
                    <a16:creationId xmlns:a16="http://schemas.microsoft.com/office/drawing/2014/main" id="{B9B350FA-B893-4E50-9BF7-E5CB4439E420}"/>
                  </a:ext>
                </a:extLst>
              </p:cNvPr>
              <p:cNvGrpSpPr>
                <a:grpSpLocks/>
              </p:cNvGrpSpPr>
              <p:nvPr/>
            </p:nvGrpSpPr>
            <p:grpSpPr bwMode="auto">
              <a:xfrm>
                <a:off x="0" y="2905"/>
                <a:ext cx="595" cy="403"/>
                <a:chOff x="0" y="0"/>
                <a:chExt cx="595" cy="403"/>
              </a:xfrm>
            </p:grpSpPr>
            <p:sp>
              <p:nvSpPr>
                <p:cNvPr id="26655" name="Rectangle 49">
                  <a:extLst>
                    <a:ext uri="{FF2B5EF4-FFF2-40B4-BE49-F238E27FC236}">
                      <a16:creationId xmlns:a16="http://schemas.microsoft.com/office/drawing/2014/main" id="{A4658E31-5C67-4250-B798-B23A01ECA418}"/>
                    </a:ext>
                  </a:extLst>
                </p:cNvPr>
                <p:cNvSpPr>
                  <a:spLocks noChangeArrowheads="1"/>
                </p:cNvSpPr>
                <p:nvPr/>
              </p:nvSpPr>
              <p:spPr bwMode="auto">
                <a:xfrm>
                  <a:off x="6" y="6"/>
                  <a:ext cx="58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zh-CN" sz="2400">
                      <a:latin typeface="华文楷体" panose="02010600040101010101" pitchFamily="2" charset="-122"/>
                      <a:ea typeface="华文楷体" panose="02010600040101010101" pitchFamily="2" charset="-122"/>
                    </a:rPr>
                    <a:t>STM-1</a:t>
                  </a:r>
                </a:p>
              </p:txBody>
            </p:sp>
            <p:sp>
              <p:nvSpPr>
                <p:cNvPr id="26656" name="Rectangle 50">
                  <a:extLst>
                    <a:ext uri="{FF2B5EF4-FFF2-40B4-BE49-F238E27FC236}">
                      <a16:creationId xmlns:a16="http://schemas.microsoft.com/office/drawing/2014/main" id="{E59D5678-2CE2-4027-AE27-B55CB7FD7214}"/>
                    </a:ext>
                  </a:extLst>
                </p:cNvPr>
                <p:cNvSpPr>
                  <a:spLocks noChangeArrowheads="1"/>
                </p:cNvSpPr>
                <p:nvPr/>
              </p:nvSpPr>
              <p:spPr bwMode="auto">
                <a:xfrm>
                  <a:off x="0" y="0"/>
                  <a:ext cx="5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26646" name="Group 51">
                <a:extLst>
                  <a:ext uri="{FF2B5EF4-FFF2-40B4-BE49-F238E27FC236}">
                    <a16:creationId xmlns:a16="http://schemas.microsoft.com/office/drawing/2014/main" id="{E6436423-D174-4E84-BE2C-8C85E8D749ED}"/>
                  </a:ext>
                </a:extLst>
              </p:cNvPr>
              <p:cNvGrpSpPr>
                <a:grpSpLocks/>
              </p:cNvGrpSpPr>
              <p:nvPr/>
            </p:nvGrpSpPr>
            <p:grpSpPr bwMode="auto">
              <a:xfrm>
                <a:off x="595" y="2905"/>
                <a:ext cx="1414" cy="403"/>
                <a:chOff x="0" y="0"/>
                <a:chExt cx="1414" cy="403"/>
              </a:xfrm>
            </p:grpSpPr>
            <p:sp>
              <p:nvSpPr>
                <p:cNvPr id="26653" name="Rectangle 52">
                  <a:extLst>
                    <a:ext uri="{FF2B5EF4-FFF2-40B4-BE49-F238E27FC236}">
                      <a16:creationId xmlns:a16="http://schemas.microsoft.com/office/drawing/2014/main" id="{0067604D-D587-4E6F-B348-E9A6EDB81477}"/>
                    </a:ext>
                  </a:extLst>
                </p:cNvPr>
                <p:cNvSpPr>
                  <a:spLocks noChangeArrowheads="1"/>
                </p:cNvSpPr>
                <p:nvPr/>
              </p:nvSpPr>
              <p:spPr bwMode="auto">
                <a:xfrm>
                  <a:off x="6" y="6"/>
                  <a:ext cx="1402"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zh-CN" sz="2400">
                      <a:latin typeface="华文楷体" panose="02010600040101010101" pitchFamily="2" charset="-122"/>
                      <a:ea typeface="华文楷体" panose="02010600040101010101" pitchFamily="2" charset="-122"/>
                    </a:rPr>
                    <a:t>155.52Mbit/s（与STS-3相同）</a:t>
                  </a:r>
                </a:p>
              </p:txBody>
            </p:sp>
            <p:sp>
              <p:nvSpPr>
                <p:cNvPr id="26654" name="Rectangle 53">
                  <a:extLst>
                    <a:ext uri="{FF2B5EF4-FFF2-40B4-BE49-F238E27FC236}">
                      <a16:creationId xmlns:a16="http://schemas.microsoft.com/office/drawing/2014/main" id="{1968AFDC-9343-41BA-8DA6-78CCE08EF675}"/>
                    </a:ext>
                  </a:extLst>
                </p:cNvPr>
                <p:cNvSpPr>
                  <a:spLocks noChangeArrowheads="1"/>
                </p:cNvSpPr>
                <p:nvPr/>
              </p:nvSpPr>
              <p:spPr bwMode="auto">
                <a:xfrm>
                  <a:off x="0" y="0"/>
                  <a:ext cx="1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26647" name="Group 54">
                <a:extLst>
                  <a:ext uri="{FF2B5EF4-FFF2-40B4-BE49-F238E27FC236}">
                    <a16:creationId xmlns:a16="http://schemas.microsoft.com/office/drawing/2014/main" id="{827B2335-75B3-4F88-ADF0-8C17BA9A1BB0}"/>
                  </a:ext>
                </a:extLst>
              </p:cNvPr>
              <p:cNvGrpSpPr>
                <a:grpSpLocks/>
              </p:cNvGrpSpPr>
              <p:nvPr/>
            </p:nvGrpSpPr>
            <p:grpSpPr bwMode="auto">
              <a:xfrm>
                <a:off x="0" y="3320"/>
                <a:ext cx="595" cy="403"/>
                <a:chOff x="0" y="0"/>
                <a:chExt cx="595" cy="403"/>
              </a:xfrm>
            </p:grpSpPr>
            <p:sp>
              <p:nvSpPr>
                <p:cNvPr id="26651" name="Rectangle 55">
                  <a:extLst>
                    <a:ext uri="{FF2B5EF4-FFF2-40B4-BE49-F238E27FC236}">
                      <a16:creationId xmlns:a16="http://schemas.microsoft.com/office/drawing/2014/main" id="{3B3F774D-8595-489E-ACCE-A694C279288C}"/>
                    </a:ext>
                  </a:extLst>
                </p:cNvPr>
                <p:cNvSpPr>
                  <a:spLocks noChangeArrowheads="1"/>
                </p:cNvSpPr>
                <p:nvPr/>
              </p:nvSpPr>
              <p:spPr bwMode="auto">
                <a:xfrm>
                  <a:off x="6" y="6"/>
                  <a:ext cx="58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zh-CN" sz="2400">
                      <a:latin typeface="华文楷体" panose="02010600040101010101" pitchFamily="2" charset="-122"/>
                      <a:ea typeface="华文楷体" panose="02010600040101010101" pitchFamily="2" charset="-122"/>
                    </a:rPr>
                    <a:t>STM-4  </a:t>
                  </a:r>
                </a:p>
              </p:txBody>
            </p:sp>
            <p:sp>
              <p:nvSpPr>
                <p:cNvPr id="26652" name="Rectangle 56">
                  <a:extLst>
                    <a:ext uri="{FF2B5EF4-FFF2-40B4-BE49-F238E27FC236}">
                      <a16:creationId xmlns:a16="http://schemas.microsoft.com/office/drawing/2014/main" id="{048FCB0D-A410-4092-9C0C-F313A93AAF19}"/>
                    </a:ext>
                  </a:extLst>
                </p:cNvPr>
                <p:cNvSpPr>
                  <a:spLocks noChangeArrowheads="1"/>
                </p:cNvSpPr>
                <p:nvPr/>
              </p:nvSpPr>
              <p:spPr bwMode="auto">
                <a:xfrm>
                  <a:off x="0" y="0"/>
                  <a:ext cx="5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26648" name="Group 57">
                <a:extLst>
                  <a:ext uri="{FF2B5EF4-FFF2-40B4-BE49-F238E27FC236}">
                    <a16:creationId xmlns:a16="http://schemas.microsoft.com/office/drawing/2014/main" id="{E9A65C7C-5199-4AF2-BFBC-AF64B3750BF2}"/>
                  </a:ext>
                </a:extLst>
              </p:cNvPr>
              <p:cNvGrpSpPr>
                <a:grpSpLocks/>
              </p:cNvGrpSpPr>
              <p:nvPr/>
            </p:nvGrpSpPr>
            <p:grpSpPr bwMode="auto">
              <a:xfrm>
                <a:off x="595" y="3320"/>
                <a:ext cx="1414" cy="403"/>
                <a:chOff x="0" y="0"/>
                <a:chExt cx="1414" cy="403"/>
              </a:xfrm>
            </p:grpSpPr>
            <p:sp>
              <p:nvSpPr>
                <p:cNvPr id="26649" name="Rectangle 58">
                  <a:extLst>
                    <a:ext uri="{FF2B5EF4-FFF2-40B4-BE49-F238E27FC236}">
                      <a16:creationId xmlns:a16="http://schemas.microsoft.com/office/drawing/2014/main" id="{22EE2FC6-DDFC-42BF-9EFD-F6F66CEF2784}"/>
                    </a:ext>
                  </a:extLst>
                </p:cNvPr>
                <p:cNvSpPr>
                  <a:spLocks noChangeArrowheads="1"/>
                </p:cNvSpPr>
                <p:nvPr/>
              </p:nvSpPr>
              <p:spPr bwMode="auto">
                <a:xfrm>
                  <a:off x="6" y="6"/>
                  <a:ext cx="1402"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zh-CN" sz="2400">
                      <a:latin typeface="华文楷体" panose="02010600040101010101" pitchFamily="2" charset="-122"/>
                      <a:ea typeface="华文楷体" panose="02010600040101010101" pitchFamily="2" charset="-122"/>
                    </a:rPr>
                    <a:t>622.08Mbit/s（与STS-12相同）</a:t>
                  </a:r>
                </a:p>
              </p:txBody>
            </p:sp>
            <p:sp>
              <p:nvSpPr>
                <p:cNvPr id="26650" name="Rectangle 59">
                  <a:extLst>
                    <a:ext uri="{FF2B5EF4-FFF2-40B4-BE49-F238E27FC236}">
                      <a16:creationId xmlns:a16="http://schemas.microsoft.com/office/drawing/2014/main" id="{9555D7E0-8537-46FF-A441-FDE87D71C2A2}"/>
                    </a:ext>
                  </a:extLst>
                </p:cNvPr>
                <p:cNvSpPr>
                  <a:spLocks noChangeArrowheads="1"/>
                </p:cNvSpPr>
                <p:nvPr/>
              </p:nvSpPr>
              <p:spPr bwMode="auto">
                <a:xfrm>
                  <a:off x="0" y="0"/>
                  <a:ext cx="1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sp>
          <p:nvSpPr>
            <p:cNvPr id="26630" name="Rectangle 60">
              <a:extLst>
                <a:ext uri="{FF2B5EF4-FFF2-40B4-BE49-F238E27FC236}">
                  <a16:creationId xmlns:a16="http://schemas.microsoft.com/office/drawing/2014/main" id="{6F19E73D-96A0-46B7-981C-E4731EF3CE7F}"/>
                </a:ext>
              </a:extLst>
            </p:cNvPr>
            <p:cNvSpPr>
              <a:spLocks noChangeArrowheads="1"/>
            </p:cNvSpPr>
            <p:nvPr/>
          </p:nvSpPr>
          <p:spPr bwMode="auto">
            <a:xfrm>
              <a:off x="0" y="0"/>
              <a:ext cx="2015" cy="3729"/>
            </a:xfrm>
            <a:prstGeom prst="rect">
              <a:avLst/>
            </a:prstGeom>
            <a:noFill/>
            <a:ln w="11112">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6628"/>
                                        </p:tgtEl>
                                        <p:attrNameLst>
                                          <p:attrName>style.visibility</p:attrName>
                                        </p:attrNameLst>
                                      </p:cBhvr>
                                      <p:to>
                                        <p:strVal val="visible"/>
                                      </p:to>
                                    </p:set>
                                    <p:anim calcmode="lin" valueType="num">
                                      <p:cBhvr additive="base">
                                        <p:cTn id="7" dur="500" fill="hold"/>
                                        <p:tgtEl>
                                          <p:spTgt spid="26628"/>
                                        </p:tgtEl>
                                        <p:attrNameLst>
                                          <p:attrName>ppt_x</p:attrName>
                                        </p:attrNameLst>
                                      </p:cBhvr>
                                      <p:tavLst>
                                        <p:tav tm="0">
                                          <p:val>
                                            <p:strVal val="1+#ppt_w/2"/>
                                          </p:val>
                                        </p:tav>
                                        <p:tav tm="100000">
                                          <p:val>
                                            <p:strVal val="#ppt_x"/>
                                          </p:val>
                                        </p:tav>
                                      </p:tavLst>
                                    </p:anim>
                                    <p:anim calcmode="lin" valueType="num">
                                      <p:cBhvr additive="base">
                                        <p:cTn id="8" dur="500" fill="hold"/>
                                        <p:tgtEl>
                                          <p:spTgt spid="266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503756C0-6264-4709-9EF4-714F6958C901}"/>
              </a:ext>
            </a:extLst>
          </p:cNvPr>
          <p:cNvSpPr>
            <a:spLocks noGrp="1" noChangeArrowheads="1"/>
          </p:cNvSpPr>
          <p:nvPr>
            <p:ph type="title"/>
          </p:nvPr>
        </p:nvSpPr>
        <p:spPr>
          <a:xfrm>
            <a:off x="2198688" y="0"/>
            <a:ext cx="7770812" cy="1143000"/>
          </a:xfrm>
          <a:noFill/>
        </p:spPr>
        <p:txBody>
          <a:bodyPr/>
          <a:lstStyle/>
          <a:p>
            <a:pPr eaLnBrk="1" hangingPunct="1"/>
            <a:r>
              <a:rPr lang="zh-CN" altLang="zh-CN">
                <a:ea typeface="华文楷体" panose="02010600040101010101" pitchFamily="2" charset="-122"/>
              </a:rPr>
              <a:t>典型数据应用速率</a:t>
            </a:r>
          </a:p>
        </p:txBody>
      </p:sp>
      <p:sp>
        <p:nvSpPr>
          <p:cNvPr id="27651" name="Rectangle 3">
            <a:extLst>
              <a:ext uri="{FF2B5EF4-FFF2-40B4-BE49-F238E27FC236}">
                <a16:creationId xmlns:a16="http://schemas.microsoft.com/office/drawing/2014/main" id="{0F85E7C6-3233-4B6B-BFBD-1D205354B3AC}"/>
              </a:ext>
            </a:extLst>
          </p:cNvPr>
          <p:cNvSpPr>
            <a:spLocks noChangeArrowheads="1"/>
          </p:cNvSpPr>
          <p:nvPr/>
        </p:nvSpPr>
        <p:spPr bwMode="auto">
          <a:xfrm>
            <a:off x="7175500" y="1743075"/>
            <a:ext cx="2857500" cy="40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101763" tIns="49988" rIns="101763" bIns="49988">
            <a:spAutoFit/>
          </a:bodyPr>
          <a:lstStyle>
            <a:lvl1pPr defTabSz="10287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10287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10287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10287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10287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2000" b="1">
                <a:solidFill>
                  <a:schemeClr val="hlink"/>
                </a:solidFill>
                <a:latin typeface="华文楷体" panose="02010600040101010101" pitchFamily="2" charset="-122"/>
                <a:ea typeface="华文楷体" panose="02010600040101010101" pitchFamily="2" charset="-122"/>
              </a:rPr>
              <a:t>100 bps             Few Kbps</a:t>
            </a:r>
          </a:p>
        </p:txBody>
      </p:sp>
      <p:sp>
        <p:nvSpPr>
          <p:cNvPr id="27652" name="Oval 4">
            <a:extLst>
              <a:ext uri="{FF2B5EF4-FFF2-40B4-BE49-F238E27FC236}">
                <a16:creationId xmlns:a16="http://schemas.microsoft.com/office/drawing/2014/main" id="{D079D85C-A4AB-4FBB-8756-CDA0A7B43EA0}"/>
              </a:ext>
            </a:extLst>
          </p:cNvPr>
          <p:cNvSpPr>
            <a:spLocks noChangeArrowheads="1"/>
          </p:cNvSpPr>
          <p:nvPr/>
        </p:nvSpPr>
        <p:spPr bwMode="auto">
          <a:xfrm>
            <a:off x="6945313" y="3197225"/>
            <a:ext cx="141287" cy="536575"/>
          </a:xfrm>
          <a:prstGeom prst="ellipse">
            <a:avLst/>
          </a:prstGeom>
          <a:gradFill rotWithShape="0">
            <a:gsLst>
              <a:gs pos="0">
                <a:srgbClr val="002029"/>
              </a:gs>
              <a:gs pos="50000">
                <a:srgbClr val="006C88"/>
              </a:gs>
              <a:gs pos="100000">
                <a:srgbClr val="002029"/>
              </a:gs>
            </a:gsLst>
            <a:lin ang="5400000" scaled="1"/>
          </a:gradFill>
          <a:ln w="12700">
            <a:solidFill>
              <a:srgbClr val="009FCA"/>
            </a:solidFill>
            <a:round/>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7653" name="Rectangle 5">
            <a:extLst>
              <a:ext uri="{FF2B5EF4-FFF2-40B4-BE49-F238E27FC236}">
                <a16:creationId xmlns:a16="http://schemas.microsoft.com/office/drawing/2014/main" id="{9C65A190-E216-4C96-8463-792A155579F5}"/>
              </a:ext>
            </a:extLst>
          </p:cNvPr>
          <p:cNvSpPr>
            <a:spLocks noChangeArrowheads="1"/>
          </p:cNvSpPr>
          <p:nvPr/>
        </p:nvSpPr>
        <p:spPr bwMode="auto">
          <a:xfrm>
            <a:off x="2211388" y="2489200"/>
            <a:ext cx="2435225"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lIns="101763" tIns="49988" rIns="101763" bIns="49988">
            <a:spAutoFit/>
          </a:bodyPr>
          <a:lstStyle>
            <a:lvl1pPr defTabSz="10287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10287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10287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10287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10287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a:spcBef>
                <a:spcPct val="0"/>
              </a:spcBef>
              <a:buClrTx/>
              <a:buSzTx/>
              <a:buFontTx/>
              <a:buNone/>
            </a:pPr>
            <a:r>
              <a:rPr lang="zh-CN" altLang="zh-CN" sz="2000" b="1">
                <a:solidFill>
                  <a:schemeClr val="hlink"/>
                </a:solidFill>
                <a:latin typeface="华文楷体" panose="02010600040101010101" pitchFamily="2" charset="-122"/>
                <a:ea typeface="华文楷体" panose="02010600040101010101" pitchFamily="2" charset="-122"/>
              </a:rPr>
              <a:t>Word Processing</a:t>
            </a:r>
          </a:p>
          <a:p>
            <a:pPr algn="ctr">
              <a:spcBef>
                <a:spcPct val="0"/>
              </a:spcBef>
              <a:buClrTx/>
              <a:buSzTx/>
              <a:buFontTx/>
              <a:buNone/>
            </a:pPr>
            <a:r>
              <a:rPr lang="zh-CN" altLang="zh-CN" sz="2000" b="1">
                <a:solidFill>
                  <a:schemeClr val="hlink"/>
                </a:solidFill>
                <a:latin typeface="华文楷体" panose="02010600040101010101" pitchFamily="2" charset="-122"/>
                <a:ea typeface="华文楷体" panose="02010600040101010101" pitchFamily="2" charset="-122"/>
              </a:rPr>
              <a:t>(字处理)</a:t>
            </a:r>
          </a:p>
        </p:txBody>
      </p:sp>
      <p:sp>
        <p:nvSpPr>
          <p:cNvPr id="27654" name="Rectangle 6">
            <a:extLst>
              <a:ext uri="{FF2B5EF4-FFF2-40B4-BE49-F238E27FC236}">
                <a16:creationId xmlns:a16="http://schemas.microsoft.com/office/drawing/2014/main" id="{703776CE-400D-413D-AC24-6E4CEEE64DE1}"/>
              </a:ext>
            </a:extLst>
          </p:cNvPr>
          <p:cNvSpPr>
            <a:spLocks noChangeArrowheads="1"/>
          </p:cNvSpPr>
          <p:nvPr/>
        </p:nvSpPr>
        <p:spPr bwMode="auto">
          <a:xfrm>
            <a:off x="2863850" y="3348038"/>
            <a:ext cx="1582738"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101763" tIns="49988" rIns="101763" bIns="49988">
            <a:spAutoFit/>
          </a:bodyPr>
          <a:lstStyle>
            <a:lvl1pPr defTabSz="10287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10287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10287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10287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10287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zh-CN" sz="2000" b="1">
                <a:solidFill>
                  <a:schemeClr val="hlink"/>
                </a:solidFill>
                <a:latin typeface="华文楷体" panose="02010600040101010101" pitchFamily="2" charset="-122"/>
                <a:ea typeface="华文楷体" panose="02010600040101010101" pitchFamily="2" charset="-122"/>
              </a:rPr>
              <a:t>File Transfers</a:t>
            </a:r>
          </a:p>
          <a:p>
            <a:pPr algn="ctr">
              <a:spcBef>
                <a:spcPct val="0"/>
              </a:spcBef>
              <a:buClrTx/>
              <a:buSzTx/>
              <a:buFontTx/>
              <a:buNone/>
            </a:pPr>
            <a:r>
              <a:rPr lang="zh-CN" altLang="zh-CN" sz="2000" b="1">
                <a:solidFill>
                  <a:schemeClr val="hlink"/>
                </a:solidFill>
                <a:latin typeface="华文楷体" panose="02010600040101010101" pitchFamily="2" charset="-122"/>
                <a:ea typeface="华文楷体" panose="02010600040101010101" pitchFamily="2" charset="-122"/>
              </a:rPr>
              <a:t>(文件传送)</a:t>
            </a:r>
          </a:p>
        </p:txBody>
      </p:sp>
      <p:sp>
        <p:nvSpPr>
          <p:cNvPr id="27655" name="Rectangle 7">
            <a:extLst>
              <a:ext uri="{FF2B5EF4-FFF2-40B4-BE49-F238E27FC236}">
                <a16:creationId xmlns:a16="http://schemas.microsoft.com/office/drawing/2014/main" id="{088655FA-3444-47E2-8C5E-CD4D2B50F14A}"/>
              </a:ext>
            </a:extLst>
          </p:cNvPr>
          <p:cNvSpPr>
            <a:spLocks noChangeArrowheads="1"/>
          </p:cNvSpPr>
          <p:nvPr/>
        </p:nvSpPr>
        <p:spPr bwMode="auto">
          <a:xfrm>
            <a:off x="2279650" y="4538663"/>
            <a:ext cx="21209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101763" tIns="49988" rIns="101763" bIns="49988">
            <a:spAutoFit/>
          </a:bodyPr>
          <a:lstStyle>
            <a:lvl1pPr defTabSz="10287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10287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10287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10287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10287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zh-CN" sz="2000" b="1">
                <a:solidFill>
                  <a:schemeClr val="hlink"/>
                </a:solidFill>
                <a:latin typeface="华文楷体" panose="02010600040101010101" pitchFamily="2" charset="-122"/>
                <a:ea typeface="华文楷体" panose="02010600040101010101" pitchFamily="2" charset="-122"/>
              </a:rPr>
              <a:t>Real-Time Imaging</a:t>
            </a:r>
          </a:p>
          <a:p>
            <a:pPr algn="ctr">
              <a:spcBef>
                <a:spcPct val="0"/>
              </a:spcBef>
              <a:buClrTx/>
              <a:buSzTx/>
              <a:buFontTx/>
              <a:buNone/>
            </a:pPr>
            <a:r>
              <a:rPr lang="zh-CN" altLang="zh-CN" sz="2000" b="1">
                <a:solidFill>
                  <a:schemeClr val="hlink"/>
                </a:solidFill>
                <a:latin typeface="华文楷体" panose="02010600040101010101" pitchFamily="2" charset="-122"/>
                <a:ea typeface="华文楷体" panose="02010600040101010101" pitchFamily="2" charset="-122"/>
              </a:rPr>
              <a:t>(实时图象)</a:t>
            </a:r>
          </a:p>
        </p:txBody>
      </p:sp>
      <p:sp>
        <p:nvSpPr>
          <p:cNvPr id="27656" name="Rectangle 8">
            <a:extLst>
              <a:ext uri="{FF2B5EF4-FFF2-40B4-BE49-F238E27FC236}">
                <a16:creationId xmlns:a16="http://schemas.microsoft.com/office/drawing/2014/main" id="{89B59B7C-4C3D-4311-98D4-1B610B86C4B3}"/>
              </a:ext>
            </a:extLst>
          </p:cNvPr>
          <p:cNvSpPr>
            <a:spLocks noChangeArrowheads="1"/>
          </p:cNvSpPr>
          <p:nvPr/>
        </p:nvSpPr>
        <p:spPr bwMode="auto">
          <a:xfrm>
            <a:off x="7175500" y="2489200"/>
            <a:ext cx="2776538" cy="40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101763" tIns="49988" rIns="101763" bIns="49988">
            <a:spAutoFit/>
          </a:bodyPr>
          <a:lstStyle>
            <a:lvl1pPr defTabSz="10287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10287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10287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10287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10287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2000" b="1">
                <a:solidFill>
                  <a:schemeClr val="hlink"/>
                </a:solidFill>
                <a:latin typeface="华文楷体" panose="02010600040101010101" pitchFamily="2" charset="-122"/>
                <a:ea typeface="华文楷体" panose="02010600040101010101" pitchFamily="2" charset="-122"/>
              </a:rPr>
              <a:t>100s Kbps         Few Mbs</a:t>
            </a:r>
          </a:p>
        </p:txBody>
      </p:sp>
      <p:sp>
        <p:nvSpPr>
          <p:cNvPr id="27657" name="Rectangle 9">
            <a:extLst>
              <a:ext uri="{FF2B5EF4-FFF2-40B4-BE49-F238E27FC236}">
                <a16:creationId xmlns:a16="http://schemas.microsoft.com/office/drawing/2014/main" id="{4BE41FF7-0A4F-4288-911D-CCDBBF87B3CA}"/>
              </a:ext>
            </a:extLst>
          </p:cNvPr>
          <p:cNvSpPr>
            <a:spLocks noChangeArrowheads="1"/>
          </p:cNvSpPr>
          <p:nvPr/>
        </p:nvSpPr>
        <p:spPr bwMode="auto">
          <a:xfrm>
            <a:off x="7175500" y="3348038"/>
            <a:ext cx="2809875" cy="40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101763" tIns="49988" rIns="101763" bIns="49988">
            <a:spAutoFit/>
          </a:bodyPr>
          <a:lstStyle>
            <a:lvl1pPr defTabSz="10287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10287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10287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10287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10287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2000" b="1">
                <a:solidFill>
                  <a:schemeClr val="hlink"/>
                </a:solidFill>
                <a:latin typeface="华文楷体" panose="02010600040101010101" pitchFamily="2" charset="-122"/>
                <a:ea typeface="华文楷体" panose="02010600040101010101" pitchFamily="2" charset="-122"/>
              </a:rPr>
              <a:t>Few Mbps         10s Mbps</a:t>
            </a:r>
          </a:p>
        </p:txBody>
      </p:sp>
      <p:sp>
        <p:nvSpPr>
          <p:cNvPr id="27658" name="Rectangle 10">
            <a:extLst>
              <a:ext uri="{FF2B5EF4-FFF2-40B4-BE49-F238E27FC236}">
                <a16:creationId xmlns:a16="http://schemas.microsoft.com/office/drawing/2014/main" id="{9A70F2C8-2202-421B-A728-DC5875580C30}"/>
              </a:ext>
            </a:extLst>
          </p:cNvPr>
          <p:cNvSpPr>
            <a:spLocks noChangeArrowheads="1"/>
          </p:cNvSpPr>
          <p:nvPr/>
        </p:nvSpPr>
        <p:spPr bwMode="auto">
          <a:xfrm>
            <a:off x="7175500" y="4538663"/>
            <a:ext cx="2906713" cy="40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101763" tIns="49988" rIns="101763" bIns="49988">
            <a:spAutoFit/>
          </a:bodyPr>
          <a:lstStyle>
            <a:lvl1pPr defTabSz="10287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10287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10287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10287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10287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2000" b="1">
                <a:solidFill>
                  <a:schemeClr val="hlink"/>
                </a:solidFill>
                <a:latin typeface="华文楷体" panose="02010600040101010101" pitchFamily="2" charset="-122"/>
                <a:ea typeface="华文楷体" panose="02010600040101010101" pitchFamily="2" charset="-122"/>
              </a:rPr>
              <a:t>10s Mbps          100s Mbps</a:t>
            </a:r>
          </a:p>
        </p:txBody>
      </p:sp>
      <p:sp>
        <p:nvSpPr>
          <p:cNvPr id="27659" name="Rectangle 11">
            <a:extLst>
              <a:ext uri="{FF2B5EF4-FFF2-40B4-BE49-F238E27FC236}">
                <a16:creationId xmlns:a16="http://schemas.microsoft.com/office/drawing/2014/main" id="{284C22E3-EAD6-49CF-BCD7-C7BC177FE45D}"/>
              </a:ext>
            </a:extLst>
          </p:cNvPr>
          <p:cNvSpPr>
            <a:spLocks noChangeArrowheads="1"/>
          </p:cNvSpPr>
          <p:nvPr/>
        </p:nvSpPr>
        <p:spPr bwMode="auto">
          <a:xfrm>
            <a:off x="1566863" y="1571625"/>
            <a:ext cx="3079750"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lIns="101763" tIns="49988" rIns="101763" bIns="49988">
            <a:spAutoFit/>
          </a:bodyPr>
          <a:lstStyle>
            <a:lvl1pPr defTabSz="10287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10287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10287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10287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10287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10287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zh-CN" sz="2000" b="1">
                <a:solidFill>
                  <a:schemeClr val="hlink"/>
                </a:solidFill>
                <a:latin typeface="华文楷体" panose="02010600040101010101" pitchFamily="2" charset="-122"/>
                <a:ea typeface="华文楷体" panose="02010600040101010101" pitchFamily="2" charset="-122"/>
              </a:rPr>
              <a:t>Transaction Processing</a:t>
            </a:r>
            <a:br>
              <a:rPr lang="zh-CN" altLang="zh-CN" sz="2000" b="1">
                <a:solidFill>
                  <a:schemeClr val="hlink"/>
                </a:solidFill>
                <a:latin typeface="华文楷体" panose="02010600040101010101" pitchFamily="2" charset="-122"/>
                <a:ea typeface="华文楷体" panose="02010600040101010101" pitchFamily="2" charset="-122"/>
              </a:rPr>
            </a:br>
            <a:r>
              <a:rPr lang="zh-CN" altLang="zh-CN" sz="2000" b="1">
                <a:solidFill>
                  <a:schemeClr val="hlink"/>
                </a:solidFill>
                <a:latin typeface="华文楷体" panose="02010600040101010101" pitchFamily="2" charset="-122"/>
                <a:ea typeface="华文楷体" panose="02010600040101010101" pitchFamily="2" charset="-122"/>
              </a:rPr>
              <a:t>(事务处理)</a:t>
            </a:r>
          </a:p>
        </p:txBody>
      </p:sp>
      <p:grpSp>
        <p:nvGrpSpPr>
          <p:cNvPr id="27660" name="Group 12">
            <a:extLst>
              <a:ext uri="{FF2B5EF4-FFF2-40B4-BE49-F238E27FC236}">
                <a16:creationId xmlns:a16="http://schemas.microsoft.com/office/drawing/2014/main" id="{1AA7AC0D-E064-4B1A-A3C4-11C7A69F2489}"/>
              </a:ext>
            </a:extLst>
          </p:cNvPr>
          <p:cNvGrpSpPr>
            <a:grpSpLocks/>
          </p:cNvGrpSpPr>
          <p:nvPr/>
        </p:nvGrpSpPr>
        <p:grpSpPr bwMode="auto">
          <a:xfrm>
            <a:off x="8323263" y="1938338"/>
            <a:ext cx="571500" cy="2795587"/>
            <a:chOff x="0" y="0"/>
            <a:chExt cx="301" cy="1566"/>
          </a:xfrm>
        </p:grpSpPr>
        <p:sp>
          <p:nvSpPr>
            <p:cNvPr id="27675" name="Line 13">
              <a:extLst>
                <a:ext uri="{FF2B5EF4-FFF2-40B4-BE49-F238E27FC236}">
                  <a16:creationId xmlns:a16="http://schemas.microsoft.com/office/drawing/2014/main" id="{86C2424D-E207-411D-BB71-6CD55B453007}"/>
                </a:ext>
              </a:extLst>
            </p:cNvPr>
            <p:cNvSpPr>
              <a:spLocks noChangeShapeType="1"/>
            </p:cNvSpPr>
            <p:nvPr/>
          </p:nvSpPr>
          <p:spPr bwMode="auto">
            <a:xfrm>
              <a:off x="0" y="418"/>
              <a:ext cx="301"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27676" name="Line 14">
              <a:extLst>
                <a:ext uri="{FF2B5EF4-FFF2-40B4-BE49-F238E27FC236}">
                  <a16:creationId xmlns:a16="http://schemas.microsoft.com/office/drawing/2014/main" id="{EC3448B9-D3C2-4CEE-94BD-1F25F5906BF4}"/>
                </a:ext>
              </a:extLst>
            </p:cNvPr>
            <p:cNvSpPr>
              <a:spLocks noChangeShapeType="1"/>
            </p:cNvSpPr>
            <p:nvPr/>
          </p:nvSpPr>
          <p:spPr bwMode="auto">
            <a:xfrm>
              <a:off x="0" y="899"/>
              <a:ext cx="301"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27677" name="Line 15">
              <a:extLst>
                <a:ext uri="{FF2B5EF4-FFF2-40B4-BE49-F238E27FC236}">
                  <a16:creationId xmlns:a16="http://schemas.microsoft.com/office/drawing/2014/main" id="{772E4D69-43C3-4611-B870-D5B331812D41}"/>
                </a:ext>
              </a:extLst>
            </p:cNvPr>
            <p:cNvSpPr>
              <a:spLocks noChangeShapeType="1"/>
            </p:cNvSpPr>
            <p:nvPr/>
          </p:nvSpPr>
          <p:spPr bwMode="auto">
            <a:xfrm>
              <a:off x="0" y="1566"/>
              <a:ext cx="301"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27678" name="Line 16">
              <a:extLst>
                <a:ext uri="{FF2B5EF4-FFF2-40B4-BE49-F238E27FC236}">
                  <a16:creationId xmlns:a16="http://schemas.microsoft.com/office/drawing/2014/main" id="{34C4643A-D873-4FDD-B135-7133A7B9C908}"/>
                </a:ext>
              </a:extLst>
            </p:cNvPr>
            <p:cNvSpPr>
              <a:spLocks noChangeShapeType="1"/>
            </p:cNvSpPr>
            <p:nvPr/>
          </p:nvSpPr>
          <p:spPr bwMode="auto">
            <a:xfrm>
              <a:off x="0" y="0"/>
              <a:ext cx="301"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grpSp>
        <p:nvGrpSpPr>
          <p:cNvPr id="27661" name="Group 17">
            <a:extLst>
              <a:ext uri="{FF2B5EF4-FFF2-40B4-BE49-F238E27FC236}">
                <a16:creationId xmlns:a16="http://schemas.microsoft.com/office/drawing/2014/main" id="{8F8DB704-DCBA-49E5-81A6-BF9E16AEC1A1}"/>
              </a:ext>
            </a:extLst>
          </p:cNvPr>
          <p:cNvGrpSpPr>
            <a:grpSpLocks/>
          </p:cNvGrpSpPr>
          <p:nvPr/>
        </p:nvGrpSpPr>
        <p:grpSpPr bwMode="auto">
          <a:xfrm>
            <a:off x="4808538" y="4135438"/>
            <a:ext cx="2352675" cy="1200150"/>
            <a:chOff x="0" y="0"/>
            <a:chExt cx="1240" cy="673"/>
          </a:xfrm>
        </p:grpSpPr>
        <p:sp>
          <p:nvSpPr>
            <p:cNvPr id="27672" name="Oval 18">
              <a:extLst>
                <a:ext uri="{FF2B5EF4-FFF2-40B4-BE49-F238E27FC236}">
                  <a16:creationId xmlns:a16="http://schemas.microsoft.com/office/drawing/2014/main" id="{43AA0462-FA78-4035-8402-C493BD15C092}"/>
                </a:ext>
              </a:extLst>
            </p:cNvPr>
            <p:cNvSpPr>
              <a:spLocks noChangeArrowheads="1"/>
            </p:cNvSpPr>
            <p:nvPr/>
          </p:nvSpPr>
          <p:spPr bwMode="auto">
            <a:xfrm>
              <a:off x="1104" y="4"/>
              <a:ext cx="136" cy="664"/>
            </a:xfrm>
            <a:prstGeom prst="ellipse">
              <a:avLst/>
            </a:prstGeom>
            <a:gradFill rotWithShape="0">
              <a:gsLst>
                <a:gs pos="0">
                  <a:srgbClr val="002029"/>
                </a:gs>
                <a:gs pos="50000">
                  <a:srgbClr val="006C88"/>
                </a:gs>
                <a:gs pos="100000">
                  <a:srgbClr val="002029"/>
                </a:gs>
              </a:gsLst>
              <a:lin ang="5400000" scaled="1"/>
            </a:gradFill>
            <a:ln w="12700">
              <a:solidFill>
                <a:srgbClr val="009FCA"/>
              </a:solidFill>
              <a:round/>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7673" name="未知">
              <a:extLst>
                <a:ext uri="{FF2B5EF4-FFF2-40B4-BE49-F238E27FC236}">
                  <a16:creationId xmlns:a16="http://schemas.microsoft.com/office/drawing/2014/main" id="{CEED369E-9745-4BB4-8EC4-41250DA568B3}"/>
                </a:ext>
              </a:extLst>
            </p:cNvPr>
            <p:cNvSpPr>
              <a:spLocks/>
            </p:cNvSpPr>
            <p:nvPr/>
          </p:nvSpPr>
          <p:spPr bwMode="auto">
            <a:xfrm>
              <a:off x="86" y="0"/>
              <a:ext cx="1085" cy="673"/>
            </a:xfrm>
            <a:custGeom>
              <a:avLst/>
              <a:gdLst>
                <a:gd name="T0" fmla="*/ 1084 w 1085"/>
                <a:gd name="T1" fmla="*/ 0 h 673"/>
                <a:gd name="T2" fmla="*/ 0 w 1085"/>
                <a:gd name="T3" fmla="*/ 0 h 673"/>
                <a:gd name="T4" fmla="*/ 0 w 1085"/>
                <a:gd name="T5" fmla="*/ 672 h 673"/>
                <a:gd name="T6" fmla="*/ 1084 w 1085"/>
                <a:gd name="T7" fmla="*/ 672 h 67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5" h="673">
                  <a:moveTo>
                    <a:pt x="1084" y="0"/>
                  </a:moveTo>
                  <a:lnTo>
                    <a:pt x="0" y="0"/>
                  </a:lnTo>
                  <a:lnTo>
                    <a:pt x="0" y="672"/>
                  </a:lnTo>
                  <a:lnTo>
                    <a:pt x="1084" y="672"/>
                  </a:lnTo>
                </a:path>
              </a:pathLst>
            </a:custGeom>
            <a:gradFill rotWithShape="0">
              <a:gsLst>
                <a:gs pos="0">
                  <a:srgbClr val="002029"/>
                </a:gs>
                <a:gs pos="50000">
                  <a:srgbClr val="006C88"/>
                </a:gs>
                <a:gs pos="100000">
                  <a:srgbClr val="002029"/>
                </a:gs>
              </a:gsLst>
              <a:lin ang="5400000" scaled="1"/>
            </a:gradFill>
            <a:ln w="12700" cap="rnd" cmpd="sng">
              <a:solidFill>
                <a:srgbClr val="009FCA"/>
              </a:solidFill>
              <a:round/>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a:lstStyle/>
            <a:p>
              <a:endParaRPr lang="zh-CN" altLang="en-US"/>
            </a:p>
          </p:txBody>
        </p:sp>
        <p:sp>
          <p:nvSpPr>
            <p:cNvPr id="27674" name="Oval 20">
              <a:extLst>
                <a:ext uri="{FF2B5EF4-FFF2-40B4-BE49-F238E27FC236}">
                  <a16:creationId xmlns:a16="http://schemas.microsoft.com/office/drawing/2014/main" id="{54B8DDB4-9E3C-4BB8-B255-036279682DFB}"/>
                </a:ext>
              </a:extLst>
            </p:cNvPr>
            <p:cNvSpPr>
              <a:spLocks noChangeArrowheads="1"/>
            </p:cNvSpPr>
            <p:nvPr/>
          </p:nvSpPr>
          <p:spPr bwMode="auto">
            <a:xfrm>
              <a:off x="0" y="4"/>
              <a:ext cx="136" cy="664"/>
            </a:xfrm>
            <a:prstGeom prst="ellipse">
              <a:avLst/>
            </a:prstGeom>
            <a:solidFill>
              <a:schemeClr val="accent1"/>
            </a:solidFill>
            <a:ln w="12700">
              <a:solidFill>
                <a:srgbClr val="009FCA"/>
              </a:solidFill>
              <a:round/>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27662" name="Group 21">
            <a:extLst>
              <a:ext uri="{FF2B5EF4-FFF2-40B4-BE49-F238E27FC236}">
                <a16:creationId xmlns:a16="http://schemas.microsoft.com/office/drawing/2014/main" id="{39951817-EA30-466C-B8A5-C3F9DB25BD66}"/>
              </a:ext>
            </a:extLst>
          </p:cNvPr>
          <p:cNvGrpSpPr>
            <a:grpSpLocks/>
          </p:cNvGrpSpPr>
          <p:nvPr/>
        </p:nvGrpSpPr>
        <p:grpSpPr bwMode="auto">
          <a:xfrm>
            <a:off x="5413375" y="1828800"/>
            <a:ext cx="790575" cy="209550"/>
            <a:chOff x="0" y="0"/>
            <a:chExt cx="416" cy="118"/>
          </a:xfrm>
        </p:grpSpPr>
        <p:sp>
          <p:nvSpPr>
            <p:cNvPr id="27669" name="Oval 22">
              <a:extLst>
                <a:ext uri="{FF2B5EF4-FFF2-40B4-BE49-F238E27FC236}">
                  <a16:creationId xmlns:a16="http://schemas.microsoft.com/office/drawing/2014/main" id="{B772D589-2EE1-4B17-AE1A-3975738A1C3D}"/>
                </a:ext>
              </a:extLst>
            </p:cNvPr>
            <p:cNvSpPr>
              <a:spLocks noChangeArrowheads="1"/>
            </p:cNvSpPr>
            <p:nvPr/>
          </p:nvSpPr>
          <p:spPr bwMode="auto">
            <a:xfrm>
              <a:off x="384" y="4"/>
              <a:ext cx="32" cy="109"/>
            </a:xfrm>
            <a:prstGeom prst="ellipse">
              <a:avLst/>
            </a:prstGeom>
            <a:gradFill rotWithShape="0">
              <a:gsLst>
                <a:gs pos="0">
                  <a:srgbClr val="002029"/>
                </a:gs>
                <a:gs pos="50000">
                  <a:srgbClr val="006C88"/>
                </a:gs>
                <a:gs pos="100000">
                  <a:srgbClr val="002029"/>
                </a:gs>
              </a:gsLst>
              <a:lin ang="5400000" scaled="1"/>
            </a:gradFill>
            <a:ln w="12700">
              <a:solidFill>
                <a:srgbClr val="009FCA"/>
              </a:solidFill>
              <a:round/>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7670" name="未知">
              <a:extLst>
                <a:ext uri="{FF2B5EF4-FFF2-40B4-BE49-F238E27FC236}">
                  <a16:creationId xmlns:a16="http://schemas.microsoft.com/office/drawing/2014/main" id="{F65E095D-8717-43A1-B83D-E446E4082986}"/>
                </a:ext>
              </a:extLst>
            </p:cNvPr>
            <p:cNvSpPr>
              <a:spLocks/>
            </p:cNvSpPr>
            <p:nvPr/>
          </p:nvSpPr>
          <p:spPr bwMode="auto">
            <a:xfrm>
              <a:off x="33" y="0"/>
              <a:ext cx="374" cy="118"/>
            </a:xfrm>
            <a:custGeom>
              <a:avLst/>
              <a:gdLst>
                <a:gd name="T0" fmla="*/ 373 w 374"/>
                <a:gd name="T1" fmla="*/ 0 h 118"/>
                <a:gd name="T2" fmla="*/ 0 w 374"/>
                <a:gd name="T3" fmla="*/ 0 h 118"/>
                <a:gd name="T4" fmla="*/ 0 w 374"/>
                <a:gd name="T5" fmla="*/ 117 h 118"/>
                <a:gd name="T6" fmla="*/ 373 w 374"/>
                <a:gd name="T7" fmla="*/ 117 h 1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4" h="118">
                  <a:moveTo>
                    <a:pt x="373" y="0"/>
                  </a:moveTo>
                  <a:lnTo>
                    <a:pt x="0" y="0"/>
                  </a:lnTo>
                  <a:lnTo>
                    <a:pt x="0" y="117"/>
                  </a:lnTo>
                  <a:lnTo>
                    <a:pt x="373" y="117"/>
                  </a:lnTo>
                </a:path>
              </a:pathLst>
            </a:custGeom>
            <a:gradFill rotWithShape="0">
              <a:gsLst>
                <a:gs pos="0">
                  <a:srgbClr val="002029"/>
                </a:gs>
                <a:gs pos="50000">
                  <a:srgbClr val="006C88"/>
                </a:gs>
                <a:gs pos="100000">
                  <a:srgbClr val="002029"/>
                </a:gs>
              </a:gsLst>
              <a:lin ang="5400000" scaled="1"/>
            </a:gradFill>
            <a:ln w="12700" cap="rnd" cmpd="sng">
              <a:solidFill>
                <a:srgbClr val="009FCA"/>
              </a:solidFill>
              <a:round/>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a:lstStyle/>
            <a:p>
              <a:endParaRPr lang="zh-CN" altLang="en-US"/>
            </a:p>
          </p:txBody>
        </p:sp>
        <p:sp>
          <p:nvSpPr>
            <p:cNvPr id="27671" name="Oval 24">
              <a:extLst>
                <a:ext uri="{FF2B5EF4-FFF2-40B4-BE49-F238E27FC236}">
                  <a16:creationId xmlns:a16="http://schemas.microsoft.com/office/drawing/2014/main" id="{C2447D9C-58CD-4D10-B392-0057A1B3D5FB}"/>
                </a:ext>
              </a:extLst>
            </p:cNvPr>
            <p:cNvSpPr>
              <a:spLocks noChangeArrowheads="1"/>
            </p:cNvSpPr>
            <p:nvPr/>
          </p:nvSpPr>
          <p:spPr bwMode="auto">
            <a:xfrm>
              <a:off x="0" y="4"/>
              <a:ext cx="32" cy="109"/>
            </a:xfrm>
            <a:prstGeom prst="ellipse">
              <a:avLst/>
            </a:prstGeom>
            <a:solidFill>
              <a:schemeClr val="accent1"/>
            </a:solidFill>
            <a:ln w="12700">
              <a:solidFill>
                <a:srgbClr val="009FCA"/>
              </a:solidFill>
              <a:round/>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27663" name="Group 25">
            <a:extLst>
              <a:ext uri="{FF2B5EF4-FFF2-40B4-BE49-F238E27FC236}">
                <a16:creationId xmlns:a16="http://schemas.microsoft.com/office/drawing/2014/main" id="{A12B6621-9386-40B7-8B42-0E39E30F6AB7}"/>
              </a:ext>
            </a:extLst>
          </p:cNvPr>
          <p:cNvGrpSpPr>
            <a:grpSpLocks/>
          </p:cNvGrpSpPr>
          <p:nvPr/>
        </p:nvGrpSpPr>
        <p:grpSpPr bwMode="auto">
          <a:xfrm>
            <a:off x="4851400" y="2552700"/>
            <a:ext cx="2193925" cy="252413"/>
            <a:chOff x="0" y="0"/>
            <a:chExt cx="1158" cy="141"/>
          </a:xfrm>
        </p:grpSpPr>
        <p:sp>
          <p:nvSpPr>
            <p:cNvPr id="27666" name="Oval 26">
              <a:extLst>
                <a:ext uri="{FF2B5EF4-FFF2-40B4-BE49-F238E27FC236}">
                  <a16:creationId xmlns:a16="http://schemas.microsoft.com/office/drawing/2014/main" id="{A7D5E261-BD7C-4495-B452-9F0C50138F44}"/>
                </a:ext>
              </a:extLst>
            </p:cNvPr>
            <p:cNvSpPr>
              <a:spLocks noChangeArrowheads="1"/>
            </p:cNvSpPr>
            <p:nvPr/>
          </p:nvSpPr>
          <p:spPr bwMode="auto">
            <a:xfrm>
              <a:off x="1104" y="4"/>
              <a:ext cx="54" cy="133"/>
            </a:xfrm>
            <a:prstGeom prst="ellipse">
              <a:avLst/>
            </a:prstGeom>
            <a:gradFill rotWithShape="0">
              <a:gsLst>
                <a:gs pos="0">
                  <a:srgbClr val="002029"/>
                </a:gs>
                <a:gs pos="50000">
                  <a:srgbClr val="006C88"/>
                </a:gs>
                <a:gs pos="100000">
                  <a:srgbClr val="002029"/>
                </a:gs>
              </a:gsLst>
              <a:lin ang="5400000" scaled="1"/>
            </a:gradFill>
            <a:ln w="12700">
              <a:solidFill>
                <a:srgbClr val="009FCA"/>
              </a:solidFill>
              <a:round/>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7667" name="未知">
              <a:extLst>
                <a:ext uri="{FF2B5EF4-FFF2-40B4-BE49-F238E27FC236}">
                  <a16:creationId xmlns:a16="http://schemas.microsoft.com/office/drawing/2014/main" id="{B4559DF9-8A3B-47B7-A77C-4AAE26DFB22E}"/>
                </a:ext>
              </a:extLst>
            </p:cNvPr>
            <p:cNvSpPr>
              <a:spLocks/>
            </p:cNvSpPr>
            <p:nvPr/>
          </p:nvSpPr>
          <p:spPr bwMode="auto">
            <a:xfrm>
              <a:off x="44" y="0"/>
              <a:ext cx="1105" cy="141"/>
            </a:xfrm>
            <a:custGeom>
              <a:avLst/>
              <a:gdLst>
                <a:gd name="T0" fmla="*/ 1104 w 1105"/>
                <a:gd name="T1" fmla="*/ 0 h 141"/>
                <a:gd name="T2" fmla="*/ 0 w 1105"/>
                <a:gd name="T3" fmla="*/ 0 h 141"/>
                <a:gd name="T4" fmla="*/ 0 w 1105"/>
                <a:gd name="T5" fmla="*/ 140 h 141"/>
                <a:gd name="T6" fmla="*/ 1104 w 1105"/>
                <a:gd name="T7" fmla="*/ 140 h 1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05" h="141">
                  <a:moveTo>
                    <a:pt x="1104" y="0"/>
                  </a:moveTo>
                  <a:lnTo>
                    <a:pt x="0" y="0"/>
                  </a:lnTo>
                  <a:lnTo>
                    <a:pt x="0" y="140"/>
                  </a:lnTo>
                  <a:lnTo>
                    <a:pt x="1104" y="140"/>
                  </a:lnTo>
                </a:path>
              </a:pathLst>
            </a:custGeom>
            <a:gradFill rotWithShape="0">
              <a:gsLst>
                <a:gs pos="0">
                  <a:srgbClr val="002029"/>
                </a:gs>
                <a:gs pos="50000">
                  <a:srgbClr val="006C88"/>
                </a:gs>
                <a:gs pos="100000">
                  <a:srgbClr val="002029"/>
                </a:gs>
              </a:gsLst>
              <a:lin ang="5400000" scaled="1"/>
            </a:gradFill>
            <a:ln w="12700" cap="rnd" cmpd="sng">
              <a:solidFill>
                <a:srgbClr val="009FCA"/>
              </a:solidFill>
              <a:round/>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a:lstStyle/>
            <a:p>
              <a:endParaRPr lang="zh-CN" altLang="en-US"/>
            </a:p>
          </p:txBody>
        </p:sp>
        <p:sp>
          <p:nvSpPr>
            <p:cNvPr id="27668" name="Oval 28">
              <a:extLst>
                <a:ext uri="{FF2B5EF4-FFF2-40B4-BE49-F238E27FC236}">
                  <a16:creationId xmlns:a16="http://schemas.microsoft.com/office/drawing/2014/main" id="{C36B27AE-7EE3-40F2-987C-E23E47D02982}"/>
                </a:ext>
              </a:extLst>
            </p:cNvPr>
            <p:cNvSpPr>
              <a:spLocks noChangeArrowheads="1"/>
            </p:cNvSpPr>
            <p:nvPr/>
          </p:nvSpPr>
          <p:spPr bwMode="auto">
            <a:xfrm>
              <a:off x="0" y="4"/>
              <a:ext cx="54" cy="133"/>
            </a:xfrm>
            <a:prstGeom prst="ellipse">
              <a:avLst/>
            </a:prstGeom>
            <a:gradFill rotWithShape="0">
              <a:gsLst>
                <a:gs pos="0">
                  <a:srgbClr val="002029"/>
                </a:gs>
                <a:gs pos="50000">
                  <a:srgbClr val="006C88"/>
                </a:gs>
                <a:gs pos="100000">
                  <a:srgbClr val="002029"/>
                </a:gs>
              </a:gsLst>
              <a:lin ang="2700000" scaled="1"/>
            </a:gradFill>
            <a:ln w="12700">
              <a:solidFill>
                <a:srgbClr val="009FCA"/>
              </a:solidFill>
              <a:round/>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sp>
        <p:nvSpPr>
          <p:cNvPr id="27664" name="未知">
            <a:extLst>
              <a:ext uri="{FF2B5EF4-FFF2-40B4-BE49-F238E27FC236}">
                <a16:creationId xmlns:a16="http://schemas.microsoft.com/office/drawing/2014/main" id="{935858C4-6543-47A7-85EC-46C5261D2116}"/>
              </a:ext>
            </a:extLst>
          </p:cNvPr>
          <p:cNvSpPr>
            <a:spLocks/>
          </p:cNvSpPr>
          <p:nvPr/>
        </p:nvSpPr>
        <p:spPr bwMode="auto">
          <a:xfrm>
            <a:off x="4935538" y="3190875"/>
            <a:ext cx="2093912" cy="547688"/>
          </a:xfrm>
          <a:custGeom>
            <a:avLst/>
            <a:gdLst>
              <a:gd name="T0" fmla="*/ 2147483646 w 1105"/>
              <a:gd name="T1" fmla="*/ 0 h 307"/>
              <a:gd name="T2" fmla="*/ 0 w 1105"/>
              <a:gd name="T3" fmla="*/ 0 h 307"/>
              <a:gd name="T4" fmla="*/ 0 w 1105"/>
              <a:gd name="T5" fmla="*/ 2147483646 h 307"/>
              <a:gd name="T6" fmla="*/ 2147483646 w 1105"/>
              <a:gd name="T7" fmla="*/ 2147483646 h 30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05" h="307">
                <a:moveTo>
                  <a:pt x="1104" y="0"/>
                </a:moveTo>
                <a:lnTo>
                  <a:pt x="0" y="0"/>
                </a:lnTo>
                <a:lnTo>
                  <a:pt x="0" y="306"/>
                </a:lnTo>
                <a:lnTo>
                  <a:pt x="1104" y="306"/>
                </a:lnTo>
              </a:path>
            </a:pathLst>
          </a:custGeom>
          <a:gradFill rotWithShape="0">
            <a:gsLst>
              <a:gs pos="0">
                <a:srgbClr val="002029"/>
              </a:gs>
              <a:gs pos="50000">
                <a:srgbClr val="006C88"/>
              </a:gs>
              <a:gs pos="100000">
                <a:srgbClr val="002029"/>
              </a:gs>
            </a:gsLst>
            <a:lin ang="5400000" scaled="1"/>
          </a:gradFill>
          <a:ln w="12700" cap="rnd" cmpd="sng">
            <a:solidFill>
              <a:srgbClr val="009FCA"/>
            </a:solidFill>
            <a:round/>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a:lstStyle/>
          <a:p>
            <a:endParaRPr lang="zh-CN" altLang="en-US"/>
          </a:p>
        </p:txBody>
      </p:sp>
      <p:sp>
        <p:nvSpPr>
          <p:cNvPr id="27665" name="Oval 30">
            <a:extLst>
              <a:ext uri="{FF2B5EF4-FFF2-40B4-BE49-F238E27FC236}">
                <a16:creationId xmlns:a16="http://schemas.microsoft.com/office/drawing/2014/main" id="{6B93EA4B-C2B5-4372-B7E5-69C37000AD96}"/>
              </a:ext>
            </a:extLst>
          </p:cNvPr>
          <p:cNvSpPr>
            <a:spLocks noChangeArrowheads="1"/>
          </p:cNvSpPr>
          <p:nvPr/>
        </p:nvSpPr>
        <p:spPr bwMode="auto">
          <a:xfrm>
            <a:off x="4851400" y="3197225"/>
            <a:ext cx="139700" cy="536575"/>
          </a:xfrm>
          <a:prstGeom prst="ellipse">
            <a:avLst/>
          </a:prstGeom>
          <a:solidFill>
            <a:schemeClr val="accent1"/>
          </a:solidFill>
          <a:ln w="12700">
            <a:solidFill>
              <a:srgbClr val="009FCA"/>
            </a:solidFill>
            <a:round/>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Tree>
  </p:cSld>
  <p:clrMapOvr>
    <a:masterClrMapping/>
  </p:clrMapOvr>
  <p:transition>
    <p:spli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a:extLst>
              <a:ext uri="{FF2B5EF4-FFF2-40B4-BE49-F238E27FC236}">
                <a16:creationId xmlns:a16="http://schemas.microsoft.com/office/drawing/2014/main" id="{201076A5-A32C-49B7-A105-19D254086F05}"/>
              </a:ext>
            </a:extLst>
          </p:cNvPr>
          <p:cNvSpPr txBox="1">
            <a:spLocks noChangeArrowheads="1"/>
          </p:cNvSpPr>
          <p:nvPr/>
        </p:nvSpPr>
        <p:spPr bwMode="auto">
          <a:xfrm>
            <a:off x="2555875" y="1881188"/>
            <a:ext cx="7105650" cy="280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a:latin typeface="华文楷体" panose="02010600040101010101" pitchFamily="2" charset="-122"/>
                <a:ea typeface="华文楷体" panose="02010600040101010101" pitchFamily="2" charset="-122"/>
              </a:rPr>
              <a:t>表示传输二进制位时出现差错的概率 </a:t>
            </a:r>
          </a:p>
          <a:p>
            <a:pPr eaLnBrk="1" hangingPunct="1">
              <a:spcBef>
                <a:spcPct val="50000"/>
              </a:spcBef>
              <a:buClrTx/>
              <a:buSzTx/>
              <a:buFontTx/>
              <a:buNone/>
            </a:pPr>
            <a:endParaRPr lang="zh-CN" altLang="en-US">
              <a:latin typeface="华文楷体" panose="02010600040101010101" pitchFamily="2" charset="-122"/>
              <a:ea typeface="华文楷体" panose="02010600040101010101" pitchFamily="2" charset="-122"/>
            </a:endParaRPr>
          </a:p>
          <a:p>
            <a:pPr eaLnBrk="1" hangingPunct="1">
              <a:spcBef>
                <a:spcPct val="50000"/>
              </a:spcBef>
              <a:buClrTx/>
              <a:buSzTx/>
              <a:buFontTx/>
              <a:buNone/>
            </a:pPr>
            <a:endParaRPr lang="zh-CN" altLang="en-US">
              <a:latin typeface="华文楷体" panose="02010600040101010101" pitchFamily="2" charset="-122"/>
              <a:ea typeface="华文楷体" panose="02010600040101010101" pitchFamily="2" charset="-122"/>
            </a:endParaRPr>
          </a:p>
          <a:p>
            <a:pPr eaLnBrk="1" hangingPunct="1">
              <a:spcBef>
                <a:spcPct val="50000"/>
              </a:spcBef>
              <a:buClrTx/>
              <a:buSzTx/>
              <a:buFontTx/>
              <a:buNone/>
            </a:pPr>
            <a:r>
              <a:rPr lang="zh-CN" altLang="en-US">
                <a:latin typeface="华文楷体" panose="02010600040101010101" pitchFamily="2" charset="-122"/>
                <a:ea typeface="华文楷体" panose="02010600040101010101" pitchFamily="2" charset="-122"/>
              </a:rPr>
              <a:t>一般要求低于10 </a:t>
            </a:r>
            <a:r>
              <a:rPr lang="zh-CN" altLang="en-US" baseline="30000">
                <a:latin typeface="华文楷体" panose="02010600040101010101" pitchFamily="2" charset="-122"/>
                <a:ea typeface="华文楷体" panose="02010600040101010101" pitchFamily="2" charset="-122"/>
              </a:rPr>
              <a:t>-6</a:t>
            </a:r>
            <a:r>
              <a:rPr lang="zh-CN" altLang="en-US">
                <a:latin typeface="华文楷体" panose="02010600040101010101" pitchFamily="2" charset="-122"/>
                <a:ea typeface="华文楷体" panose="02010600040101010101" pitchFamily="2" charset="-122"/>
              </a:rPr>
              <a:t>或</a:t>
            </a:r>
            <a:r>
              <a:rPr lang="zh-CN" altLang="en-US">
                <a:latin typeface="Times New Roman" panose="02020603050405020304" pitchFamily="18" charset="0"/>
              </a:rPr>
              <a:t>10</a:t>
            </a:r>
            <a:r>
              <a:rPr lang="zh-CN" altLang="en-US" baseline="30000">
                <a:latin typeface="Times New Roman" panose="02020603050405020304" pitchFamily="18" charset="0"/>
              </a:rPr>
              <a:t> -5</a:t>
            </a:r>
          </a:p>
        </p:txBody>
      </p:sp>
      <p:pic>
        <p:nvPicPr>
          <p:cNvPr id="28675" name="Picture 3">
            <a:extLst>
              <a:ext uri="{FF2B5EF4-FFF2-40B4-BE49-F238E27FC236}">
                <a16:creationId xmlns:a16="http://schemas.microsoft.com/office/drawing/2014/main" id="{E0ED48B6-88DA-4800-94D7-063FC10106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3475" y="2909888"/>
            <a:ext cx="3248025" cy="94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676" name="Rectangle 4">
            <a:extLst>
              <a:ext uri="{FF2B5EF4-FFF2-40B4-BE49-F238E27FC236}">
                <a16:creationId xmlns:a16="http://schemas.microsoft.com/office/drawing/2014/main" id="{59EF3921-68FB-4107-BEAD-BD5B30C60071}"/>
              </a:ext>
            </a:extLst>
          </p:cNvPr>
          <p:cNvSpPr>
            <a:spLocks noGrp="1" noChangeArrowheads="1"/>
          </p:cNvSpPr>
          <p:nvPr>
            <p:ph type="title"/>
          </p:nvPr>
        </p:nvSpPr>
        <p:spPr>
          <a:xfrm>
            <a:off x="2209800" y="346075"/>
            <a:ext cx="7772400" cy="460375"/>
          </a:xfrm>
          <a:noFill/>
        </p:spPr>
        <p:txBody>
          <a:bodyPr/>
          <a:lstStyle/>
          <a:p>
            <a:pPr eaLnBrk="1" hangingPunct="1"/>
            <a:r>
              <a:rPr lang="zh-CN" altLang="zh-CN">
                <a:ea typeface="华文楷体" panose="02010600040101010101" pitchFamily="2" charset="-122"/>
              </a:rPr>
              <a:t>误码率</a:t>
            </a:r>
          </a:p>
        </p:txBody>
      </p:sp>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7D1F3DA0-F77C-48EC-8AD8-015BEE78AA7F}"/>
              </a:ext>
            </a:extLst>
          </p:cNvPr>
          <p:cNvSpPr>
            <a:spLocks noGrp="1" noChangeArrowheads="1"/>
          </p:cNvSpPr>
          <p:nvPr>
            <p:ph type="title"/>
          </p:nvPr>
        </p:nvSpPr>
        <p:spPr>
          <a:xfrm>
            <a:off x="142875" y="150813"/>
            <a:ext cx="7673975" cy="671512"/>
          </a:xfrm>
          <a:noFill/>
        </p:spPr>
        <p:txBody>
          <a:bodyPr/>
          <a:lstStyle/>
          <a:p>
            <a:pPr algn="just" eaLnBrk="1" hangingPunct="1"/>
            <a:r>
              <a:rPr lang="en-US" altLang="zh-CN">
                <a:ea typeface="华文楷体" panose="02010600040101010101" pitchFamily="2" charset="-122"/>
              </a:rPr>
              <a:t>3</a:t>
            </a:r>
            <a:r>
              <a:rPr lang="zh-CN" altLang="zh-CN">
                <a:ea typeface="华文楷体" panose="02010600040101010101" pitchFamily="2" charset="-122"/>
              </a:rPr>
              <a:t>.3 信号类型</a:t>
            </a:r>
          </a:p>
        </p:txBody>
      </p:sp>
      <p:pic>
        <p:nvPicPr>
          <p:cNvPr id="31747" name="Picture 3">
            <a:extLst>
              <a:ext uri="{FF2B5EF4-FFF2-40B4-BE49-F238E27FC236}">
                <a16:creationId xmlns:a16="http://schemas.microsoft.com/office/drawing/2014/main" id="{989263A0-5917-469E-8FB5-95CEC5A32D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2450" y="1493838"/>
            <a:ext cx="8547100" cy="449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700" name="Text Box 4">
            <a:extLst>
              <a:ext uri="{FF2B5EF4-FFF2-40B4-BE49-F238E27FC236}">
                <a16:creationId xmlns:a16="http://schemas.microsoft.com/office/drawing/2014/main" id="{AE22F2D5-6718-4E47-B969-7C72F56709E6}"/>
              </a:ext>
            </a:extLst>
          </p:cNvPr>
          <p:cNvSpPr txBox="1">
            <a:spLocks noChangeArrowheads="1"/>
          </p:cNvSpPr>
          <p:nvPr/>
        </p:nvSpPr>
        <p:spPr bwMode="auto">
          <a:xfrm>
            <a:off x="6723063" y="3932238"/>
            <a:ext cx="3733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zh-CN" sz="1600">
                <a:latin typeface="华文楷体" panose="02010600040101010101" pitchFamily="2" charset="-122"/>
                <a:ea typeface="华文楷体" panose="02010600040101010101" pitchFamily="2" charset="-122"/>
              </a:rPr>
              <a:t>CODEC：多媒体数字信号编解码器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31747"/>
                                        </p:tgtEl>
                                        <p:attrNameLst>
                                          <p:attrName>style.visibility</p:attrName>
                                        </p:attrNameLst>
                                      </p:cBhvr>
                                      <p:to>
                                        <p:strVal val="visible"/>
                                      </p:to>
                                    </p:set>
                                    <p:anim calcmode="lin" valueType="num">
                                      <p:cBhvr additive="base">
                                        <p:cTn id="7" dur="500" fill="hold"/>
                                        <p:tgtEl>
                                          <p:spTgt spid="31747"/>
                                        </p:tgtEl>
                                        <p:attrNameLst>
                                          <p:attrName>ppt_x</p:attrName>
                                        </p:attrNameLst>
                                      </p:cBhvr>
                                      <p:tavLst>
                                        <p:tav tm="0">
                                          <p:val>
                                            <p:strVal val="1+#ppt_w/2"/>
                                          </p:val>
                                        </p:tav>
                                        <p:tav tm="100000">
                                          <p:val>
                                            <p:strVal val="#ppt_x"/>
                                          </p:val>
                                        </p:tav>
                                      </p:tavLst>
                                    </p:anim>
                                    <p:anim calcmode="lin" valueType="num">
                                      <p:cBhvr additive="base">
                                        <p:cTn id="8" dur="500" fill="hold"/>
                                        <p:tgtEl>
                                          <p:spTgt spid="317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4BD64A6A-43E6-4902-B12C-2A8586EDC199}"/>
              </a:ext>
            </a:extLst>
          </p:cNvPr>
          <p:cNvSpPr>
            <a:spLocks noGrp="1" noChangeArrowheads="1"/>
          </p:cNvSpPr>
          <p:nvPr>
            <p:ph type="title"/>
          </p:nvPr>
        </p:nvSpPr>
        <p:spPr>
          <a:xfrm>
            <a:off x="3175000" y="228600"/>
            <a:ext cx="5762625" cy="512763"/>
          </a:xfrm>
          <a:noFill/>
        </p:spPr>
        <p:txBody>
          <a:bodyPr/>
          <a:lstStyle/>
          <a:p>
            <a:pPr eaLnBrk="1" hangingPunct="1"/>
            <a:r>
              <a:rPr lang="zh-CN" altLang="zh-CN">
                <a:ea typeface="华文楷体" panose="02010600040101010101" pitchFamily="2" charset="-122"/>
              </a:rPr>
              <a:t>数字数据到数字信号</a:t>
            </a:r>
          </a:p>
        </p:txBody>
      </p:sp>
      <p:sp>
        <p:nvSpPr>
          <p:cNvPr id="32771" name="Text Box 3">
            <a:extLst>
              <a:ext uri="{FF2B5EF4-FFF2-40B4-BE49-F238E27FC236}">
                <a16:creationId xmlns:a16="http://schemas.microsoft.com/office/drawing/2014/main" id="{0BAEF1FF-C493-4AE7-9BCB-330A0A839642}"/>
              </a:ext>
            </a:extLst>
          </p:cNvPr>
          <p:cNvSpPr txBox="1">
            <a:spLocks noChangeArrowheads="1"/>
          </p:cNvSpPr>
          <p:nvPr/>
        </p:nvSpPr>
        <p:spPr bwMode="auto">
          <a:xfrm>
            <a:off x="2065338" y="1423988"/>
            <a:ext cx="8086725" cy="400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6667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ClrTx/>
              <a:buSzTx/>
              <a:buFontTx/>
              <a:buNone/>
            </a:pPr>
            <a:r>
              <a:rPr lang="zh-CN" altLang="zh-CN" sz="2800">
                <a:solidFill>
                  <a:schemeClr val="accent2"/>
                </a:solidFill>
                <a:latin typeface="华文楷体" panose="02010600040101010101" pitchFamily="2" charset="-122"/>
                <a:ea typeface="华文楷体" panose="02010600040101010101" pitchFamily="2" charset="-122"/>
              </a:rPr>
              <a:t>数字信号</a:t>
            </a:r>
            <a:r>
              <a:rPr lang="zh-CN" altLang="zh-CN" sz="2800">
                <a:latin typeface="华文楷体" panose="02010600040101010101" pitchFamily="2" charset="-122"/>
                <a:ea typeface="华文楷体" panose="02010600040101010101" pitchFamily="2" charset="-122"/>
              </a:rPr>
              <a:t>是一系列离散的、非连续的电压脉冲。每一脉冲称为一个</a:t>
            </a:r>
            <a:r>
              <a:rPr lang="zh-CN" altLang="zh-CN" sz="2800">
                <a:solidFill>
                  <a:schemeClr val="accent2"/>
                </a:solidFill>
                <a:latin typeface="华文楷体" panose="02010600040101010101" pitchFamily="2" charset="-122"/>
                <a:ea typeface="华文楷体" panose="02010600040101010101" pitchFamily="2" charset="-122"/>
              </a:rPr>
              <a:t>信号码元</a:t>
            </a:r>
            <a:r>
              <a:rPr lang="zh-CN" altLang="zh-CN" sz="2800">
                <a:latin typeface="华文楷体" panose="02010600040101010101" pitchFamily="2" charset="-122"/>
                <a:ea typeface="华文楷体" panose="02010600040101010101" pitchFamily="2" charset="-122"/>
              </a:rPr>
              <a:t>。通过将二进制数据的每一数据比特编码为信号码元后再进行发送。 </a:t>
            </a:r>
          </a:p>
          <a:p>
            <a:pPr eaLnBrk="1" hangingPunct="1">
              <a:buClrTx/>
              <a:buSzTx/>
              <a:buFontTx/>
              <a:buNone/>
            </a:pPr>
            <a:r>
              <a:rPr lang="zh-CN" altLang="zh-CN" sz="2800">
                <a:latin typeface="华文楷体" panose="02010600040101010101" pitchFamily="2" charset="-122"/>
                <a:ea typeface="华文楷体" panose="02010600040101010101" pitchFamily="2" charset="-122"/>
              </a:rPr>
              <a:t> </a:t>
            </a:r>
            <a:r>
              <a:rPr lang="zh-CN" altLang="zh-CN">
                <a:solidFill>
                  <a:schemeClr val="hlink"/>
                </a:solidFill>
                <a:latin typeface="华文楷体" panose="02010600040101010101" pitchFamily="2" charset="-122"/>
                <a:ea typeface="华文楷体" panose="02010600040101010101" pitchFamily="2" charset="-122"/>
              </a:rPr>
              <a:t>常用的编码</a:t>
            </a:r>
            <a:r>
              <a:rPr lang="zh-CN" altLang="zh-CN" sz="2800">
                <a:latin typeface="华文楷体" panose="02010600040101010101" pitchFamily="2" charset="-122"/>
                <a:ea typeface="华文楷体" panose="02010600040101010101" pitchFamily="2" charset="-122"/>
              </a:rPr>
              <a:t>有：</a:t>
            </a:r>
          </a:p>
          <a:p>
            <a:pPr eaLnBrk="1" hangingPunct="1">
              <a:buClrTx/>
              <a:buSzTx/>
              <a:buFont typeface="Wingdings" panose="05000000000000000000" pitchFamily="2" charset="2"/>
              <a:buChar char="ü"/>
            </a:pPr>
            <a:r>
              <a:rPr lang="zh-CN" altLang="zh-CN" sz="2800">
                <a:latin typeface="华文楷体" panose="02010600040101010101" pitchFamily="2" charset="-122"/>
                <a:ea typeface="华文楷体" panose="02010600040101010101" pitchFamily="2" charset="-122"/>
              </a:rPr>
              <a:t>按</a:t>
            </a:r>
            <a:r>
              <a:rPr lang="zh-CN" altLang="zh-CN" sz="2800">
                <a:solidFill>
                  <a:schemeClr val="accent2"/>
                </a:solidFill>
                <a:latin typeface="华文楷体" panose="02010600040101010101" pitchFamily="2" charset="-122"/>
                <a:ea typeface="华文楷体" panose="02010600040101010101" pitchFamily="2" charset="-122"/>
              </a:rPr>
              <a:t>极性</a:t>
            </a:r>
            <a:r>
              <a:rPr lang="zh-CN" altLang="zh-CN" sz="2800">
                <a:latin typeface="华文楷体" panose="02010600040101010101" pitchFamily="2" charset="-122"/>
                <a:ea typeface="华文楷体" panose="02010600040101010101" pitchFamily="2" charset="-122"/>
              </a:rPr>
              <a:t>分：单极性码、双极性码</a:t>
            </a:r>
          </a:p>
          <a:p>
            <a:pPr eaLnBrk="1" hangingPunct="1">
              <a:buClrTx/>
              <a:buSzTx/>
              <a:buFont typeface="Wingdings" panose="05000000000000000000" pitchFamily="2" charset="2"/>
              <a:buChar char="ü"/>
            </a:pPr>
            <a:r>
              <a:rPr lang="zh-CN" altLang="zh-CN" sz="2800">
                <a:latin typeface="华文楷体" panose="02010600040101010101" pitchFamily="2" charset="-122"/>
                <a:ea typeface="华文楷体" panose="02010600040101010101" pitchFamily="2" charset="-122"/>
              </a:rPr>
              <a:t>按是否</a:t>
            </a:r>
            <a:r>
              <a:rPr lang="zh-CN" altLang="zh-CN" sz="2800">
                <a:solidFill>
                  <a:schemeClr val="accent2"/>
                </a:solidFill>
                <a:latin typeface="华文楷体" panose="02010600040101010101" pitchFamily="2" charset="-122"/>
                <a:ea typeface="华文楷体" panose="02010600040101010101" pitchFamily="2" charset="-122"/>
              </a:rPr>
              <a:t>归零</a:t>
            </a:r>
            <a:r>
              <a:rPr lang="zh-CN" altLang="zh-CN" sz="2800">
                <a:latin typeface="华文楷体" panose="02010600040101010101" pitchFamily="2" charset="-122"/>
                <a:ea typeface="华文楷体" panose="02010600040101010101" pitchFamily="2" charset="-122"/>
              </a:rPr>
              <a:t>划分：归零码、非归零码</a:t>
            </a:r>
          </a:p>
          <a:p>
            <a:pPr eaLnBrk="1" hangingPunct="1">
              <a:buClrTx/>
              <a:buSzTx/>
              <a:buFont typeface="Wingdings" panose="05000000000000000000" pitchFamily="2" charset="2"/>
              <a:buChar char="ü"/>
            </a:pPr>
            <a:r>
              <a:rPr lang="zh-CN" altLang="zh-CN" sz="2800">
                <a:solidFill>
                  <a:schemeClr val="accent2"/>
                </a:solidFill>
                <a:latin typeface="华文楷体" panose="02010600040101010101" pitchFamily="2" charset="-122"/>
                <a:ea typeface="华文楷体" panose="02010600040101010101" pitchFamily="2" charset="-122"/>
              </a:rPr>
              <a:t>曼彻斯特编码</a:t>
            </a:r>
            <a:r>
              <a:rPr lang="zh-CN" altLang="zh-CN" sz="2800">
                <a:latin typeface="华文楷体" panose="02010600040101010101" pitchFamily="2" charset="-122"/>
                <a:ea typeface="华文楷体" panose="02010600040101010101" pitchFamily="2" charset="-122"/>
              </a:rPr>
              <a:t>和</a:t>
            </a:r>
            <a:r>
              <a:rPr lang="zh-CN" altLang="zh-CN" sz="2800">
                <a:solidFill>
                  <a:schemeClr val="accent2"/>
                </a:solidFill>
                <a:latin typeface="华文楷体" panose="02010600040101010101" pitchFamily="2" charset="-122"/>
                <a:ea typeface="华文楷体" panose="02010600040101010101" pitchFamily="2" charset="-122"/>
              </a:rPr>
              <a:t>差分曼彻斯特编码</a:t>
            </a:r>
          </a:p>
          <a:p>
            <a:pPr eaLnBrk="1" hangingPunct="1">
              <a:buClrTx/>
              <a:buSzTx/>
              <a:buFont typeface="Wingdings" panose="05000000000000000000" pitchFamily="2" charset="2"/>
              <a:buChar char="ü"/>
            </a:pPr>
            <a:r>
              <a:rPr lang="zh-CN" altLang="zh-CN" sz="2800">
                <a:solidFill>
                  <a:schemeClr val="accent2"/>
                </a:solidFill>
                <a:latin typeface="华文楷体" panose="02010600040101010101" pitchFamily="2" charset="-122"/>
                <a:ea typeface="华文楷体" panose="02010600040101010101" pitchFamily="2" charset="-122"/>
              </a:rPr>
              <a: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 calcmode="lin" valueType="num">
                                      <p:cBhvr additive="base">
                                        <p:cTn id="7" dur="500" fill="hold"/>
                                        <p:tgtEl>
                                          <p:spTgt spid="3277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27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2771">
                                            <p:txEl>
                                              <p:pRg st="1" end="1"/>
                                            </p:txEl>
                                          </p:spTgt>
                                        </p:tgtEl>
                                        <p:attrNameLst>
                                          <p:attrName>style.visibility</p:attrName>
                                        </p:attrNameLst>
                                      </p:cBhvr>
                                      <p:to>
                                        <p:strVal val="visible"/>
                                      </p:to>
                                    </p:set>
                                    <p:anim calcmode="lin" valueType="num">
                                      <p:cBhvr additive="base">
                                        <p:cTn id="13" dur="500" fill="hold"/>
                                        <p:tgtEl>
                                          <p:spTgt spid="3277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27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2771">
                                            <p:txEl>
                                              <p:pRg st="2" end="2"/>
                                            </p:txEl>
                                          </p:spTgt>
                                        </p:tgtEl>
                                        <p:attrNameLst>
                                          <p:attrName>style.visibility</p:attrName>
                                        </p:attrNameLst>
                                      </p:cBhvr>
                                      <p:to>
                                        <p:strVal val="visible"/>
                                      </p:to>
                                    </p:set>
                                    <p:anim calcmode="lin" valueType="num">
                                      <p:cBhvr additive="base">
                                        <p:cTn id="19" dur="500" fill="hold"/>
                                        <p:tgtEl>
                                          <p:spTgt spid="3277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277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2771">
                                            <p:txEl>
                                              <p:pRg st="3" end="3"/>
                                            </p:txEl>
                                          </p:spTgt>
                                        </p:tgtEl>
                                        <p:attrNameLst>
                                          <p:attrName>style.visibility</p:attrName>
                                        </p:attrNameLst>
                                      </p:cBhvr>
                                      <p:to>
                                        <p:strVal val="visible"/>
                                      </p:to>
                                    </p:set>
                                    <p:anim calcmode="lin" valueType="num">
                                      <p:cBhvr additive="base">
                                        <p:cTn id="25" dur="500" fill="hold"/>
                                        <p:tgtEl>
                                          <p:spTgt spid="32771">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277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2771">
                                            <p:txEl>
                                              <p:pRg st="4" end="4"/>
                                            </p:txEl>
                                          </p:spTgt>
                                        </p:tgtEl>
                                        <p:attrNameLst>
                                          <p:attrName>style.visibility</p:attrName>
                                        </p:attrNameLst>
                                      </p:cBhvr>
                                      <p:to>
                                        <p:strVal val="visible"/>
                                      </p:to>
                                    </p:set>
                                    <p:anim calcmode="lin" valueType="num">
                                      <p:cBhvr additive="base">
                                        <p:cTn id="31" dur="500" fill="hold"/>
                                        <p:tgtEl>
                                          <p:spTgt spid="32771">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277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32771">
                                            <p:txEl>
                                              <p:pRg st="5" end="5"/>
                                            </p:txEl>
                                          </p:spTgt>
                                        </p:tgtEl>
                                        <p:attrNameLst>
                                          <p:attrName>style.visibility</p:attrName>
                                        </p:attrNameLst>
                                      </p:cBhvr>
                                      <p:to>
                                        <p:strVal val="visible"/>
                                      </p:to>
                                    </p:set>
                                    <p:anim calcmode="lin" valueType="num">
                                      <p:cBhvr additive="base">
                                        <p:cTn id="37" dur="500" fill="hold"/>
                                        <p:tgtEl>
                                          <p:spTgt spid="32771">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3277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004FD50E-4CA7-4919-A8B8-A0E7C16502FC}"/>
              </a:ext>
            </a:extLst>
          </p:cNvPr>
          <p:cNvSpPr>
            <a:spLocks noGrp="1" noChangeArrowheads="1"/>
          </p:cNvSpPr>
          <p:nvPr>
            <p:ph type="title"/>
          </p:nvPr>
        </p:nvSpPr>
        <p:spPr>
          <a:xfrm>
            <a:off x="3767138" y="192088"/>
            <a:ext cx="4681537" cy="588962"/>
          </a:xfrm>
          <a:noFill/>
        </p:spPr>
        <p:txBody>
          <a:bodyPr/>
          <a:lstStyle/>
          <a:p>
            <a:pPr eaLnBrk="1" hangingPunct="1"/>
            <a:r>
              <a:rPr lang="zh-CN" altLang="zh-CN">
                <a:ea typeface="华文楷体" panose="02010600040101010101" pitchFamily="2" charset="-122"/>
              </a:rPr>
              <a:t>常用编码方式</a:t>
            </a:r>
          </a:p>
        </p:txBody>
      </p:sp>
      <p:grpSp>
        <p:nvGrpSpPr>
          <p:cNvPr id="31747" name="Group 3">
            <a:extLst>
              <a:ext uri="{FF2B5EF4-FFF2-40B4-BE49-F238E27FC236}">
                <a16:creationId xmlns:a16="http://schemas.microsoft.com/office/drawing/2014/main" id="{2E03FB1C-47D6-461E-A51B-8A4FEA80E107}"/>
              </a:ext>
            </a:extLst>
          </p:cNvPr>
          <p:cNvGrpSpPr>
            <a:grpSpLocks/>
          </p:cNvGrpSpPr>
          <p:nvPr/>
        </p:nvGrpSpPr>
        <p:grpSpPr bwMode="auto">
          <a:xfrm>
            <a:off x="1885950" y="1441450"/>
            <a:ext cx="8443913" cy="4618038"/>
            <a:chOff x="0" y="0"/>
            <a:chExt cx="4305" cy="2015"/>
          </a:xfrm>
        </p:grpSpPr>
        <p:sp>
          <p:nvSpPr>
            <p:cNvPr id="31752" name="未知">
              <a:extLst>
                <a:ext uri="{FF2B5EF4-FFF2-40B4-BE49-F238E27FC236}">
                  <a16:creationId xmlns:a16="http://schemas.microsoft.com/office/drawing/2014/main" id="{AE1D28B1-B102-42D0-B0F6-7573C32908E9}"/>
                </a:ext>
              </a:extLst>
            </p:cNvPr>
            <p:cNvSpPr>
              <a:spLocks/>
            </p:cNvSpPr>
            <p:nvPr/>
          </p:nvSpPr>
          <p:spPr bwMode="auto">
            <a:xfrm>
              <a:off x="0" y="842"/>
              <a:ext cx="55" cy="60"/>
            </a:xfrm>
            <a:custGeom>
              <a:avLst/>
              <a:gdLst>
                <a:gd name="T0" fmla="*/ 0 w 55"/>
                <a:gd name="T1" fmla="*/ 0 h 60"/>
                <a:gd name="T2" fmla="*/ 12 w 55"/>
                <a:gd name="T3" fmla="*/ 0 h 60"/>
                <a:gd name="T4" fmla="*/ 39 w 55"/>
                <a:gd name="T5" fmla="*/ 39 h 60"/>
                <a:gd name="T6" fmla="*/ 45 w 55"/>
                <a:gd name="T7" fmla="*/ 39 h 60"/>
                <a:gd name="T8" fmla="*/ 48 w 55"/>
                <a:gd name="T9" fmla="*/ 42 h 60"/>
                <a:gd name="T10" fmla="*/ 51 w 55"/>
                <a:gd name="T11" fmla="*/ 33 h 60"/>
                <a:gd name="T12" fmla="*/ 51 w 55"/>
                <a:gd name="T13" fmla="*/ 19 h 60"/>
                <a:gd name="T14" fmla="*/ 51 w 55"/>
                <a:gd name="T15" fmla="*/ 39 h 60"/>
                <a:gd name="T16" fmla="*/ 54 w 55"/>
                <a:gd name="T17" fmla="*/ 45 h 60"/>
                <a:gd name="T18" fmla="*/ 54 w 55"/>
                <a:gd name="T19" fmla="*/ 57 h 60"/>
                <a:gd name="T20" fmla="*/ 51 w 55"/>
                <a:gd name="T21" fmla="*/ 59 h 60"/>
                <a:gd name="T22" fmla="*/ 15 w 55"/>
                <a:gd name="T23" fmla="*/ 12 h 60"/>
                <a:gd name="T24" fmla="*/ 6 w 55"/>
                <a:gd name="T25" fmla="*/ 12 h 60"/>
                <a:gd name="T26" fmla="*/ 6 w 55"/>
                <a:gd name="T27" fmla="*/ 30 h 60"/>
                <a:gd name="T28" fmla="*/ 6 w 55"/>
                <a:gd name="T29" fmla="*/ 6 h 60"/>
                <a:gd name="T30" fmla="*/ 0 w 55"/>
                <a:gd name="T31" fmla="*/ 0 h 6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5" h="60">
                  <a:moveTo>
                    <a:pt x="0" y="0"/>
                  </a:moveTo>
                  <a:lnTo>
                    <a:pt x="12" y="0"/>
                  </a:lnTo>
                  <a:lnTo>
                    <a:pt x="39" y="39"/>
                  </a:lnTo>
                  <a:lnTo>
                    <a:pt x="45" y="39"/>
                  </a:lnTo>
                  <a:lnTo>
                    <a:pt x="48" y="42"/>
                  </a:lnTo>
                  <a:lnTo>
                    <a:pt x="51" y="33"/>
                  </a:lnTo>
                  <a:lnTo>
                    <a:pt x="51" y="19"/>
                  </a:lnTo>
                  <a:lnTo>
                    <a:pt x="51" y="39"/>
                  </a:lnTo>
                  <a:lnTo>
                    <a:pt x="54" y="45"/>
                  </a:lnTo>
                  <a:lnTo>
                    <a:pt x="54" y="57"/>
                  </a:lnTo>
                  <a:lnTo>
                    <a:pt x="51" y="59"/>
                  </a:lnTo>
                  <a:lnTo>
                    <a:pt x="15" y="12"/>
                  </a:lnTo>
                  <a:lnTo>
                    <a:pt x="6" y="12"/>
                  </a:lnTo>
                  <a:lnTo>
                    <a:pt x="6" y="30"/>
                  </a:lnTo>
                  <a:lnTo>
                    <a:pt x="6" y="6"/>
                  </a:lnTo>
                  <a:lnTo>
                    <a:pt x="0" y="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3" name="未知">
              <a:extLst>
                <a:ext uri="{FF2B5EF4-FFF2-40B4-BE49-F238E27FC236}">
                  <a16:creationId xmlns:a16="http://schemas.microsoft.com/office/drawing/2014/main" id="{E1BAF364-B697-49C1-AEC6-CE6FC07AABB6}"/>
                </a:ext>
              </a:extLst>
            </p:cNvPr>
            <p:cNvSpPr>
              <a:spLocks/>
            </p:cNvSpPr>
            <p:nvPr/>
          </p:nvSpPr>
          <p:spPr bwMode="auto">
            <a:xfrm>
              <a:off x="0" y="372"/>
              <a:ext cx="57" cy="63"/>
            </a:xfrm>
            <a:custGeom>
              <a:avLst/>
              <a:gdLst>
                <a:gd name="T0" fmla="*/ 0 w 57"/>
                <a:gd name="T1" fmla="*/ 3 h 63"/>
                <a:gd name="T2" fmla="*/ 9 w 57"/>
                <a:gd name="T3" fmla="*/ 0 h 63"/>
                <a:gd name="T4" fmla="*/ 39 w 57"/>
                <a:gd name="T5" fmla="*/ 36 h 63"/>
                <a:gd name="T6" fmla="*/ 39 w 57"/>
                <a:gd name="T7" fmla="*/ 42 h 63"/>
                <a:gd name="T8" fmla="*/ 51 w 57"/>
                <a:gd name="T9" fmla="*/ 42 h 63"/>
                <a:gd name="T10" fmla="*/ 51 w 57"/>
                <a:gd name="T11" fmla="*/ 6 h 63"/>
                <a:gd name="T12" fmla="*/ 48 w 57"/>
                <a:gd name="T13" fmla="*/ 0 h 63"/>
                <a:gd name="T14" fmla="*/ 56 w 57"/>
                <a:gd name="T15" fmla="*/ 0 h 63"/>
                <a:gd name="T16" fmla="*/ 56 w 57"/>
                <a:gd name="T17" fmla="*/ 3 h 63"/>
                <a:gd name="T18" fmla="*/ 51 w 57"/>
                <a:gd name="T19" fmla="*/ 9 h 63"/>
                <a:gd name="T20" fmla="*/ 51 w 57"/>
                <a:gd name="T21" fmla="*/ 62 h 63"/>
                <a:gd name="T22" fmla="*/ 30 w 57"/>
                <a:gd name="T23" fmla="*/ 33 h 63"/>
                <a:gd name="T24" fmla="*/ 23 w 57"/>
                <a:gd name="T25" fmla="*/ 33 h 63"/>
                <a:gd name="T26" fmla="*/ 16 w 57"/>
                <a:gd name="T27" fmla="*/ 14 h 63"/>
                <a:gd name="T28" fmla="*/ 6 w 57"/>
                <a:gd name="T29" fmla="*/ 14 h 63"/>
                <a:gd name="T30" fmla="*/ 6 w 57"/>
                <a:gd name="T31" fmla="*/ 36 h 63"/>
                <a:gd name="T32" fmla="*/ 6 w 57"/>
                <a:gd name="T33" fmla="*/ 9 h 63"/>
                <a:gd name="T34" fmla="*/ 0 w 57"/>
                <a:gd name="T35" fmla="*/ 3 h 6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57" h="63">
                  <a:moveTo>
                    <a:pt x="0" y="3"/>
                  </a:moveTo>
                  <a:lnTo>
                    <a:pt x="9" y="0"/>
                  </a:lnTo>
                  <a:lnTo>
                    <a:pt x="39" y="36"/>
                  </a:lnTo>
                  <a:lnTo>
                    <a:pt x="39" y="42"/>
                  </a:lnTo>
                  <a:lnTo>
                    <a:pt x="51" y="42"/>
                  </a:lnTo>
                  <a:lnTo>
                    <a:pt x="51" y="6"/>
                  </a:lnTo>
                  <a:lnTo>
                    <a:pt x="48" y="0"/>
                  </a:lnTo>
                  <a:lnTo>
                    <a:pt x="56" y="0"/>
                  </a:lnTo>
                  <a:lnTo>
                    <a:pt x="56" y="3"/>
                  </a:lnTo>
                  <a:lnTo>
                    <a:pt x="51" y="9"/>
                  </a:lnTo>
                  <a:lnTo>
                    <a:pt x="51" y="62"/>
                  </a:lnTo>
                  <a:lnTo>
                    <a:pt x="30" y="33"/>
                  </a:lnTo>
                  <a:lnTo>
                    <a:pt x="23" y="33"/>
                  </a:lnTo>
                  <a:lnTo>
                    <a:pt x="16" y="14"/>
                  </a:lnTo>
                  <a:lnTo>
                    <a:pt x="6" y="14"/>
                  </a:lnTo>
                  <a:lnTo>
                    <a:pt x="6" y="36"/>
                  </a:lnTo>
                  <a:lnTo>
                    <a:pt x="6" y="9"/>
                  </a:lnTo>
                  <a:lnTo>
                    <a:pt x="0" y="3"/>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4" name="未知">
              <a:extLst>
                <a:ext uri="{FF2B5EF4-FFF2-40B4-BE49-F238E27FC236}">
                  <a16:creationId xmlns:a16="http://schemas.microsoft.com/office/drawing/2014/main" id="{746F177A-D4BD-4363-8BC5-80358DBE0BCC}"/>
                </a:ext>
              </a:extLst>
            </p:cNvPr>
            <p:cNvSpPr>
              <a:spLocks/>
            </p:cNvSpPr>
            <p:nvPr/>
          </p:nvSpPr>
          <p:spPr bwMode="auto">
            <a:xfrm>
              <a:off x="3" y="896"/>
              <a:ext cx="8" cy="10"/>
            </a:xfrm>
            <a:custGeom>
              <a:avLst/>
              <a:gdLst>
                <a:gd name="T0" fmla="*/ 0 w 8"/>
                <a:gd name="T1" fmla="*/ 9 h 10"/>
                <a:gd name="T2" fmla="*/ 4 w 8"/>
                <a:gd name="T3" fmla="*/ 0 h 10"/>
                <a:gd name="T4" fmla="*/ 7 w 8"/>
                <a:gd name="T5" fmla="*/ 9 h 10"/>
                <a:gd name="T6" fmla="*/ 0 w 8"/>
                <a:gd name="T7" fmla="*/ 9 h 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 h="10">
                  <a:moveTo>
                    <a:pt x="0" y="9"/>
                  </a:moveTo>
                  <a:lnTo>
                    <a:pt x="4" y="0"/>
                  </a:lnTo>
                  <a:lnTo>
                    <a:pt x="7" y="9"/>
                  </a:lnTo>
                  <a:lnTo>
                    <a:pt x="0" y="9"/>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5" name="未知">
              <a:extLst>
                <a:ext uri="{FF2B5EF4-FFF2-40B4-BE49-F238E27FC236}">
                  <a16:creationId xmlns:a16="http://schemas.microsoft.com/office/drawing/2014/main" id="{7FE8A0C4-2CB7-48FB-A93B-ED80CA74B1ED}"/>
                </a:ext>
              </a:extLst>
            </p:cNvPr>
            <p:cNvSpPr>
              <a:spLocks/>
            </p:cNvSpPr>
            <p:nvPr/>
          </p:nvSpPr>
          <p:spPr bwMode="auto">
            <a:xfrm>
              <a:off x="3" y="422"/>
              <a:ext cx="8" cy="17"/>
            </a:xfrm>
            <a:custGeom>
              <a:avLst/>
              <a:gdLst>
                <a:gd name="T0" fmla="*/ 0 w 8"/>
                <a:gd name="T1" fmla="*/ 16 h 17"/>
                <a:gd name="T2" fmla="*/ 4 w 8"/>
                <a:gd name="T3" fmla="*/ 0 h 17"/>
                <a:gd name="T4" fmla="*/ 4 w 8"/>
                <a:gd name="T5" fmla="*/ 10 h 17"/>
                <a:gd name="T6" fmla="*/ 7 w 8"/>
                <a:gd name="T7" fmla="*/ 16 h 17"/>
                <a:gd name="T8" fmla="*/ 0 w 8"/>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7">
                  <a:moveTo>
                    <a:pt x="0" y="16"/>
                  </a:moveTo>
                  <a:lnTo>
                    <a:pt x="4" y="0"/>
                  </a:lnTo>
                  <a:lnTo>
                    <a:pt x="4" y="10"/>
                  </a:lnTo>
                  <a:lnTo>
                    <a:pt x="7" y="16"/>
                  </a:lnTo>
                  <a:lnTo>
                    <a:pt x="0" y="16"/>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6" name="Line 8">
              <a:extLst>
                <a:ext uri="{FF2B5EF4-FFF2-40B4-BE49-F238E27FC236}">
                  <a16:creationId xmlns:a16="http://schemas.microsoft.com/office/drawing/2014/main" id="{F29A7373-5445-4F63-A8A7-28A46FD26843}"/>
                </a:ext>
              </a:extLst>
            </p:cNvPr>
            <p:cNvSpPr>
              <a:spLocks noChangeShapeType="1"/>
            </p:cNvSpPr>
            <p:nvPr/>
          </p:nvSpPr>
          <p:spPr bwMode="auto">
            <a:xfrm flipV="1">
              <a:off x="6" y="877"/>
              <a:ext cx="0" cy="1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7" name="Line 9">
              <a:extLst>
                <a:ext uri="{FF2B5EF4-FFF2-40B4-BE49-F238E27FC236}">
                  <a16:creationId xmlns:a16="http://schemas.microsoft.com/office/drawing/2014/main" id="{766A4E84-887B-491E-A031-D20565FA4A00}"/>
                </a:ext>
              </a:extLst>
            </p:cNvPr>
            <p:cNvSpPr>
              <a:spLocks noChangeShapeType="1"/>
            </p:cNvSpPr>
            <p:nvPr/>
          </p:nvSpPr>
          <p:spPr bwMode="auto">
            <a:xfrm flipV="1">
              <a:off x="6" y="410"/>
              <a:ext cx="0" cy="11"/>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8" name="未知">
              <a:extLst>
                <a:ext uri="{FF2B5EF4-FFF2-40B4-BE49-F238E27FC236}">
                  <a16:creationId xmlns:a16="http://schemas.microsoft.com/office/drawing/2014/main" id="{FF4695C7-78D4-4D63-9AAF-9515A62FB4C9}"/>
                </a:ext>
              </a:extLst>
            </p:cNvPr>
            <p:cNvSpPr>
              <a:spLocks/>
            </p:cNvSpPr>
            <p:nvPr/>
          </p:nvSpPr>
          <p:spPr bwMode="auto">
            <a:xfrm>
              <a:off x="49" y="839"/>
              <a:ext cx="8" cy="16"/>
            </a:xfrm>
            <a:custGeom>
              <a:avLst/>
              <a:gdLst>
                <a:gd name="T0" fmla="*/ 0 w 8"/>
                <a:gd name="T1" fmla="*/ 3 h 16"/>
                <a:gd name="T2" fmla="*/ 7 w 8"/>
                <a:gd name="T3" fmla="*/ 0 h 16"/>
                <a:gd name="T4" fmla="*/ 3 w 8"/>
                <a:gd name="T5" fmla="*/ 15 h 16"/>
                <a:gd name="T6" fmla="*/ 3 w 8"/>
                <a:gd name="T7" fmla="*/ 6 h 16"/>
                <a:gd name="T8" fmla="*/ 0 w 8"/>
                <a:gd name="T9" fmla="*/ 3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6">
                  <a:moveTo>
                    <a:pt x="0" y="3"/>
                  </a:moveTo>
                  <a:lnTo>
                    <a:pt x="7" y="0"/>
                  </a:lnTo>
                  <a:lnTo>
                    <a:pt x="3" y="15"/>
                  </a:lnTo>
                  <a:lnTo>
                    <a:pt x="3" y="6"/>
                  </a:lnTo>
                  <a:lnTo>
                    <a:pt x="0" y="3"/>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9" name="未知">
              <a:extLst>
                <a:ext uri="{FF2B5EF4-FFF2-40B4-BE49-F238E27FC236}">
                  <a16:creationId xmlns:a16="http://schemas.microsoft.com/office/drawing/2014/main" id="{9453A486-C410-461B-B23C-3FB8F876B572}"/>
                </a:ext>
              </a:extLst>
            </p:cNvPr>
            <p:cNvSpPr>
              <a:spLocks/>
            </p:cNvSpPr>
            <p:nvPr/>
          </p:nvSpPr>
          <p:spPr bwMode="auto">
            <a:xfrm>
              <a:off x="78" y="839"/>
              <a:ext cx="53" cy="67"/>
            </a:xfrm>
            <a:custGeom>
              <a:avLst/>
              <a:gdLst>
                <a:gd name="T0" fmla="*/ 0 w 53"/>
                <a:gd name="T1" fmla="*/ 63 h 67"/>
                <a:gd name="T2" fmla="*/ 3 w 53"/>
                <a:gd name="T3" fmla="*/ 61 h 67"/>
                <a:gd name="T4" fmla="*/ 3 w 53"/>
                <a:gd name="T5" fmla="*/ 6 h 67"/>
                <a:gd name="T6" fmla="*/ 0 w 53"/>
                <a:gd name="T7" fmla="*/ 3 h 67"/>
                <a:gd name="T8" fmla="*/ 6 w 53"/>
                <a:gd name="T9" fmla="*/ 0 h 67"/>
                <a:gd name="T10" fmla="*/ 33 w 53"/>
                <a:gd name="T11" fmla="*/ 0 h 67"/>
                <a:gd name="T12" fmla="*/ 43 w 53"/>
                <a:gd name="T13" fmla="*/ 6 h 67"/>
                <a:gd name="T14" fmla="*/ 46 w 53"/>
                <a:gd name="T15" fmla="*/ 16 h 67"/>
                <a:gd name="T16" fmla="*/ 39 w 53"/>
                <a:gd name="T17" fmla="*/ 27 h 67"/>
                <a:gd name="T18" fmla="*/ 30 w 53"/>
                <a:gd name="T19" fmla="*/ 30 h 67"/>
                <a:gd name="T20" fmla="*/ 33 w 53"/>
                <a:gd name="T21" fmla="*/ 42 h 67"/>
                <a:gd name="T22" fmla="*/ 46 w 53"/>
                <a:gd name="T23" fmla="*/ 61 h 67"/>
                <a:gd name="T24" fmla="*/ 52 w 53"/>
                <a:gd name="T25" fmla="*/ 61 h 67"/>
                <a:gd name="T26" fmla="*/ 52 w 53"/>
                <a:gd name="T27" fmla="*/ 63 h 67"/>
                <a:gd name="T28" fmla="*/ 43 w 53"/>
                <a:gd name="T29" fmla="*/ 63 h 67"/>
                <a:gd name="T30" fmla="*/ 27 w 53"/>
                <a:gd name="T31" fmla="*/ 39 h 67"/>
                <a:gd name="T32" fmla="*/ 20 w 53"/>
                <a:gd name="T33" fmla="*/ 39 h 67"/>
                <a:gd name="T34" fmla="*/ 20 w 53"/>
                <a:gd name="T35" fmla="*/ 33 h 67"/>
                <a:gd name="T36" fmla="*/ 14 w 53"/>
                <a:gd name="T37" fmla="*/ 33 h 67"/>
                <a:gd name="T38" fmla="*/ 9 w 53"/>
                <a:gd name="T39" fmla="*/ 42 h 67"/>
                <a:gd name="T40" fmla="*/ 9 w 53"/>
                <a:gd name="T41" fmla="*/ 58 h 67"/>
                <a:gd name="T42" fmla="*/ 13 w 53"/>
                <a:gd name="T43" fmla="*/ 63 h 67"/>
                <a:gd name="T44" fmla="*/ 9 w 53"/>
                <a:gd name="T45" fmla="*/ 66 h 67"/>
                <a:gd name="T46" fmla="*/ 0 w 53"/>
                <a:gd name="T47" fmla="*/ 63 h 6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3" h="67">
                  <a:moveTo>
                    <a:pt x="0" y="63"/>
                  </a:moveTo>
                  <a:lnTo>
                    <a:pt x="3" y="61"/>
                  </a:lnTo>
                  <a:lnTo>
                    <a:pt x="3" y="6"/>
                  </a:lnTo>
                  <a:lnTo>
                    <a:pt x="0" y="3"/>
                  </a:lnTo>
                  <a:lnTo>
                    <a:pt x="6" y="0"/>
                  </a:lnTo>
                  <a:lnTo>
                    <a:pt x="33" y="0"/>
                  </a:lnTo>
                  <a:lnTo>
                    <a:pt x="43" y="6"/>
                  </a:lnTo>
                  <a:lnTo>
                    <a:pt x="46" y="16"/>
                  </a:lnTo>
                  <a:lnTo>
                    <a:pt x="39" y="27"/>
                  </a:lnTo>
                  <a:lnTo>
                    <a:pt x="30" y="30"/>
                  </a:lnTo>
                  <a:lnTo>
                    <a:pt x="33" y="42"/>
                  </a:lnTo>
                  <a:lnTo>
                    <a:pt x="46" y="61"/>
                  </a:lnTo>
                  <a:lnTo>
                    <a:pt x="52" y="61"/>
                  </a:lnTo>
                  <a:lnTo>
                    <a:pt x="52" y="63"/>
                  </a:lnTo>
                  <a:lnTo>
                    <a:pt x="43" y="63"/>
                  </a:lnTo>
                  <a:lnTo>
                    <a:pt x="27" y="39"/>
                  </a:lnTo>
                  <a:lnTo>
                    <a:pt x="20" y="39"/>
                  </a:lnTo>
                  <a:lnTo>
                    <a:pt x="20" y="33"/>
                  </a:lnTo>
                  <a:lnTo>
                    <a:pt x="14" y="33"/>
                  </a:lnTo>
                  <a:lnTo>
                    <a:pt x="9" y="42"/>
                  </a:lnTo>
                  <a:lnTo>
                    <a:pt x="9" y="58"/>
                  </a:lnTo>
                  <a:lnTo>
                    <a:pt x="13" y="63"/>
                  </a:lnTo>
                  <a:lnTo>
                    <a:pt x="9" y="66"/>
                  </a:lnTo>
                  <a:lnTo>
                    <a:pt x="0" y="63"/>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0" name="未知">
              <a:extLst>
                <a:ext uri="{FF2B5EF4-FFF2-40B4-BE49-F238E27FC236}">
                  <a16:creationId xmlns:a16="http://schemas.microsoft.com/office/drawing/2014/main" id="{A092076E-B599-48C2-B300-9EEE9F70DECF}"/>
                </a:ext>
              </a:extLst>
            </p:cNvPr>
            <p:cNvSpPr>
              <a:spLocks/>
            </p:cNvSpPr>
            <p:nvPr/>
          </p:nvSpPr>
          <p:spPr bwMode="auto">
            <a:xfrm>
              <a:off x="88" y="842"/>
              <a:ext cx="27" cy="30"/>
            </a:xfrm>
            <a:custGeom>
              <a:avLst/>
              <a:gdLst>
                <a:gd name="T0" fmla="*/ 3 w 27"/>
                <a:gd name="T1" fmla="*/ 23 h 30"/>
                <a:gd name="T2" fmla="*/ 3 w 27"/>
                <a:gd name="T3" fmla="*/ 29 h 30"/>
                <a:gd name="T4" fmla="*/ 11 w 27"/>
                <a:gd name="T5" fmla="*/ 29 h 30"/>
                <a:gd name="T6" fmla="*/ 26 w 27"/>
                <a:gd name="T7" fmla="*/ 23 h 30"/>
                <a:gd name="T8" fmla="*/ 26 w 27"/>
                <a:gd name="T9" fmla="*/ 6 h 30"/>
                <a:gd name="T10" fmla="*/ 17 w 27"/>
                <a:gd name="T11" fmla="*/ 0 h 30"/>
                <a:gd name="T12" fmla="*/ 3 w 27"/>
                <a:gd name="T13" fmla="*/ 0 h 30"/>
                <a:gd name="T14" fmla="*/ 0 w 27"/>
                <a:gd name="T15" fmla="*/ 21 h 30"/>
                <a:gd name="T16" fmla="*/ 3 w 27"/>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7" h="30">
                  <a:moveTo>
                    <a:pt x="3" y="23"/>
                  </a:moveTo>
                  <a:lnTo>
                    <a:pt x="3" y="29"/>
                  </a:lnTo>
                  <a:lnTo>
                    <a:pt x="11" y="29"/>
                  </a:lnTo>
                  <a:lnTo>
                    <a:pt x="26" y="23"/>
                  </a:lnTo>
                  <a:lnTo>
                    <a:pt x="26" y="6"/>
                  </a:lnTo>
                  <a:lnTo>
                    <a:pt x="17" y="0"/>
                  </a:lnTo>
                  <a:lnTo>
                    <a:pt x="3" y="0"/>
                  </a:lnTo>
                  <a:lnTo>
                    <a:pt x="0" y="21"/>
                  </a:lnTo>
                  <a:lnTo>
                    <a:pt x="3" y="23"/>
                  </a:lnTo>
                </a:path>
              </a:pathLst>
            </a:custGeom>
            <a:solidFill>
              <a:srgbClr val="FFFFFF"/>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1" name="未知">
              <a:extLst>
                <a:ext uri="{FF2B5EF4-FFF2-40B4-BE49-F238E27FC236}">
                  <a16:creationId xmlns:a16="http://schemas.microsoft.com/office/drawing/2014/main" id="{D87C1CE0-08DE-4897-AAC2-373A9B854572}"/>
                </a:ext>
              </a:extLst>
            </p:cNvPr>
            <p:cNvSpPr>
              <a:spLocks/>
            </p:cNvSpPr>
            <p:nvPr/>
          </p:nvSpPr>
          <p:spPr bwMode="auto">
            <a:xfrm>
              <a:off x="78" y="372"/>
              <a:ext cx="53" cy="67"/>
            </a:xfrm>
            <a:custGeom>
              <a:avLst/>
              <a:gdLst>
                <a:gd name="T0" fmla="*/ 0 w 53"/>
                <a:gd name="T1" fmla="*/ 63 h 67"/>
                <a:gd name="T2" fmla="*/ 3 w 53"/>
                <a:gd name="T3" fmla="*/ 49 h 67"/>
                <a:gd name="T4" fmla="*/ 3 w 53"/>
                <a:gd name="T5" fmla="*/ 6 h 67"/>
                <a:gd name="T6" fmla="*/ 0 w 53"/>
                <a:gd name="T7" fmla="*/ 0 h 67"/>
                <a:gd name="T8" fmla="*/ 36 w 53"/>
                <a:gd name="T9" fmla="*/ 0 h 67"/>
                <a:gd name="T10" fmla="*/ 46 w 53"/>
                <a:gd name="T11" fmla="*/ 11 h 67"/>
                <a:gd name="T12" fmla="*/ 39 w 53"/>
                <a:gd name="T13" fmla="*/ 27 h 67"/>
                <a:gd name="T14" fmla="*/ 30 w 53"/>
                <a:gd name="T15" fmla="*/ 30 h 67"/>
                <a:gd name="T16" fmla="*/ 33 w 53"/>
                <a:gd name="T17" fmla="*/ 42 h 67"/>
                <a:gd name="T18" fmla="*/ 46 w 53"/>
                <a:gd name="T19" fmla="*/ 60 h 67"/>
                <a:gd name="T20" fmla="*/ 52 w 53"/>
                <a:gd name="T21" fmla="*/ 60 h 67"/>
                <a:gd name="T22" fmla="*/ 52 w 53"/>
                <a:gd name="T23" fmla="*/ 63 h 67"/>
                <a:gd name="T24" fmla="*/ 43 w 53"/>
                <a:gd name="T25" fmla="*/ 63 h 67"/>
                <a:gd name="T26" fmla="*/ 14 w 53"/>
                <a:gd name="T27" fmla="*/ 33 h 67"/>
                <a:gd name="T28" fmla="*/ 9 w 53"/>
                <a:gd name="T29" fmla="*/ 42 h 67"/>
                <a:gd name="T30" fmla="*/ 9 w 53"/>
                <a:gd name="T31" fmla="*/ 57 h 67"/>
                <a:gd name="T32" fmla="*/ 14 w 53"/>
                <a:gd name="T33" fmla="*/ 63 h 67"/>
                <a:gd name="T34" fmla="*/ 13 w 53"/>
                <a:gd name="T35" fmla="*/ 66 h 67"/>
                <a:gd name="T36" fmla="*/ 9 w 53"/>
                <a:gd name="T37" fmla="*/ 63 h 67"/>
                <a:gd name="T38" fmla="*/ 6 w 53"/>
                <a:gd name="T39" fmla="*/ 66 h 67"/>
                <a:gd name="T40" fmla="*/ 0 w 53"/>
                <a:gd name="T41" fmla="*/ 63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3" h="67">
                  <a:moveTo>
                    <a:pt x="0" y="63"/>
                  </a:moveTo>
                  <a:lnTo>
                    <a:pt x="3" y="49"/>
                  </a:lnTo>
                  <a:lnTo>
                    <a:pt x="3" y="6"/>
                  </a:lnTo>
                  <a:lnTo>
                    <a:pt x="0" y="0"/>
                  </a:lnTo>
                  <a:lnTo>
                    <a:pt x="36" y="0"/>
                  </a:lnTo>
                  <a:lnTo>
                    <a:pt x="46" y="11"/>
                  </a:lnTo>
                  <a:lnTo>
                    <a:pt x="39" y="27"/>
                  </a:lnTo>
                  <a:lnTo>
                    <a:pt x="30" y="30"/>
                  </a:lnTo>
                  <a:lnTo>
                    <a:pt x="33" y="42"/>
                  </a:lnTo>
                  <a:lnTo>
                    <a:pt x="46" y="60"/>
                  </a:lnTo>
                  <a:lnTo>
                    <a:pt x="52" y="60"/>
                  </a:lnTo>
                  <a:lnTo>
                    <a:pt x="52" y="63"/>
                  </a:lnTo>
                  <a:lnTo>
                    <a:pt x="43" y="63"/>
                  </a:lnTo>
                  <a:lnTo>
                    <a:pt x="14" y="33"/>
                  </a:lnTo>
                  <a:lnTo>
                    <a:pt x="9" y="42"/>
                  </a:lnTo>
                  <a:lnTo>
                    <a:pt x="9" y="57"/>
                  </a:lnTo>
                  <a:lnTo>
                    <a:pt x="14" y="63"/>
                  </a:lnTo>
                  <a:lnTo>
                    <a:pt x="13" y="66"/>
                  </a:lnTo>
                  <a:lnTo>
                    <a:pt x="9" y="63"/>
                  </a:lnTo>
                  <a:lnTo>
                    <a:pt x="6" y="66"/>
                  </a:lnTo>
                  <a:lnTo>
                    <a:pt x="0" y="63"/>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2" name="未知">
              <a:extLst>
                <a:ext uri="{FF2B5EF4-FFF2-40B4-BE49-F238E27FC236}">
                  <a16:creationId xmlns:a16="http://schemas.microsoft.com/office/drawing/2014/main" id="{34C00C03-8B6C-4D24-A026-6A5C4ADC6F3B}"/>
                </a:ext>
              </a:extLst>
            </p:cNvPr>
            <p:cNvSpPr>
              <a:spLocks/>
            </p:cNvSpPr>
            <p:nvPr/>
          </p:nvSpPr>
          <p:spPr bwMode="auto">
            <a:xfrm>
              <a:off x="88" y="375"/>
              <a:ext cx="27" cy="30"/>
            </a:xfrm>
            <a:custGeom>
              <a:avLst/>
              <a:gdLst>
                <a:gd name="T0" fmla="*/ 3 w 27"/>
                <a:gd name="T1" fmla="*/ 23 h 30"/>
                <a:gd name="T2" fmla="*/ 8 w 27"/>
                <a:gd name="T3" fmla="*/ 29 h 30"/>
                <a:gd name="T4" fmla="*/ 26 w 27"/>
                <a:gd name="T5" fmla="*/ 17 h 30"/>
                <a:gd name="T6" fmla="*/ 26 w 27"/>
                <a:gd name="T7" fmla="*/ 6 h 30"/>
                <a:gd name="T8" fmla="*/ 17 w 27"/>
                <a:gd name="T9" fmla="*/ 0 h 30"/>
                <a:gd name="T10" fmla="*/ 0 w 27"/>
                <a:gd name="T11" fmla="*/ 0 h 30"/>
                <a:gd name="T12" fmla="*/ 0 w 27"/>
                <a:gd name="T13" fmla="*/ 20 h 30"/>
                <a:gd name="T14" fmla="*/ 3 w 27"/>
                <a:gd name="T15" fmla="*/ 23 h 3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 h="30">
                  <a:moveTo>
                    <a:pt x="3" y="23"/>
                  </a:moveTo>
                  <a:lnTo>
                    <a:pt x="8" y="29"/>
                  </a:lnTo>
                  <a:lnTo>
                    <a:pt x="26" y="17"/>
                  </a:lnTo>
                  <a:lnTo>
                    <a:pt x="26" y="6"/>
                  </a:lnTo>
                  <a:lnTo>
                    <a:pt x="17" y="0"/>
                  </a:lnTo>
                  <a:lnTo>
                    <a:pt x="0" y="0"/>
                  </a:lnTo>
                  <a:lnTo>
                    <a:pt x="0" y="20"/>
                  </a:lnTo>
                  <a:lnTo>
                    <a:pt x="3" y="23"/>
                  </a:lnTo>
                </a:path>
              </a:pathLst>
            </a:custGeom>
            <a:solidFill>
              <a:srgbClr val="FFFFFF"/>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3" name="未知">
              <a:extLst>
                <a:ext uri="{FF2B5EF4-FFF2-40B4-BE49-F238E27FC236}">
                  <a16:creationId xmlns:a16="http://schemas.microsoft.com/office/drawing/2014/main" id="{B0ACFD2C-0EC8-4C7D-A7F1-1AFCF4707068}"/>
                </a:ext>
              </a:extLst>
            </p:cNvPr>
            <p:cNvSpPr>
              <a:spLocks/>
            </p:cNvSpPr>
            <p:nvPr/>
          </p:nvSpPr>
          <p:spPr bwMode="auto">
            <a:xfrm>
              <a:off x="146" y="835"/>
              <a:ext cx="53" cy="67"/>
            </a:xfrm>
            <a:custGeom>
              <a:avLst/>
              <a:gdLst>
                <a:gd name="T0" fmla="*/ 0 w 53"/>
                <a:gd name="T1" fmla="*/ 66 h 67"/>
                <a:gd name="T2" fmla="*/ 3 w 53"/>
                <a:gd name="T3" fmla="*/ 58 h 67"/>
                <a:gd name="T4" fmla="*/ 36 w 53"/>
                <a:gd name="T5" fmla="*/ 9 h 67"/>
                <a:gd name="T6" fmla="*/ 36 w 53"/>
                <a:gd name="T7" fmla="*/ 3 h 67"/>
                <a:gd name="T8" fmla="*/ 13 w 53"/>
                <a:gd name="T9" fmla="*/ 3 h 67"/>
                <a:gd name="T10" fmla="*/ 0 w 53"/>
                <a:gd name="T11" fmla="*/ 13 h 67"/>
                <a:gd name="T12" fmla="*/ 0 w 53"/>
                <a:gd name="T13" fmla="*/ 3 h 67"/>
                <a:gd name="T14" fmla="*/ 49 w 53"/>
                <a:gd name="T15" fmla="*/ 0 h 67"/>
                <a:gd name="T16" fmla="*/ 49 w 53"/>
                <a:gd name="T17" fmla="*/ 6 h 67"/>
                <a:gd name="T18" fmla="*/ 13 w 53"/>
                <a:gd name="T19" fmla="*/ 61 h 67"/>
                <a:gd name="T20" fmla="*/ 20 w 53"/>
                <a:gd name="T21" fmla="*/ 66 h 67"/>
                <a:gd name="T22" fmla="*/ 36 w 53"/>
                <a:gd name="T23" fmla="*/ 66 h 67"/>
                <a:gd name="T24" fmla="*/ 49 w 53"/>
                <a:gd name="T25" fmla="*/ 64 h 67"/>
                <a:gd name="T26" fmla="*/ 49 w 53"/>
                <a:gd name="T27" fmla="*/ 58 h 67"/>
                <a:gd name="T28" fmla="*/ 52 w 53"/>
                <a:gd name="T29" fmla="*/ 58 h 67"/>
                <a:gd name="T30" fmla="*/ 52 w 53"/>
                <a:gd name="T31" fmla="*/ 64 h 67"/>
                <a:gd name="T32" fmla="*/ 46 w 53"/>
                <a:gd name="T33" fmla="*/ 66 h 67"/>
                <a:gd name="T34" fmla="*/ 0 w 53"/>
                <a:gd name="T35" fmla="*/ 66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53" h="67">
                  <a:moveTo>
                    <a:pt x="0" y="66"/>
                  </a:moveTo>
                  <a:lnTo>
                    <a:pt x="3" y="58"/>
                  </a:lnTo>
                  <a:lnTo>
                    <a:pt x="36" y="9"/>
                  </a:lnTo>
                  <a:lnTo>
                    <a:pt x="36" y="3"/>
                  </a:lnTo>
                  <a:lnTo>
                    <a:pt x="13" y="3"/>
                  </a:lnTo>
                  <a:lnTo>
                    <a:pt x="0" y="13"/>
                  </a:lnTo>
                  <a:lnTo>
                    <a:pt x="0" y="3"/>
                  </a:lnTo>
                  <a:lnTo>
                    <a:pt x="49" y="0"/>
                  </a:lnTo>
                  <a:lnTo>
                    <a:pt x="49" y="6"/>
                  </a:lnTo>
                  <a:lnTo>
                    <a:pt x="13" y="61"/>
                  </a:lnTo>
                  <a:lnTo>
                    <a:pt x="20" y="66"/>
                  </a:lnTo>
                  <a:lnTo>
                    <a:pt x="36" y="66"/>
                  </a:lnTo>
                  <a:lnTo>
                    <a:pt x="49" y="64"/>
                  </a:lnTo>
                  <a:lnTo>
                    <a:pt x="49" y="58"/>
                  </a:lnTo>
                  <a:lnTo>
                    <a:pt x="52" y="58"/>
                  </a:lnTo>
                  <a:lnTo>
                    <a:pt x="52" y="64"/>
                  </a:lnTo>
                  <a:lnTo>
                    <a:pt x="46" y="66"/>
                  </a:lnTo>
                  <a:lnTo>
                    <a:pt x="0" y="66"/>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4" name="未知">
              <a:extLst>
                <a:ext uri="{FF2B5EF4-FFF2-40B4-BE49-F238E27FC236}">
                  <a16:creationId xmlns:a16="http://schemas.microsoft.com/office/drawing/2014/main" id="{3A6C3BCD-33C0-42CD-B759-3EEC75DA03D1}"/>
                </a:ext>
              </a:extLst>
            </p:cNvPr>
            <p:cNvSpPr>
              <a:spLocks/>
            </p:cNvSpPr>
            <p:nvPr/>
          </p:nvSpPr>
          <p:spPr bwMode="auto">
            <a:xfrm>
              <a:off x="146" y="369"/>
              <a:ext cx="53" cy="66"/>
            </a:xfrm>
            <a:custGeom>
              <a:avLst/>
              <a:gdLst>
                <a:gd name="T0" fmla="*/ 0 w 53"/>
                <a:gd name="T1" fmla="*/ 65 h 66"/>
                <a:gd name="T2" fmla="*/ 0 w 53"/>
                <a:gd name="T3" fmla="*/ 59 h 66"/>
                <a:gd name="T4" fmla="*/ 36 w 53"/>
                <a:gd name="T5" fmla="*/ 9 h 66"/>
                <a:gd name="T6" fmla="*/ 36 w 53"/>
                <a:gd name="T7" fmla="*/ 3 h 66"/>
                <a:gd name="T8" fmla="*/ 9 w 53"/>
                <a:gd name="T9" fmla="*/ 3 h 66"/>
                <a:gd name="T10" fmla="*/ 0 w 53"/>
                <a:gd name="T11" fmla="*/ 12 h 66"/>
                <a:gd name="T12" fmla="*/ 0 w 53"/>
                <a:gd name="T13" fmla="*/ 3 h 66"/>
                <a:gd name="T14" fmla="*/ 6 w 53"/>
                <a:gd name="T15" fmla="*/ 0 h 66"/>
                <a:gd name="T16" fmla="*/ 49 w 53"/>
                <a:gd name="T17" fmla="*/ 0 h 66"/>
                <a:gd name="T18" fmla="*/ 49 w 53"/>
                <a:gd name="T19" fmla="*/ 6 h 66"/>
                <a:gd name="T20" fmla="*/ 13 w 53"/>
                <a:gd name="T21" fmla="*/ 56 h 66"/>
                <a:gd name="T22" fmla="*/ 13 w 53"/>
                <a:gd name="T23" fmla="*/ 62 h 66"/>
                <a:gd name="T24" fmla="*/ 43 w 53"/>
                <a:gd name="T25" fmla="*/ 62 h 66"/>
                <a:gd name="T26" fmla="*/ 52 w 53"/>
                <a:gd name="T27" fmla="*/ 53 h 66"/>
                <a:gd name="T28" fmla="*/ 52 w 53"/>
                <a:gd name="T29" fmla="*/ 62 h 66"/>
                <a:gd name="T30" fmla="*/ 46 w 53"/>
                <a:gd name="T31" fmla="*/ 65 h 66"/>
                <a:gd name="T32" fmla="*/ 0 w 53"/>
                <a:gd name="T33" fmla="*/ 65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3" h="66">
                  <a:moveTo>
                    <a:pt x="0" y="65"/>
                  </a:moveTo>
                  <a:lnTo>
                    <a:pt x="0" y="59"/>
                  </a:lnTo>
                  <a:lnTo>
                    <a:pt x="36" y="9"/>
                  </a:lnTo>
                  <a:lnTo>
                    <a:pt x="36" y="3"/>
                  </a:lnTo>
                  <a:lnTo>
                    <a:pt x="9" y="3"/>
                  </a:lnTo>
                  <a:lnTo>
                    <a:pt x="0" y="12"/>
                  </a:lnTo>
                  <a:lnTo>
                    <a:pt x="0" y="3"/>
                  </a:lnTo>
                  <a:lnTo>
                    <a:pt x="6" y="0"/>
                  </a:lnTo>
                  <a:lnTo>
                    <a:pt x="49" y="0"/>
                  </a:lnTo>
                  <a:lnTo>
                    <a:pt x="49" y="6"/>
                  </a:lnTo>
                  <a:lnTo>
                    <a:pt x="13" y="56"/>
                  </a:lnTo>
                  <a:lnTo>
                    <a:pt x="13" y="62"/>
                  </a:lnTo>
                  <a:lnTo>
                    <a:pt x="43" y="62"/>
                  </a:lnTo>
                  <a:lnTo>
                    <a:pt x="52" y="53"/>
                  </a:lnTo>
                  <a:lnTo>
                    <a:pt x="52" y="62"/>
                  </a:lnTo>
                  <a:lnTo>
                    <a:pt x="46" y="65"/>
                  </a:lnTo>
                  <a:lnTo>
                    <a:pt x="0" y="65"/>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5" name="未知">
              <a:extLst>
                <a:ext uri="{FF2B5EF4-FFF2-40B4-BE49-F238E27FC236}">
                  <a16:creationId xmlns:a16="http://schemas.microsoft.com/office/drawing/2014/main" id="{1F41987A-87EE-4412-ABF6-57ACA9C9452E}"/>
                </a:ext>
              </a:extLst>
            </p:cNvPr>
            <p:cNvSpPr>
              <a:spLocks/>
            </p:cNvSpPr>
            <p:nvPr/>
          </p:nvSpPr>
          <p:spPr bwMode="auto">
            <a:xfrm>
              <a:off x="212" y="407"/>
              <a:ext cx="22" cy="8"/>
            </a:xfrm>
            <a:custGeom>
              <a:avLst/>
              <a:gdLst>
                <a:gd name="T0" fmla="*/ 0 w 22"/>
                <a:gd name="T1" fmla="*/ 4 h 8"/>
                <a:gd name="T2" fmla="*/ 21 w 22"/>
                <a:gd name="T3" fmla="*/ 0 h 8"/>
                <a:gd name="T4" fmla="*/ 21 w 22"/>
                <a:gd name="T5" fmla="*/ 7 h 8"/>
                <a:gd name="T6" fmla="*/ 3 w 22"/>
                <a:gd name="T7" fmla="*/ 7 h 8"/>
                <a:gd name="T8" fmla="*/ 0 w 22"/>
                <a:gd name="T9" fmla="*/ 4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8">
                  <a:moveTo>
                    <a:pt x="0" y="4"/>
                  </a:moveTo>
                  <a:lnTo>
                    <a:pt x="21" y="0"/>
                  </a:lnTo>
                  <a:lnTo>
                    <a:pt x="21" y="7"/>
                  </a:lnTo>
                  <a:lnTo>
                    <a:pt x="3" y="7"/>
                  </a:lnTo>
                  <a:lnTo>
                    <a:pt x="0" y="4"/>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6" name="未知">
              <a:extLst>
                <a:ext uri="{FF2B5EF4-FFF2-40B4-BE49-F238E27FC236}">
                  <a16:creationId xmlns:a16="http://schemas.microsoft.com/office/drawing/2014/main" id="{A67F4791-2C06-4F1A-92EA-A8666591349F}"/>
                </a:ext>
              </a:extLst>
            </p:cNvPr>
            <p:cNvSpPr>
              <a:spLocks/>
            </p:cNvSpPr>
            <p:nvPr/>
          </p:nvSpPr>
          <p:spPr bwMode="auto">
            <a:xfrm>
              <a:off x="215" y="835"/>
              <a:ext cx="19" cy="67"/>
            </a:xfrm>
            <a:custGeom>
              <a:avLst/>
              <a:gdLst>
                <a:gd name="T0" fmla="*/ 0 w 19"/>
                <a:gd name="T1" fmla="*/ 64 h 67"/>
                <a:gd name="T2" fmla="*/ 6 w 19"/>
                <a:gd name="T3" fmla="*/ 52 h 67"/>
                <a:gd name="T4" fmla="*/ 6 w 19"/>
                <a:gd name="T5" fmla="*/ 9 h 67"/>
                <a:gd name="T6" fmla="*/ 3 w 19"/>
                <a:gd name="T7" fmla="*/ 0 h 67"/>
                <a:gd name="T8" fmla="*/ 18 w 19"/>
                <a:gd name="T9" fmla="*/ 0 h 67"/>
                <a:gd name="T10" fmla="*/ 12 w 19"/>
                <a:gd name="T11" fmla="*/ 6 h 67"/>
                <a:gd name="T12" fmla="*/ 12 w 19"/>
                <a:gd name="T13" fmla="*/ 61 h 67"/>
                <a:gd name="T14" fmla="*/ 15 w 19"/>
                <a:gd name="T15" fmla="*/ 66 h 67"/>
                <a:gd name="T16" fmla="*/ 3 w 19"/>
                <a:gd name="T17" fmla="*/ 66 h 67"/>
                <a:gd name="T18" fmla="*/ 0 w 19"/>
                <a:gd name="T19" fmla="*/ 64 h 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 h="67">
                  <a:moveTo>
                    <a:pt x="0" y="64"/>
                  </a:moveTo>
                  <a:lnTo>
                    <a:pt x="6" y="52"/>
                  </a:lnTo>
                  <a:lnTo>
                    <a:pt x="6" y="9"/>
                  </a:lnTo>
                  <a:lnTo>
                    <a:pt x="3" y="0"/>
                  </a:lnTo>
                  <a:lnTo>
                    <a:pt x="18" y="0"/>
                  </a:lnTo>
                  <a:lnTo>
                    <a:pt x="12" y="6"/>
                  </a:lnTo>
                  <a:lnTo>
                    <a:pt x="12" y="61"/>
                  </a:lnTo>
                  <a:lnTo>
                    <a:pt x="15" y="66"/>
                  </a:lnTo>
                  <a:lnTo>
                    <a:pt x="3" y="66"/>
                  </a:lnTo>
                  <a:lnTo>
                    <a:pt x="0" y="64"/>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7" name="未知">
              <a:extLst>
                <a:ext uri="{FF2B5EF4-FFF2-40B4-BE49-F238E27FC236}">
                  <a16:creationId xmlns:a16="http://schemas.microsoft.com/office/drawing/2014/main" id="{ADDF7473-F391-4EB8-87FB-823BF1E6CA6A}"/>
                </a:ext>
              </a:extLst>
            </p:cNvPr>
            <p:cNvSpPr>
              <a:spLocks/>
            </p:cNvSpPr>
            <p:nvPr/>
          </p:nvSpPr>
          <p:spPr bwMode="auto">
            <a:xfrm>
              <a:off x="251" y="369"/>
              <a:ext cx="52" cy="63"/>
            </a:xfrm>
            <a:custGeom>
              <a:avLst/>
              <a:gdLst>
                <a:gd name="T0" fmla="*/ 0 w 52"/>
                <a:gd name="T1" fmla="*/ 62 h 63"/>
                <a:gd name="T2" fmla="*/ 6 w 52"/>
                <a:gd name="T3" fmla="*/ 51 h 63"/>
                <a:gd name="T4" fmla="*/ 3 w 52"/>
                <a:gd name="T5" fmla="*/ 39 h 63"/>
                <a:gd name="T6" fmla="*/ 6 w 52"/>
                <a:gd name="T7" fmla="*/ 29 h 63"/>
                <a:gd name="T8" fmla="*/ 3 w 52"/>
                <a:gd name="T9" fmla="*/ 26 h 63"/>
                <a:gd name="T10" fmla="*/ 6 w 52"/>
                <a:gd name="T11" fmla="*/ 17 h 63"/>
                <a:gd name="T12" fmla="*/ 3 w 52"/>
                <a:gd name="T13" fmla="*/ 12 h 63"/>
                <a:gd name="T14" fmla="*/ 6 w 52"/>
                <a:gd name="T15" fmla="*/ 9 h 63"/>
                <a:gd name="T16" fmla="*/ 3 w 52"/>
                <a:gd name="T17" fmla="*/ 0 h 63"/>
                <a:gd name="T18" fmla="*/ 15 w 52"/>
                <a:gd name="T19" fmla="*/ 0 h 63"/>
                <a:gd name="T20" fmla="*/ 12 w 52"/>
                <a:gd name="T21" fmla="*/ 9 h 63"/>
                <a:gd name="T22" fmla="*/ 12 w 52"/>
                <a:gd name="T23" fmla="*/ 53 h 63"/>
                <a:gd name="T24" fmla="*/ 22 w 52"/>
                <a:gd name="T25" fmla="*/ 59 h 63"/>
                <a:gd name="T26" fmla="*/ 36 w 52"/>
                <a:gd name="T27" fmla="*/ 59 h 63"/>
                <a:gd name="T28" fmla="*/ 51 w 52"/>
                <a:gd name="T29" fmla="*/ 48 h 63"/>
                <a:gd name="T30" fmla="*/ 48 w 52"/>
                <a:gd name="T31" fmla="*/ 62 h 63"/>
                <a:gd name="T32" fmla="*/ 0 w 52"/>
                <a:gd name="T33" fmla="*/ 62 h 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2" h="63">
                  <a:moveTo>
                    <a:pt x="0" y="62"/>
                  </a:moveTo>
                  <a:lnTo>
                    <a:pt x="6" y="51"/>
                  </a:lnTo>
                  <a:lnTo>
                    <a:pt x="3" y="39"/>
                  </a:lnTo>
                  <a:lnTo>
                    <a:pt x="6" y="29"/>
                  </a:lnTo>
                  <a:lnTo>
                    <a:pt x="3" y="26"/>
                  </a:lnTo>
                  <a:lnTo>
                    <a:pt x="6" y="17"/>
                  </a:lnTo>
                  <a:lnTo>
                    <a:pt x="3" y="12"/>
                  </a:lnTo>
                  <a:lnTo>
                    <a:pt x="6" y="9"/>
                  </a:lnTo>
                  <a:lnTo>
                    <a:pt x="3" y="0"/>
                  </a:lnTo>
                  <a:lnTo>
                    <a:pt x="15" y="0"/>
                  </a:lnTo>
                  <a:lnTo>
                    <a:pt x="12" y="9"/>
                  </a:lnTo>
                  <a:lnTo>
                    <a:pt x="12" y="53"/>
                  </a:lnTo>
                  <a:lnTo>
                    <a:pt x="22" y="59"/>
                  </a:lnTo>
                  <a:lnTo>
                    <a:pt x="36" y="59"/>
                  </a:lnTo>
                  <a:lnTo>
                    <a:pt x="51" y="48"/>
                  </a:lnTo>
                  <a:lnTo>
                    <a:pt x="48" y="62"/>
                  </a:lnTo>
                  <a:lnTo>
                    <a:pt x="0" y="6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8" name="未知">
              <a:extLst>
                <a:ext uri="{FF2B5EF4-FFF2-40B4-BE49-F238E27FC236}">
                  <a16:creationId xmlns:a16="http://schemas.microsoft.com/office/drawing/2014/main" id="{F474D46C-B11D-47D4-A266-1B1EB3B2383F}"/>
                </a:ext>
              </a:extLst>
            </p:cNvPr>
            <p:cNvSpPr>
              <a:spLocks/>
            </p:cNvSpPr>
            <p:nvPr/>
          </p:nvSpPr>
          <p:spPr bwMode="auto">
            <a:xfrm>
              <a:off x="464" y="687"/>
              <a:ext cx="7" cy="11"/>
            </a:xfrm>
            <a:custGeom>
              <a:avLst/>
              <a:gdLst>
                <a:gd name="T0" fmla="*/ 0 w 7"/>
                <a:gd name="T1" fmla="*/ 7 h 11"/>
                <a:gd name="T2" fmla="*/ 0 w 7"/>
                <a:gd name="T3" fmla="*/ 3 h 11"/>
                <a:gd name="T4" fmla="*/ 3 w 7"/>
                <a:gd name="T5" fmla="*/ 0 h 11"/>
                <a:gd name="T6" fmla="*/ 6 w 7"/>
                <a:gd name="T7" fmla="*/ 10 h 11"/>
                <a:gd name="T8" fmla="*/ 3 w 7"/>
                <a:gd name="T9" fmla="*/ 10 h 11"/>
                <a:gd name="T10" fmla="*/ 0 w 7"/>
                <a:gd name="T11" fmla="*/ 7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11">
                  <a:moveTo>
                    <a:pt x="0" y="7"/>
                  </a:moveTo>
                  <a:lnTo>
                    <a:pt x="0" y="3"/>
                  </a:lnTo>
                  <a:lnTo>
                    <a:pt x="3" y="0"/>
                  </a:lnTo>
                  <a:lnTo>
                    <a:pt x="6" y="10"/>
                  </a:lnTo>
                  <a:lnTo>
                    <a:pt x="3" y="10"/>
                  </a:lnTo>
                  <a:lnTo>
                    <a:pt x="0" y="7"/>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9" name="未知">
              <a:extLst>
                <a:ext uri="{FF2B5EF4-FFF2-40B4-BE49-F238E27FC236}">
                  <a16:creationId xmlns:a16="http://schemas.microsoft.com/office/drawing/2014/main" id="{D74AC563-D4C1-4999-9D90-D1658ABF6C26}"/>
                </a:ext>
              </a:extLst>
            </p:cNvPr>
            <p:cNvSpPr>
              <a:spLocks/>
            </p:cNvSpPr>
            <p:nvPr/>
          </p:nvSpPr>
          <p:spPr bwMode="auto">
            <a:xfrm>
              <a:off x="689" y="739"/>
              <a:ext cx="6" cy="114"/>
            </a:xfrm>
            <a:custGeom>
              <a:avLst/>
              <a:gdLst>
                <a:gd name="T0" fmla="*/ 0 w 6"/>
                <a:gd name="T1" fmla="*/ 49 h 114"/>
                <a:gd name="T2" fmla="*/ 3 w 6"/>
                <a:gd name="T3" fmla="*/ 39 h 114"/>
                <a:gd name="T4" fmla="*/ 3 w 6"/>
                <a:gd name="T5" fmla="*/ 0 h 114"/>
                <a:gd name="T6" fmla="*/ 5 w 6"/>
                <a:gd name="T7" fmla="*/ 3 h 114"/>
                <a:gd name="T8" fmla="*/ 5 w 6"/>
                <a:gd name="T9" fmla="*/ 113 h 114"/>
                <a:gd name="T10" fmla="*/ 3 w 6"/>
                <a:gd name="T11" fmla="*/ 113 h 114"/>
                <a:gd name="T12" fmla="*/ 3 w 6"/>
                <a:gd name="T13" fmla="*/ 52 h 114"/>
                <a:gd name="T14" fmla="*/ 0 w 6"/>
                <a:gd name="T15" fmla="*/ 49 h 11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 h="114">
                  <a:moveTo>
                    <a:pt x="0" y="49"/>
                  </a:moveTo>
                  <a:lnTo>
                    <a:pt x="3" y="39"/>
                  </a:lnTo>
                  <a:lnTo>
                    <a:pt x="3" y="0"/>
                  </a:lnTo>
                  <a:lnTo>
                    <a:pt x="5" y="3"/>
                  </a:lnTo>
                  <a:lnTo>
                    <a:pt x="5" y="113"/>
                  </a:lnTo>
                  <a:lnTo>
                    <a:pt x="3" y="113"/>
                  </a:lnTo>
                  <a:lnTo>
                    <a:pt x="3" y="52"/>
                  </a:lnTo>
                  <a:lnTo>
                    <a:pt x="0" y="49"/>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0" name="未知">
              <a:extLst>
                <a:ext uri="{FF2B5EF4-FFF2-40B4-BE49-F238E27FC236}">
                  <a16:creationId xmlns:a16="http://schemas.microsoft.com/office/drawing/2014/main" id="{9B4DCFE3-2893-4DCD-BBA1-C6D766BA2D2A}"/>
                </a:ext>
              </a:extLst>
            </p:cNvPr>
            <p:cNvSpPr>
              <a:spLocks/>
            </p:cNvSpPr>
            <p:nvPr/>
          </p:nvSpPr>
          <p:spPr bwMode="auto">
            <a:xfrm>
              <a:off x="689" y="460"/>
              <a:ext cx="6" cy="112"/>
            </a:xfrm>
            <a:custGeom>
              <a:avLst/>
              <a:gdLst>
                <a:gd name="T0" fmla="*/ 0 w 6"/>
                <a:gd name="T1" fmla="*/ 81 h 112"/>
                <a:gd name="T2" fmla="*/ 3 w 6"/>
                <a:gd name="T3" fmla="*/ 78 h 112"/>
                <a:gd name="T4" fmla="*/ 3 w 6"/>
                <a:gd name="T5" fmla="*/ 0 h 112"/>
                <a:gd name="T6" fmla="*/ 5 w 6"/>
                <a:gd name="T7" fmla="*/ 0 h 112"/>
                <a:gd name="T8" fmla="*/ 5 w 6"/>
                <a:gd name="T9" fmla="*/ 111 h 112"/>
                <a:gd name="T10" fmla="*/ 3 w 6"/>
                <a:gd name="T11" fmla="*/ 111 h 112"/>
                <a:gd name="T12" fmla="*/ 3 w 6"/>
                <a:gd name="T13" fmla="*/ 84 h 112"/>
                <a:gd name="T14" fmla="*/ 0 w 6"/>
                <a:gd name="T15" fmla="*/ 81 h 11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 h="112">
                  <a:moveTo>
                    <a:pt x="0" y="81"/>
                  </a:moveTo>
                  <a:lnTo>
                    <a:pt x="3" y="78"/>
                  </a:lnTo>
                  <a:lnTo>
                    <a:pt x="3" y="0"/>
                  </a:lnTo>
                  <a:lnTo>
                    <a:pt x="5" y="0"/>
                  </a:lnTo>
                  <a:lnTo>
                    <a:pt x="5" y="111"/>
                  </a:lnTo>
                  <a:lnTo>
                    <a:pt x="3" y="111"/>
                  </a:lnTo>
                  <a:lnTo>
                    <a:pt x="3" y="84"/>
                  </a:lnTo>
                  <a:lnTo>
                    <a:pt x="0" y="81"/>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1" name="未知">
              <a:extLst>
                <a:ext uri="{FF2B5EF4-FFF2-40B4-BE49-F238E27FC236}">
                  <a16:creationId xmlns:a16="http://schemas.microsoft.com/office/drawing/2014/main" id="{CBD9D6CF-A6E2-4F3B-83A3-DE68E41436D9}"/>
                </a:ext>
              </a:extLst>
            </p:cNvPr>
            <p:cNvSpPr>
              <a:spLocks/>
            </p:cNvSpPr>
            <p:nvPr/>
          </p:nvSpPr>
          <p:spPr bwMode="auto">
            <a:xfrm>
              <a:off x="689" y="323"/>
              <a:ext cx="6" cy="112"/>
            </a:xfrm>
            <a:custGeom>
              <a:avLst/>
              <a:gdLst>
                <a:gd name="T0" fmla="*/ 0 w 6"/>
                <a:gd name="T1" fmla="*/ 105 h 112"/>
                <a:gd name="T2" fmla="*/ 3 w 6"/>
                <a:gd name="T3" fmla="*/ 97 h 112"/>
                <a:gd name="T4" fmla="*/ 3 w 6"/>
                <a:gd name="T5" fmla="*/ 81 h 112"/>
                <a:gd name="T6" fmla="*/ 0 w 6"/>
                <a:gd name="T7" fmla="*/ 78 h 112"/>
                <a:gd name="T8" fmla="*/ 3 w 6"/>
                <a:gd name="T9" fmla="*/ 75 h 112"/>
                <a:gd name="T10" fmla="*/ 0 w 6"/>
                <a:gd name="T11" fmla="*/ 69 h 112"/>
                <a:gd name="T12" fmla="*/ 3 w 6"/>
                <a:gd name="T13" fmla="*/ 55 h 112"/>
                <a:gd name="T14" fmla="*/ 0 w 6"/>
                <a:gd name="T15" fmla="*/ 52 h 112"/>
                <a:gd name="T16" fmla="*/ 3 w 6"/>
                <a:gd name="T17" fmla="*/ 42 h 112"/>
                <a:gd name="T18" fmla="*/ 3 w 6"/>
                <a:gd name="T19" fmla="*/ 23 h 112"/>
                <a:gd name="T20" fmla="*/ 0 w 6"/>
                <a:gd name="T21" fmla="*/ 22 h 112"/>
                <a:gd name="T22" fmla="*/ 3 w 6"/>
                <a:gd name="T23" fmla="*/ 0 h 112"/>
                <a:gd name="T24" fmla="*/ 5 w 6"/>
                <a:gd name="T25" fmla="*/ 0 h 112"/>
                <a:gd name="T26" fmla="*/ 5 w 6"/>
                <a:gd name="T27" fmla="*/ 111 h 112"/>
                <a:gd name="T28" fmla="*/ 0 w 6"/>
                <a:gd name="T29" fmla="*/ 105 h 11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 h="112">
                  <a:moveTo>
                    <a:pt x="0" y="105"/>
                  </a:moveTo>
                  <a:lnTo>
                    <a:pt x="3" y="97"/>
                  </a:lnTo>
                  <a:lnTo>
                    <a:pt x="3" y="81"/>
                  </a:lnTo>
                  <a:lnTo>
                    <a:pt x="0" y="78"/>
                  </a:lnTo>
                  <a:lnTo>
                    <a:pt x="3" y="75"/>
                  </a:lnTo>
                  <a:lnTo>
                    <a:pt x="0" y="69"/>
                  </a:lnTo>
                  <a:lnTo>
                    <a:pt x="3" y="55"/>
                  </a:lnTo>
                  <a:lnTo>
                    <a:pt x="0" y="52"/>
                  </a:lnTo>
                  <a:lnTo>
                    <a:pt x="3" y="42"/>
                  </a:lnTo>
                  <a:lnTo>
                    <a:pt x="3" y="23"/>
                  </a:lnTo>
                  <a:lnTo>
                    <a:pt x="0" y="22"/>
                  </a:lnTo>
                  <a:lnTo>
                    <a:pt x="3" y="0"/>
                  </a:lnTo>
                  <a:lnTo>
                    <a:pt x="5" y="0"/>
                  </a:lnTo>
                  <a:lnTo>
                    <a:pt x="5" y="111"/>
                  </a:lnTo>
                  <a:lnTo>
                    <a:pt x="0" y="105"/>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2" name="未知">
              <a:extLst>
                <a:ext uri="{FF2B5EF4-FFF2-40B4-BE49-F238E27FC236}">
                  <a16:creationId xmlns:a16="http://schemas.microsoft.com/office/drawing/2014/main" id="{9155E6A0-F575-48C0-9741-4E014384D39D}"/>
                </a:ext>
              </a:extLst>
            </p:cNvPr>
            <p:cNvSpPr>
              <a:spLocks/>
            </p:cNvSpPr>
            <p:nvPr/>
          </p:nvSpPr>
          <p:spPr bwMode="auto">
            <a:xfrm>
              <a:off x="689" y="170"/>
              <a:ext cx="3518" cy="399"/>
            </a:xfrm>
            <a:custGeom>
              <a:avLst/>
              <a:gdLst>
                <a:gd name="T0" fmla="*/ 3 w 3518"/>
                <a:gd name="T1" fmla="*/ 12 h 399"/>
                <a:gd name="T2" fmla="*/ 246 w 3518"/>
                <a:gd name="T3" fmla="*/ 37 h 399"/>
                <a:gd name="T4" fmla="*/ 329 w 3518"/>
                <a:gd name="T5" fmla="*/ 30 h 399"/>
                <a:gd name="T6" fmla="*/ 643 w 3518"/>
                <a:gd name="T7" fmla="*/ 16 h 399"/>
                <a:gd name="T8" fmla="*/ 945 w 3518"/>
                <a:gd name="T9" fmla="*/ 30 h 399"/>
                <a:gd name="T10" fmla="*/ 975 w 3518"/>
                <a:gd name="T11" fmla="*/ 33 h 399"/>
                <a:gd name="T12" fmla="*/ 1046 w 3518"/>
                <a:gd name="T13" fmla="*/ 30 h 399"/>
                <a:gd name="T14" fmla="*/ 1288 w 3518"/>
                <a:gd name="T15" fmla="*/ 351 h 399"/>
                <a:gd name="T16" fmla="*/ 1414 w 3518"/>
                <a:gd name="T17" fmla="*/ 354 h 399"/>
                <a:gd name="T18" fmla="*/ 1467 w 3518"/>
                <a:gd name="T19" fmla="*/ 351 h 399"/>
                <a:gd name="T20" fmla="*/ 1541 w 3518"/>
                <a:gd name="T21" fmla="*/ 351 h 399"/>
                <a:gd name="T22" fmla="*/ 1602 w 3518"/>
                <a:gd name="T23" fmla="*/ 300 h 399"/>
                <a:gd name="T24" fmla="*/ 1759 w 3518"/>
                <a:gd name="T25" fmla="*/ 354 h 399"/>
                <a:gd name="T26" fmla="*/ 1917 w 3518"/>
                <a:gd name="T27" fmla="*/ 154 h 399"/>
                <a:gd name="T28" fmla="*/ 1920 w 3518"/>
                <a:gd name="T29" fmla="*/ 6 h 399"/>
                <a:gd name="T30" fmla="*/ 2245 w 3518"/>
                <a:gd name="T31" fmla="*/ 25 h 399"/>
                <a:gd name="T32" fmla="*/ 2824 w 3518"/>
                <a:gd name="T33" fmla="*/ 30 h 399"/>
                <a:gd name="T34" fmla="*/ 2883 w 3518"/>
                <a:gd name="T35" fmla="*/ 30 h 399"/>
                <a:gd name="T36" fmla="*/ 2886 w 3518"/>
                <a:gd name="T37" fmla="*/ 121 h 399"/>
                <a:gd name="T38" fmla="*/ 2883 w 3518"/>
                <a:gd name="T39" fmla="*/ 216 h 399"/>
                <a:gd name="T40" fmla="*/ 2883 w 3518"/>
                <a:gd name="T41" fmla="*/ 322 h 399"/>
                <a:gd name="T42" fmla="*/ 3203 w 3518"/>
                <a:gd name="T43" fmla="*/ 306 h 399"/>
                <a:gd name="T44" fmla="*/ 3217 w 3518"/>
                <a:gd name="T45" fmla="*/ 351 h 399"/>
                <a:gd name="T46" fmla="*/ 3318 w 3518"/>
                <a:gd name="T47" fmla="*/ 348 h 399"/>
                <a:gd name="T48" fmla="*/ 3357 w 3518"/>
                <a:gd name="T49" fmla="*/ 348 h 399"/>
                <a:gd name="T50" fmla="*/ 3514 w 3518"/>
                <a:gd name="T51" fmla="*/ 348 h 399"/>
                <a:gd name="T52" fmla="*/ 3511 w 3518"/>
                <a:gd name="T53" fmla="*/ 365 h 399"/>
                <a:gd name="T54" fmla="*/ 3304 w 3518"/>
                <a:gd name="T55" fmla="*/ 361 h 399"/>
                <a:gd name="T56" fmla="*/ 3235 w 3518"/>
                <a:gd name="T57" fmla="*/ 362 h 399"/>
                <a:gd name="T58" fmla="*/ 3196 w 3518"/>
                <a:gd name="T59" fmla="*/ 362 h 399"/>
                <a:gd name="T60" fmla="*/ 2902 w 3518"/>
                <a:gd name="T61" fmla="*/ 365 h 399"/>
                <a:gd name="T62" fmla="*/ 2877 w 3518"/>
                <a:gd name="T63" fmla="*/ 393 h 399"/>
                <a:gd name="T64" fmla="*/ 2874 w 3518"/>
                <a:gd name="T65" fmla="*/ 261 h 399"/>
                <a:gd name="T66" fmla="*/ 2874 w 3518"/>
                <a:gd name="T67" fmla="*/ 163 h 399"/>
                <a:gd name="T68" fmla="*/ 2871 w 3518"/>
                <a:gd name="T69" fmla="*/ 89 h 399"/>
                <a:gd name="T70" fmla="*/ 2645 w 3518"/>
                <a:gd name="T71" fmla="*/ 47 h 399"/>
                <a:gd name="T72" fmla="*/ 2567 w 3518"/>
                <a:gd name="T73" fmla="*/ 65 h 399"/>
                <a:gd name="T74" fmla="*/ 2567 w 3518"/>
                <a:gd name="T75" fmla="*/ 109 h 399"/>
                <a:gd name="T76" fmla="*/ 2513 w 3518"/>
                <a:gd name="T77" fmla="*/ 44 h 399"/>
                <a:gd name="T78" fmla="*/ 2440 w 3518"/>
                <a:gd name="T79" fmla="*/ 44 h 399"/>
                <a:gd name="T80" fmla="*/ 2387 w 3518"/>
                <a:gd name="T81" fmla="*/ 44 h 399"/>
                <a:gd name="T82" fmla="*/ 2287 w 3518"/>
                <a:gd name="T83" fmla="*/ 44 h 399"/>
                <a:gd name="T84" fmla="*/ 2248 w 3518"/>
                <a:gd name="T85" fmla="*/ 98 h 399"/>
                <a:gd name="T86" fmla="*/ 1932 w 3518"/>
                <a:gd name="T87" fmla="*/ 65 h 399"/>
                <a:gd name="T88" fmla="*/ 1932 w 3518"/>
                <a:gd name="T89" fmla="*/ 229 h 399"/>
                <a:gd name="T90" fmla="*/ 1920 w 3518"/>
                <a:gd name="T91" fmla="*/ 375 h 399"/>
                <a:gd name="T92" fmla="*/ 1596 w 3518"/>
                <a:gd name="T93" fmla="*/ 365 h 399"/>
                <a:gd name="T94" fmla="*/ 1278 w 3518"/>
                <a:gd name="T95" fmla="*/ 326 h 399"/>
                <a:gd name="T96" fmla="*/ 1275 w 3518"/>
                <a:gd name="T97" fmla="*/ 247 h 399"/>
                <a:gd name="T98" fmla="*/ 1278 w 3518"/>
                <a:gd name="T99" fmla="*/ 166 h 399"/>
                <a:gd name="T100" fmla="*/ 1275 w 3518"/>
                <a:gd name="T101" fmla="*/ 98 h 399"/>
                <a:gd name="T102" fmla="*/ 964 w 3518"/>
                <a:gd name="T103" fmla="*/ 118 h 399"/>
                <a:gd name="T104" fmla="*/ 646 w 3518"/>
                <a:gd name="T105" fmla="*/ 381 h 399"/>
                <a:gd name="T106" fmla="*/ 579 w 3518"/>
                <a:gd name="T107" fmla="*/ 365 h 399"/>
                <a:gd name="T108" fmla="*/ 329 w 3518"/>
                <a:gd name="T109" fmla="*/ 384 h 399"/>
                <a:gd name="T110" fmla="*/ 198 w 3518"/>
                <a:gd name="T111" fmla="*/ 50 h 39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3518" h="399">
                  <a:moveTo>
                    <a:pt x="0" y="112"/>
                  </a:moveTo>
                  <a:lnTo>
                    <a:pt x="3" y="103"/>
                  </a:lnTo>
                  <a:lnTo>
                    <a:pt x="3" y="67"/>
                  </a:lnTo>
                  <a:lnTo>
                    <a:pt x="0" y="62"/>
                  </a:lnTo>
                  <a:lnTo>
                    <a:pt x="3" y="56"/>
                  </a:lnTo>
                  <a:lnTo>
                    <a:pt x="0" y="53"/>
                  </a:lnTo>
                  <a:lnTo>
                    <a:pt x="3" y="44"/>
                  </a:lnTo>
                  <a:lnTo>
                    <a:pt x="3" y="12"/>
                  </a:lnTo>
                  <a:lnTo>
                    <a:pt x="6" y="12"/>
                  </a:lnTo>
                  <a:lnTo>
                    <a:pt x="6" y="33"/>
                  </a:lnTo>
                  <a:lnTo>
                    <a:pt x="12" y="40"/>
                  </a:lnTo>
                  <a:lnTo>
                    <a:pt x="168" y="40"/>
                  </a:lnTo>
                  <a:lnTo>
                    <a:pt x="171" y="37"/>
                  </a:lnTo>
                  <a:lnTo>
                    <a:pt x="174" y="40"/>
                  </a:lnTo>
                  <a:lnTo>
                    <a:pt x="240" y="40"/>
                  </a:lnTo>
                  <a:lnTo>
                    <a:pt x="246" y="37"/>
                  </a:lnTo>
                  <a:lnTo>
                    <a:pt x="262" y="40"/>
                  </a:lnTo>
                  <a:lnTo>
                    <a:pt x="265" y="37"/>
                  </a:lnTo>
                  <a:lnTo>
                    <a:pt x="268" y="40"/>
                  </a:lnTo>
                  <a:lnTo>
                    <a:pt x="271" y="37"/>
                  </a:lnTo>
                  <a:lnTo>
                    <a:pt x="325" y="37"/>
                  </a:lnTo>
                  <a:lnTo>
                    <a:pt x="325" y="12"/>
                  </a:lnTo>
                  <a:lnTo>
                    <a:pt x="329" y="9"/>
                  </a:lnTo>
                  <a:lnTo>
                    <a:pt x="329" y="30"/>
                  </a:lnTo>
                  <a:lnTo>
                    <a:pt x="332" y="33"/>
                  </a:lnTo>
                  <a:lnTo>
                    <a:pt x="332" y="351"/>
                  </a:lnTo>
                  <a:lnTo>
                    <a:pt x="336" y="358"/>
                  </a:lnTo>
                  <a:lnTo>
                    <a:pt x="501" y="358"/>
                  </a:lnTo>
                  <a:lnTo>
                    <a:pt x="504" y="354"/>
                  </a:lnTo>
                  <a:lnTo>
                    <a:pt x="640" y="354"/>
                  </a:lnTo>
                  <a:lnTo>
                    <a:pt x="640" y="37"/>
                  </a:lnTo>
                  <a:lnTo>
                    <a:pt x="643" y="16"/>
                  </a:lnTo>
                  <a:lnTo>
                    <a:pt x="646" y="12"/>
                  </a:lnTo>
                  <a:lnTo>
                    <a:pt x="643" y="9"/>
                  </a:lnTo>
                  <a:lnTo>
                    <a:pt x="649" y="6"/>
                  </a:lnTo>
                  <a:lnTo>
                    <a:pt x="649" y="33"/>
                  </a:lnTo>
                  <a:lnTo>
                    <a:pt x="933" y="33"/>
                  </a:lnTo>
                  <a:lnTo>
                    <a:pt x="939" y="30"/>
                  </a:lnTo>
                  <a:lnTo>
                    <a:pt x="942" y="33"/>
                  </a:lnTo>
                  <a:lnTo>
                    <a:pt x="945" y="30"/>
                  </a:lnTo>
                  <a:lnTo>
                    <a:pt x="954" y="33"/>
                  </a:lnTo>
                  <a:lnTo>
                    <a:pt x="961" y="25"/>
                  </a:lnTo>
                  <a:lnTo>
                    <a:pt x="961" y="6"/>
                  </a:lnTo>
                  <a:lnTo>
                    <a:pt x="964" y="3"/>
                  </a:lnTo>
                  <a:lnTo>
                    <a:pt x="967" y="9"/>
                  </a:lnTo>
                  <a:lnTo>
                    <a:pt x="967" y="30"/>
                  </a:lnTo>
                  <a:lnTo>
                    <a:pt x="971" y="30"/>
                  </a:lnTo>
                  <a:lnTo>
                    <a:pt x="975" y="33"/>
                  </a:lnTo>
                  <a:lnTo>
                    <a:pt x="978" y="30"/>
                  </a:lnTo>
                  <a:lnTo>
                    <a:pt x="987" y="33"/>
                  </a:lnTo>
                  <a:lnTo>
                    <a:pt x="990" y="30"/>
                  </a:lnTo>
                  <a:lnTo>
                    <a:pt x="1006" y="33"/>
                  </a:lnTo>
                  <a:lnTo>
                    <a:pt x="1007" y="30"/>
                  </a:lnTo>
                  <a:lnTo>
                    <a:pt x="1010" y="33"/>
                  </a:lnTo>
                  <a:lnTo>
                    <a:pt x="1017" y="30"/>
                  </a:lnTo>
                  <a:lnTo>
                    <a:pt x="1046" y="30"/>
                  </a:lnTo>
                  <a:lnTo>
                    <a:pt x="1049" y="33"/>
                  </a:lnTo>
                  <a:lnTo>
                    <a:pt x="1052" y="30"/>
                  </a:lnTo>
                  <a:lnTo>
                    <a:pt x="1281" y="30"/>
                  </a:lnTo>
                  <a:lnTo>
                    <a:pt x="1281" y="3"/>
                  </a:lnTo>
                  <a:lnTo>
                    <a:pt x="1284" y="3"/>
                  </a:lnTo>
                  <a:lnTo>
                    <a:pt x="1284" y="28"/>
                  </a:lnTo>
                  <a:lnTo>
                    <a:pt x="1288" y="30"/>
                  </a:lnTo>
                  <a:lnTo>
                    <a:pt x="1288" y="351"/>
                  </a:lnTo>
                  <a:lnTo>
                    <a:pt x="1303" y="354"/>
                  </a:lnTo>
                  <a:lnTo>
                    <a:pt x="1323" y="354"/>
                  </a:lnTo>
                  <a:lnTo>
                    <a:pt x="1336" y="351"/>
                  </a:lnTo>
                  <a:lnTo>
                    <a:pt x="1356" y="354"/>
                  </a:lnTo>
                  <a:lnTo>
                    <a:pt x="1359" y="351"/>
                  </a:lnTo>
                  <a:lnTo>
                    <a:pt x="1365" y="354"/>
                  </a:lnTo>
                  <a:lnTo>
                    <a:pt x="1372" y="351"/>
                  </a:lnTo>
                  <a:lnTo>
                    <a:pt x="1414" y="354"/>
                  </a:lnTo>
                  <a:lnTo>
                    <a:pt x="1417" y="351"/>
                  </a:lnTo>
                  <a:lnTo>
                    <a:pt x="1418" y="354"/>
                  </a:lnTo>
                  <a:lnTo>
                    <a:pt x="1421" y="351"/>
                  </a:lnTo>
                  <a:lnTo>
                    <a:pt x="1431" y="354"/>
                  </a:lnTo>
                  <a:lnTo>
                    <a:pt x="1454" y="354"/>
                  </a:lnTo>
                  <a:lnTo>
                    <a:pt x="1457" y="351"/>
                  </a:lnTo>
                  <a:lnTo>
                    <a:pt x="1460" y="354"/>
                  </a:lnTo>
                  <a:lnTo>
                    <a:pt x="1467" y="351"/>
                  </a:lnTo>
                  <a:lnTo>
                    <a:pt x="1479" y="351"/>
                  </a:lnTo>
                  <a:lnTo>
                    <a:pt x="1482" y="354"/>
                  </a:lnTo>
                  <a:lnTo>
                    <a:pt x="1488" y="351"/>
                  </a:lnTo>
                  <a:lnTo>
                    <a:pt x="1496" y="354"/>
                  </a:lnTo>
                  <a:lnTo>
                    <a:pt x="1529" y="354"/>
                  </a:lnTo>
                  <a:lnTo>
                    <a:pt x="1532" y="351"/>
                  </a:lnTo>
                  <a:lnTo>
                    <a:pt x="1535" y="354"/>
                  </a:lnTo>
                  <a:lnTo>
                    <a:pt x="1541" y="351"/>
                  </a:lnTo>
                  <a:lnTo>
                    <a:pt x="1544" y="354"/>
                  </a:lnTo>
                  <a:lnTo>
                    <a:pt x="1551" y="351"/>
                  </a:lnTo>
                  <a:lnTo>
                    <a:pt x="1560" y="354"/>
                  </a:lnTo>
                  <a:lnTo>
                    <a:pt x="1574" y="354"/>
                  </a:lnTo>
                  <a:lnTo>
                    <a:pt x="1577" y="351"/>
                  </a:lnTo>
                  <a:lnTo>
                    <a:pt x="1586" y="354"/>
                  </a:lnTo>
                  <a:lnTo>
                    <a:pt x="1602" y="351"/>
                  </a:lnTo>
                  <a:lnTo>
                    <a:pt x="1602" y="300"/>
                  </a:lnTo>
                  <a:lnTo>
                    <a:pt x="1599" y="297"/>
                  </a:lnTo>
                  <a:lnTo>
                    <a:pt x="1602" y="283"/>
                  </a:lnTo>
                  <a:lnTo>
                    <a:pt x="1604" y="286"/>
                  </a:lnTo>
                  <a:lnTo>
                    <a:pt x="1604" y="348"/>
                  </a:lnTo>
                  <a:lnTo>
                    <a:pt x="1610" y="354"/>
                  </a:lnTo>
                  <a:lnTo>
                    <a:pt x="1751" y="354"/>
                  </a:lnTo>
                  <a:lnTo>
                    <a:pt x="1756" y="351"/>
                  </a:lnTo>
                  <a:lnTo>
                    <a:pt x="1759" y="354"/>
                  </a:lnTo>
                  <a:lnTo>
                    <a:pt x="1817" y="354"/>
                  </a:lnTo>
                  <a:lnTo>
                    <a:pt x="1820" y="351"/>
                  </a:lnTo>
                  <a:lnTo>
                    <a:pt x="1828" y="354"/>
                  </a:lnTo>
                  <a:lnTo>
                    <a:pt x="1850" y="354"/>
                  </a:lnTo>
                  <a:lnTo>
                    <a:pt x="1856" y="351"/>
                  </a:lnTo>
                  <a:lnTo>
                    <a:pt x="1859" y="354"/>
                  </a:lnTo>
                  <a:lnTo>
                    <a:pt x="1917" y="354"/>
                  </a:lnTo>
                  <a:lnTo>
                    <a:pt x="1917" y="154"/>
                  </a:lnTo>
                  <a:lnTo>
                    <a:pt x="1920" y="151"/>
                  </a:lnTo>
                  <a:lnTo>
                    <a:pt x="1917" y="148"/>
                  </a:lnTo>
                  <a:lnTo>
                    <a:pt x="1917" y="47"/>
                  </a:lnTo>
                  <a:lnTo>
                    <a:pt x="1920" y="40"/>
                  </a:lnTo>
                  <a:lnTo>
                    <a:pt x="1917" y="37"/>
                  </a:lnTo>
                  <a:lnTo>
                    <a:pt x="1920" y="22"/>
                  </a:lnTo>
                  <a:lnTo>
                    <a:pt x="1923" y="19"/>
                  </a:lnTo>
                  <a:lnTo>
                    <a:pt x="1920" y="6"/>
                  </a:lnTo>
                  <a:lnTo>
                    <a:pt x="1926" y="3"/>
                  </a:lnTo>
                  <a:lnTo>
                    <a:pt x="1929" y="12"/>
                  </a:lnTo>
                  <a:lnTo>
                    <a:pt x="1926" y="22"/>
                  </a:lnTo>
                  <a:lnTo>
                    <a:pt x="1932" y="30"/>
                  </a:lnTo>
                  <a:lnTo>
                    <a:pt x="2242" y="30"/>
                  </a:lnTo>
                  <a:lnTo>
                    <a:pt x="2242" y="3"/>
                  </a:lnTo>
                  <a:lnTo>
                    <a:pt x="2245" y="3"/>
                  </a:lnTo>
                  <a:lnTo>
                    <a:pt x="2245" y="25"/>
                  </a:lnTo>
                  <a:lnTo>
                    <a:pt x="2251" y="30"/>
                  </a:lnTo>
                  <a:lnTo>
                    <a:pt x="2555" y="30"/>
                  </a:lnTo>
                  <a:lnTo>
                    <a:pt x="2561" y="22"/>
                  </a:lnTo>
                  <a:lnTo>
                    <a:pt x="2561" y="3"/>
                  </a:lnTo>
                  <a:lnTo>
                    <a:pt x="2564" y="3"/>
                  </a:lnTo>
                  <a:lnTo>
                    <a:pt x="2564" y="25"/>
                  </a:lnTo>
                  <a:lnTo>
                    <a:pt x="2570" y="30"/>
                  </a:lnTo>
                  <a:lnTo>
                    <a:pt x="2824" y="30"/>
                  </a:lnTo>
                  <a:lnTo>
                    <a:pt x="2827" y="28"/>
                  </a:lnTo>
                  <a:lnTo>
                    <a:pt x="2835" y="30"/>
                  </a:lnTo>
                  <a:lnTo>
                    <a:pt x="2866" y="30"/>
                  </a:lnTo>
                  <a:lnTo>
                    <a:pt x="2877" y="28"/>
                  </a:lnTo>
                  <a:lnTo>
                    <a:pt x="2877" y="0"/>
                  </a:lnTo>
                  <a:lnTo>
                    <a:pt x="2880" y="0"/>
                  </a:lnTo>
                  <a:lnTo>
                    <a:pt x="2880" y="25"/>
                  </a:lnTo>
                  <a:lnTo>
                    <a:pt x="2883" y="30"/>
                  </a:lnTo>
                  <a:lnTo>
                    <a:pt x="2883" y="67"/>
                  </a:lnTo>
                  <a:lnTo>
                    <a:pt x="2886" y="70"/>
                  </a:lnTo>
                  <a:lnTo>
                    <a:pt x="2883" y="73"/>
                  </a:lnTo>
                  <a:lnTo>
                    <a:pt x="2886" y="79"/>
                  </a:lnTo>
                  <a:lnTo>
                    <a:pt x="2883" y="95"/>
                  </a:lnTo>
                  <a:lnTo>
                    <a:pt x="2886" y="98"/>
                  </a:lnTo>
                  <a:lnTo>
                    <a:pt x="2883" y="115"/>
                  </a:lnTo>
                  <a:lnTo>
                    <a:pt x="2886" y="121"/>
                  </a:lnTo>
                  <a:lnTo>
                    <a:pt x="2883" y="151"/>
                  </a:lnTo>
                  <a:lnTo>
                    <a:pt x="2886" y="154"/>
                  </a:lnTo>
                  <a:lnTo>
                    <a:pt x="2883" y="163"/>
                  </a:lnTo>
                  <a:lnTo>
                    <a:pt x="2883" y="180"/>
                  </a:lnTo>
                  <a:lnTo>
                    <a:pt x="2886" y="187"/>
                  </a:lnTo>
                  <a:lnTo>
                    <a:pt x="2883" y="196"/>
                  </a:lnTo>
                  <a:lnTo>
                    <a:pt x="2886" y="208"/>
                  </a:lnTo>
                  <a:lnTo>
                    <a:pt x="2883" y="216"/>
                  </a:lnTo>
                  <a:lnTo>
                    <a:pt x="2886" y="222"/>
                  </a:lnTo>
                  <a:lnTo>
                    <a:pt x="2883" y="244"/>
                  </a:lnTo>
                  <a:lnTo>
                    <a:pt x="2886" y="250"/>
                  </a:lnTo>
                  <a:lnTo>
                    <a:pt x="2886" y="258"/>
                  </a:lnTo>
                  <a:lnTo>
                    <a:pt x="2883" y="267"/>
                  </a:lnTo>
                  <a:lnTo>
                    <a:pt x="2883" y="309"/>
                  </a:lnTo>
                  <a:lnTo>
                    <a:pt x="2886" y="312"/>
                  </a:lnTo>
                  <a:lnTo>
                    <a:pt x="2883" y="322"/>
                  </a:lnTo>
                  <a:lnTo>
                    <a:pt x="2883" y="345"/>
                  </a:lnTo>
                  <a:lnTo>
                    <a:pt x="2890" y="351"/>
                  </a:lnTo>
                  <a:lnTo>
                    <a:pt x="3190" y="351"/>
                  </a:lnTo>
                  <a:lnTo>
                    <a:pt x="3196" y="345"/>
                  </a:lnTo>
                  <a:lnTo>
                    <a:pt x="3196" y="283"/>
                  </a:lnTo>
                  <a:lnTo>
                    <a:pt x="3199" y="280"/>
                  </a:lnTo>
                  <a:lnTo>
                    <a:pt x="3203" y="291"/>
                  </a:lnTo>
                  <a:lnTo>
                    <a:pt x="3203" y="306"/>
                  </a:lnTo>
                  <a:lnTo>
                    <a:pt x="3199" y="316"/>
                  </a:lnTo>
                  <a:lnTo>
                    <a:pt x="3203" y="323"/>
                  </a:lnTo>
                  <a:lnTo>
                    <a:pt x="3199" y="333"/>
                  </a:lnTo>
                  <a:lnTo>
                    <a:pt x="3199" y="348"/>
                  </a:lnTo>
                  <a:lnTo>
                    <a:pt x="3206" y="348"/>
                  </a:lnTo>
                  <a:lnTo>
                    <a:pt x="3207" y="351"/>
                  </a:lnTo>
                  <a:lnTo>
                    <a:pt x="3213" y="348"/>
                  </a:lnTo>
                  <a:lnTo>
                    <a:pt x="3217" y="351"/>
                  </a:lnTo>
                  <a:lnTo>
                    <a:pt x="3223" y="348"/>
                  </a:lnTo>
                  <a:lnTo>
                    <a:pt x="3238" y="351"/>
                  </a:lnTo>
                  <a:lnTo>
                    <a:pt x="3249" y="348"/>
                  </a:lnTo>
                  <a:lnTo>
                    <a:pt x="3252" y="351"/>
                  </a:lnTo>
                  <a:lnTo>
                    <a:pt x="3265" y="348"/>
                  </a:lnTo>
                  <a:lnTo>
                    <a:pt x="3271" y="351"/>
                  </a:lnTo>
                  <a:lnTo>
                    <a:pt x="3277" y="348"/>
                  </a:lnTo>
                  <a:lnTo>
                    <a:pt x="3318" y="348"/>
                  </a:lnTo>
                  <a:lnTo>
                    <a:pt x="3324" y="351"/>
                  </a:lnTo>
                  <a:lnTo>
                    <a:pt x="3330" y="348"/>
                  </a:lnTo>
                  <a:lnTo>
                    <a:pt x="3336" y="351"/>
                  </a:lnTo>
                  <a:lnTo>
                    <a:pt x="3340" y="348"/>
                  </a:lnTo>
                  <a:lnTo>
                    <a:pt x="3343" y="351"/>
                  </a:lnTo>
                  <a:lnTo>
                    <a:pt x="3352" y="348"/>
                  </a:lnTo>
                  <a:lnTo>
                    <a:pt x="3355" y="351"/>
                  </a:lnTo>
                  <a:lnTo>
                    <a:pt x="3357" y="348"/>
                  </a:lnTo>
                  <a:lnTo>
                    <a:pt x="3511" y="348"/>
                  </a:lnTo>
                  <a:lnTo>
                    <a:pt x="3511" y="280"/>
                  </a:lnTo>
                  <a:lnTo>
                    <a:pt x="3514" y="280"/>
                  </a:lnTo>
                  <a:lnTo>
                    <a:pt x="3517" y="286"/>
                  </a:lnTo>
                  <a:lnTo>
                    <a:pt x="3517" y="306"/>
                  </a:lnTo>
                  <a:lnTo>
                    <a:pt x="3514" y="309"/>
                  </a:lnTo>
                  <a:lnTo>
                    <a:pt x="3517" y="316"/>
                  </a:lnTo>
                  <a:lnTo>
                    <a:pt x="3514" y="348"/>
                  </a:lnTo>
                  <a:lnTo>
                    <a:pt x="3517" y="351"/>
                  </a:lnTo>
                  <a:lnTo>
                    <a:pt x="3514" y="358"/>
                  </a:lnTo>
                  <a:lnTo>
                    <a:pt x="3517" y="362"/>
                  </a:lnTo>
                  <a:lnTo>
                    <a:pt x="3514" y="378"/>
                  </a:lnTo>
                  <a:lnTo>
                    <a:pt x="3517" y="381"/>
                  </a:lnTo>
                  <a:lnTo>
                    <a:pt x="3514" y="390"/>
                  </a:lnTo>
                  <a:lnTo>
                    <a:pt x="3511" y="384"/>
                  </a:lnTo>
                  <a:lnTo>
                    <a:pt x="3511" y="365"/>
                  </a:lnTo>
                  <a:lnTo>
                    <a:pt x="3505" y="361"/>
                  </a:lnTo>
                  <a:lnTo>
                    <a:pt x="3405" y="361"/>
                  </a:lnTo>
                  <a:lnTo>
                    <a:pt x="3399" y="362"/>
                  </a:lnTo>
                  <a:lnTo>
                    <a:pt x="3391" y="361"/>
                  </a:lnTo>
                  <a:lnTo>
                    <a:pt x="3346" y="361"/>
                  </a:lnTo>
                  <a:lnTo>
                    <a:pt x="3333" y="362"/>
                  </a:lnTo>
                  <a:lnTo>
                    <a:pt x="3324" y="361"/>
                  </a:lnTo>
                  <a:lnTo>
                    <a:pt x="3304" y="361"/>
                  </a:lnTo>
                  <a:lnTo>
                    <a:pt x="3297" y="362"/>
                  </a:lnTo>
                  <a:lnTo>
                    <a:pt x="3280" y="361"/>
                  </a:lnTo>
                  <a:lnTo>
                    <a:pt x="3271" y="362"/>
                  </a:lnTo>
                  <a:lnTo>
                    <a:pt x="3268" y="361"/>
                  </a:lnTo>
                  <a:lnTo>
                    <a:pt x="3262" y="362"/>
                  </a:lnTo>
                  <a:lnTo>
                    <a:pt x="3255" y="361"/>
                  </a:lnTo>
                  <a:lnTo>
                    <a:pt x="3249" y="362"/>
                  </a:lnTo>
                  <a:lnTo>
                    <a:pt x="3235" y="362"/>
                  </a:lnTo>
                  <a:lnTo>
                    <a:pt x="3232" y="361"/>
                  </a:lnTo>
                  <a:lnTo>
                    <a:pt x="3226" y="362"/>
                  </a:lnTo>
                  <a:lnTo>
                    <a:pt x="3217" y="362"/>
                  </a:lnTo>
                  <a:lnTo>
                    <a:pt x="3207" y="361"/>
                  </a:lnTo>
                  <a:lnTo>
                    <a:pt x="3199" y="362"/>
                  </a:lnTo>
                  <a:lnTo>
                    <a:pt x="3199" y="393"/>
                  </a:lnTo>
                  <a:lnTo>
                    <a:pt x="3196" y="387"/>
                  </a:lnTo>
                  <a:lnTo>
                    <a:pt x="3196" y="362"/>
                  </a:lnTo>
                  <a:lnTo>
                    <a:pt x="3181" y="362"/>
                  </a:lnTo>
                  <a:lnTo>
                    <a:pt x="3174" y="361"/>
                  </a:lnTo>
                  <a:lnTo>
                    <a:pt x="3171" y="362"/>
                  </a:lnTo>
                  <a:lnTo>
                    <a:pt x="2932" y="362"/>
                  </a:lnTo>
                  <a:lnTo>
                    <a:pt x="2928" y="365"/>
                  </a:lnTo>
                  <a:lnTo>
                    <a:pt x="2919" y="362"/>
                  </a:lnTo>
                  <a:lnTo>
                    <a:pt x="2905" y="362"/>
                  </a:lnTo>
                  <a:lnTo>
                    <a:pt x="2902" y="365"/>
                  </a:lnTo>
                  <a:lnTo>
                    <a:pt x="2899" y="362"/>
                  </a:lnTo>
                  <a:lnTo>
                    <a:pt x="2893" y="365"/>
                  </a:lnTo>
                  <a:lnTo>
                    <a:pt x="2883" y="365"/>
                  </a:lnTo>
                  <a:lnTo>
                    <a:pt x="2883" y="372"/>
                  </a:lnTo>
                  <a:lnTo>
                    <a:pt x="2880" y="375"/>
                  </a:lnTo>
                  <a:lnTo>
                    <a:pt x="2883" y="381"/>
                  </a:lnTo>
                  <a:lnTo>
                    <a:pt x="2880" y="393"/>
                  </a:lnTo>
                  <a:lnTo>
                    <a:pt x="2877" y="393"/>
                  </a:lnTo>
                  <a:lnTo>
                    <a:pt x="2877" y="368"/>
                  </a:lnTo>
                  <a:lnTo>
                    <a:pt x="2871" y="354"/>
                  </a:lnTo>
                  <a:lnTo>
                    <a:pt x="2874" y="351"/>
                  </a:lnTo>
                  <a:lnTo>
                    <a:pt x="2871" y="345"/>
                  </a:lnTo>
                  <a:lnTo>
                    <a:pt x="2874" y="336"/>
                  </a:lnTo>
                  <a:lnTo>
                    <a:pt x="2871" y="333"/>
                  </a:lnTo>
                  <a:lnTo>
                    <a:pt x="2871" y="271"/>
                  </a:lnTo>
                  <a:lnTo>
                    <a:pt x="2874" y="261"/>
                  </a:lnTo>
                  <a:lnTo>
                    <a:pt x="2871" y="250"/>
                  </a:lnTo>
                  <a:lnTo>
                    <a:pt x="2871" y="219"/>
                  </a:lnTo>
                  <a:lnTo>
                    <a:pt x="2874" y="213"/>
                  </a:lnTo>
                  <a:lnTo>
                    <a:pt x="2871" y="208"/>
                  </a:lnTo>
                  <a:lnTo>
                    <a:pt x="2871" y="180"/>
                  </a:lnTo>
                  <a:lnTo>
                    <a:pt x="2874" y="173"/>
                  </a:lnTo>
                  <a:lnTo>
                    <a:pt x="2871" y="169"/>
                  </a:lnTo>
                  <a:lnTo>
                    <a:pt x="2874" y="163"/>
                  </a:lnTo>
                  <a:lnTo>
                    <a:pt x="2871" y="157"/>
                  </a:lnTo>
                  <a:lnTo>
                    <a:pt x="2871" y="112"/>
                  </a:lnTo>
                  <a:lnTo>
                    <a:pt x="2874" y="109"/>
                  </a:lnTo>
                  <a:lnTo>
                    <a:pt x="2871" y="106"/>
                  </a:lnTo>
                  <a:lnTo>
                    <a:pt x="2874" y="103"/>
                  </a:lnTo>
                  <a:lnTo>
                    <a:pt x="2871" y="95"/>
                  </a:lnTo>
                  <a:lnTo>
                    <a:pt x="2874" y="92"/>
                  </a:lnTo>
                  <a:lnTo>
                    <a:pt x="2871" y="89"/>
                  </a:lnTo>
                  <a:lnTo>
                    <a:pt x="2874" y="86"/>
                  </a:lnTo>
                  <a:lnTo>
                    <a:pt x="2871" y="82"/>
                  </a:lnTo>
                  <a:lnTo>
                    <a:pt x="2874" y="79"/>
                  </a:lnTo>
                  <a:lnTo>
                    <a:pt x="2871" y="73"/>
                  </a:lnTo>
                  <a:lnTo>
                    <a:pt x="2874" y="50"/>
                  </a:lnTo>
                  <a:lnTo>
                    <a:pt x="2869" y="44"/>
                  </a:lnTo>
                  <a:lnTo>
                    <a:pt x="2650" y="44"/>
                  </a:lnTo>
                  <a:lnTo>
                    <a:pt x="2645" y="47"/>
                  </a:lnTo>
                  <a:lnTo>
                    <a:pt x="2642" y="44"/>
                  </a:lnTo>
                  <a:lnTo>
                    <a:pt x="2636" y="47"/>
                  </a:lnTo>
                  <a:lnTo>
                    <a:pt x="2609" y="47"/>
                  </a:lnTo>
                  <a:lnTo>
                    <a:pt x="2606" y="44"/>
                  </a:lnTo>
                  <a:lnTo>
                    <a:pt x="2600" y="47"/>
                  </a:lnTo>
                  <a:lnTo>
                    <a:pt x="2570" y="47"/>
                  </a:lnTo>
                  <a:lnTo>
                    <a:pt x="2564" y="56"/>
                  </a:lnTo>
                  <a:lnTo>
                    <a:pt x="2567" y="65"/>
                  </a:lnTo>
                  <a:lnTo>
                    <a:pt x="2564" y="67"/>
                  </a:lnTo>
                  <a:lnTo>
                    <a:pt x="2567" y="70"/>
                  </a:lnTo>
                  <a:lnTo>
                    <a:pt x="2564" y="76"/>
                  </a:lnTo>
                  <a:lnTo>
                    <a:pt x="2567" y="82"/>
                  </a:lnTo>
                  <a:lnTo>
                    <a:pt x="2564" y="89"/>
                  </a:lnTo>
                  <a:lnTo>
                    <a:pt x="2567" y="101"/>
                  </a:lnTo>
                  <a:lnTo>
                    <a:pt x="2564" y="103"/>
                  </a:lnTo>
                  <a:lnTo>
                    <a:pt x="2567" y="109"/>
                  </a:lnTo>
                  <a:lnTo>
                    <a:pt x="2564" y="115"/>
                  </a:lnTo>
                  <a:lnTo>
                    <a:pt x="2561" y="115"/>
                  </a:lnTo>
                  <a:lnTo>
                    <a:pt x="2561" y="47"/>
                  </a:lnTo>
                  <a:lnTo>
                    <a:pt x="2555" y="47"/>
                  </a:lnTo>
                  <a:lnTo>
                    <a:pt x="2549" y="44"/>
                  </a:lnTo>
                  <a:lnTo>
                    <a:pt x="2536" y="47"/>
                  </a:lnTo>
                  <a:lnTo>
                    <a:pt x="2522" y="37"/>
                  </a:lnTo>
                  <a:lnTo>
                    <a:pt x="2513" y="44"/>
                  </a:lnTo>
                  <a:lnTo>
                    <a:pt x="2499" y="47"/>
                  </a:lnTo>
                  <a:lnTo>
                    <a:pt x="2472" y="44"/>
                  </a:lnTo>
                  <a:lnTo>
                    <a:pt x="2469" y="47"/>
                  </a:lnTo>
                  <a:lnTo>
                    <a:pt x="2463" y="44"/>
                  </a:lnTo>
                  <a:lnTo>
                    <a:pt x="2455" y="47"/>
                  </a:lnTo>
                  <a:lnTo>
                    <a:pt x="2452" y="44"/>
                  </a:lnTo>
                  <a:lnTo>
                    <a:pt x="2446" y="47"/>
                  </a:lnTo>
                  <a:lnTo>
                    <a:pt x="2440" y="44"/>
                  </a:lnTo>
                  <a:lnTo>
                    <a:pt x="2433" y="47"/>
                  </a:lnTo>
                  <a:lnTo>
                    <a:pt x="2423" y="47"/>
                  </a:lnTo>
                  <a:lnTo>
                    <a:pt x="2419" y="44"/>
                  </a:lnTo>
                  <a:lnTo>
                    <a:pt x="2413" y="47"/>
                  </a:lnTo>
                  <a:lnTo>
                    <a:pt x="2404" y="44"/>
                  </a:lnTo>
                  <a:lnTo>
                    <a:pt x="2398" y="47"/>
                  </a:lnTo>
                  <a:lnTo>
                    <a:pt x="2388" y="47"/>
                  </a:lnTo>
                  <a:lnTo>
                    <a:pt x="2387" y="44"/>
                  </a:lnTo>
                  <a:lnTo>
                    <a:pt x="2380" y="47"/>
                  </a:lnTo>
                  <a:lnTo>
                    <a:pt x="2352" y="47"/>
                  </a:lnTo>
                  <a:lnTo>
                    <a:pt x="2348" y="44"/>
                  </a:lnTo>
                  <a:lnTo>
                    <a:pt x="2342" y="47"/>
                  </a:lnTo>
                  <a:lnTo>
                    <a:pt x="2300" y="47"/>
                  </a:lnTo>
                  <a:lnTo>
                    <a:pt x="2296" y="44"/>
                  </a:lnTo>
                  <a:lnTo>
                    <a:pt x="2290" y="47"/>
                  </a:lnTo>
                  <a:lnTo>
                    <a:pt x="2287" y="44"/>
                  </a:lnTo>
                  <a:lnTo>
                    <a:pt x="2281" y="47"/>
                  </a:lnTo>
                  <a:lnTo>
                    <a:pt x="2267" y="47"/>
                  </a:lnTo>
                  <a:lnTo>
                    <a:pt x="2261" y="44"/>
                  </a:lnTo>
                  <a:lnTo>
                    <a:pt x="2254" y="47"/>
                  </a:lnTo>
                  <a:lnTo>
                    <a:pt x="2245" y="47"/>
                  </a:lnTo>
                  <a:lnTo>
                    <a:pt x="2245" y="82"/>
                  </a:lnTo>
                  <a:lnTo>
                    <a:pt x="2248" y="89"/>
                  </a:lnTo>
                  <a:lnTo>
                    <a:pt x="2248" y="98"/>
                  </a:lnTo>
                  <a:lnTo>
                    <a:pt x="2245" y="103"/>
                  </a:lnTo>
                  <a:lnTo>
                    <a:pt x="2248" y="106"/>
                  </a:lnTo>
                  <a:lnTo>
                    <a:pt x="2245" y="115"/>
                  </a:lnTo>
                  <a:lnTo>
                    <a:pt x="2242" y="115"/>
                  </a:lnTo>
                  <a:lnTo>
                    <a:pt x="2242" y="47"/>
                  </a:lnTo>
                  <a:lnTo>
                    <a:pt x="1932" y="47"/>
                  </a:lnTo>
                  <a:lnTo>
                    <a:pt x="1929" y="62"/>
                  </a:lnTo>
                  <a:lnTo>
                    <a:pt x="1932" y="65"/>
                  </a:lnTo>
                  <a:lnTo>
                    <a:pt x="1929" y="67"/>
                  </a:lnTo>
                  <a:lnTo>
                    <a:pt x="1929" y="166"/>
                  </a:lnTo>
                  <a:lnTo>
                    <a:pt x="1932" y="173"/>
                  </a:lnTo>
                  <a:lnTo>
                    <a:pt x="1929" y="180"/>
                  </a:lnTo>
                  <a:lnTo>
                    <a:pt x="1932" y="187"/>
                  </a:lnTo>
                  <a:lnTo>
                    <a:pt x="1929" y="196"/>
                  </a:lnTo>
                  <a:lnTo>
                    <a:pt x="1929" y="225"/>
                  </a:lnTo>
                  <a:lnTo>
                    <a:pt x="1932" y="229"/>
                  </a:lnTo>
                  <a:lnTo>
                    <a:pt x="1929" y="232"/>
                  </a:lnTo>
                  <a:lnTo>
                    <a:pt x="1929" y="368"/>
                  </a:lnTo>
                  <a:lnTo>
                    <a:pt x="1926" y="378"/>
                  </a:lnTo>
                  <a:lnTo>
                    <a:pt x="1926" y="396"/>
                  </a:lnTo>
                  <a:lnTo>
                    <a:pt x="1923" y="396"/>
                  </a:lnTo>
                  <a:lnTo>
                    <a:pt x="1920" y="390"/>
                  </a:lnTo>
                  <a:lnTo>
                    <a:pt x="1923" y="381"/>
                  </a:lnTo>
                  <a:lnTo>
                    <a:pt x="1920" y="375"/>
                  </a:lnTo>
                  <a:lnTo>
                    <a:pt x="1923" y="372"/>
                  </a:lnTo>
                  <a:lnTo>
                    <a:pt x="1917" y="365"/>
                  </a:lnTo>
                  <a:lnTo>
                    <a:pt x="1610" y="365"/>
                  </a:lnTo>
                  <a:lnTo>
                    <a:pt x="1604" y="375"/>
                  </a:lnTo>
                  <a:lnTo>
                    <a:pt x="1604" y="396"/>
                  </a:lnTo>
                  <a:lnTo>
                    <a:pt x="1602" y="396"/>
                  </a:lnTo>
                  <a:lnTo>
                    <a:pt x="1602" y="372"/>
                  </a:lnTo>
                  <a:lnTo>
                    <a:pt x="1596" y="365"/>
                  </a:lnTo>
                  <a:lnTo>
                    <a:pt x="1291" y="365"/>
                  </a:lnTo>
                  <a:lnTo>
                    <a:pt x="1284" y="375"/>
                  </a:lnTo>
                  <a:lnTo>
                    <a:pt x="1284" y="396"/>
                  </a:lnTo>
                  <a:lnTo>
                    <a:pt x="1278" y="387"/>
                  </a:lnTo>
                  <a:lnTo>
                    <a:pt x="1281" y="372"/>
                  </a:lnTo>
                  <a:lnTo>
                    <a:pt x="1275" y="351"/>
                  </a:lnTo>
                  <a:lnTo>
                    <a:pt x="1278" y="342"/>
                  </a:lnTo>
                  <a:lnTo>
                    <a:pt x="1278" y="326"/>
                  </a:lnTo>
                  <a:lnTo>
                    <a:pt x="1275" y="316"/>
                  </a:lnTo>
                  <a:lnTo>
                    <a:pt x="1278" y="312"/>
                  </a:lnTo>
                  <a:lnTo>
                    <a:pt x="1275" y="306"/>
                  </a:lnTo>
                  <a:lnTo>
                    <a:pt x="1275" y="283"/>
                  </a:lnTo>
                  <a:lnTo>
                    <a:pt x="1278" y="280"/>
                  </a:lnTo>
                  <a:lnTo>
                    <a:pt x="1275" y="267"/>
                  </a:lnTo>
                  <a:lnTo>
                    <a:pt x="1278" y="250"/>
                  </a:lnTo>
                  <a:lnTo>
                    <a:pt x="1275" y="247"/>
                  </a:lnTo>
                  <a:lnTo>
                    <a:pt x="1278" y="238"/>
                  </a:lnTo>
                  <a:lnTo>
                    <a:pt x="1278" y="222"/>
                  </a:lnTo>
                  <a:lnTo>
                    <a:pt x="1275" y="219"/>
                  </a:lnTo>
                  <a:lnTo>
                    <a:pt x="1278" y="211"/>
                  </a:lnTo>
                  <a:lnTo>
                    <a:pt x="1275" y="205"/>
                  </a:lnTo>
                  <a:lnTo>
                    <a:pt x="1278" y="177"/>
                  </a:lnTo>
                  <a:lnTo>
                    <a:pt x="1275" y="176"/>
                  </a:lnTo>
                  <a:lnTo>
                    <a:pt x="1278" y="166"/>
                  </a:lnTo>
                  <a:lnTo>
                    <a:pt x="1275" y="160"/>
                  </a:lnTo>
                  <a:lnTo>
                    <a:pt x="1278" y="157"/>
                  </a:lnTo>
                  <a:lnTo>
                    <a:pt x="1275" y="151"/>
                  </a:lnTo>
                  <a:lnTo>
                    <a:pt x="1278" y="141"/>
                  </a:lnTo>
                  <a:lnTo>
                    <a:pt x="1278" y="121"/>
                  </a:lnTo>
                  <a:lnTo>
                    <a:pt x="1275" y="115"/>
                  </a:lnTo>
                  <a:lnTo>
                    <a:pt x="1278" y="106"/>
                  </a:lnTo>
                  <a:lnTo>
                    <a:pt x="1275" y="98"/>
                  </a:lnTo>
                  <a:lnTo>
                    <a:pt x="1278" y="89"/>
                  </a:lnTo>
                  <a:lnTo>
                    <a:pt x="1278" y="73"/>
                  </a:lnTo>
                  <a:lnTo>
                    <a:pt x="1275" y="70"/>
                  </a:lnTo>
                  <a:lnTo>
                    <a:pt x="1278" y="53"/>
                  </a:lnTo>
                  <a:lnTo>
                    <a:pt x="1272" y="47"/>
                  </a:lnTo>
                  <a:lnTo>
                    <a:pt x="967" y="47"/>
                  </a:lnTo>
                  <a:lnTo>
                    <a:pt x="967" y="115"/>
                  </a:lnTo>
                  <a:lnTo>
                    <a:pt x="964" y="118"/>
                  </a:lnTo>
                  <a:lnTo>
                    <a:pt x="961" y="115"/>
                  </a:lnTo>
                  <a:lnTo>
                    <a:pt x="961" y="47"/>
                  </a:lnTo>
                  <a:lnTo>
                    <a:pt x="652" y="47"/>
                  </a:lnTo>
                  <a:lnTo>
                    <a:pt x="652" y="365"/>
                  </a:lnTo>
                  <a:lnTo>
                    <a:pt x="649" y="375"/>
                  </a:lnTo>
                  <a:lnTo>
                    <a:pt x="649" y="396"/>
                  </a:lnTo>
                  <a:lnTo>
                    <a:pt x="646" y="396"/>
                  </a:lnTo>
                  <a:lnTo>
                    <a:pt x="646" y="381"/>
                  </a:lnTo>
                  <a:lnTo>
                    <a:pt x="643" y="375"/>
                  </a:lnTo>
                  <a:lnTo>
                    <a:pt x="646" y="372"/>
                  </a:lnTo>
                  <a:lnTo>
                    <a:pt x="637" y="365"/>
                  </a:lnTo>
                  <a:lnTo>
                    <a:pt x="624" y="368"/>
                  </a:lnTo>
                  <a:lnTo>
                    <a:pt x="615" y="365"/>
                  </a:lnTo>
                  <a:lnTo>
                    <a:pt x="595" y="365"/>
                  </a:lnTo>
                  <a:lnTo>
                    <a:pt x="589" y="368"/>
                  </a:lnTo>
                  <a:lnTo>
                    <a:pt x="579" y="365"/>
                  </a:lnTo>
                  <a:lnTo>
                    <a:pt x="556" y="368"/>
                  </a:lnTo>
                  <a:lnTo>
                    <a:pt x="553" y="365"/>
                  </a:lnTo>
                  <a:lnTo>
                    <a:pt x="550" y="368"/>
                  </a:lnTo>
                  <a:lnTo>
                    <a:pt x="332" y="368"/>
                  </a:lnTo>
                  <a:lnTo>
                    <a:pt x="332" y="375"/>
                  </a:lnTo>
                  <a:lnTo>
                    <a:pt x="329" y="378"/>
                  </a:lnTo>
                  <a:lnTo>
                    <a:pt x="332" y="381"/>
                  </a:lnTo>
                  <a:lnTo>
                    <a:pt x="329" y="384"/>
                  </a:lnTo>
                  <a:lnTo>
                    <a:pt x="332" y="387"/>
                  </a:lnTo>
                  <a:lnTo>
                    <a:pt x="329" y="398"/>
                  </a:lnTo>
                  <a:lnTo>
                    <a:pt x="325" y="393"/>
                  </a:lnTo>
                  <a:lnTo>
                    <a:pt x="325" y="372"/>
                  </a:lnTo>
                  <a:lnTo>
                    <a:pt x="322" y="368"/>
                  </a:lnTo>
                  <a:lnTo>
                    <a:pt x="322" y="53"/>
                  </a:lnTo>
                  <a:lnTo>
                    <a:pt x="201" y="53"/>
                  </a:lnTo>
                  <a:lnTo>
                    <a:pt x="198" y="50"/>
                  </a:lnTo>
                  <a:lnTo>
                    <a:pt x="195" y="53"/>
                  </a:lnTo>
                  <a:lnTo>
                    <a:pt x="12" y="53"/>
                  </a:lnTo>
                  <a:lnTo>
                    <a:pt x="6" y="59"/>
                  </a:lnTo>
                  <a:lnTo>
                    <a:pt x="6" y="124"/>
                  </a:lnTo>
                  <a:lnTo>
                    <a:pt x="3" y="124"/>
                  </a:lnTo>
                  <a:lnTo>
                    <a:pt x="3" y="115"/>
                  </a:lnTo>
                  <a:lnTo>
                    <a:pt x="0" y="11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3" name="未知">
              <a:extLst>
                <a:ext uri="{FF2B5EF4-FFF2-40B4-BE49-F238E27FC236}">
                  <a16:creationId xmlns:a16="http://schemas.microsoft.com/office/drawing/2014/main" id="{1FFB5616-0F0C-48F5-BE9E-5CC2E03B728F}"/>
                </a:ext>
              </a:extLst>
            </p:cNvPr>
            <p:cNvSpPr>
              <a:spLocks/>
            </p:cNvSpPr>
            <p:nvPr/>
          </p:nvSpPr>
          <p:spPr bwMode="auto">
            <a:xfrm>
              <a:off x="689" y="42"/>
              <a:ext cx="6" cy="111"/>
            </a:xfrm>
            <a:custGeom>
              <a:avLst/>
              <a:gdLst>
                <a:gd name="T0" fmla="*/ 0 w 6"/>
                <a:gd name="T1" fmla="*/ 107 h 111"/>
                <a:gd name="T2" fmla="*/ 3 w 6"/>
                <a:gd name="T3" fmla="*/ 98 h 111"/>
                <a:gd name="T4" fmla="*/ 0 w 6"/>
                <a:gd name="T5" fmla="*/ 95 h 111"/>
                <a:gd name="T6" fmla="*/ 3 w 6"/>
                <a:gd name="T7" fmla="*/ 91 h 111"/>
                <a:gd name="T8" fmla="*/ 3 w 6"/>
                <a:gd name="T9" fmla="*/ 23 h 111"/>
                <a:gd name="T10" fmla="*/ 0 w 6"/>
                <a:gd name="T11" fmla="*/ 17 h 111"/>
                <a:gd name="T12" fmla="*/ 3 w 6"/>
                <a:gd name="T13" fmla="*/ 0 h 111"/>
                <a:gd name="T14" fmla="*/ 5 w 6"/>
                <a:gd name="T15" fmla="*/ 0 h 111"/>
                <a:gd name="T16" fmla="*/ 5 w 6"/>
                <a:gd name="T17" fmla="*/ 110 h 111"/>
                <a:gd name="T18" fmla="*/ 3 w 6"/>
                <a:gd name="T19" fmla="*/ 110 h 111"/>
                <a:gd name="T20" fmla="*/ 0 w 6"/>
                <a:gd name="T21" fmla="*/ 107 h 1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 h="111">
                  <a:moveTo>
                    <a:pt x="0" y="107"/>
                  </a:moveTo>
                  <a:lnTo>
                    <a:pt x="3" y="98"/>
                  </a:lnTo>
                  <a:lnTo>
                    <a:pt x="0" y="95"/>
                  </a:lnTo>
                  <a:lnTo>
                    <a:pt x="3" y="91"/>
                  </a:lnTo>
                  <a:lnTo>
                    <a:pt x="3" y="23"/>
                  </a:lnTo>
                  <a:lnTo>
                    <a:pt x="0" y="17"/>
                  </a:lnTo>
                  <a:lnTo>
                    <a:pt x="3" y="0"/>
                  </a:lnTo>
                  <a:lnTo>
                    <a:pt x="5" y="0"/>
                  </a:lnTo>
                  <a:lnTo>
                    <a:pt x="5" y="110"/>
                  </a:lnTo>
                  <a:lnTo>
                    <a:pt x="3" y="110"/>
                  </a:lnTo>
                  <a:lnTo>
                    <a:pt x="0" y="107"/>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4" name="未知">
              <a:extLst>
                <a:ext uri="{FF2B5EF4-FFF2-40B4-BE49-F238E27FC236}">
                  <a16:creationId xmlns:a16="http://schemas.microsoft.com/office/drawing/2014/main" id="{7F74AE94-5DE3-41AE-BBE0-4A809E8399D9}"/>
                </a:ext>
              </a:extLst>
            </p:cNvPr>
            <p:cNvSpPr>
              <a:spLocks/>
            </p:cNvSpPr>
            <p:nvPr/>
          </p:nvSpPr>
          <p:spPr bwMode="auto">
            <a:xfrm>
              <a:off x="676" y="1101"/>
              <a:ext cx="3" cy="113"/>
            </a:xfrm>
            <a:custGeom>
              <a:avLst/>
              <a:gdLst>
                <a:gd name="T0" fmla="*/ 0 w 3"/>
                <a:gd name="T1" fmla="*/ 112 h 113"/>
                <a:gd name="T2" fmla="*/ 0 w 3"/>
                <a:gd name="T3" fmla="*/ 0 h 113"/>
                <a:gd name="T4" fmla="*/ 2 w 3"/>
                <a:gd name="T5" fmla="*/ 0 h 113"/>
                <a:gd name="T6" fmla="*/ 2 w 3"/>
                <a:gd name="T7" fmla="*/ 112 h 113"/>
                <a:gd name="T8" fmla="*/ 0 w 3"/>
                <a:gd name="T9" fmla="*/ 112 h 1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113">
                  <a:moveTo>
                    <a:pt x="0" y="112"/>
                  </a:moveTo>
                  <a:lnTo>
                    <a:pt x="0" y="0"/>
                  </a:lnTo>
                  <a:lnTo>
                    <a:pt x="2" y="0"/>
                  </a:lnTo>
                  <a:lnTo>
                    <a:pt x="2" y="112"/>
                  </a:lnTo>
                  <a:lnTo>
                    <a:pt x="0" y="11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5" name="未知">
              <a:extLst>
                <a:ext uri="{FF2B5EF4-FFF2-40B4-BE49-F238E27FC236}">
                  <a16:creationId xmlns:a16="http://schemas.microsoft.com/office/drawing/2014/main" id="{1140C9AD-A281-432C-AECC-1418FD4092DB}"/>
                </a:ext>
              </a:extLst>
            </p:cNvPr>
            <p:cNvSpPr>
              <a:spLocks/>
            </p:cNvSpPr>
            <p:nvPr/>
          </p:nvSpPr>
          <p:spPr bwMode="auto">
            <a:xfrm>
              <a:off x="692" y="590"/>
              <a:ext cx="3515" cy="543"/>
            </a:xfrm>
            <a:custGeom>
              <a:avLst/>
              <a:gdLst>
                <a:gd name="T0" fmla="*/ 322 w 3515"/>
                <a:gd name="T1" fmla="*/ 12 h 543"/>
                <a:gd name="T2" fmla="*/ 329 w 3515"/>
                <a:gd name="T3" fmla="*/ 101 h 543"/>
                <a:gd name="T4" fmla="*/ 643 w 3515"/>
                <a:gd name="T5" fmla="*/ 69 h 543"/>
                <a:gd name="T6" fmla="*/ 646 w 3515"/>
                <a:gd name="T7" fmla="*/ 6 h 543"/>
                <a:gd name="T8" fmla="*/ 1059 w 3515"/>
                <a:gd name="T9" fmla="*/ 98 h 543"/>
                <a:gd name="T10" fmla="*/ 1130 w 3515"/>
                <a:gd name="T11" fmla="*/ 95 h 543"/>
                <a:gd name="T12" fmla="*/ 1278 w 3515"/>
                <a:gd name="T13" fmla="*/ 45 h 543"/>
                <a:gd name="T14" fmla="*/ 1297 w 3515"/>
                <a:gd name="T15" fmla="*/ 417 h 543"/>
                <a:gd name="T16" fmla="*/ 1411 w 3515"/>
                <a:gd name="T17" fmla="*/ 421 h 543"/>
                <a:gd name="T18" fmla="*/ 1596 w 3515"/>
                <a:gd name="T19" fmla="*/ 304 h 543"/>
                <a:gd name="T20" fmla="*/ 1599 w 3515"/>
                <a:gd name="T21" fmla="*/ 81 h 543"/>
                <a:gd name="T22" fmla="*/ 1601 w 3515"/>
                <a:gd name="T23" fmla="*/ 6 h 543"/>
                <a:gd name="T24" fmla="*/ 1720 w 3515"/>
                <a:gd name="T25" fmla="*/ 95 h 543"/>
                <a:gd name="T26" fmla="*/ 1801 w 3515"/>
                <a:gd name="T27" fmla="*/ 95 h 543"/>
                <a:gd name="T28" fmla="*/ 1904 w 3515"/>
                <a:gd name="T29" fmla="*/ 95 h 543"/>
                <a:gd name="T30" fmla="*/ 1920 w 3515"/>
                <a:gd name="T31" fmla="*/ 53 h 543"/>
                <a:gd name="T32" fmla="*/ 1923 w 3515"/>
                <a:gd name="T33" fmla="*/ 95 h 543"/>
                <a:gd name="T34" fmla="*/ 2239 w 3515"/>
                <a:gd name="T35" fmla="*/ 3 h 543"/>
                <a:gd name="T36" fmla="*/ 2242 w 3515"/>
                <a:gd name="T37" fmla="*/ 72 h 543"/>
                <a:gd name="T38" fmla="*/ 2564 w 3515"/>
                <a:gd name="T39" fmla="*/ 48 h 543"/>
                <a:gd name="T40" fmla="*/ 2874 w 3515"/>
                <a:gd name="T41" fmla="*/ 75 h 543"/>
                <a:gd name="T42" fmla="*/ 2874 w 3515"/>
                <a:gd name="T43" fmla="*/ 26 h 543"/>
                <a:gd name="T44" fmla="*/ 2880 w 3515"/>
                <a:gd name="T45" fmla="*/ 95 h 543"/>
                <a:gd name="T46" fmla="*/ 3190 w 3515"/>
                <a:gd name="T47" fmla="*/ 324 h 543"/>
                <a:gd name="T48" fmla="*/ 3190 w 3515"/>
                <a:gd name="T49" fmla="*/ 92 h 543"/>
                <a:gd name="T50" fmla="*/ 3199 w 3515"/>
                <a:gd name="T51" fmla="*/ 45 h 543"/>
                <a:gd name="T52" fmla="*/ 3256 w 3515"/>
                <a:gd name="T53" fmla="*/ 92 h 543"/>
                <a:gd name="T54" fmla="*/ 3405 w 3515"/>
                <a:gd name="T55" fmla="*/ 92 h 543"/>
                <a:gd name="T56" fmla="*/ 3514 w 3515"/>
                <a:gd name="T57" fmla="*/ 56 h 543"/>
                <a:gd name="T58" fmla="*/ 3438 w 3515"/>
                <a:gd name="T59" fmla="*/ 104 h 543"/>
                <a:gd name="T60" fmla="*/ 3199 w 3515"/>
                <a:gd name="T61" fmla="*/ 134 h 543"/>
                <a:gd name="T62" fmla="*/ 3199 w 3515"/>
                <a:gd name="T63" fmla="*/ 170 h 543"/>
                <a:gd name="T64" fmla="*/ 3199 w 3515"/>
                <a:gd name="T65" fmla="*/ 428 h 543"/>
                <a:gd name="T66" fmla="*/ 3190 w 3515"/>
                <a:gd name="T67" fmla="*/ 477 h 543"/>
                <a:gd name="T68" fmla="*/ 2997 w 3515"/>
                <a:gd name="T69" fmla="*/ 431 h 543"/>
                <a:gd name="T70" fmla="*/ 2910 w 3515"/>
                <a:gd name="T71" fmla="*/ 428 h 543"/>
                <a:gd name="T72" fmla="*/ 2871 w 3515"/>
                <a:gd name="T73" fmla="*/ 497 h 543"/>
                <a:gd name="T74" fmla="*/ 2868 w 3515"/>
                <a:gd name="T75" fmla="*/ 279 h 543"/>
                <a:gd name="T76" fmla="*/ 2756 w 3515"/>
                <a:gd name="T77" fmla="*/ 111 h 543"/>
                <a:gd name="T78" fmla="*/ 2633 w 3515"/>
                <a:gd name="T79" fmla="*/ 107 h 543"/>
                <a:gd name="T80" fmla="*/ 2549 w 3515"/>
                <a:gd name="T81" fmla="*/ 107 h 543"/>
                <a:gd name="T82" fmla="*/ 2466 w 3515"/>
                <a:gd name="T83" fmla="*/ 111 h 543"/>
                <a:gd name="T84" fmla="*/ 2398 w 3515"/>
                <a:gd name="T85" fmla="*/ 107 h 543"/>
                <a:gd name="T86" fmla="*/ 1920 w 3515"/>
                <a:gd name="T87" fmla="*/ 117 h 543"/>
                <a:gd name="T88" fmla="*/ 1596 w 3515"/>
                <a:gd name="T89" fmla="*/ 525 h 543"/>
                <a:gd name="T90" fmla="*/ 1288 w 3515"/>
                <a:gd name="T91" fmla="*/ 431 h 543"/>
                <a:gd name="T92" fmla="*/ 1278 w 3515"/>
                <a:gd name="T93" fmla="*/ 492 h 543"/>
                <a:gd name="T94" fmla="*/ 1275 w 3515"/>
                <a:gd name="T95" fmla="*/ 414 h 543"/>
                <a:gd name="T96" fmla="*/ 1275 w 3515"/>
                <a:gd name="T97" fmla="*/ 304 h 543"/>
                <a:gd name="T98" fmla="*/ 1275 w 3515"/>
                <a:gd name="T99" fmla="*/ 231 h 543"/>
                <a:gd name="T100" fmla="*/ 1275 w 3515"/>
                <a:gd name="T101" fmla="*/ 182 h 543"/>
                <a:gd name="T102" fmla="*/ 1272 w 3515"/>
                <a:gd name="T103" fmla="*/ 134 h 543"/>
                <a:gd name="T104" fmla="*/ 514 w 3515"/>
                <a:gd name="T105" fmla="*/ 111 h 543"/>
                <a:gd name="T106" fmla="*/ 329 w 3515"/>
                <a:gd name="T107" fmla="*/ 198 h 543"/>
                <a:gd name="T108" fmla="*/ 329 w 3515"/>
                <a:gd name="T109" fmla="*/ 369 h 543"/>
                <a:gd name="T110" fmla="*/ 325 w 3515"/>
                <a:gd name="T111" fmla="*/ 525 h 543"/>
                <a:gd name="T112" fmla="*/ 243 w 3515"/>
                <a:gd name="T113" fmla="*/ 435 h 543"/>
                <a:gd name="T114" fmla="*/ 3 w 3515"/>
                <a:gd name="T115" fmla="*/ 542 h 54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515" h="543">
                  <a:moveTo>
                    <a:pt x="0" y="542"/>
                  </a:moveTo>
                  <a:lnTo>
                    <a:pt x="0" y="428"/>
                  </a:lnTo>
                  <a:lnTo>
                    <a:pt x="6" y="425"/>
                  </a:lnTo>
                  <a:lnTo>
                    <a:pt x="310" y="425"/>
                  </a:lnTo>
                  <a:lnTo>
                    <a:pt x="319" y="417"/>
                  </a:lnTo>
                  <a:lnTo>
                    <a:pt x="319" y="101"/>
                  </a:lnTo>
                  <a:lnTo>
                    <a:pt x="322" y="98"/>
                  </a:lnTo>
                  <a:lnTo>
                    <a:pt x="322" y="12"/>
                  </a:lnTo>
                  <a:lnTo>
                    <a:pt x="325" y="9"/>
                  </a:lnTo>
                  <a:lnTo>
                    <a:pt x="325" y="36"/>
                  </a:lnTo>
                  <a:lnTo>
                    <a:pt x="329" y="42"/>
                  </a:lnTo>
                  <a:lnTo>
                    <a:pt x="325" y="51"/>
                  </a:lnTo>
                  <a:lnTo>
                    <a:pt x="325" y="78"/>
                  </a:lnTo>
                  <a:lnTo>
                    <a:pt x="329" y="81"/>
                  </a:lnTo>
                  <a:lnTo>
                    <a:pt x="325" y="90"/>
                  </a:lnTo>
                  <a:lnTo>
                    <a:pt x="329" y="101"/>
                  </a:lnTo>
                  <a:lnTo>
                    <a:pt x="525" y="101"/>
                  </a:lnTo>
                  <a:lnTo>
                    <a:pt x="531" y="98"/>
                  </a:lnTo>
                  <a:lnTo>
                    <a:pt x="546" y="101"/>
                  </a:lnTo>
                  <a:lnTo>
                    <a:pt x="550" y="98"/>
                  </a:lnTo>
                  <a:lnTo>
                    <a:pt x="643" y="98"/>
                  </a:lnTo>
                  <a:lnTo>
                    <a:pt x="643" y="81"/>
                  </a:lnTo>
                  <a:lnTo>
                    <a:pt x="640" y="75"/>
                  </a:lnTo>
                  <a:lnTo>
                    <a:pt x="643" y="69"/>
                  </a:lnTo>
                  <a:lnTo>
                    <a:pt x="640" y="62"/>
                  </a:lnTo>
                  <a:lnTo>
                    <a:pt x="643" y="56"/>
                  </a:lnTo>
                  <a:lnTo>
                    <a:pt x="640" y="53"/>
                  </a:lnTo>
                  <a:lnTo>
                    <a:pt x="643" y="48"/>
                  </a:lnTo>
                  <a:lnTo>
                    <a:pt x="640" y="42"/>
                  </a:lnTo>
                  <a:lnTo>
                    <a:pt x="640" y="16"/>
                  </a:lnTo>
                  <a:lnTo>
                    <a:pt x="643" y="6"/>
                  </a:lnTo>
                  <a:lnTo>
                    <a:pt x="646" y="6"/>
                  </a:lnTo>
                  <a:lnTo>
                    <a:pt x="646" y="98"/>
                  </a:lnTo>
                  <a:lnTo>
                    <a:pt x="958" y="98"/>
                  </a:lnTo>
                  <a:lnTo>
                    <a:pt x="958" y="6"/>
                  </a:lnTo>
                  <a:lnTo>
                    <a:pt x="964" y="6"/>
                  </a:lnTo>
                  <a:lnTo>
                    <a:pt x="964" y="95"/>
                  </a:lnTo>
                  <a:lnTo>
                    <a:pt x="996" y="98"/>
                  </a:lnTo>
                  <a:lnTo>
                    <a:pt x="1003" y="95"/>
                  </a:lnTo>
                  <a:lnTo>
                    <a:pt x="1059" y="98"/>
                  </a:lnTo>
                  <a:lnTo>
                    <a:pt x="1062" y="95"/>
                  </a:lnTo>
                  <a:lnTo>
                    <a:pt x="1068" y="98"/>
                  </a:lnTo>
                  <a:lnTo>
                    <a:pt x="1074" y="95"/>
                  </a:lnTo>
                  <a:lnTo>
                    <a:pt x="1107" y="95"/>
                  </a:lnTo>
                  <a:lnTo>
                    <a:pt x="1110" y="98"/>
                  </a:lnTo>
                  <a:lnTo>
                    <a:pt x="1115" y="95"/>
                  </a:lnTo>
                  <a:lnTo>
                    <a:pt x="1118" y="98"/>
                  </a:lnTo>
                  <a:lnTo>
                    <a:pt x="1130" y="95"/>
                  </a:lnTo>
                  <a:lnTo>
                    <a:pt x="1149" y="98"/>
                  </a:lnTo>
                  <a:lnTo>
                    <a:pt x="1152" y="95"/>
                  </a:lnTo>
                  <a:lnTo>
                    <a:pt x="1278" y="95"/>
                  </a:lnTo>
                  <a:lnTo>
                    <a:pt x="1278" y="65"/>
                  </a:lnTo>
                  <a:lnTo>
                    <a:pt x="1275" y="62"/>
                  </a:lnTo>
                  <a:lnTo>
                    <a:pt x="1278" y="59"/>
                  </a:lnTo>
                  <a:lnTo>
                    <a:pt x="1275" y="53"/>
                  </a:lnTo>
                  <a:lnTo>
                    <a:pt x="1278" y="45"/>
                  </a:lnTo>
                  <a:lnTo>
                    <a:pt x="1278" y="3"/>
                  </a:lnTo>
                  <a:lnTo>
                    <a:pt x="1281" y="3"/>
                  </a:lnTo>
                  <a:lnTo>
                    <a:pt x="1281" y="92"/>
                  </a:lnTo>
                  <a:lnTo>
                    <a:pt x="1284" y="95"/>
                  </a:lnTo>
                  <a:lnTo>
                    <a:pt x="1284" y="417"/>
                  </a:lnTo>
                  <a:lnTo>
                    <a:pt x="1291" y="417"/>
                  </a:lnTo>
                  <a:lnTo>
                    <a:pt x="1294" y="421"/>
                  </a:lnTo>
                  <a:lnTo>
                    <a:pt x="1297" y="417"/>
                  </a:lnTo>
                  <a:lnTo>
                    <a:pt x="1311" y="421"/>
                  </a:lnTo>
                  <a:lnTo>
                    <a:pt x="1314" y="417"/>
                  </a:lnTo>
                  <a:lnTo>
                    <a:pt x="1320" y="421"/>
                  </a:lnTo>
                  <a:lnTo>
                    <a:pt x="1327" y="417"/>
                  </a:lnTo>
                  <a:lnTo>
                    <a:pt x="1330" y="421"/>
                  </a:lnTo>
                  <a:lnTo>
                    <a:pt x="1404" y="421"/>
                  </a:lnTo>
                  <a:lnTo>
                    <a:pt x="1407" y="417"/>
                  </a:lnTo>
                  <a:lnTo>
                    <a:pt x="1411" y="421"/>
                  </a:lnTo>
                  <a:lnTo>
                    <a:pt x="1499" y="421"/>
                  </a:lnTo>
                  <a:lnTo>
                    <a:pt x="1502" y="417"/>
                  </a:lnTo>
                  <a:lnTo>
                    <a:pt x="1506" y="421"/>
                  </a:lnTo>
                  <a:lnTo>
                    <a:pt x="1587" y="421"/>
                  </a:lnTo>
                  <a:lnTo>
                    <a:pt x="1596" y="405"/>
                  </a:lnTo>
                  <a:lnTo>
                    <a:pt x="1593" y="402"/>
                  </a:lnTo>
                  <a:lnTo>
                    <a:pt x="1593" y="310"/>
                  </a:lnTo>
                  <a:lnTo>
                    <a:pt x="1596" y="304"/>
                  </a:lnTo>
                  <a:lnTo>
                    <a:pt x="1593" y="301"/>
                  </a:lnTo>
                  <a:lnTo>
                    <a:pt x="1593" y="206"/>
                  </a:lnTo>
                  <a:lnTo>
                    <a:pt x="1596" y="202"/>
                  </a:lnTo>
                  <a:lnTo>
                    <a:pt x="1593" y="201"/>
                  </a:lnTo>
                  <a:lnTo>
                    <a:pt x="1593" y="98"/>
                  </a:lnTo>
                  <a:lnTo>
                    <a:pt x="1599" y="92"/>
                  </a:lnTo>
                  <a:lnTo>
                    <a:pt x="1596" y="90"/>
                  </a:lnTo>
                  <a:lnTo>
                    <a:pt x="1599" y="81"/>
                  </a:lnTo>
                  <a:lnTo>
                    <a:pt x="1596" y="78"/>
                  </a:lnTo>
                  <a:lnTo>
                    <a:pt x="1599" y="69"/>
                  </a:lnTo>
                  <a:lnTo>
                    <a:pt x="1599" y="48"/>
                  </a:lnTo>
                  <a:lnTo>
                    <a:pt x="1596" y="42"/>
                  </a:lnTo>
                  <a:lnTo>
                    <a:pt x="1599" y="26"/>
                  </a:lnTo>
                  <a:lnTo>
                    <a:pt x="1596" y="20"/>
                  </a:lnTo>
                  <a:lnTo>
                    <a:pt x="1599" y="6"/>
                  </a:lnTo>
                  <a:lnTo>
                    <a:pt x="1601" y="6"/>
                  </a:lnTo>
                  <a:lnTo>
                    <a:pt x="1601" y="90"/>
                  </a:lnTo>
                  <a:lnTo>
                    <a:pt x="1622" y="98"/>
                  </a:lnTo>
                  <a:lnTo>
                    <a:pt x="1625" y="95"/>
                  </a:lnTo>
                  <a:lnTo>
                    <a:pt x="1697" y="95"/>
                  </a:lnTo>
                  <a:lnTo>
                    <a:pt x="1700" y="98"/>
                  </a:lnTo>
                  <a:lnTo>
                    <a:pt x="1706" y="95"/>
                  </a:lnTo>
                  <a:lnTo>
                    <a:pt x="1714" y="98"/>
                  </a:lnTo>
                  <a:lnTo>
                    <a:pt x="1720" y="95"/>
                  </a:lnTo>
                  <a:lnTo>
                    <a:pt x="1745" y="95"/>
                  </a:lnTo>
                  <a:lnTo>
                    <a:pt x="1748" y="98"/>
                  </a:lnTo>
                  <a:lnTo>
                    <a:pt x="1750" y="95"/>
                  </a:lnTo>
                  <a:lnTo>
                    <a:pt x="1756" y="98"/>
                  </a:lnTo>
                  <a:lnTo>
                    <a:pt x="1759" y="95"/>
                  </a:lnTo>
                  <a:lnTo>
                    <a:pt x="1769" y="98"/>
                  </a:lnTo>
                  <a:lnTo>
                    <a:pt x="1795" y="98"/>
                  </a:lnTo>
                  <a:lnTo>
                    <a:pt x="1801" y="95"/>
                  </a:lnTo>
                  <a:lnTo>
                    <a:pt x="1804" y="98"/>
                  </a:lnTo>
                  <a:lnTo>
                    <a:pt x="1811" y="95"/>
                  </a:lnTo>
                  <a:lnTo>
                    <a:pt x="1825" y="95"/>
                  </a:lnTo>
                  <a:lnTo>
                    <a:pt x="1834" y="98"/>
                  </a:lnTo>
                  <a:lnTo>
                    <a:pt x="1864" y="95"/>
                  </a:lnTo>
                  <a:lnTo>
                    <a:pt x="1875" y="98"/>
                  </a:lnTo>
                  <a:lnTo>
                    <a:pt x="1887" y="95"/>
                  </a:lnTo>
                  <a:lnTo>
                    <a:pt x="1904" y="95"/>
                  </a:lnTo>
                  <a:lnTo>
                    <a:pt x="1907" y="98"/>
                  </a:lnTo>
                  <a:lnTo>
                    <a:pt x="1920" y="95"/>
                  </a:lnTo>
                  <a:lnTo>
                    <a:pt x="1920" y="84"/>
                  </a:lnTo>
                  <a:lnTo>
                    <a:pt x="1917" y="81"/>
                  </a:lnTo>
                  <a:lnTo>
                    <a:pt x="1920" y="72"/>
                  </a:lnTo>
                  <a:lnTo>
                    <a:pt x="1917" y="65"/>
                  </a:lnTo>
                  <a:lnTo>
                    <a:pt x="1917" y="56"/>
                  </a:lnTo>
                  <a:lnTo>
                    <a:pt x="1920" y="53"/>
                  </a:lnTo>
                  <a:lnTo>
                    <a:pt x="1917" y="48"/>
                  </a:lnTo>
                  <a:lnTo>
                    <a:pt x="1917" y="33"/>
                  </a:lnTo>
                  <a:lnTo>
                    <a:pt x="1920" y="26"/>
                  </a:lnTo>
                  <a:lnTo>
                    <a:pt x="1917" y="20"/>
                  </a:lnTo>
                  <a:lnTo>
                    <a:pt x="1917" y="12"/>
                  </a:lnTo>
                  <a:lnTo>
                    <a:pt x="1920" y="6"/>
                  </a:lnTo>
                  <a:lnTo>
                    <a:pt x="1923" y="6"/>
                  </a:lnTo>
                  <a:lnTo>
                    <a:pt x="1923" y="95"/>
                  </a:lnTo>
                  <a:lnTo>
                    <a:pt x="1932" y="95"/>
                  </a:lnTo>
                  <a:lnTo>
                    <a:pt x="1935" y="98"/>
                  </a:lnTo>
                  <a:lnTo>
                    <a:pt x="1937" y="95"/>
                  </a:lnTo>
                  <a:lnTo>
                    <a:pt x="2047" y="95"/>
                  </a:lnTo>
                  <a:lnTo>
                    <a:pt x="2050" y="98"/>
                  </a:lnTo>
                  <a:lnTo>
                    <a:pt x="2054" y="95"/>
                  </a:lnTo>
                  <a:lnTo>
                    <a:pt x="2239" y="95"/>
                  </a:lnTo>
                  <a:lnTo>
                    <a:pt x="2239" y="3"/>
                  </a:lnTo>
                  <a:lnTo>
                    <a:pt x="2242" y="3"/>
                  </a:lnTo>
                  <a:lnTo>
                    <a:pt x="2245" y="9"/>
                  </a:lnTo>
                  <a:lnTo>
                    <a:pt x="2242" y="17"/>
                  </a:lnTo>
                  <a:lnTo>
                    <a:pt x="2245" y="23"/>
                  </a:lnTo>
                  <a:lnTo>
                    <a:pt x="2242" y="39"/>
                  </a:lnTo>
                  <a:lnTo>
                    <a:pt x="2242" y="59"/>
                  </a:lnTo>
                  <a:lnTo>
                    <a:pt x="2245" y="62"/>
                  </a:lnTo>
                  <a:lnTo>
                    <a:pt x="2242" y="72"/>
                  </a:lnTo>
                  <a:lnTo>
                    <a:pt x="2242" y="95"/>
                  </a:lnTo>
                  <a:lnTo>
                    <a:pt x="2552" y="95"/>
                  </a:lnTo>
                  <a:lnTo>
                    <a:pt x="2558" y="90"/>
                  </a:lnTo>
                  <a:lnTo>
                    <a:pt x="2558" y="3"/>
                  </a:lnTo>
                  <a:lnTo>
                    <a:pt x="2561" y="3"/>
                  </a:lnTo>
                  <a:lnTo>
                    <a:pt x="2564" y="20"/>
                  </a:lnTo>
                  <a:lnTo>
                    <a:pt x="2561" y="30"/>
                  </a:lnTo>
                  <a:lnTo>
                    <a:pt x="2564" y="48"/>
                  </a:lnTo>
                  <a:lnTo>
                    <a:pt x="2561" y="56"/>
                  </a:lnTo>
                  <a:lnTo>
                    <a:pt x="2564" y="62"/>
                  </a:lnTo>
                  <a:lnTo>
                    <a:pt x="2561" y="72"/>
                  </a:lnTo>
                  <a:lnTo>
                    <a:pt x="2561" y="90"/>
                  </a:lnTo>
                  <a:lnTo>
                    <a:pt x="2567" y="95"/>
                  </a:lnTo>
                  <a:lnTo>
                    <a:pt x="2868" y="95"/>
                  </a:lnTo>
                  <a:lnTo>
                    <a:pt x="2874" y="87"/>
                  </a:lnTo>
                  <a:lnTo>
                    <a:pt x="2874" y="75"/>
                  </a:lnTo>
                  <a:lnTo>
                    <a:pt x="2871" y="72"/>
                  </a:lnTo>
                  <a:lnTo>
                    <a:pt x="2874" y="65"/>
                  </a:lnTo>
                  <a:lnTo>
                    <a:pt x="2871" y="59"/>
                  </a:lnTo>
                  <a:lnTo>
                    <a:pt x="2874" y="51"/>
                  </a:lnTo>
                  <a:lnTo>
                    <a:pt x="2871" y="45"/>
                  </a:lnTo>
                  <a:lnTo>
                    <a:pt x="2874" y="39"/>
                  </a:lnTo>
                  <a:lnTo>
                    <a:pt x="2871" y="33"/>
                  </a:lnTo>
                  <a:lnTo>
                    <a:pt x="2874" y="26"/>
                  </a:lnTo>
                  <a:lnTo>
                    <a:pt x="2871" y="23"/>
                  </a:lnTo>
                  <a:lnTo>
                    <a:pt x="2874" y="3"/>
                  </a:lnTo>
                  <a:lnTo>
                    <a:pt x="2877" y="3"/>
                  </a:lnTo>
                  <a:lnTo>
                    <a:pt x="2880" y="12"/>
                  </a:lnTo>
                  <a:lnTo>
                    <a:pt x="2877" y="17"/>
                  </a:lnTo>
                  <a:lnTo>
                    <a:pt x="2880" y="23"/>
                  </a:lnTo>
                  <a:lnTo>
                    <a:pt x="2877" y="92"/>
                  </a:lnTo>
                  <a:lnTo>
                    <a:pt x="2880" y="95"/>
                  </a:lnTo>
                  <a:lnTo>
                    <a:pt x="2880" y="170"/>
                  </a:lnTo>
                  <a:lnTo>
                    <a:pt x="2883" y="173"/>
                  </a:lnTo>
                  <a:lnTo>
                    <a:pt x="2880" y="176"/>
                  </a:lnTo>
                  <a:lnTo>
                    <a:pt x="2880" y="417"/>
                  </a:lnTo>
                  <a:lnTo>
                    <a:pt x="3190" y="417"/>
                  </a:lnTo>
                  <a:lnTo>
                    <a:pt x="3190" y="336"/>
                  </a:lnTo>
                  <a:lnTo>
                    <a:pt x="3187" y="333"/>
                  </a:lnTo>
                  <a:lnTo>
                    <a:pt x="3190" y="324"/>
                  </a:lnTo>
                  <a:lnTo>
                    <a:pt x="3187" y="311"/>
                  </a:lnTo>
                  <a:lnTo>
                    <a:pt x="3190" y="307"/>
                  </a:lnTo>
                  <a:lnTo>
                    <a:pt x="3187" y="301"/>
                  </a:lnTo>
                  <a:lnTo>
                    <a:pt x="3190" y="297"/>
                  </a:lnTo>
                  <a:lnTo>
                    <a:pt x="3190" y="198"/>
                  </a:lnTo>
                  <a:lnTo>
                    <a:pt x="3187" y="185"/>
                  </a:lnTo>
                  <a:lnTo>
                    <a:pt x="3190" y="182"/>
                  </a:lnTo>
                  <a:lnTo>
                    <a:pt x="3190" y="92"/>
                  </a:lnTo>
                  <a:lnTo>
                    <a:pt x="3193" y="90"/>
                  </a:lnTo>
                  <a:lnTo>
                    <a:pt x="3193" y="3"/>
                  </a:lnTo>
                  <a:lnTo>
                    <a:pt x="3196" y="3"/>
                  </a:lnTo>
                  <a:lnTo>
                    <a:pt x="3199" y="26"/>
                  </a:lnTo>
                  <a:lnTo>
                    <a:pt x="3196" y="30"/>
                  </a:lnTo>
                  <a:lnTo>
                    <a:pt x="3199" y="36"/>
                  </a:lnTo>
                  <a:lnTo>
                    <a:pt x="3196" y="39"/>
                  </a:lnTo>
                  <a:lnTo>
                    <a:pt x="3199" y="45"/>
                  </a:lnTo>
                  <a:lnTo>
                    <a:pt x="3196" y="51"/>
                  </a:lnTo>
                  <a:lnTo>
                    <a:pt x="3199" y="56"/>
                  </a:lnTo>
                  <a:lnTo>
                    <a:pt x="3196" y="72"/>
                  </a:lnTo>
                  <a:lnTo>
                    <a:pt x="3199" y="75"/>
                  </a:lnTo>
                  <a:lnTo>
                    <a:pt x="3196" y="92"/>
                  </a:lnTo>
                  <a:lnTo>
                    <a:pt x="3246" y="92"/>
                  </a:lnTo>
                  <a:lnTo>
                    <a:pt x="3249" y="95"/>
                  </a:lnTo>
                  <a:lnTo>
                    <a:pt x="3256" y="92"/>
                  </a:lnTo>
                  <a:lnTo>
                    <a:pt x="3279" y="92"/>
                  </a:lnTo>
                  <a:lnTo>
                    <a:pt x="3282" y="95"/>
                  </a:lnTo>
                  <a:lnTo>
                    <a:pt x="3288" y="92"/>
                  </a:lnTo>
                  <a:lnTo>
                    <a:pt x="3313" y="95"/>
                  </a:lnTo>
                  <a:lnTo>
                    <a:pt x="3315" y="92"/>
                  </a:lnTo>
                  <a:lnTo>
                    <a:pt x="3399" y="92"/>
                  </a:lnTo>
                  <a:lnTo>
                    <a:pt x="3402" y="95"/>
                  </a:lnTo>
                  <a:lnTo>
                    <a:pt x="3405" y="92"/>
                  </a:lnTo>
                  <a:lnTo>
                    <a:pt x="3508" y="92"/>
                  </a:lnTo>
                  <a:lnTo>
                    <a:pt x="3508" y="0"/>
                  </a:lnTo>
                  <a:lnTo>
                    <a:pt x="3511" y="0"/>
                  </a:lnTo>
                  <a:lnTo>
                    <a:pt x="3514" y="6"/>
                  </a:lnTo>
                  <a:lnTo>
                    <a:pt x="3514" y="39"/>
                  </a:lnTo>
                  <a:lnTo>
                    <a:pt x="3511" y="42"/>
                  </a:lnTo>
                  <a:lnTo>
                    <a:pt x="3514" y="48"/>
                  </a:lnTo>
                  <a:lnTo>
                    <a:pt x="3514" y="56"/>
                  </a:lnTo>
                  <a:lnTo>
                    <a:pt x="3511" y="65"/>
                  </a:lnTo>
                  <a:lnTo>
                    <a:pt x="3511" y="95"/>
                  </a:lnTo>
                  <a:lnTo>
                    <a:pt x="3514" y="101"/>
                  </a:lnTo>
                  <a:lnTo>
                    <a:pt x="3511" y="111"/>
                  </a:lnTo>
                  <a:lnTo>
                    <a:pt x="3498" y="104"/>
                  </a:lnTo>
                  <a:lnTo>
                    <a:pt x="3450" y="104"/>
                  </a:lnTo>
                  <a:lnTo>
                    <a:pt x="3447" y="107"/>
                  </a:lnTo>
                  <a:lnTo>
                    <a:pt x="3438" y="104"/>
                  </a:lnTo>
                  <a:lnTo>
                    <a:pt x="3435" y="107"/>
                  </a:lnTo>
                  <a:lnTo>
                    <a:pt x="3363" y="107"/>
                  </a:lnTo>
                  <a:lnTo>
                    <a:pt x="3360" y="104"/>
                  </a:lnTo>
                  <a:lnTo>
                    <a:pt x="3357" y="107"/>
                  </a:lnTo>
                  <a:lnTo>
                    <a:pt x="3204" y="107"/>
                  </a:lnTo>
                  <a:lnTo>
                    <a:pt x="3199" y="117"/>
                  </a:lnTo>
                  <a:lnTo>
                    <a:pt x="3203" y="131"/>
                  </a:lnTo>
                  <a:lnTo>
                    <a:pt x="3199" y="134"/>
                  </a:lnTo>
                  <a:lnTo>
                    <a:pt x="3203" y="137"/>
                  </a:lnTo>
                  <a:lnTo>
                    <a:pt x="3199" y="140"/>
                  </a:lnTo>
                  <a:lnTo>
                    <a:pt x="3203" y="146"/>
                  </a:lnTo>
                  <a:lnTo>
                    <a:pt x="3199" y="150"/>
                  </a:lnTo>
                  <a:lnTo>
                    <a:pt x="3203" y="156"/>
                  </a:lnTo>
                  <a:lnTo>
                    <a:pt x="3199" y="159"/>
                  </a:lnTo>
                  <a:lnTo>
                    <a:pt x="3203" y="162"/>
                  </a:lnTo>
                  <a:lnTo>
                    <a:pt x="3199" y="170"/>
                  </a:lnTo>
                  <a:lnTo>
                    <a:pt x="3203" y="176"/>
                  </a:lnTo>
                  <a:lnTo>
                    <a:pt x="3199" y="185"/>
                  </a:lnTo>
                  <a:lnTo>
                    <a:pt x="3203" y="192"/>
                  </a:lnTo>
                  <a:lnTo>
                    <a:pt x="3199" y="201"/>
                  </a:lnTo>
                  <a:lnTo>
                    <a:pt x="3199" y="237"/>
                  </a:lnTo>
                  <a:lnTo>
                    <a:pt x="3203" y="238"/>
                  </a:lnTo>
                  <a:lnTo>
                    <a:pt x="3199" y="243"/>
                  </a:lnTo>
                  <a:lnTo>
                    <a:pt x="3199" y="428"/>
                  </a:lnTo>
                  <a:lnTo>
                    <a:pt x="3196" y="438"/>
                  </a:lnTo>
                  <a:lnTo>
                    <a:pt x="3196" y="477"/>
                  </a:lnTo>
                  <a:lnTo>
                    <a:pt x="3199" y="480"/>
                  </a:lnTo>
                  <a:lnTo>
                    <a:pt x="3196" y="489"/>
                  </a:lnTo>
                  <a:lnTo>
                    <a:pt x="3196" y="531"/>
                  </a:lnTo>
                  <a:lnTo>
                    <a:pt x="3193" y="531"/>
                  </a:lnTo>
                  <a:lnTo>
                    <a:pt x="3193" y="483"/>
                  </a:lnTo>
                  <a:lnTo>
                    <a:pt x="3190" y="477"/>
                  </a:lnTo>
                  <a:lnTo>
                    <a:pt x="3193" y="467"/>
                  </a:lnTo>
                  <a:lnTo>
                    <a:pt x="3193" y="435"/>
                  </a:lnTo>
                  <a:lnTo>
                    <a:pt x="3187" y="428"/>
                  </a:lnTo>
                  <a:lnTo>
                    <a:pt x="3027" y="428"/>
                  </a:lnTo>
                  <a:lnTo>
                    <a:pt x="3024" y="431"/>
                  </a:lnTo>
                  <a:lnTo>
                    <a:pt x="3016" y="428"/>
                  </a:lnTo>
                  <a:lnTo>
                    <a:pt x="3000" y="428"/>
                  </a:lnTo>
                  <a:lnTo>
                    <a:pt x="2997" y="431"/>
                  </a:lnTo>
                  <a:lnTo>
                    <a:pt x="2988" y="428"/>
                  </a:lnTo>
                  <a:lnTo>
                    <a:pt x="2977" y="431"/>
                  </a:lnTo>
                  <a:lnTo>
                    <a:pt x="2974" y="428"/>
                  </a:lnTo>
                  <a:lnTo>
                    <a:pt x="2968" y="431"/>
                  </a:lnTo>
                  <a:lnTo>
                    <a:pt x="2929" y="431"/>
                  </a:lnTo>
                  <a:lnTo>
                    <a:pt x="2922" y="428"/>
                  </a:lnTo>
                  <a:lnTo>
                    <a:pt x="2916" y="431"/>
                  </a:lnTo>
                  <a:lnTo>
                    <a:pt x="2910" y="428"/>
                  </a:lnTo>
                  <a:lnTo>
                    <a:pt x="2907" y="431"/>
                  </a:lnTo>
                  <a:lnTo>
                    <a:pt x="2902" y="428"/>
                  </a:lnTo>
                  <a:lnTo>
                    <a:pt x="2896" y="431"/>
                  </a:lnTo>
                  <a:lnTo>
                    <a:pt x="2877" y="431"/>
                  </a:lnTo>
                  <a:lnTo>
                    <a:pt x="2877" y="534"/>
                  </a:lnTo>
                  <a:lnTo>
                    <a:pt x="2874" y="534"/>
                  </a:lnTo>
                  <a:lnTo>
                    <a:pt x="2871" y="522"/>
                  </a:lnTo>
                  <a:lnTo>
                    <a:pt x="2871" y="497"/>
                  </a:lnTo>
                  <a:lnTo>
                    <a:pt x="2874" y="495"/>
                  </a:lnTo>
                  <a:lnTo>
                    <a:pt x="2871" y="489"/>
                  </a:lnTo>
                  <a:lnTo>
                    <a:pt x="2871" y="477"/>
                  </a:lnTo>
                  <a:lnTo>
                    <a:pt x="2874" y="470"/>
                  </a:lnTo>
                  <a:lnTo>
                    <a:pt x="2871" y="464"/>
                  </a:lnTo>
                  <a:lnTo>
                    <a:pt x="2871" y="428"/>
                  </a:lnTo>
                  <a:lnTo>
                    <a:pt x="2868" y="425"/>
                  </a:lnTo>
                  <a:lnTo>
                    <a:pt x="2868" y="279"/>
                  </a:lnTo>
                  <a:lnTo>
                    <a:pt x="2871" y="276"/>
                  </a:lnTo>
                  <a:lnTo>
                    <a:pt x="2868" y="274"/>
                  </a:lnTo>
                  <a:lnTo>
                    <a:pt x="2868" y="134"/>
                  </a:lnTo>
                  <a:lnTo>
                    <a:pt x="2871" y="126"/>
                  </a:lnTo>
                  <a:lnTo>
                    <a:pt x="2868" y="114"/>
                  </a:lnTo>
                  <a:lnTo>
                    <a:pt x="2863" y="107"/>
                  </a:lnTo>
                  <a:lnTo>
                    <a:pt x="2757" y="107"/>
                  </a:lnTo>
                  <a:lnTo>
                    <a:pt x="2756" y="111"/>
                  </a:lnTo>
                  <a:lnTo>
                    <a:pt x="2746" y="107"/>
                  </a:lnTo>
                  <a:lnTo>
                    <a:pt x="2722" y="107"/>
                  </a:lnTo>
                  <a:lnTo>
                    <a:pt x="2717" y="111"/>
                  </a:lnTo>
                  <a:lnTo>
                    <a:pt x="2708" y="107"/>
                  </a:lnTo>
                  <a:lnTo>
                    <a:pt x="2692" y="107"/>
                  </a:lnTo>
                  <a:lnTo>
                    <a:pt x="2689" y="111"/>
                  </a:lnTo>
                  <a:lnTo>
                    <a:pt x="2686" y="107"/>
                  </a:lnTo>
                  <a:lnTo>
                    <a:pt x="2633" y="107"/>
                  </a:lnTo>
                  <a:lnTo>
                    <a:pt x="2627" y="111"/>
                  </a:lnTo>
                  <a:lnTo>
                    <a:pt x="2617" y="107"/>
                  </a:lnTo>
                  <a:lnTo>
                    <a:pt x="2594" y="111"/>
                  </a:lnTo>
                  <a:lnTo>
                    <a:pt x="2585" y="107"/>
                  </a:lnTo>
                  <a:lnTo>
                    <a:pt x="2572" y="111"/>
                  </a:lnTo>
                  <a:lnTo>
                    <a:pt x="2569" y="107"/>
                  </a:lnTo>
                  <a:lnTo>
                    <a:pt x="2558" y="114"/>
                  </a:lnTo>
                  <a:lnTo>
                    <a:pt x="2549" y="107"/>
                  </a:lnTo>
                  <a:lnTo>
                    <a:pt x="2546" y="111"/>
                  </a:lnTo>
                  <a:lnTo>
                    <a:pt x="2536" y="107"/>
                  </a:lnTo>
                  <a:lnTo>
                    <a:pt x="2513" y="107"/>
                  </a:lnTo>
                  <a:lnTo>
                    <a:pt x="2507" y="111"/>
                  </a:lnTo>
                  <a:lnTo>
                    <a:pt x="2500" y="107"/>
                  </a:lnTo>
                  <a:lnTo>
                    <a:pt x="2496" y="111"/>
                  </a:lnTo>
                  <a:lnTo>
                    <a:pt x="2479" y="107"/>
                  </a:lnTo>
                  <a:lnTo>
                    <a:pt x="2466" y="111"/>
                  </a:lnTo>
                  <a:lnTo>
                    <a:pt x="2460" y="107"/>
                  </a:lnTo>
                  <a:lnTo>
                    <a:pt x="2458" y="111"/>
                  </a:lnTo>
                  <a:lnTo>
                    <a:pt x="2440" y="107"/>
                  </a:lnTo>
                  <a:lnTo>
                    <a:pt x="2433" y="111"/>
                  </a:lnTo>
                  <a:lnTo>
                    <a:pt x="2427" y="107"/>
                  </a:lnTo>
                  <a:lnTo>
                    <a:pt x="2421" y="111"/>
                  </a:lnTo>
                  <a:lnTo>
                    <a:pt x="2401" y="111"/>
                  </a:lnTo>
                  <a:lnTo>
                    <a:pt x="2398" y="107"/>
                  </a:lnTo>
                  <a:lnTo>
                    <a:pt x="2395" y="111"/>
                  </a:lnTo>
                  <a:lnTo>
                    <a:pt x="2261" y="111"/>
                  </a:lnTo>
                  <a:lnTo>
                    <a:pt x="2258" y="107"/>
                  </a:lnTo>
                  <a:lnTo>
                    <a:pt x="2239" y="114"/>
                  </a:lnTo>
                  <a:lnTo>
                    <a:pt x="2236" y="111"/>
                  </a:lnTo>
                  <a:lnTo>
                    <a:pt x="1923" y="111"/>
                  </a:lnTo>
                  <a:lnTo>
                    <a:pt x="1923" y="117"/>
                  </a:lnTo>
                  <a:lnTo>
                    <a:pt x="1920" y="117"/>
                  </a:lnTo>
                  <a:lnTo>
                    <a:pt x="1920" y="111"/>
                  </a:lnTo>
                  <a:lnTo>
                    <a:pt x="1610" y="111"/>
                  </a:lnTo>
                  <a:lnTo>
                    <a:pt x="1604" y="117"/>
                  </a:lnTo>
                  <a:lnTo>
                    <a:pt x="1604" y="431"/>
                  </a:lnTo>
                  <a:lnTo>
                    <a:pt x="1601" y="435"/>
                  </a:lnTo>
                  <a:lnTo>
                    <a:pt x="1601" y="536"/>
                  </a:lnTo>
                  <a:lnTo>
                    <a:pt x="1599" y="536"/>
                  </a:lnTo>
                  <a:lnTo>
                    <a:pt x="1596" y="525"/>
                  </a:lnTo>
                  <a:lnTo>
                    <a:pt x="1599" y="509"/>
                  </a:lnTo>
                  <a:lnTo>
                    <a:pt x="1596" y="503"/>
                  </a:lnTo>
                  <a:lnTo>
                    <a:pt x="1599" y="489"/>
                  </a:lnTo>
                  <a:lnTo>
                    <a:pt x="1596" y="483"/>
                  </a:lnTo>
                  <a:lnTo>
                    <a:pt x="1599" y="473"/>
                  </a:lnTo>
                  <a:lnTo>
                    <a:pt x="1599" y="438"/>
                  </a:lnTo>
                  <a:lnTo>
                    <a:pt x="1593" y="431"/>
                  </a:lnTo>
                  <a:lnTo>
                    <a:pt x="1288" y="431"/>
                  </a:lnTo>
                  <a:lnTo>
                    <a:pt x="1281" y="438"/>
                  </a:lnTo>
                  <a:lnTo>
                    <a:pt x="1281" y="536"/>
                  </a:lnTo>
                  <a:lnTo>
                    <a:pt x="1278" y="536"/>
                  </a:lnTo>
                  <a:lnTo>
                    <a:pt x="1278" y="519"/>
                  </a:lnTo>
                  <a:lnTo>
                    <a:pt x="1275" y="512"/>
                  </a:lnTo>
                  <a:lnTo>
                    <a:pt x="1278" y="503"/>
                  </a:lnTo>
                  <a:lnTo>
                    <a:pt x="1275" y="500"/>
                  </a:lnTo>
                  <a:lnTo>
                    <a:pt x="1278" y="492"/>
                  </a:lnTo>
                  <a:lnTo>
                    <a:pt x="1275" y="486"/>
                  </a:lnTo>
                  <a:lnTo>
                    <a:pt x="1278" y="483"/>
                  </a:lnTo>
                  <a:lnTo>
                    <a:pt x="1275" y="477"/>
                  </a:lnTo>
                  <a:lnTo>
                    <a:pt x="1275" y="459"/>
                  </a:lnTo>
                  <a:lnTo>
                    <a:pt x="1278" y="450"/>
                  </a:lnTo>
                  <a:lnTo>
                    <a:pt x="1275" y="424"/>
                  </a:lnTo>
                  <a:lnTo>
                    <a:pt x="1272" y="417"/>
                  </a:lnTo>
                  <a:lnTo>
                    <a:pt x="1275" y="414"/>
                  </a:lnTo>
                  <a:lnTo>
                    <a:pt x="1272" y="408"/>
                  </a:lnTo>
                  <a:lnTo>
                    <a:pt x="1272" y="382"/>
                  </a:lnTo>
                  <a:lnTo>
                    <a:pt x="1275" y="375"/>
                  </a:lnTo>
                  <a:lnTo>
                    <a:pt x="1272" y="372"/>
                  </a:lnTo>
                  <a:lnTo>
                    <a:pt x="1275" y="366"/>
                  </a:lnTo>
                  <a:lnTo>
                    <a:pt x="1272" y="363"/>
                  </a:lnTo>
                  <a:lnTo>
                    <a:pt x="1272" y="310"/>
                  </a:lnTo>
                  <a:lnTo>
                    <a:pt x="1275" y="304"/>
                  </a:lnTo>
                  <a:lnTo>
                    <a:pt x="1272" y="297"/>
                  </a:lnTo>
                  <a:lnTo>
                    <a:pt x="1275" y="294"/>
                  </a:lnTo>
                  <a:lnTo>
                    <a:pt x="1272" y="288"/>
                  </a:lnTo>
                  <a:lnTo>
                    <a:pt x="1272" y="259"/>
                  </a:lnTo>
                  <a:lnTo>
                    <a:pt x="1275" y="255"/>
                  </a:lnTo>
                  <a:lnTo>
                    <a:pt x="1272" y="249"/>
                  </a:lnTo>
                  <a:lnTo>
                    <a:pt x="1272" y="237"/>
                  </a:lnTo>
                  <a:lnTo>
                    <a:pt x="1275" y="231"/>
                  </a:lnTo>
                  <a:lnTo>
                    <a:pt x="1272" y="218"/>
                  </a:lnTo>
                  <a:lnTo>
                    <a:pt x="1275" y="215"/>
                  </a:lnTo>
                  <a:lnTo>
                    <a:pt x="1272" y="209"/>
                  </a:lnTo>
                  <a:lnTo>
                    <a:pt x="1275" y="202"/>
                  </a:lnTo>
                  <a:lnTo>
                    <a:pt x="1272" y="201"/>
                  </a:lnTo>
                  <a:lnTo>
                    <a:pt x="1275" y="195"/>
                  </a:lnTo>
                  <a:lnTo>
                    <a:pt x="1272" y="185"/>
                  </a:lnTo>
                  <a:lnTo>
                    <a:pt x="1275" y="182"/>
                  </a:lnTo>
                  <a:lnTo>
                    <a:pt x="1272" y="176"/>
                  </a:lnTo>
                  <a:lnTo>
                    <a:pt x="1275" y="167"/>
                  </a:lnTo>
                  <a:lnTo>
                    <a:pt x="1272" y="162"/>
                  </a:lnTo>
                  <a:lnTo>
                    <a:pt x="1272" y="153"/>
                  </a:lnTo>
                  <a:lnTo>
                    <a:pt x="1275" y="146"/>
                  </a:lnTo>
                  <a:lnTo>
                    <a:pt x="1272" y="143"/>
                  </a:lnTo>
                  <a:lnTo>
                    <a:pt x="1275" y="140"/>
                  </a:lnTo>
                  <a:lnTo>
                    <a:pt x="1272" y="134"/>
                  </a:lnTo>
                  <a:lnTo>
                    <a:pt x="1275" y="111"/>
                  </a:lnTo>
                  <a:lnTo>
                    <a:pt x="967" y="111"/>
                  </a:lnTo>
                  <a:lnTo>
                    <a:pt x="961" y="117"/>
                  </a:lnTo>
                  <a:lnTo>
                    <a:pt x="954" y="111"/>
                  </a:lnTo>
                  <a:lnTo>
                    <a:pt x="649" y="111"/>
                  </a:lnTo>
                  <a:lnTo>
                    <a:pt x="643" y="117"/>
                  </a:lnTo>
                  <a:lnTo>
                    <a:pt x="637" y="111"/>
                  </a:lnTo>
                  <a:lnTo>
                    <a:pt x="514" y="111"/>
                  </a:lnTo>
                  <a:lnTo>
                    <a:pt x="504" y="114"/>
                  </a:lnTo>
                  <a:lnTo>
                    <a:pt x="501" y="111"/>
                  </a:lnTo>
                  <a:lnTo>
                    <a:pt x="498" y="114"/>
                  </a:lnTo>
                  <a:lnTo>
                    <a:pt x="339" y="114"/>
                  </a:lnTo>
                  <a:lnTo>
                    <a:pt x="329" y="123"/>
                  </a:lnTo>
                  <a:lnTo>
                    <a:pt x="329" y="192"/>
                  </a:lnTo>
                  <a:lnTo>
                    <a:pt x="332" y="195"/>
                  </a:lnTo>
                  <a:lnTo>
                    <a:pt x="329" y="198"/>
                  </a:lnTo>
                  <a:lnTo>
                    <a:pt x="329" y="301"/>
                  </a:lnTo>
                  <a:lnTo>
                    <a:pt x="332" y="307"/>
                  </a:lnTo>
                  <a:lnTo>
                    <a:pt x="329" y="315"/>
                  </a:lnTo>
                  <a:lnTo>
                    <a:pt x="329" y="343"/>
                  </a:lnTo>
                  <a:lnTo>
                    <a:pt x="332" y="349"/>
                  </a:lnTo>
                  <a:lnTo>
                    <a:pt x="329" y="363"/>
                  </a:lnTo>
                  <a:lnTo>
                    <a:pt x="332" y="366"/>
                  </a:lnTo>
                  <a:lnTo>
                    <a:pt x="329" y="369"/>
                  </a:lnTo>
                  <a:lnTo>
                    <a:pt x="329" y="425"/>
                  </a:lnTo>
                  <a:lnTo>
                    <a:pt x="332" y="431"/>
                  </a:lnTo>
                  <a:lnTo>
                    <a:pt x="325" y="441"/>
                  </a:lnTo>
                  <a:lnTo>
                    <a:pt x="325" y="506"/>
                  </a:lnTo>
                  <a:lnTo>
                    <a:pt x="329" y="509"/>
                  </a:lnTo>
                  <a:lnTo>
                    <a:pt x="325" y="516"/>
                  </a:lnTo>
                  <a:lnTo>
                    <a:pt x="329" y="519"/>
                  </a:lnTo>
                  <a:lnTo>
                    <a:pt x="325" y="525"/>
                  </a:lnTo>
                  <a:lnTo>
                    <a:pt x="329" y="531"/>
                  </a:lnTo>
                  <a:lnTo>
                    <a:pt x="325" y="539"/>
                  </a:lnTo>
                  <a:lnTo>
                    <a:pt x="322" y="539"/>
                  </a:lnTo>
                  <a:lnTo>
                    <a:pt x="322" y="441"/>
                  </a:lnTo>
                  <a:lnTo>
                    <a:pt x="316" y="435"/>
                  </a:lnTo>
                  <a:lnTo>
                    <a:pt x="257" y="435"/>
                  </a:lnTo>
                  <a:lnTo>
                    <a:pt x="254" y="438"/>
                  </a:lnTo>
                  <a:lnTo>
                    <a:pt x="243" y="435"/>
                  </a:lnTo>
                  <a:lnTo>
                    <a:pt x="237" y="438"/>
                  </a:lnTo>
                  <a:lnTo>
                    <a:pt x="216" y="435"/>
                  </a:lnTo>
                  <a:lnTo>
                    <a:pt x="213" y="438"/>
                  </a:lnTo>
                  <a:lnTo>
                    <a:pt x="210" y="435"/>
                  </a:lnTo>
                  <a:lnTo>
                    <a:pt x="207" y="438"/>
                  </a:lnTo>
                  <a:lnTo>
                    <a:pt x="9" y="438"/>
                  </a:lnTo>
                  <a:lnTo>
                    <a:pt x="3" y="444"/>
                  </a:lnTo>
                  <a:lnTo>
                    <a:pt x="3" y="542"/>
                  </a:lnTo>
                  <a:lnTo>
                    <a:pt x="0" y="54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6" name="未知">
              <a:extLst>
                <a:ext uri="{FF2B5EF4-FFF2-40B4-BE49-F238E27FC236}">
                  <a16:creationId xmlns:a16="http://schemas.microsoft.com/office/drawing/2014/main" id="{14C41A73-B87D-4C5D-8004-97027B84CDFC}"/>
                </a:ext>
              </a:extLst>
            </p:cNvPr>
            <p:cNvSpPr>
              <a:spLocks/>
            </p:cNvSpPr>
            <p:nvPr/>
          </p:nvSpPr>
          <p:spPr bwMode="auto">
            <a:xfrm>
              <a:off x="692" y="884"/>
              <a:ext cx="3" cy="108"/>
            </a:xfrm>
            <a:custGeom>
              <a:avLst/>
              <a:gdLst>
                <a:gd name="T0" fmla="*/ 0 w 3"/>
                <a:gd name="T1" fmla="*/ 107 h 108"/>
                <a:gd name="T2" fmla="*/ 0 w 3"/>
                <a:gd name="T3" fmla="*/ 0 h 108"/>
                <a:gd name="T4" fmla="*/ 2 w 3"/>
                <a:gd name="T5" fmla="*/ 0 h 108"/>
                <a:gd name="T6" fmla="*/ 2 w 3"/>
                <a:gd name="T7" fmla="*/ 107 h 108"/>
                <a:gd name="T8" fmla="*/ 0 w 3"/>
                <a:gd name="T9" fmla="*/ 107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108">
                  <a:moveTo>
                    <a:pt x="0" y="107"/>
                  </a:moveTo>
                  <a:lnTo>
                    <a:pt x="0" y="0"/>
                  </a:lnTo>
                  <a:lnTo>
                    <a:pt x="2" y="0"/>
                  </a:lnTo>
                  <a:lnTo>
                    <a:pt x="2" y="107"/>
                  </a:lnTo>
                  <a:lnTo>
                    <a:pt x="0" y="107"/>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7" name="未知">
              <a:extLst>
                <a:ext uri="{FF2B5EF4-FFF2-40B4-BE49-F238E27FC236}">
                  <a16:creationId xmlns:a16="http://schemas.microsoft.com/office/drawing/2014/main" id="{49E66D88-1858-4F4D-A5B8-7446CD08F1B5}"/>
                </a:ext>
              </a:extLst>
            </p:cNvPr>
            <p:cNvSpPr>
              <a:spLocks/>
            </p:cNvSpPr>
            <p:nvPr/>
          </p:nvSpPr>
          <p:spPr bwMode="auto">
            <a:xfrm>
              <a:off x="692" y="602"/>
              <a:ext cx="3" cy="111"/>
            </a:xfrm>
            <a:custGeom>
              <a:avLst/>
              <a:gdLst>
                <a:gd name="T0" fmla="*/ 0 w 3"/>
                <a:gd name="T1" fmla="*/ 110 h 111"/>
                <a:gd name="T2" fmla="*/ 0 w 3"/>
                <a:gd name="T3" fmla="*/ 0 h 111"/>
                <a:gd name="T4" fmla="*/ 2 w 3"/>
                <a:gd name="T5" fmla="*/ 0 h 111"/>
                <a:gd name="T6" fmla="*/ 2 w 3"/>
                <a:gd name="T7" fmla="*/ 110 h 111"/>
                <a:gd name="T8" fmla="*/ 0 w 3"/>
                <a:gd name="T9" fmla="*/ 11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111">
                  <a:moveTo>
                    <a:pt x="0" y="110"/>
                  </a:moveTo>
                  <a:lnTo>
                    <a:pt x="0" y="0"/>
                  </a:lnTo>
                  <a:lnTo>
                    <a:pt x="2" y="0"/>
                  </a:lnTo>
                  <a:lnTo>
                    <a:pt x="2" y="110"/>
                  </a:lnTo>
                  <a:lnTo>
                    <a:pt x="0" y="11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8" name="未知">
              <a:extLst>
                <a:ext uri="{FF2B5EF4-FFF2-40B4-BE49-F238E27FC236}">
                  <a16:creationId xmlns:a16="http://schemas.microsoft.com/office/drawing/2014/main" id="{1A75DF2A-0BBF-434A-BA03-63F7FA899371}"/>
                </a:ext>
              </a:extLst>
            </p:cNvPr>
            <p:cNvSpPr>
              <a:spLocks/>
            </p:cNvSpPr>
            <p:nvPr/>
          </p:nvSpPr>
          <p:spPr bwMode="auto">
            <a:xfrm>
              <a:off x="833" y="10"/>
              <a:ext cx="44" cy="69"/>
            </a:xfrm>
            <a:custGeom>
              <a:avLst/>
              <a:gdLst>
                <a:gd name="T0" fmla="*/ 0 w 44"/>
                <a:gd name="T1" fmla="*/ 49 h 69"/>
                <a:gd name="T2" fmla="*/ 0 w 44"/>
                <a:gd name="T3" fmla="*/ 20 h 69"/>
                <a:gd name="T4" fmla="*/ 5 w 44"/>
                <a:gd name="T5" fmla="*/ 8 h 69"/>
                <a:gd name="T6" fmla="*/ 24 w 44"/>
                <a:gd name="T7" fmla="*/ 0 h 69"/>
                <a:gd name="T8" fmla="*/ 37 w 44"/>
                <a:gd name="T9" fmla="*/ 8 h 69"/>
                <a:gd name="T10" fmla="*/ 43 w 44"/>
                <a:gd name="T11" fmla="*/ 23 h 69"/>
                <a:gd name="T12" fmla="*/ 43 w 44"/>
                <a:gd name="T13" fmla="*/ 49 h 69"/>
                <a:gd name="T14" fmla="*/ 30 w 44"/>
                <a:gd name="T15" fmla="*/ 68 h 69"/>
                <a:gd name="T16" fmla="*/ 11 w 44"/>
                <a:gd name="T17" fmla="*/ 68 h 69"/>
                <a:gd name="T18" fmla="*/ 0 w 44"/>
                <a:gd name="T19" fmla="*/ 49 h 6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4" h="69">
                  <a:moveTo>
                    <a:pt x="0" y="49"/>
                  </a:moveTo>
                  <a:lnTo>
                    <a:pt x="0" y="20"/>
                  </a:lnTo>
                  <a:lnTo>
                    <a:pt x="5" y="8"/>
                  </a:lnTo>
                  <a:lnTo>
                    <a:pt x="24" y="0"/>
                  </a:lnTo>
                  <a:lnTo>
                    <a:pt x="37" y="8"/>
                  </a:lnTo>
                  <a:lnTo>
                    <a:pt x="43" y="23"/>
                  </a:lnTo>
                  <a:lnTo>
                    <a:pt x="43" y="49"/>
                  </a:lnTo>
                  <a:lnTo>
                    <a:pt x="30" y="68"/>
                  </a:lnTo>
                  <a:lnTo>
                    <a:pt x="11" y="68"/>
                  </a:lnTo>
                  <a:lnTo>
                    <a:pt x="0" y="49"/>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9" name="未知">
              <a:extLst>
                <a:ext uri="{FF2B5EF4-FFF2-40B4-BE49-F238E27FC236}">
                  <a16:creationId xmlns:a16="http://schemas.microsoft.com/office/drawing/2014/main" id="{12C2E42C-56CA-462D-A2D5-54EDFD028D95}"/>
                </a:ext>
              </a:extLst>
            </p:cNvPr>
            <p:cNvSpPr>
              <a:spLocks/>
            </p:cNvSpPr>
            <p:nvPr/>
          </p:nvSpPr>
          <p:spPr bwMode="auto">
            <a:xfrm>
              <a:off x="838" y="13"/>
              <a:ext cx="32" cy="66"/>
            </a:xfrm>
            <a:custGeom>
              <a:avLst/>
              <a:gdLst>
                <a:gd name="T0" fmla="*/ 3 w 32"/>
                <a:gd name="T1" fmla="*/ 50 h 66"/>
                <a:gd name="T2" fmla="*/ 3 w 32"/>
                <a:gd name="T3" fmla="*/ 56 h 66"/>
                <a:gd name="T4" fmla="*/ 16 w 32"/>
                <a:gd name="T5" fmla="*/ 65 h 66"/>
                <a:gd name="T6" fmla="*/ 25 w 32"/>
                <a:gd name="T7" fmla="*/ 62 h 66"/>
                <a:gd name="T8" fmla="*/ 31 w 32"/>
                <a:gd name="T9" fmla="*/ 29 h 66"/>
                <a:gd name="T10" fmla="*/ 28 w 32"/>
                <a:gd name="T11" fmla="*/ 26 h 66"/>
                <a:gd name="T12" fmla="*/ 31 w 32"/>
                <a:gd name="T13" fmla="*/ 23 h 66"/>
                <a:gd name="T14" fmla="*/ 22 w 32"/>
                <a:gd name="T15" fmla="*/ 2 h 66"/>
                <a:gd name="T16" fmla="*/ 12 w 32"/>
                <a:gd name="T17" fmla="*/ 0 h 66"/>
                <a:gd name="T18" fmla="*/ 3 w 32"/>
                <a:gd name="T19" fmla="*/ 11 h 66"/>
                <a:gd name="T20" fmla="*/ 0 w 32"/>
                <a:gd name="T21" fmla="*/ 26 h 66"/>
                <a:gd name="T22" fmla="*/ 0 w 32"/>
                <a:gd name="T23" fmla="*/ 46 h 66"/>
                <a:gd name="T24" fmla="*/ 3 w 32"/>
                <a:gd name="T25" fmla="*/ 50 h 6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2" h="66">
                  <a:moveTo>
                    <a:pt x="3" y="50"/>
                  </a:moveTo>
                  <a:lnTo>
                    <a:pt x="3" y="56"/>
                  </a:lnTo>
                  <a:lnTo>
                    <a:pt x="16" y="65"/>
                  </a:lnTo>
                  <a:lnTo>
                    <a:pt x="25" y="62"/>
                  </a:lnTo>
                  <a:lnTo>
                    <a:pt x="31" y="29"/>
                  </a:lnTo>
                  <a:lnTo>
                    <a:pt x="28" y="26"/>
                  </a:lnTo>
                  <a:lnTo>
                    <a:pt x="31" y="23"/>
                  </a:lnTo>
                  <a:lnTo>
                    <a:pt x="22" y="2"/>
                  </a:lnTo>
                  <a:lnTo>
                    <a:pt x="12" y="0"/>
                  </a:lnTo>
                  <a:lnTo>
                    <a:pt x="3" y="11"/>
                  </a:lnTo>
                  <a:lnTo>
                    <a:pt x="0" y="26"/>
                  </a:lnTo>
                  <a:lnTo>
                    <a:pt x="0" y="46"/>
                  </a:lnTo>
                  <a:lnTo>
                    <a:pt x="3" y="50"/>
                  </a:lnTo>
                </a:path>
              </a:pathLst>
            </a:custGeom>
            <a:solidFill>
              <a:srgbClr val="FFFFFF"/>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0" name="未知">
              <a:extLst>
                <a:ext uri="{FF2B5EF4-FFF2-40B4-BE49-F238E27FC236}">
                  <a16:creationId xmlns:a16="http://schemas.microsoft.com/office/drawing/2014/main" id="{CED42872-1F44-4966-ADD2-4A599A624BCB}"/>
                </a:ext>
              </a:extLst>
            </p:cNvPr>
            <p:cNvSpPr>
              <a:spLocks/>
            </p:cNvSpPr>
            <p:nvPr/>
          </p:nvSpPr>
          <p:spPr bwMode="auto">
            <a:xfrm>
              <a:off x="1014" y="39"/>
              <a:ext cx="7" cy="111"/>
            </a:xfrm>
            <a:custGeom>
              <a:avLst/>
              <a:gdLst>
                <a:gd name="T0" fmla="*/ 0 w 7"/>
                <a:gd name="T1" fmla="*/ 110 h 111"/>
                <a:gd name="T2" fmla="*/ 0 w 7"/>
                <a:gd name="T3" fmla="*/ 0 h 111"/>
                <a:gd name="T4" fmla="*/ 3 w 7"/>
                <a:gd name="T5" fmla="*/ 0 h 111"/>
                <a:gd name="T6" fmla="*/ 6 w 7"/>
                <a:gd name="T7" fmla="*/ 36 h 111"/>
                <a:gd name="T8" fmla="*/ 3 w 7"/>
                <a:gd name="T9" fmla="*/ 39 h 111"/>
                <a:gd name="T10" fmla="*/ 6 w 7"/>
                <a:gd name="T11" fmla="*/ 45 h 111"/>
                <a:gd name="T12" fmla="*/ 3 w 7"/>
                <a:gd name="T13" fmla="*/ 53 h 111"/>
                <a:gd name="T14" fmla="*/ 6 w 7"/>
                <a:gd name="T15" fmla="*/ 56 h 111"/>
                <a:gd name="T16" fmla="*/ 3 w 7"/>
                <a:gd name="T17" fmla="*/ 77 h 111"/>
                <a:gd name="T18" fmla="*/ 6 w 7"/>
                <a:gd name="T19" fmla="*/ 81 h 111"/>
                <a:gd name="T20" fmla="*/ 3 w 7"/>
                <a:gd name="T21" fmla="*/ 88 h 111"/>
                <a:gd name="T22" fmla="*/ 6 w 7"/>
                <a:gd name="T23" fmla="*/ 91 h 111"/>
                <a:gd name="T24" fmla="*/ 3 w 7"/>
                <a:gd name="T25" fmla="*/ 110 h 111"/>
                <a:gd name="T26" fmla="*/ 0 w 7"/>
                <a:gd name="T27" fmla="*/ 110 h 11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 h="111">
                  <a:moveTo>
                    <a:pt x="0" y="110"/>
                  </a:moveTo>
                  <a:lnTo>
                    <a:pt x="0" y="0"/>
                  </a:lnTo>
                  <a:lnTo>
                    <a:pt x="3" y="0"/>
                  </a:lnTo>
                  <a:lnTo>
                    <a:pt x="6" y="36"/>
                  </a:lnTo>
                  <a:lnTo>
                    <a:pt x="3" y="39"/>
                  </a:lnTo>
                  <a:lnTo>
                    <a:pt x="6" y="45"/>
                  </a:lnTo>
                  <a:lnTo>
                    <a:pt x="3" y="53"/>
                  </a:lnTo>
                  <a:lnTo>
                    <a:pt x="6" y="56"/>
                  </a:lnTo>
                  <a:lnTo>
                    <a:pt x="3" y="77"/>
                  </a:lnTo>
                  <a:lnTo>
                    <a:pt x="6" y="81"/>
                  </a:lnTo>
                  <a:lnTo>
                    <a:pt x="3" y="88"/>
                  </a:lnTo>
                  <a:lnTo>
                    <a:pt x="6" y="91"/>
                  </a:lnTo>
                  <a:lnTo>
                    <a:pt x="3" y="110"/>
                  </a:lnTo>
                  <a:lnTo>
                    <a:pt x="0" y="11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1" name="未知">
              <a:extLst>
                <a:ext uri="{FF2B5EF4-FFF2-40B4-BE49-F238E27FC236}">
                  <a16:creationId xmlns:a16="http://schemas.microsoft.com/office/drawing/2014/main" id="{D68C52B1-DBF0-4CA2-AD83-22AE40D2614C}"/>
                </a:ext>
              </a:extLst>
            </p:cNvPr>
            <p:cNvSpPr>
              <a:spLocks/>
            </p:cNvSpPr>
            <p:nvPr/>
          </p:nvSpPr>
          <p:spPr bwMode="auto">
            <a:xfrm>
              <a:off x="1170" y="10"/>
              <a:ext cx="15" cy="66"/>
            </a:xfrm>
            <a:custGeom>
              <a:avLst/>
              <a:gdLst>
                <a:gd name="T0" fmla="*/ 0 w 15"/>
                <a:gd name="T1" fmla="*/ 62 h 66"/>
                <a:gd name="T2" fmla="*/ 3 w 15"/>
                <a:gd name="T3" fmla="*/ 53 h 66"/>
                <a:gd name="T4" fmla="*/ 3 w 15"/>
                <a:gd name="T5" fmla="*/ 8 h 66"/>
                <a:gd name="T6" fmla="*/ 0 w 15"/>
                <a:gd name="T7" fmla="*/ 3 h 66"/>
                <a:gd name="T8" fmla="*/ 8 w 15"/>
                <a:gd name="T9" fmla="*/ 0 h 66"/>
                <a:gd name="T10" fmla="*/ 11 w 15"/>
                <a:gd name="T11" fmla="*/ 5 h 66"/>
                <a:gd name="T12" fmla="*/ 8 w 15"/>
                <a:gd name="T13" fmla="*/ 14 h 66"/>
                <a:gd name="T14" fmla="*/ 8 w 15"/>
                <a:gd name="T15" fmla="*/ 46 h 66"/>
                <a:gd name="T16" fmla="*/ 11 w 15"/>
                <a:gd name="T17" fmla="*/ 50 h 66"/>
                <a:gd name="T18" fmla="*/ 8 w 15"/>
                <a:gd name="T19" fmla="*/ 53 h 66"/>
                <a:gd name="T20" fmla="*/ 14 w 15"/>
                <a:gd name="T21" fmla="*/ 62 h 66"/>
                <a:gd name="T22" fmla="*/ 8 w 15"/>
                <a:gd name="T23" fmla="*/ 65 h 66"/>
                <a:gd name="T24" fmla="*/ 0 w 15"/>
                <a:gd name="T25" fmla="*/ 62 h 6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 h="66">
                  <a:moveTo>
                    <a:pt x="0" y="62"/>
                  </a:moveTo>
                  <a:lnTo>
                    <a:pt x="3" y="53"/>
                  </a:lnTo>
                  <a:lnTo>
                    <a:pt x="3" y="8"/>
                  </a:lnTo>
                  <a:lnTo>
                    <a:pt x="0" y="3"/>
                  </a:lnTo>
                  <a:lnTo>
                    <a:pt x="8" y="0"/>
                  </a:lnTo>
                  <a:lnTo>
                    <a:pt x="11" y="5"/>
                  </a:lnTo>
                  <a:lnTo>
                    <a:pt x="8" y="14"/>
                  </a:lnTo>
                  <a:lnTo>
                    <a:pt x="8" y="46"/>
                  </a:lnTo>
                  <a:lnTo>
                    <a:pt x="11" y="50"/>
                  </a:lnTo>
                  <a:lnTo>
                    <a:pt x="8" y="53"/>
                  </a:lnTo>
                  <a:lnTo>
                    <a:pt x="14" y="62"/>
                  </a:lnTo>
                  <a:lnTo>
                    <a:pt x="8" y="65"/>
                  </a:lnTo>
                  <a:lnTo>
                    <a:pt x="0" y="6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2" name="未知">
              <a:extLst>
                <a:ext uri="{FF2B5EF4-FFF2-40B4-BE49-F238E27FC236}">
                  <a16:creationId xmlns:a16="http://schemas.microsoft.com/office/drawing/2014/main" id="{EEEE517D-C1FF-4A0B-928B-99768E2FA66F}"/>
                </a:ext>
              </a:extLst>
            </p:cNvPr>
            <p:cNvSpPr>
              <a:spLocks/>
            </p:cNvSpPr>
            <p:nvPr/>
          </p:nvSpPr>
          <p:spPr bwMode="auto">
            <a:xfrm>
              <a:off x="1332" y="1015"/>
              <a:ext cx="6" cy="111"/>
            </a:xfrm>
            <a:custGeom>
              <a:avLst/>
              <a:gdLst>
                <a:gd name="T0" fmla="*/ 0 w 6"/>
                <a:gd name="T1" fmla="*/ 108 h 111"/>
                <a:gd name="T2" fmla="*/ 0 w 6"/>
                <a:gd name="T3" fmla="*/ 70 h 111"/>
                <a:gd name="T4" fmla="*/ 3 w 6"/>
                <a:gd name="T5" fmla="*/ 67 h 111"/>
                <a:gd name="T6" fmla="*/ 0 w 6"/>
                <a:gd name="T7" fmla="*/ 64 h 111"/>
                <a:gd name="T8" fmla="*/ 0 w 6"/>
                <a:gd name="T9" fmla="*/ 3 h 111"/>
                <a:gd name="T10" fmla="*/ 3 w 6"/>
                <a:gd name="T11" fmla="*/ 0 h 111"/>
                <a:gd name="T12" fmla="*/ 5 w 6"/>
                <a:gd name="T13" fmla="*/ 3 h 111"/>
                <a:gd name="T14" fmla="*/ 5 w 6"/>
                <a:gd name="T15" fmla="*/ 110 h 111"/>
                <a:gd name="T16" fmla="*/ 3 w 6"/>
                <a:gd name="T17" fmla="*/ 110 h 111"/>
                <a:gd name="T18" fmla="*/ 0 w 6"/>
                <a:gd name="T19" fmla="*/ 108 h 1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 h="111">
                  <a:moveTo>
                    <a:pt x="0" y="108"/>
                  </a:moveTo>
                  <a:lnTo>
                    <a:pt x="0" y="70"/>
                  </a:lnTo>
                  <a:lnTo>
                    <a:pt x="3" y="67"/>
                  </a:lnTo>
                  <a:lnTo>
                    <a:pt x="0" y="64"/>
                  </a:lnTo>
                  <a:lnTo>
                    <a:pt x="0" y="3"/>
                  </a:lnTo>
                  <a:lnTo>
                    <a:pt x="3" y="0"/>
                  </a:lnTo>
                  <a:lnTo>
                    <a:pt x="5" y="3"/>
                  </a:lnTo>
                  <a:lnTo>
                    <a:pt x="5" y="110"/>
                  </a:lnTo>
                  <a:lnTo>
                    <a:pt x="3" y="110"/>
                  </a:lnTo>
                  <a:lnTo>
                    <a:pt x="0" y="108"/>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3" name="未知">
              <a:extLst>
                <a:ext uri="{FF2B5EF4-FFF2-40B4-BE49-F238E27FC236}">
                  <a16:creationId xmlns:a16="http://schemas.microsoft.com/office/drawing/2014/main" id="{AAED1110-29EF-4FBC-ACD4-4D455ED31DC3}"/>
                </a:ext>
              </a:extLst>
            </p:cNvPr>
            <p:cNvSpPr>
              <a:spLocks/>
            </p:cNvSpPr>
            <p:nvPr/>
          </p:nvSpPr>
          <p:spPr bwMode="auto">
            <a:xfrm>
              <a:off x="1332" y="874"/>
              <a:ext cx="6" cy="115"/>
            </a:xfrm>
            <a:custGeom>
              <a:avLst/>
              <a:gdLst>
                <a:gd name="T0" fmla="*/ 0 w 6"/>
                <a:gd name="T1" fmla="*/ 105 h 115"/>
                <a:gd name="T2" fmla="*/ 0 w 6"/>
                <a:gd name="T3" fmla="*/ 3 h 115"/>
                <a:gd name="T4" fmla="*/ 3 w 6"/>
                <a:gd name="T5" fmla="*/ 0 h 115"/>
                <a:gd name="T6" fmla="*/ 5 w 6"/>
                <a:gd name="T7" fmla="*/ 3 h 115"/>
                <a:gd name="T8" fmla="*/ 5 w 6"/>
                <a:gd name="T9" fmla="*/ 111 h 115"/>
                <a:gd name="T10" fmla="*/ 3 w 6"/>
                <a:gd name="T11" fmla="*/ 114 h 115"/>
                <a:gd name="T12" fmla="*/ 3 w 6"/>
                <a:gd name="T13" fmla="*/ 108 h 115"/>
                <a:gd name="T14" fmla="*/ 0 w 6"/>
                <a:gd name="T15" fmla="*/ 105 h 11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 h="115">
                  <a:moveTo>
                    <a:pt x="0" y="105"/>
                  </a:moveTo>
                  <a:lnTo>
                    <a:pt x="0" y="3"/>
                  </a:lnTo>
                  <a:lnTo>
                    <a:pt x="3" y="0"/>
                  </a:lnTo>
                  <a:lnTo>
                    <a:pt x="5" y="3"/>
                  </a:lnTo>
                  <a:lnTo>
                    <a:pt x="5" y="111"/>
                  </a:lnTo>
                  <a:lnTo>
                    <a:pt x="3" y="114"/>
                  </a:lnTo>
                  <a:lnTo>
                    <a:pt x="3" y="108"/>
                  </a:lnTo>
                  <a:lnTo>
                    <a:pt x="0" y="105"/>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4" name="未知">
              <a:extLst>
                <a:ext uri="{FF2B5EF4-FFF2-40B4-BE49-F238E27FC236}">
                  <a16:creationId xmlns:a16="http://schemas.microsoft.com/office/drawing/2014/main" id="{2B04E9C9-87DF-4CB8-BB98-2D1B50DD9839}"/>
                </a:ext>
              </a:extLst>
            </p:cNvPr>
            <p:cNvSpPr>
              <a:spLocks/>
            </p:cNvSpPr>
            <p:nvPr/>
          </p:nvSpPr>
          <p:spPr bwMode="auto">
            <a:xfrm>
              <a:off x="1332" y="736"/>
              <a:ext cx="6" cy="113"/>
            </a:xfrm>
            <a:custGeom>
              <a:avLst/>
              <a:gdLst>
                <a:gd name="T0" fmla="*/ 0 w 6"/>
                <a:gd name="T1" fmla="*/ 109 h 113"/>
                <a:gd name="T2" fmla="*/ 0 w 6"/>
                <a:gd name="T3" fmla="*/ 45 h 113"/>
                <a:gd name="T4" fmla="*/ 3 w 6"/>
                <a:gd name="T5" fmla="*/ 42 h 113"/>
                <a:gd name="T6" fmla="*/ 0 w 6"/>
                <a:gd name="T7" fmla="*/ 36 h 113"/>
                <a:gd name="T8" fmla="*/ 3 w 6"/>
                <a:gd name="T9" fmla="*/ 26 h 113"/>
                <a:gd name="T10" fmla="*/ 0 w 6"/>
                <a:gd name="T11" fmla="*/ 23 h 113"/>
                <a:gd name="T12" fmla="*/ 3 w 6"/>
                <a:gd name="T13" fmla="*/ 20 h 113"/>
                <a:gd name="T14" fmla="*/ 0 w 6"/>
                <a:gd name="T15" fmla="*/ 16 h 113"/>
                <a:gd name="T16" fmla="*/ 3 w 6"/>
                <a:gd name="T17" fmla="*/ 0 h 113"/>
                <a:gd name="T18" fmla="*/ 5 w 6"/>
                <a:gd name="T19" fmla="*/ 0 h 113"/>
                <a:gd name="T20" fmla="*/ 5 w 6"/>
                <a:gd name="T21" fmla="*/ 112 h 113"/>
                <a:gd name="T22" fmla="*/ 3 w 6"/>
                <a:gd name="T23" fmla="*/ 112 h 113"/>
                <a:gd name="T24" fmla="*/ 0 w 6"/>
                <a:gd name="T25" fmla="*/ 109 h 11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 h="113">
                  <a:moveTo>
                    <a:pt x="0" y="109"/>
                  </a:moveTo>
                  <a:lnTo>
                    <a:pt x="0" y="45"/>
                  </a:lnTo>
                  <a:lnTo>
                    <a:pt x="3" y="42"/>
                  </a:lnTo>
                  <a:lnTo>
                    <a:pt x="0" y="36"/>
                  </a:lnTo>
                  <a:lnTo>
                    <a:pt x="3" y="26"/>
                  </a:lnTo>
                  <a:lnTo>
                    <a:pt x="0" y="23"/>
                  </a:lnTo>
                  <a:lnTo>
                    <a:pt x="3" y="20"/>
                  </a:lnTo>
                  <a:lnTo>
                    <a:pt x="0" y="16"/>
                  </a:lnTo>
                  <a:lnTo>
                    <a:pt x="3" y="0"/>
                  </a:lnTo>
                  <a:lnTo>
                    <a:pt x="5" y="0"/>
                  </a:lnTo>
                  <a:lnTo>
                    <a:pt x="5" y="112"/>
                  </a:lnTo>
                  <a:lnTo>
                    <a:pt x="3" y="112"/>
                  </a:lnTo>
                  <a:lnTo>
                    <a:pt x="0" y="109"/>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5" name="未知">
              <a:extLst>
                <a:ext uri="{FF2B5EF4-FFF2-40B4-BE49-F238E27FC236}">
                  <a16:creationId xmlns:a16="http://schemas.microsoft.com/office/drawing/2014/main" id="{0803BD1C-F96D-47F2-B74C-0DFADD18BF35}"/>
                </a:ext>
              </a:extLst>
            </p:cNvPr>
            <p:cNvSpPr>
              <a:spLocks/>
            </p:cNvSpPr>
            <p:nvPr/>
          </p:nvSpPr>
          <p:spPr bwMode="auto">
            <a:xfrm>
              <a:off x="1332" y="36"/>
              <a:ext cx="6" cy="114"/>
            </a:xfrm>
            <a:custGeom>
              <a:avLst/>
              <a:gdLst>
                <a:gd name="T0" fmla="*/ 0 w 6"/>
                <a:gd name="T1" fmla="*/ 104 h 114"/>
                <a:gd name="T2" fmla="*/ 0 w 6"/>
                <a:gd name="T3" fmla="*/ 23 h 114"/>
                <a:gd name="T4" fmla="*/ 3 w 6"/>
                <a:gd name="T5" fmla="*/ 20 h 114"/>
                <a:gd name="T6" fmla="*/ 0 w 6"/>
                <a:gd name="T7" fmla="*/ 14 h 114"/>
                <a:gd name="T8" fmla="*/ 3 w 6"/>
                <a:gd name="T9" fmla="*/ 12 h 114"/>
                <a:gd name="T10" fmla="*/ 0 w 6"/>
                <a:gd name="T11" fmla="*/ 9 h 114"/>
                <a:gd name="T12" fmla="*/ 3 w 6"/>
                <a:gd name="T13" fmla="*/ 0 h 114"/>
                <a:gd name="T14" fmla="*/ 5 w 6"/>
                <a:gd name="T15" fmla="*/ 0 h 114"/>
                <a:gd name="T16" fmla="*/ 5 w 6"/>
                <a:gd name="T17" fmla="*/ 110 h 114"/>
                <a:gd name="T18" fmla="*/ 3 w 6"/>
                <a:gd name="T19" fmla="*/ 113 h 114"/>
                <a:gd name="T20" fmla="*/ 3 w 6"/>
                <a:gd name="T21" fmla="*/ 107 h 114"/>
                <a:gd name="T22" fmla="*/ 0 w 6"/>
                <a:gd name="T23" fmla="*/ 104 h 1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 h="114">
                  <a:moveTo>
                    <a:pt x="0" y="104"/>
                  </a:moveTo>
                  <a:lnTo>
                    <a:pt x="0" y="23"/>
                  </a:lnTo>
                  <a:lnTo>
                    <a:pt x="3" y="20"/>
                  </a:lnTo>
                  <a:lnTo>
                    <a:pt x="0" y="14"/>
                  </a:lnTo>
                  <a:lnTo>
                    <a:pt x="3" y="12"/>
                  </a:lnTo>
                  <a:lnTo>
                    <a:pt x="0" y="9"/>
                  </a:lnTo>
                  <a:lnTo>
                    <a:pt x="3" y="0"/>
                  </a:lnTo>
                  <a:lnTo>
                    <a:pt x="5" y="0"/>
                  </a:lnTo>
                  <a:lnTo>
                    <a:pt x="5" y="110"/>
                  </a:lnTo>
                  <a:lnTo>
                    <a:pt x="3" y="113"/>
                  </a:lnTo>
                  <a:lnTo>
                    <a:pt x="3" y="107"/>
                  </a:lnTo>
                  <a:lnTo>
                    <a:pt x="0" y="104"/>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6" name="未知">
              <a:extLst>
                <a:ext uri="{FF2B5EF4-FFF2-40B4-BE49-F238E27FC236}">
                  <a16:creationId xmlns:a16="http://schemas.microsoft.com/office/drawing/2014/main" id="{A7FA3CE8-22D3-4AC9-A093-E5BF5B705C8A}"/>
                </a:ext>
              </a:extLst>
            </p:cNvPr>
            <p:cNvSpPr>
              <a:spLocks/>
            </p:cNvSpPr>
            <p:nvPr/>
          </p:nvSpPr>
          <p:spPr bwMode="auto">
            <a:xfrm>
              <a:off x="1471" y="3"/>
              <a:ext cx="43" cy="69"/>
            </a:xfrm>
            <a:custGeom>
              <a:avLst/>
              <a:gdLst>
                <a:gd name="T0" fmla="*/ 0 w 43"/>
                <a:gd name="T1" fmla="*/ 49 h 69"/>
                <a:gd name="T2" fmla="*/ 0 w 43"/>
                <a:gd name="T3" fmla="*/ 17 h 69"/>
                <a:gd name="T4" fmla="*/ 12 w 43"/>
                <a:gd name="T5" fmla="*/ 3 h 69"/>
                <a:gd name="T6" fmla="*/ 25 w 43"/>
                <a:gd name="T7" fmla="*/ 0 h 69"/>
                <a:gd name="T8" fmla="*/ 37 w 43"/>
                <a:gd name="T9" fmla="*/ 9 h 69"/>
                <a:gd name="T10" fmla="*/ 42 w 43"/>
                <a:gd name="T11" fmla="*/ 29 h 69"/>
                <a:gd name="T12" fmla="*/ 42 w 43"/>
                <a:gd name="T13" fmla="*/ 49 h 69"/>
                <a:gd name="T14" fmla="*/ 37 w 43"/>
                <a:gd name="T15" fmla="*/ 62 h 69"/>
                <a:gd name="T16" fmla="*/ 28 w 43"/>
                <a:gd name="T17" fmla="*/ 68 h 69"/>
                <a:gd name="T18" fmla="*/ 12 w 43"/>
                <a:gd name="T19" fmla="*/ 68 h 69"/>
                <a:gd name="T20" fmla="*/ 0 w 43"/>
                <a:gd name="T21" fmla="*/ 49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3" h="69">
                  <a:moveTo>
                    <a:pt x="0" y="49"/>
                  </a:moveTo>
                  <a:lnTo>
                    <a:pt x="0" y="17"/>
                  </a:lnTo>
                  <a:lnTo>
                    <a:pt x="12" y="3"/>
                  </a:lnTo>
                  <a:lnTo>
                    <a:pt x="25" y="0"/>
                  </a:lnTo>
                  <a:lnTo>
                    <a:pt x="37" y="9"/>
                  </a:lnTo>
                  <a:lnTo>
                    <a:pt x="42" y="29"/>
                  </a:lnTo>
                  <a:lnTo>
                    <a:pt x="42" y="49"/>
                  </a:lnTo>
                  <a:lnTo>
                    <a:pt x="37" y="62"/>
                  </a:lnTo>
                  <a:lnTo>
                    <a:pt x="28" y="68"/>
                  </a:lnTo>
                  <a:lnTo>
                    <a:pt x="12" y="68"/>
                  </a:lnTo>
                  <a:lnTo>
                    <a:pt x="0" y="49"/>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7" name="未知">
              <a:extLst>
                <a:ext uri="{FF2B5EF4-FFF2-40B4-BE49-F238E27FC236}">
                  <a16:creationId xmlns:a16="http://schemas.microsoft.com/office/drawing/2014/main" id="{4E20CF74-68C1-4316-A963-1300F77F0DB1}"/>
                </a:ext>
              </a:extLst>
            </p:cNvPr>
            <p:cNvSpPr>
              <a:spLocks/>
            </p:cNvSpPr>
            <p:nvPr/>
          </p:nvSpPr>
          <p:spPr bwMode="auto">
            <a:xfrm>
              <a:off x="1478" y="10"/>
              <a:ext cx="32" cy="62"/>
            </a:xfrm>
            <a:custGeom>
              <a:avLst/>
              <a:gdLst>
                <a:gd name="T0" fmla="*/ 3 w 32"/>
                <a:gd name="T1" fmla="*/ 46 h 62"/>
                <a:gd name="T2" fmla="*/ 3 w 32"/>
                <a:gd name="T3" fmla="*/ 52 h 62"/>
                <a:gd name="T4" fmla="*/ 16 w 32"/>
                <a:gd name="T5" fmla="*/ 61 h 62"/>
                <a:gd name="T6" fmla="*/ 28 w 32"/>
                <a:gd name="T7" fmla="*/ 46 h 62"/>
                <a:gd name="T8" fmla="*/ 28 w 32"/>
                <a:gd name="T9" fmla="*/ 40 h 62"/>
                <a:gd name="T10" fmla="*/ 31 w 32"/>
                <a:gd name="T11" fmla="*/ 38 h 62"/>
                <a:gd name="T12" fmla="*/ 28 w 32"/>
                <a:gd name="T13" fmla="*/ 26 h 62"/>
                <a:gd name="T14" fmla="*/ 31 w 32"/>
                <a:gd name="T15" fmla="*/ 23 h 62"/>
                <a:gd name="T16" fmla="*/ 22 w 32"/>
                <a:gd name="T17" fmla="*/ 3 h 62"/>
                <a:gd name="T18" fmla="*/ 6 w 32"/>
                <a:gd name="T19" fmla="*/ 0 h 62"/>
                <a:gd name="T20" fmla="*/ 6 w 32"/>
                <a:gd name="T21" fmla="*/ 5 h 62"/>
                <a:gd name="T22" fmla="*/ 0 w 32"/>
                <a:gd name="T23" fmla="*/ 23 h 62"/>
                <a:gd name="T24" fmla="*/ 0 w 32"/>
                <a:gd name="T25" fmla="*/ 43 h 62"/>
                <a:gd name="T26" fmla="*/ 3 w 32"/>
                <a:gd name="T27" fmla="*/ 46 h 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2" h="62">
                  <a:moveTo>
                    <a:pt x="3" y="46"/>
                  </a:moveTo>
                  <a:lnTo>
                    <a:pt x="3" y="52"/>
                  </a:lnTo>
                  <a:lnTo>
                    <a:pt x="16" y="61"/>
                  </a:lnTo>
                  <a:lnTo>
                    <a:pt x="28" y="46"/>
                  </a:lnTo>
                  <a:lnTo>
                    <a:pt x="28" y="40"/>
                  </a:lnTo>
                  <a:lnTo>
                    <a:pt x="31" y="38"/>
                  </a:lnTo>
                  <a:lnTo>
                    <a:pt x="28" y="26"/>
                  </a:lnTo>
                  <a:lnTo>
                    <a:pt x="31" y="23"/>
                  </a:lnTo>
                  <a:lnTo>
                    <a:pt x="22" y="3"/>
                  </a:lnTo>
                  <a:lnTo>
                    <a:pt x="6" y="0"/>
                  </a:lnTo>
                  <a:lnTo>
                    <a:pt x="6" y="5"/>
                  </a:lnTo>
                  <a:lnTo>
                    <a:pt x="0" y="23"/>
                  </a:lnTo>
                  <a:lnTo>
                    <a:pt x="0" y="43"/>
                  </a:lnTo>
                  <a:lnTo>
                    <a:pt x="3" y="46"/>
                  </a:lnTo>
                </a:path>
              </a:pathLst>
            </a:custGeom>
            <a:solidFill>
              <a:srgbClr val="FFFFFF"/>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8" name="未知">
              <a:extLst>
                <a:ext uri="{FF2B5EF4-FFF2-40B4-BE49-F238E27FC236}">
                  <a16:creationId xmlns:a16="http://schemas.microsoft.com/office/drawing/2014/main" id="{9F5C9C35-F9CA-4C76-B3F3-0BCFE42F0FEB}"/>
                </a:ext>
              </a:extLst>
            </p:cNvPr>
            <p:cNvSpPr>
              <a:spLocks/>
            </p:cNvSpPr>
            <p:nvPr/>
          </p:nvSpPr>
          <p:spPr bwMode="auto">
            <a:xfrm>
              <a:off x="1584" y="781"/>
              <a:ext cx="8" cy="8"/>
            </a:xfrm>
            <a:custGeom>
              <a:avLst/>
              <a:gdLst>
                <a:gd name="T0" fmla="*/ 0 w 8"/>
                <a:gd name="T1" fmla="*/ 4 h 8"/>
                <a:gd name="T2" fmla="*/ 7 w 8"/>
                <a:gd name="T3" fmla="*/ 0 h 8"/>
                <a:gd name="T4" fmla="*/ 7 w 8"/>
                <a:gd name="T5" fmla="*/ 7 h 8"/>
                <a:gd name="T6" fmla="*/ 1 w 8"/>
                <a:gd name="T7" fmla="*/ 7 h 8"/>
                <a:gd name="T8" fmla="*/ 0 w 8"/>
                <a:gd name="T9" fmla="*/ 4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8">
                  <a:moveTo>
                    <a:pt x="0" y="4"/>
                  </a:moveTo>
                  <a:lnTo>
                    <a:pt x="7" y="0"/>
                  </a:lnTo>
                  <a:lnTo>
                    <a:pt x="7" y="7"/>
                  </a:lnTo>
                  <a:lnTo>
                    <a:pt x="1" y="7"/>
                  </a:lnTo>
                  <a:lnTo>
                    <a:pt x="0" y="4"/>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9" name="未知">
              <a:extLst>
                <a:ext uri="{FF2B5EF4-FFF2-40B4-BE49-F238E27FC236}">
                  <a16:creationId xmlns:a16="http://schemas.microsoft.com/office/drawing/2014/main" id="{E2145628-D05A-4174-8922-27DE712AEE8F}"/>
                </a:ext>
              </a:extLst>
            </p:cNvPr>
            <p:cNvSpPr>
              <a:spLocks/>
            </p:cNvSpPr>
            <p:nvPr/>
          </p:nvSpPr>
          <p:spPr bwMode="auto">
            <a:xfrm>
              <a:off x="1634" y="1096"/>
              <a:ext cx="6" cy="111"/>
            </a:xfrm>
            <a:custGeom>
              <a:avLst/>
              <a:gdLst>
                <a:gd name="T0" fmla="*/ 0 w 6"/>
                <a:gd name="T1" fmla="*/ 110 h 111"/>
                <a:gd name="T2" fmla="*/ 0 w 6"/>
                <a:gd name="T3" fmla="*/ 0 h 111"/>
                <a:gd name="T4" fmla="*/ 3 w 6"/>
                <a:gd name="T5" fmla="*/ 0 h 111"/>
                <a:gd name="T6" fmla="*/ 3 w 6"/>
                <a:gd name="T7" fmla="*/ 5 h 111"/>
                <a:gd name="T8" fmla="*/ 5 w 6"/>
                <a:gd name="T9" fmla="*/ 8 h 111"/>
                <a:gd name="T10" fmla="*/ 5 w 6"/>
                <a:gd name="T11" fmla="*/ 71 h 111"/>
                <a:gd name="T12" fmla="*/ 3 w 6"/>
                <a:gd name="T13" fmla="*/ 74 h 111"/>
                <a:gd name="T14" fmla="*/ 5 w 6"/>
                <a:gd name="T15" fmla="*/ 80 h 111"/>
                <a:gd name="T16" fmla="*/ 5 w 6"/>
                <a:gd name="T17" fmla="*/ 97 h 111"/>
                <a:gd name="T18" fmla="*/ 3 w 6"/>
                <a:gd name="T19" fmla="*/ 101 h 111"/>
                <a:gd name="T20" fmla="*/ 5 w 6"/>
                <a:gd name="T21" fmla="*/ 107 h 111"/>
                <a:gd name="T22" fmla="*/ 0 w 6"/>
                <a:gd name="T23" fmla="*/ 110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 h="111">
                  <a:moveTo>
                    <a:pt x="0" y="110"/>
                  </a:moveTo>
                  <a:lnTo>
                    <a:pt x="0" y="0"/>
                  </a:lnTo>
                  <a:lnTo>
                    <a:pt x="3" y="0"/>
                  </a:lnTo>
                  <a:lnTo>
                    <a:pt x="3" y="5"/>
                  </a:lnTo>
                  <a:lnTo>
                    <a:pt x="5" y="8"/>
                  </a:lnTo>
                  <a:lnTo>
                    <a:pt x="5" y="71"/>
                  </a:lnTo>
                  <a:lnTo>
                    <a:pt x="3" y="74"/>
                  </a:lnTo>
                  <a:lnTo>
                    <a:pt x="5" y="80"/>
                  </a:lnTo>
                  <a:lnTo>
                    <a:pt x="5" y="97"/>
                  </a:lnTo>
                  <a:lnTo>
                    <a:pt x="3" y="101"/>
                  </a:lnTo>
                  <a:lnTo>
                    <a:pt x="5" y="107"/>
                  </a:lnTo>
                  <a:lnTo>
                    <a:pt x="0" y="11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90" name="未知">
              <a:extLst>
                <a:ext uri="{FF2B5EF4-FFF2-40B4-BE49-F238E27FC236}">
                  <a16:creationId xmlns:a16="http://schemas.microsoft.com/office/drawing/2014/main" id="{FD3D7E15-DD7B-47A5-AB7B-173491CDC886}"/>
                </a:ext>
              </a:extLst>
            </p:cNvPr>
            <p:cNvSpPr>
              <a:spLocks/>
            </p:cNvSpPr>
            <p:nvPr/>
          </p:nvSpPr>
          <p:spPr bwMode="auto">
            <a:xfrm>
              <a:off x="1650" y="1015"/>
              <a:ext cx="6" cy="111"/>
            </a:xfrm>
            <a:custGeom>
              <a:avLst/>
              <a:gdLst>
                <a:gd name="T0" fmla="*/ 0 w 6"/>
                <a:gd name="T1" fmla="*/ 110 h 111"/>
                <a:gd name="T2" fmla="*/ 0 w 6"/>
                <a:gd name="T3" fmla="*/ 3 h 111"/>
                <a:gd name="T4" fmla="*/ 3 w 6"/>
                <a:gd name="T5" fmla="*/ 0 h 111"/>
                <a:gd name="T6" fmla="*/ 5 w 6"/>
                <a:gd name="T7" fmla="*/ 6 h 111"/>
                <a:gd name="T8" fmla="*/ 5 w 6"/>
                <a:gd name="T9" fmla="*/ 39 h 111"/>
                <a:gd name="T10" fmla="*/ 3 w 6"/>
                <a:gd name="T11" fmla="*/ 48 h 111"/>
                <a:gd name="T12" fmla="*/ 5 w 6"/>
                <a:gd name="T13" fmla="*/ 51 h 111"/>
                <a:gd name="T14" fmla="*/ 5 w 6"/>
                <a:gd name="T15" fmla="*/ 108 h 111"/>
                <a:gd name="T16" fmla="*/ 0 w 6"/>
                <a:gd name="T17" fmla="*/ 110 h 1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 h="111">
                  <a:moveTo>
                    <a:pt x="0" y="110"/>
                  </a:moveTo>
                  <a:lnTo>
                    <a:pt x="0" y="3"/>
                  </a:lnTo>
                  <a:lnTo>
                    <a:pt x="3" y="0"/>
                  </a:lnTo>
                  <a:lnTo>
                    <a:pt x="5" y="6"/>
                  </a:lnTo>
                  <a:lnTo>
                    <a:pt x="5" y="39"/>
                  </a:lnTo>
                  <a:lnTo>
                    <a:pt x="3" y="48"/>
                  </a:lnTo>
                  <a:lnTo>
                    <a:pt x="5" y="51"/>
                  </a:lnTo>
                  <a:lnTo>
                    <a:pt x="5" y="108"/>
                  </a:lnTo>
                  <a:lnTo>
                    <a:pt x="0" y="11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91" name="未知">
              <a:extLst>
                <a:ext uri="{FF2B5EF4-FFF2-40B4-BE49-F238E27FC236}">
                  <a16:creationId xmlns:a16="http://schemas.microsoft.com/office/drawing/2014/main" id="{3ED869B3-6410-4188-BEAF-2B6C331A3425}"/>
                </a:ext>
              </a:extLst>
            </p:cNvPr>
            <p:cNvSpPr>
              <a:spLocks/>
            </p:cNvSpPr>
            <p:nvPr/>
          </p:nvSpPr>
          <p:spPr bwMode="auto">
            <a:xfrm>
              <a:off x="1650" y="874"/>
              <a:ext cx="6" cy="112"/>
            </a:xfrm>
            <a:custGeom>
              <a:avLst/>
              <a:gdLst>
                <a:gd name="T0" fmla="*/ 0 w 6"/>
                <a:gd name="T1" fmla="*/ 111 h 112"/>
                <a:gd name="T2" fmla="*/ 0 w 6"/>
                <a:gd name="T3" fmla="*/ 3 h 112"/>
                <a:gd name="T4" fmla="*/ 3 w 6"/>
                <a:gd name="T5" fmla="*/ 0 h 112"/>
                <a:gd name="T6" fmla="*/ 5 w 6"/>
                <a:gd name="T7" fmla="*/ 3 h 112"/>
                <a:gd name="T8" fmla="*/ 5 w 6"/>
                <a:gd name="T9" fmla="*/ 105 h 112"/>
                <a:gd name="T10" fmla="*/ 3 w 6"/>
                <a:gd name="T11" fmla="*/ 111 h 112"/>
                <a:gd name="T12" fmla="*/ 0 w 6"/>
                <a:gd name="T13" fmla="*/ 111 h 1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 h="112">
                  <a:moveTo>
                    <a:pt x="0" y="111"/>
                  </a:moveTo>
                  <a:lnTo>
                    <a:pt x="0" y="3"/>
                  </a:lnTo>
                  <a:lnTo>
                    <a:pt x="3" y="0"/>
                  </a:lnTo>
                  <a:lnTo>
                    <a:pt x="5" y="3"/>
                  </a:lnTo>
                  <a:lnTo>
                    <a:pt x="5" y="105"/>
                  </a:lnTo>
                  <a:lnTo>
                    <a:pt x="3" y="111"/>
                  </a:lnTo>
                  <a:lnTo>
                    <a:pt x="0" y="111"/>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92" name="未知">
              <a:extLst>
                <a:ext uri="{FF2B5EF4-FFF2-40B4-BE49-F238E27FC236}">
                  <a16:creationId xmlns:a16="http://schemas.microsoft.com/office/drawing/2014/main" id="{9F6E37C3-0FA9-4C43-BA67-066BFD8B689F}"/>
                </a:ext>
              </a:extLst>
            </p:cNvPr>
            <p:cNvSpPr>
              <a:spLocks/>
            </p:cNvSpPr>
            <p:nvPr/>
          </p:nvSpPr>
          <p:spPr bwMode="auto">
            <a:xfrm>
              <a:off x="1650" y="733"/>
              <a:ext cx="6" cy="116"/>
            </a:xfrm>
            <a:custGeom>
              <a:avLst/>
              <a:gdLst>
                <a:gd name="T0" fmla="*/ 0 w 6"/>
                <a:gd name="T1" fmla="*/ 112 h 116"/>
                <a:gd name="T2" fmla="*/ 0 w 6"/>
                <a:gd name="T3" fmla="*/ 3 h 116"/>
                <a:gd name="T4" fmla="*/ 3 w 6"/>
                <a:gd name="T5" fmla="*/ 0 h 116"/>
                <a:gd name="T6" fmla="*/ 5 w 6"/>
                <a:gd name="T7" fmla="*/ 3 h 116"/>
                <a:gd name="T8" fmla="*/ 5 w 6"/>
                <a:gd name="T9" fmla="*/ 112 h 116"/>
                <a:gd name="T10" fmla="*/ 3 w 6"/>
                <a:gd name="T11" fmla="*/ 115 h 116"/>
                <a:gd name="T12" fmla="*/ 0 w 6"/>
                <a:gd name="T13" fmla="*/ 112 h 11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 h="116">
                  <a:moveTo>
                    <a:pt x="0" y="112"/>
                  </a:moveTo>
                  <a:lnTo>
                    <a:pt x="0" y="3"/>
                  </a:lnTo>
                  <a:lnTo>
                    <a:pt x="3" y="0"/>
                  </a:lnTo>
                  <a:lnTo>
                    <a:pt x="5" y="3"/>
                  </a:lnTo>
                  <a:lnTo>
                    <a:pt x="5" y="112"/>
                  </a:lnTo>
                  <a:lnTo>
                    <a:pt x="3" y="115"/>
                  </a:lnTo>
                  <a:lnTo>
                    <a:pt x="0" y="11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93" name="未知">
              <a:extLst>
                <a:ext uri="{FF2B5EF4-FFF2-40B4-BE49-F238E27FC236}">
                  <a16:creationId xmlns:a16="http://schemas.microsoft.com/office/drawing/2014/main" id="{6472F464-3825-40DB-8A3A-CB3B937D5203}"/>
                </a:ext>
              </a:extLst>
            </p:cNvPr>
            <p:cNvSpPr>
              <a:spLocks/>
            </p:cNvSpPr>
            <p:nvPr/>
          </p:nvSpPr>
          <p:spPr bwMode="auto">
            <a:xfrm>
              <a:off x="1650" y="456"/>
              <a:ext cx="6" cy="111"/>
            </a:xfrm>
            <a:custGeom>
              <a:avLst/>
              <a:gdLst>
                <a:gd name="T0" fmla="*/ 0 w 6"/>
                <a:gd name="T1" fmla="*/ 107 h 111"/>
                <a:gd name="T2" fmla="*/ 0 w 6"/>
                <a:gd name="T3" fmla="*/ 2 h 111"/>
                <a:gd name="T4" fmla="*/ 3 w 6"/>
                <a:gd name="T5" fmla="*/ 0 h 111"/>
                <a:gd name="T6" fmla="*/ 5 w 6"/>
                <a:gd name="T7" fmla="*/ 2 h 111"/>
                <a:gd name="T8" fmla="*/ 5 w 6"/>
                <a:gd name="T9" fmla="*/ 76 h 111"/>
                <a:gd name="T10" fmla="*/ 3 w 6"/>
                <a:gd name="T11" fmla="*/ 79 h 111"/>
                <a:gd name="T12" fmla="*/ 5 w 6"/>
                <a:gd name="T13" fmla="*/ 85 h 111"/>
                <a:gd name="T14" fmla="*/ 5 w 6"/>
                <a:gd name="T15" fmla="*/ 107 h 111"/>
                <a:gd name="T16" fmla="*/ 3 w 6"/>
                <a:gd name="T17" fmla="*/ 110 h 111"/>
                <a:gd name="T18" fmla="*/ 0 w 6"/>
                <a:gd name="T19" fmla="*/ 107 h 1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 h="111">
                  <a:moveTo>
                    <a:pt x="0" y="107"/>
                  </a:moveTo>
                  <a:lnTo>
                    <a:pt x="0" y="2"/>
                  </a:lnTo>
                  <a:lnTo>
                    <a:pt x="3" y="0"/>
                  </a:lnTo>
                  <a:lnTo>
                    <a:pt x="5" y="2"/>
                  </a:lnTo>
                  <a:lnTo>
                    <a:pt x="5" y="76"/>
                  </a:lnTo>
                  <a:lnTo>
                    <a:pt x="3" y="79"/>
                  </a:lnTo>
                  <a:lnTo>
                    <a:pt x="5" y="85"/>
                  </a:lnTo>
                  <a:lnTo>
                    <a:pt x="5" y="107"/>
                  </a:lnTo>
                  <a:lnTo>
                    <a:pt x="3" y="110"/>
                  </a:lnTo>
                  <a:lnTo>
                    <a:pt x="0" y="107"/>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94" name="未知">
              <a:extLst>
                <a:ext uri="{FF2B5EF4-FFF2-40B4-BE49-F238E27FC236}">
                  <a16:creationId xmlns:a16="http://schemas.microsoft.com/office/drawing/2014/main" id="{C8045F02-AAEB-4724-91BE-D21C1FBA76AC}"/>
                </a:ext>
              </a:extLst>
            </p:cNvPr>
            <p:cNvSpPr>
              <a:spLocks/>
            </p:cNvSpPr>
            <p:nvPr/>
          </p:nvSpPr>
          <p:spPr bwMode="auto">
            <a:xfrm>
              <a:off x="1650" y="315"/>
              <a:ext cx="6" cy="114"/>
            </a:xfrm>
            <a:custGeom>
              <a:avLst/>
              <a:gdLst>
                <a:gd name="T0" fmla="*/ 0 w 6"/>
                <a:gd name="T1" fmla="*/ 110 h 114"/>
                <a:gd name="T2" fmla="*/ 0 w 6"/>
                <a:gd name="T3" fmla="*/ 45 h 114"/>
                <a:gd name="T4" fmla="*/ 3 w 6"/>
                <a:gd name="T5" fmla="*/ 42 h 114"/>
                <a:gd name="T6" fmla="*/ 0 w 6"/>
                <a:gd name="T7" fmla="*/ 36 h 114"/>
                <a:gd name="T8" fmla="*/ 0 w 6"/>
                <a:gd name="T9" fmla="*/ 22 h 114"/>
                <a:gd name="T10" fmla="*/ 3 w 6"/>
                <a:gd name="T11" fmla="*/ 15 h 114"/>
                <a:gd name="T12" fmla="*/ 0 w 6"/>
                <a:gd name="T13" fmla="*/ 3 h 114"/>
                <a:gd name="T14" fmla="*/ 3 w 6"/>
                <a:gd name="T15" fmla="*/ 0 h 114"/>
                <a:gd name="T16" fmla="*/ 5 w 6"/>
                <a:gd name="T17" fmla="*/ 3 h 114"/>
                <a:gd name="T18" fmla="*/ 5 w 6"/>
                <a:gd name="T19" fmla="*/ 110 h 114"/>
                <a:gd name="T20" fmla="*/ 3 w 6"/>
                <a:gd name="T21" fmla="*/ 113 h 114"/>
                <a:gd name="T22" fmla="*/ 0 w 6"/>
                <a:gd name="T23" fmla="*/ 110 h 1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 h="114">
                  <a:moveTo>
                    <a:pt x="0" y="110"/>
                  </a:moveTo>
                  <a:lnTo>
                    <a:pt x="0" y="45"/>
                  </a:lnTo>
                  <a:lnTo>
                    <a:pt x="3" y="42"/>
                  </a:lnTo>
                  <a:lnTo>
                    <a:pt x="0" y="36"/>
                  </a:lnTo>
                  <a:lnTo>
                    <a:pt x="0" y="22"/>
                  </a:lnTo>
                  <a:lnTo>
                    <a:pt x="3" y="15"/>
                  </a:lnTo>
                  <a:lnTo>
                    <a:pt x="0" y="3"/>
                  </a:lnTo>
                  <a:lnTo>
                    <a:pt x="3" y="0"/>
                  </a:lnTo>
                  <a:lnTo>
                    <a:pt x="5" y="3"/>
                  </a:lnTo>
                  <a:lnTo>
                    <a:pt x="5" y="110"/>
                  </a:lnTo>
                  <a:lnTo>
                    <a:pt x="3" y="113"/>
                  </a:lnTo>
                  <a:lnTo>
                    <a:pt x="0" y="11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95" name="未知">
              <a:extLst>
                <a:ext uri="{FF2B5EF4-FFF2-40B4-BE49-F238E27FC236}">
                  <a16:creationId xmlns:a16="http://schemas.microsoft.com/office/drawing/2014/main" id="{95C30FA9-3933-4724-BA2C-ACA4BB09A97F}"/>
                </a:ext>
              </a:extLst>
            </p:cNvPr>
            <p:cNvSpPr>
              <a:spLocks/>
            </p:cNvSpPr>
            <p:nvPr/>
          </p:nvSpPr>
          <p:spPr bwMode="auto">
            <a:xfrm>
              <a:off x="1650" y="36"/>
              <a:ext cx="6" cy="111"/>
            </a:xfrm>
            <a:custGeom>
              <a:avLst/>
              <a:gdLst>
                <a:gd name="T0" fmla="*/ 0 w 6"/>
                <a:gd name="T1" fmla="*/ 107 h 111"/>
                <a:gd name="T2" fmla="*/ 0 w 6"/>
                <a:gd name="T3" fmla="*/ 48 h 111"/>
                <a:gd name="T4" fmla="*/ 3 w 6"/>
                <a:gd name="T5" fmla="*/ 39 h 111"/>
                <a:gd name="T6" fmla="*/ 0 w 6"/>
                <a:gd name="T7" fmla="*/ 33 h 111"/>
                <a:gd name="T8" fmla="*/ 0 w 6"/>
                <a:gd name="T9" fmla="*/ 0 h 111"/>
                <a:gd name="T10" fmla="*/ 3 w 6"/>
                <a:gd name="T11" fmla="*/ 0 h 111"/>
                <a:gd name="T12" fmla="*/ 5 w 6"/>
                <a:gd name="T13" fmla="*/ 3 h 111"/>
                <a:gd name="T14" fmla="*/ 5 w 6"/>
                <a:gd name="T15" fmla="*/ 107 h 111"/>
                <a:gd name="T16" fmla="*/ 3 w 6"/>
                <a:gd name="T17" fmla="*/ 110 h 111"/>
                <a:gd name="T18" fmla="*/ 0 w 6"/>
                <a:gd name="T19" fmla="*/ 107 h 1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 h="111">
                  <a:moveTo>
                    <a:pt x="0" y="107"/>
                  </a:moveTo>
                  <a:lnTo>
                    <a:pt x="0" y="48"/>
                  </a:lnTo>
                  <a:lnTo>
                    <a:pt x="3" y="39"/>
                  </a:lnTo>
                  <a:lnTo>
                    <a:pt x="0" y="33"/>
                  </a:lnTo>
                  <a:lnTo>
                    <a:pt x="0" y="0"/>
                  </a:lnTo>
                  <a:lnTo>
                    <a:pt x="3" y="0"/>
                  </a:lnTo>
                  <a:lnTo>
                    <a:pt x="5" y="3"/>
                  </a:lnTo>
                  <a:lnTo>
                    <a:pt x="5" y="107"/>
                  </a:lnTo>
                  <a:lnTo>
                    <a:pt x="3" y="110"/>
                  </a:lnTo>
                  <a:lnTo>
                    <a:pt x="0" y="107"/>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96" name="未知">
              <a:extLst>
                <a:ext uri="{FF2B5EF4-FFF2-40B4-BE49-F238E27FC236}">
                  <a16:creationId xmlns:a16="http://schemas.microsoft.com/office/drawing/2014/main" id="{CFCDB889-9CDE-48F2-954B-7E9C47E39E76}"/>
                </a:ext>
              </a:extLst>
            </p:cNvPr>
            <p:cNvSpPr>
              <a:spLocks/>
            </p:cNvSpPr>
            <p:nvPr/>
          </p:nvSpPr>
          <p:spPr bwMode="auto">
            <a:xfrm>
              <a:off x="1789" y="3"/>
              <a:ext cx="43" cy="69"/>
            </a:xfrm>
            <a:custGeom>
              <a:avLst/>
              <a:gdLst>
                <a:gd name="T0" fmla="*/ 0 w 43"/>
                <a:gd name="T1" fmla="*/ 46 h 69"/>
                <a:gd name="T2" fmla="*/ 0 w 43"/>
                <a:gd name="T3" fmla="*/ 17 h 69"/>
                <a:gd name="T4" fmla="*/ 6 w 43"/>
                <a:gd name="T5" fmla="*/ 6 h 69"/>
                <a:gd name="T6" fmla="*/ 20 w 43"/>
                <a:gd name="T7" fmla="*/ 0 h 69"/>
                <a:gd name="T8" fmla="*/ 20 w 43"/>
                <a:gd name="T9" fmla="*/ 3 h 69"/>
                <a:gd name="T10" fmla="*/ 16 w 43"/>
                <a:gd name="T11" fmla="*/ 6 h 69"/>
                <a:gd name="T12" fmla="*/ 9 w 43"/>
                <a:gd name="T13" fmla="*/ 17 h 69"/>
                <a:gd name="T14" fmla="*/ 9 w 43"/>
                <a:gd name="T15" fmla="*/ 36 h 69"/>
                <a:gd name="T16" fmla="*/ 6 w 43"/>
                <a:gd name="T17" fmla="*/ 42 h 69"/>
                <a:gd name="T18" fmla="*/ 9 w 43"/>
                <a:gd name="T19" fmla="*/ 46 h 69"/>
                <a:gd name="T20" fmla="*/ 9 w 43"/>
                <a:gd name="T21" fmla="*/ 56 h 69"/>
                <a:gd name="T22" fmla="*/ 20 w 43"/>
                <a:gd name="T23" fmla="*/ 65 h 69"/>
                <a:gd name="T24" fmla="*/ 26 w 43"/>
                <a:gd name="T25" fmla="*/ 62 h 69"/>
                <a:gd name="T26" fmla="*/ 36 w 43"/>
                <a:gd name="T27" fmla="*/ 46 h 69"/>
                <a:gd name="T28" fmla="*/ 36 w 43"/>
                <a:gd name="T29" fmla="*/ 26 h 69"/>
                <a:gd name="T30" fmla="*/ 26 w 43"/>
                <a:gd name="T31" fmla="*/ 0 h 69"/>
                <a:gd name="T32" fmla="*/ 36 w 43"/>
                <a:gd name="T33" fmla="*/ 6 h 69"/>
                <a:gd name="T34" fmla="*/ 42 w 43"/>
                <a:gd name="T35" fmla="*/ 20 h 69"/>
                <a:gd name="T36" fmla="*/ 42 w 43"/>
                <a:gd name="T37" fmla="*/ 46 h 69"/>
                <a:gd name="T38" fmla="*/ 36 w 43"/>
                <a:gd name="T39" fmla="*/ 62 h 69"/>
                <a:gd name="T40" fmla="*/ 26 w 43"/>
                <a:gd name="T41" fmla="*/ 68 h 69"/>
                <a:gd name="T42" fmla="*/ 16 w 43"/>
                <a:gd name="T43" fmla="*/ 68 h 69"/>
                <a:gd name="T44" fmla="*/ 9 w 43"/>
                <a:gd name="T45" fmla="*/ 65 h 69"/>
                <a:gd name="T46" fmla="*/ 0 w 43"/>
                <a:gd name="T47" fmla="*/ 46 h 6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3" h="69">
                  <a:moveTo>
                    <a:pt x="0" y="46"/>
                  </a:moveTo>
                  <a:lnTo>
                    <a:pt x="0" y="17"/>
                  </a:lnTo>
                  <a:lnTo>
                    <a:pt x="6" y="6"/>
                  </a:lnTo>
                  <a:lnTo>
                    <a:pt x="20" y="0"/>
                  </a:lnTo>
                  <a:lnTo>
                    <a:pt x="20" y="3"/>
                  </a:lnTo>
                  <a:lnTo>
                    <a:pt x="16" y="6"/>
                  </a:lnTo>
                  <a:lnTo>
                    <a:pt x="9" y="17"/>
                  </a:lnTo>
                  <a:lnTo>
                    <a:pt x="9" y="36"/>
                  </a:lnTo>
                  <a:lnTo>
                    <a:pt x="6" y="42"/>
                  </a:lnTo>
                  <a:lnTo>
                    <a:pt x="9" y="46"/>
                  </a:lnTo>
                  <a:lnTo>
                    <a:pt x="9" y="56"/>
                  </a:lnTo>
                  <a:lnTo>
                    <a:pt x="20" y="65"/>
                  </a:lnTo>
                  <a:lnTo>
                    <a:pt x="26" y="62"/>
                  </a:lnTo>
                  <a:lnTo>
                    <a:pt x="36" y="46"/>
                  </a:lnTo>
                  <a:lnTo>
                    <a:pt x="36" y="26"/>
                  </a:lnTo>
                  <a:lnTo>
                    <a:pt x="26" y="0"/>
                  </a:lnTo>
                  <a:lnTo>
                    <a:pt x="36" y="6"/>
                  </a:lnTo>
                  <a:lnTo>
                    <a:pt x="42" y="20"/>
                  </a:lnTo>
                  <a:lnTo>
                    <a:pt x="42" y="46"/>
                  </a:lnTo>
                  <a:lnTo>
                    <a:pt x="36" y="62"/>
                  </a:lnTo>
                  <a:lnTo>
                    <a:pt x="26" y="68"/>
                  </a:lnTo>
                  <a:lnTo>
                    <a:pt x="16" y="68"/>
                  </a:lnTo>
                  <a:lnTo>
                    <a:pt x="9" y="65"/>
                  </a:lnTo>
                  <a:lnTo>
                    <a:pt x="0" y="46"/>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97" name="未知">
              <a:extLst>
                <a:ext uri="{FF2B5EF4-FFF2-40B4-BE49-F238E27FC236}">
                  <a16:creationId xmlns:a16="http://schemas.microsoft.com/office/drawing/2014/main" id="{14773B7B-EDD7-41BC-A6FE-9DF491C3E940}"/>
                </a:ext>
              </a:extLst>
            </p:cNvPr>
            <p:cNvSpPr>
              <a:spLocks/>
            </p:cNvSpPr>
            <p:nvPr/>
          </p:nvSpPr>
          <p:spPr bwMode="auto">
            <a:xfrm>
              <a:off x="1950" y="1093"/>
              <a:ext cx="8" cy="114"/>
            </a:xfrm>
            <a:custGeom>
              <a:avLst/>
              <a:gdLst>
                <a:gd name="T0" fmla="*/ 0 w 8"/>
                <a:gd name="T1" fmla="*/ 107 h 114"/>
                <a:gd name="T2" fmla="*/ 0 w 8"/>
                <a:gd name="T3" fmla="*/ 94 h 114"/>
                <a:gd name="T4" fmla="*/ 4 w 8"/>
                <a:gd name="T5" fmla="*/ 91 h 114"/>
                <a:gd name="T6" fmla="*/ 0 w 8"/>
                <a:gd name="T7" fmla="*/ 80 h 114"/>
                <a:gd name="T8" fmla="*/ 4 w 8"/>
                <a:gd name="T9" fmla="*/ 71 h 114"/>
                <a:gd name="T10" fmla="*/ 0 w 8"/>
                <a:gd name="T11" fmla="*/ 61 h 114"/>
                <a:gd name="T12" fmla="*/ 4 w 8"/>
                <a:gd name="T13" fmla="*/ 58 h 114"/>
                <a:gd name="T14" fmla="*/ 0 w 8"/>
                <a:gd name="T15" fmla="*/ 50 h 114"/>
                <a:gd name="T16" fmla="*/ 0 w 8"/>
                <a:gd name="T17" fmla="*/ 27 h 114"/>
                <a:gd name="T18" fmla="*/ 4 w 8"/>
                <a:gd name="T19" fmla="*/ 20 h 114"/>
                <a:gd name="T20" fmla="*/ 0 w 8"/>
                <a:gd name="T21" fmla="*/ 17 h 114"/>
                <a:gd name="T22" fmla="*/ 4 w 8"/>
                <a:gd name="T23" fmla="*/ 14 h 114"/>
                <a:gd name="T24" fmla="*/ 0 w 8"/>
                <a:gd name="T25" fmla="*/ 11 h 114"/>
                <a:gd name="T26" fmla="*/ 4 w 8"/>
                <a:gd name="T27" fmla="*/ 0 h 114"/>
                <a:gd name="T28" fmla="*/ 7 w 8"/>
                <a:gd name="T29" fmla="*/ 0 h 114"/>
                <a:gd name="T30" fmla="*/ 7 w 8"/>
                <a:gd name="T31" fmla="*/ 113 h 114"/>
                <a:gd name="T32" fmla="*/ 4 w 8"/>
                <a:gd name="T33" fmla="*/ 113 h 114"/>
                <a:gd name="T34" fmla="*/ 0 w 8"/>
                <a:gd name="T35" fmla="*/ 107 h 11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 h="114">
                  <a:moveTo>
                    <a:pt x="0" y="107"/>
                  </a:moveTo>
                  <a:lnTo>
                    <a:pt x="0" y="94"/>
                  </a:lnTo>
                  <a:lnTo>
                    <a:pt x="4" y="91"/>
                  </a:lnTo>
                  <a:lnTo>
                    <a:pt x="0" y="80"/>
                  </a:lnTo>
                  <a:lnTo>
                    <a:pt x="4" y="71"/>
                  </a:lnTo>
                  <a:lnTo>
                    <a:pt x="0" y="61"/>
                  </a:lnTo>
                  <a:lnTo>
                    <a:pt x="4" y="58"/>
                  </a:lnTo>
                  <a:lnTo>
                    <a:pt x="0" y="50"/>
                  </a:lnTo>
                  <a:lnTo>
                    <a:pt x="0" y="27"/>
                  </a:lnTo>
                  <a:lnTo>
                    <a:pt x="4" y="20"/>
                  </a:lnTo>
                  <a:lnTo>
                    <a:pt x="0" y="17"/>
                  </a:lnTo>
                  <a:lnTo>
                    <a:pt x="4" y="14"/>
                  </a:lnTo>
                  <a:lnTo>
                    <a:pt x="0" y="11"/>
                  </a:lnTo>
                  <a:lnTo>
                    <a:pt x="4" y="0"/>
                  </a:lnTo>
                  <a:lnTo>
                    <a:pt x="7" y="0"/>
                  </a:lnTo>
                  <a:lnTo>
                    <a:pt x="7" y="113"/>
                  </a:lnTo>
                  <a:lnTo>
                    <a:pt x="4" y="113"/>
                  </a:lnTo>
                  <a:lnTo>
                    <a:pt x="0" y="107"/>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98" name="未知">
              <a:extLst>
                <a:ext uri="{FF2B5EF4-FFF2-40B4-BE49-F238E27FC236}">
                  <a16:creationId xmlns:a16="http://schemas.microsoft.com/office/drawing/2014/main" id="{58DB04E3-EF8E-4096-B6DF-DF6D69DC1E41}"/>
                </a:ext>
              </a:extLst>
            </p:cNvPr>
            <p:cNvSpPr>
              <a:spLocks/>
            </p:cNvSpPr>
            <p:nvPr/>
          </p:nvSpPr>
          <p:spPr bwMode="auto">
            <a:xfrm>
              <a:off x="1970" y="32"/>
              <a:ext cx="7" cy="115"/>
            </a:xfrm>
            <a:custGeom>
              <a:avLst/>
              <a:gdLst>
                <a:gd name="T0" fmla="*/ 0 w 7"/>
                <a:gd name="T1" fmla="*/ 111 h 115"/>
                <a:gd name="T2" fmla="*/ 0 w 7"/>
                <a:gd name="T3" fmla="*/ 0 h 115"/>
                <a:gd name="T4" fmla="*/ 3 w 7"/>
                <a:gd name="T5" fmla="*/ 0 h 115"/>
                <a:gd name="T6" fmla="*/ 3 w 7"/>
                <a:gd name="T7" fmla="*/ 20 h 115"/>
                <a:gd name="T8" fmla="*/ 6 w 7"/>
                <a:gd name="T9" fmla="*/ 23 h 115"/>
                <a:gd name="T10" fmla="*/ 3 w 7"/>
                <a:gd name="T11" fmla="*/ 27 h 115"/>
                <a:gd name="T12" fmla="*/ 3 w 7"/>
                <a:gd name="T13" fmla="*/ 114 h 115"/>
                <a:gd name="T14" fmla="*/ 0 w 7"/>
                <a:gd name="T15" fmla="*/ 111 h 11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 h="115">
                  <a:moveTo>
                    <a:pt x="0" y="111"/>
                  </a:moveTo>
                  <a:lnTo>
                    <a:pt x="0" y="0"/>
                  </a:lnTo>
                  <a:lnTo>
                    <a:pt x="3" y="0"/>
                  </a:lnTo>
                  <a:lnTo>
                    <a:pt x="3" y="20"/>
                  </a:lnTo>
                  <a:lnTo>
                    <a:pt x="6" y="23"/>
                  </a:lnTo>
                  <a:lnTo>
                    <a:pt x="3" y="27"/>
                  </a:lnTo>
                  <a:lnTo>
                    <a:pt x="3" y="114"/>
                  </a:lnTo>
                  <a:lnTo>
                    <a:pt x="0" y="111"/>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99" name="未知">
              <a:extLst>
                <a:ext uri="{FF2B5EF4-FFF2-40B4-BE49-F238E27FC236}">
                  <a16:creationId xmlns:a16="http://schemas.microsoft.com/office/drawing/2014/main" id="{06ABEFE0-F31F-4644-A242-9042652A5DA1}"/>
                </a:ext>
              </a:extLst>
            </p:cNvPr>
            <p:cNvSpPr>
              <a:spLocks/>
            </p:cNvSpPr>
            <p:nvPr/>
          </p:nvSpPr>
          <p:spPr bwMode="auto">
            <a:xfrm>
              <a:off x="2125" y="6"/>
              <a:ext cx="17" cy="66"/>
            </a:xfrm>
            <a:custGeom>
              <a:avLst/>
              <a:gdLst>
                <a:gd name="T0" fmla="*/ 0 w 17"/>
                <a:gd name="T1" fmla="*/ 62 h 66"/>
                <a:gd name="T2" fmla="*/ 3 w 17"/>
                <a:gd name="T3" fmla="*/ 46 h 66"/>
                <a:gd name="T4" fmla="*/ 3 w 17"/>
                <a:gd name="T5" fmla="*/ 8 h 66"/>
                <a:gd name="T6" fmla="*/ 0 w 17"/>
                <a:gd name="T7" fmla="*/ 3 h 66"/>
                <a:gd name="T8" fmla="*/ 10 w 17"/>
                <a:gd name="T9" fmla="*/ 0 h 66"/>
                <a:gd name="T10" fmla="*/ 10 w 17"/>
                <a:gd name="T11" fmla="*/ 56 h 66"/>
                <a:gd name="T12" fmla="*/ 16 w 17"/>
                <a:gd name="T13" fmla="*/ 65 h 66"/>
                <a:gd name="T14" fmla="*/ 3 w 17"/>
                <a:gd name="T15" fmla="*/ 65 h 66"/>
                <a:gd name="T16" fmla="*/ 0 w 17"/>
                <a:gd name="T17" fmla="*/ 6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66">
                  <a:moveTo>
                    <a:pt x="0" y="62"/>
                  </a:moveTo>
                  <a:lnTo>
                    <a:pt x="3" y="46"/>
                  </a:lnTo>
                  <a:lnTo>
                    <a:pt x="3" y="8"/>
                  </a:lnTo>
                  <a:lnTo>
                    <a:pt x="0" y="3"/>
                  </a:lnTo>
                  <a:lnTo>
                    <a:pt x="10" y="0"/>
                  </a:lnTo>
                  <a:lnTo>
                    <a:pt x="10" y="56"/>
                  </a:lnTo>
                  <a:lnTo>
                    <a:pt x="16" y="65"/>
                  </a:lnTo>
                  <a:lnTo>
                    <a:pt x="3" y="65"/>
                  </a:lnTo>
                  <a:lnTo>
                    <a:pt x="0" y="6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00" name="未知">
              <a:extLst>
                <a:ext uri="{FF2B5EF4-FFF2-40B4-BE49-F238E27FC236}">
                  <a16:creationId xmlns:a16="http://schemas.microsoft.com/office/drawing/2014/main" id="{D7138239-CD80-45E2-865A-8FC3E8C6AD1B}"/>
                </a:ext>
              </a:extLst>
            </p:cNvPr>
            <p:cNvSpPr>
              <a:spLocks/>
            </p:cNvSpPr>
            <p:nvPr/>
          </p:nvSpPr>
          <p:spPr bwMode="auto">
            <a:xfrm>
              <a:off x="2287" y="315"/>
              <a:ext cx="7" cy="114"/>
            </a:xfrm>
            <a:custGeom>
              <a:avLst/>
              <a:gdLst>
                <a:gd name="T0" fmla="*/ 0 w 7"/>
                <a:gd name="T1" fmla="*/ 54 h 114"/>
                <a:gd name="T2" fmla="*/ 4 w 7"/>
                <a:gd name="T3" fmla="*/ 39 h 114"/>
                <a:gd name="T4" fmla="*/ 4 w 7"/>
                <a:gd name="T5" fmla="*/ 0 h 114"/>
                <a:gd name="T6" fmla="*/ 6 w 7"/>
                <a:gd name="T7" fmla="*/ 0 h 114"/>
                <a:gd name="T8" fmla="*/ 6 w 7"/>
                <a:gd name="T9" fmla="*/ 113 h 114"/>
                <a:gd name="T10" fmla="*/ 4 w 7"/>
                <a:gd name="T11" fmla="*/ 113 h 114"/>
                <a:gd name="T12" fmla="*/ 4 w 7"/>
                <a:gd name="T13" fmla="*/ 57 h 114"/>
                <a:gd name="T14" fmla="*/ 0 w 7"/>
                <a:gd name="T15" fmla="*/ 54 h 11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 h="114">
                  <a:moveTo>
                    <a:pt x="0" y="54"/>
                  </a:moveTo>
                  <a:lnTo>
                    <a:pt x="4" y="39"/>
                  </a:lnTo>
                  <a:lnTo>
                    <a:pt x="4" y="0"/>
                  </a:lnTo>
                  <a:lnTo>
                    <a:pt x="6" y="0"/>
                  </a:lnTo>
                  <a:lnTo>
                    <a:pt x="6" y="113"/>
                  </a:lnTo>
                  <a:lnTo>
                    <a:pt x="4" y="113"/>
                  </a:lnTo>
                  <a:lnTo>
                    <a:pt x="4" y="57"/>
                  </a:lnTo>
                  <a:lnTo>
                    <a:pt x="0" y="54"/>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01" name="未知">
              <a:extLst>
                <a:ext uri="{FF2B5EF4-FFF2-40B4-BE49-F238E27FC236}">
                  <a16:creationId xmlns:a16="http://schemas.microsoft.com/office/drawing/2014/main" id="{72C45BDF-6FCA-4AD7-80E8-702778268FB3}"/>
                </a:ext>
              </a:extLst>
            </p:cNvPr>
            <p:cNvSpPr>
              <a:spLocks/>
            </p:cNvSpPr>
            <p:nvPr/>
          </p:nvSpPr>
          <p:spPr bwMode="auto">
            <a:xfrm>
              <a:off x="2291" y="173"/>
              <a:ext cx="5" cy="112"/>
            </a:xfrm>
            <a:custGeom>
              <a:avLst/>
              <a:gdLst>
                <a:gd name="T0" fmla="*/ 0 w 5"/>
                <a:gd name="T1" fmla="*/ 111 h 112"/>
                <a:gd name="T2" fmla="*/ 0 w 5"/>
                <a:gd name="T3" fmla="*/ 0 h 112"/>
                <a:gd name="T4" fmla="*/ 1 w 5"/>
                <a:gd name="T5" fmla="*/ 0 h 112"/>
                <a:gd name="T6" fmla="*/ 1 w 5"/>
                <a:gd name="T7" fmla="*/ 34 h 112"/>
                <a:gd name="T8" fmla="*/ 4 w 5"/>
                <a:gd name="T9" fmla="*/ 43 h 112"/>
                <a:gd name="T10" fmla="*/ 1 w 5"/>
                <a:gd name="T11" fmla="*/ 46 h 112"/>
                <a:gd name="T12" fmla="*/ 1 w 5"/>
                <a:gd name="T13" fmla="*/ 111 h 112"/>
                <a:gd name="T14" fmla="*/ 0 w 5"/>
                <a:gd name="T15" fmla="*/ 111 h 11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 h="112">
                  <a:moveTo>
                    <a:pt x="0" y="111"/>
                  </a:moveTo>
                  <a:lnTo>
                    <a:pt x="0" y="0"/>
                  </a:lnTo>
                  <a:lnTo>
                    <a:pt x="1" y="0"/>
                  </a:lnTo>
                  <a:lnTo>
                    <a:pt x="1" y="34"/>
                  </a:lnTo>
                  <a:lnTo>
                    <a:pt x="4" y="43"/>
                  </a:lnTo>
                  <a:lnTo>
                    <a:pt x="1" y="46"/>
                  </a:lnTo>
                  <a:lnTo>
                    <a:pt x="1" y="111"/>
                  </a:lnTo>
                  <a:lnTo>
                    <a:pt x="0" y="111"/>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02" name="未知">
              <a:extLst>
                <a:ext uri="{FF2B5EF4-FFF2-40B4-BE49-F238E27FC236}">
                  <a16:creationId xmlns:a16="http://schemas.microsoft.com/office/drawing/2014/main" id="{58D58646-C5E4-4F0D-BBD0-AB4AB148E8F0}"/>
                </a:ext>
              </a:extLst>
            </p:cNvPr>
            <p:cNvSpPr>
              <a:spLocks/>
            </p:cNvSpPr>
            <p:nvPr/>
          </p:nvSpPr>
          <p:spPr bwMode="auto">
            <a:xfrm>
              <a:off x="2291" y="36"/>
              <a:ext cx="5" cy="111"/>
            </a:xfrm>
            <a:custGeom>
              <a:avLst/>
              <a:gdLst>
                <a:gd name="T0" fmla="*/ 0 w 5"/>
                <a:gd name="T1" fmla="*/ 107 h 111"/>
                <a:gd name="T2" fmla="*/ 0 w 5"/>
                <a:gd name="T3" fmla="*/ 0 h 111"/>
                <a:gd name="T4" fmla="*/ 1 w 5"/>
                <a:gd name="T5" fmla="*/ 0 h 111"/>
                <a:gd name="T6" fmla="*/ 4 w 5"/>
                <a:gd name="T7" fmla="*/ 3 h 111"/>
                <a:gd name="T8" fmla="*/ 1 w 5"/>
                <a:gd name="T9" fmla="*/ 9 h 111"/>
                <a:gd name="T10" fmla="*/ 4 w 5"/>
                <a:gd name="T11" fmla="*/ 12 h 111"/>
                <a:gd name="T12" fmla="*/ 1 w 5"/>
                <a:gd name="T13" fmla="*/ 33 h 111"/>
                <a:gd name="T14" fmla="*/ 4 w 5"/>
                <a:gd name="T15" fmla="*/ 39 h 111"/>
                <a:gd name="T16" fmla="*/ 1 w 5"/>
                <a:gd name="T17" fmla="*/ 53 h 111"/>
                <a:gd name="T18" fmla="*/ 4 w 5"/>
                <a:gd name="T19" fmla="*/ 56 h 111"/>
                <a:gd name="T20" fmla="*/ 1 w 5"/>
                <a:gd name="T21" fmla="*/ 74 h 111"/>
                <a:gd name="T22" fmla="*/ 4 w 5"/>
                <a:gd name="T23" fmla="*/ 77 h 111"/>
                <a:gd name="T24" fmla="*/ 1 w 5"/>
                <a:gd name="T25" fmla="*/ 87 h 111"/>
                <a:gd name="T26" fmla="*/ 1 w 5"/>
                <a:gd name="T27" fmla="*/ 110 h 111"/>
                <a:gd name="T28" fmla="*/ 0 w 5"/>
                <a:gd name="T29" fmla="*/ 107 h 11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 h="111">
                  <a:moveTo>
                    <a:pt x="0" y="107"/>
                  </a:moveTo>
                  <a:lnTo>
                    <a:pt x="0" y="0"/>
                  </a:lnTo>
                  <a:lnTo>
                    <a:pt x="1" y="0"/>
                  </a:lnTo>
                  <a:lnTo>
                    <a:pt x="4" y="3"/>
                  </a:lnTo>
                  <a:lnTo>
                    <a:pt x="1" y="9"/>
                  </a:lnTo>
                  <a:lnTo>
                    <a:pt x="4" y="12"/>
                  </a:lnTo>
                  <a:lnTo>
                    <a:pt x="1" y="33"/>
                  </a:lnTo>
                  <a:lnTo>
                    <a:pt x="4" y="39"/>
                  </a:lnTo>
                  <a:lnTo>
                    <a:pt x="1" y="53"/>
                  </a:lnTo>
                  <a:lnTo>
                    <a:pt x="4" y="56"/>
                  </a:lnTo>
                  <a:lnTo>
                    <a:pt x="1" y="74"/>
                  </a:lnTo>
                  <a:lnTo>
                    <a:pt x="4" y="77"/>
                  </a:lnTo>
                  <a:lnTo>
                    <a:pt x="1" y="87"/>
                  </a:lnTo>
                  <a:lnTo>
                    <a:pt x="1" y="110"/>
                  </a:lnTo>
                  <a:lnTo>
                    <a:pt x="0" y="107"/>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03" name="未知">
              <a:extLst>
                <a:ext uri="{FF2B5EF4-FFF2-40B4-BE49-F238E27FC236}">
                  <a16:creationId xmlns:a16="http://schemas.microsoft.com/office/drawing/2014/main" id="{83E3C58D-7763-4559-AD63-38381E1B08F8}"/>
                </a:ext>
              </a:extLst>
            </p:cNvPr>
            <p:cNvSpPr>
              <a:spLocks/>
            </p:cNvSpPr>
            <p:nvPr/>
          </p:nvSpPr>
          <p:spPr bwMode="auto">
            <a:xfrm>
              <a:off x="2445" y="3"/>
              <a:ext cx="16" cy="69"/>
            </a:xfrm>
            <a:custGeom>
              <a:avLst/>
              <a:gdLst>
                <a:gd name="T0" fmla="*/ 0 w 16"/>
                <a:gd name="T1" fmla="*/ 68 h 69"/>
                <a:gd name="T2" fmla="*/ 3 w 16"/>
                <a:gd name="T3" fmla="*/ 53 h 69"/>
                <a:gd name="T4" fmla="*/ 3 w 16"/>
                <a:gd name="T5" fmla="*/ 14 h 69"/>
                <a:gd name="T6" fmla="*/ 0 w 16"/>
                <a:gd name="T7" fmla="*/ 6 h 69"/>
                <a:gd name="T8" fmla="*/ 9 w 16"/>
                <a:gd name="T9" fmla="*/ 0 h 69"/>
                <a:gd name="T10" fmla="*/ 12 w 16"/>
                <a:gd name="T11" fmla="*/ 20 h 69"/>
                <a:gd name="T12" fmla="*/ 9 w 16"/>
                <a:gd name="T13" fmla="*/ 29 h 69"/>
                <a:gd name="T14" fmla="*/ 12 w 16"/>
                <a:gd name="T15" fmla="*/ 36 h 69"/>
                <a:gd name="T16" fmla="*/ 9 w 16"/>
                <a:gd name="T17" fmla="*/ 56 h 69"/>
                <a:gd name="T18" fmla="*/ 15 w 16"/>
                <a:gd name="T19" fmla="*/ 68 h 69"/>
                <a:gd name="T20" fmla="*/ 0 w 16"/>
                <a:gd name="T21" fmla="*/ 68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 h="69">
                  <a:moveTo>
                    <a:pt x="0" y="68"/>
                  </a:moveTo>
                  <a:lnTo>
                    <a:pt x="3" y="53"/>
                  </a:lnTo>
                  <a:lnTo>
                    <a:pt x="3" y="14"/>
                  </a:lnTo>
                  <a:lnTo>
                    <a:pt x="0" y="6"/>
                  </a:lnTo>
                  <a:lnTo>
                    <a:pt x="9" y="0"/>
                  </a:lnTo>
                  <a:lnTo>
                    <a:pt x="12" y="20"/>
                  </a:lnTo>
                  <a:lnTo>
                    <a:pt x="9" y="29"/>
                  </a:lnTo>
                  <a:lnTo>
                    <a:pt x="12" y="36"/>
                  </a:lnTo>
                  <a:lnTo>
                    <a:pt x="9" y="56"/>
                  </a:lnTo>
                  <a:lnTo>
                    <a:pt x="15" y="68"/>
                  </a:lnTo>
                  <a:lnTo>
                    <a:pt x="0" y="68"/>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04" name="未知">
              <a:extLst>
                <a:ext uri="{FF2B5EF4-FFF2-40B4-BE49-F238E27FC236}">
                  <a16:creationId xmlns:a16="http://schemas.microsoft.com/office/drawing/2014/main" id="{70A93DE6-1956-40F6-A9F8-B321D373B919}"/>
                </a:ext>
              </a:extLst>
            </p:cNvPr>
            <p:cNvSpPr>
              <a:spLocks/>
            </p:cNvSpPr>
            <p:nvPr/>
          </p:nvSpPr>
          <p:spPr bwMode="auto">
            <a:xfrm>
              <a:off x="2608" y="1015"/>
              <a:ext cx="8" cy="111"/>
            </a:xfrm>
            <a:custGeom>
              <a:avLst/>
              <a:gdLst>
                <a:gd name="T0" fmla="*/ 0 w 8"/>
                <a:gd name="T1" fmla="*/ 108 h 111"/>
                <a:gd name="T2" fmla="*/ 0 w 8"/>
                <a:gd name="T3" fmla="*/ 60 h 111"/>
                <a:gd name="T4" fmla="*/ 4 w 8"/>
                <a:gd name="T5" fmla="*/ 57 h 111"/>
                <a:gd name="T6" fmla="*/ 0 w 8"/>
                <a:gd name="T7" fmla="*/ 54 h 111"/>
                <a:gd name="T8" fmla="*/ 4 w 8"/>
                <a:gd name="T9" fmla="*/ 51 h 111"/>
                <a:gd name="T10" fmla="*/ 0 w 8"/>
                <a:gd name="T11" fmla="*/ 45 h 111"/>
                <a:gd name="T12" fmla="*/ 0 w 8"/>
                <a:gd name="T13" fmla="*/ 3 h 111"/>
                <a:gd name="T14" fmla="*/ 7 w 8"/>
                <a:gd name="T15" fmla="*/ 0 h 111"/>
                <a:gd name="T16" fmla="*/ 7 w 8"/>
                <a:gd name="T17" fmla="*/ 110 h 111"/>
                <a:gd name="T18" fmla="*/ 4 w 8"/>
                <a:gd name="T19" fmla="*/ 110 h 111"/>
                <a:gd name="T20" fmla="*/ 0 w 8"/>
                <a:gd name="T21" fmla="*/ 108 h 1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 h="111">
                  <a:moveTo>
                    <a:pt x="0" y="108"/>
                  </a:moveTo>
                  <a:lnTo>
                    <a:pt x="0" y="60"/>
                  </a:lnTo>
                  <a:lnTo>
                    <a:pt x="4" y="57"/>
                  </a:lnTo>
                  <a:lnTo>
                    <a:pt x="0" y="54"/>
                  </a:lnTo>
                  <a:lnTo>
                    <a:pt x="4" y="51"/>
                  </a:lnTo>
                  <a:lnTo>
                    <a:pt x="0" y="45"/>
                  </a:lnTo>
                  <a:lnTo>
                    <a:pt x="0" y="3"/>
                  </a:lnTo>
                  <a:lnTo>
                    <a:pt x="7" y="0"/>
                  </a:lnTo>
                  <a:lnTo>
                    <a:pt x="7" y="110"/>
                  </a:lnTo>
                  <a:lnTo>
                    <a:pt x="4" y="110"/>
                  </a:lnTo>
                  <a:lnTo>
                    <a:pt x="0" y="108"/>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05" name="未知">
              <a:extLst>
                <a:ext uri="{FF2B5EF4-FFF2-40B4-BE49-F238E27FC236}">
                  <a16:creationId xmlns:a16="http://schemas.microsoft.com/office/drawing/2014/main" id="{765D3819-CF25-4409-9749-83779834E806}"/>
                </a:ext>
              </a:extLst>
            </p:cNvPr>
            <p:cNvSpPr>
              <a:spLocks/>
            </p:cNvSpPr>
            <p:nvPr/>
          </p:nvSpPr>
          <p:spPr bwMode="auto">
            <a:xfrm>
              <a:off x="2608" y="874"/>
              <a:ext cx="8" cy="112"/>
            </a:xfrm>
            <a:custGeom>
              <a:avLst/>
              <a:gdLst>
                <a:gd name="T0" fmla="*/ 0 w 8"/>
                <a:gd name="T1" fmla="*/ 108 h 112"/>
                <a:gd name="T2" fmla="*/ 0 w 8"/>
                <a:gd name="T3" fmla="*/ 100 h 112"/>
                <a:gd name="T4" fmla="*/ 4 w 8"/>
                <a:gd name="T5" fmla="*/ 97 h 112"/>
                <a:gd name="T6" fmla="*/ 0 w 8"/>
                <a:gd name="T7" fmla="*/ 94 h 112"/>
                <a:gd name="T8" fmla="*/ 4 w 8"/>
                <a:gd name="T9" fmla="*/ 91 h 112"/>
                <a:gd name="T10" fmla="*/ 0 w 8"/>
                <a:gd name="T11" fmla="*/ 84 h 112"/>
                <a:gd name="T12" fmla="*/ 0 w 8"/>
                <a:gd name="T13" fmla="*/ 64 h 112"/>
                <a:gd name="T14" fmla="*/ 4 w 8"/>
                <a:gd name="T15" fmla="*/ 58 h 112"/>
                <a:gd name="T16" fmla="*/ 0 w 8"/>
                <a:gd name="T17" fmla="*/ 52 h 112"/>
                <a:gd name="T18" fmla="*/ 0 w 8"/>
                <a:gd name="T19" fmla="*/ 6 h 112"/>
                <a:gd name="T20" fmla="*/ 4 w 8"/>
                <a:gd name="T21" fmla="*/ 0 h 112"/>
                <a:gd name="T22" fmla="*/ 7 w 8"/>
                <a:gd name="T23" fmla="*/ 0 h 112"/>
                <a:gd name="T24" fmla="*/ 7 w 8"/>
                <a:gd name="T25" fmla="*/ 111 h 112"/>
                <a:gd name="T26" fmla="*/ 4 w 8"/>
                <a:gd name="T27" fmla="*/ 111 h 112"/>
                <a:gd name="T28" fmla="*/ 0 w 8"/>
                <a:gd name="T29" fmla="*/ 108 h 11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 h="112">
                  <a:moveTo>
                    <a:pt x="0" y="108"/>
                  </a:moveTo>
                  <a:lnTo>
                    <a:pt x="0" y="100"/>
                  </a:lnTo>
                  <a:lnTo>
                    <a:pt x="4" y="97"/>
                  </a:lnTo>
                  <a:lnTo>
                    <a:pt x="0" y="94"/>
                  </a:lnTo>
                  <a:lnTo>
                    <a:pt x="4" y="91"/>
                  </a:lnTo>
                  <a:lnTo>
                    <a:pt x="0" y="84"/>
                  </a:lnTo>
                  <a:lnTo>
                    <a:pt x="0" y="64"/>
                  </a:lnTo>
                  <a:lnTo>
                    <a:pt x="4" y="58"/>
                  </a:lnTo>
                  <a:lnTo>
                    <a:pt x="0" y="52"/>
                  </a:lnTo>
                  <a:lnTo>
                    <a:pt x="0" y="6"/>
                  </a:lnTo>
                  <a:lnTo>
                    <a:pt x="4" y="0"/>
                  </a:lnTo>
                  <a:lnTo>
                    <a:pt x="7" y="0"/>
                  </a:lnTo>
                  <a:lnTo>
                    <a:pt x="7" y="111"/>
                  </a:lnTo>
                  <a:lnTo>
                    <a:pt x="4" y="111"/>
                  </a:lnTo>
                  <a:lnTo>
                    <a:pt x="0" y="108"/>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06" name="未知">
              <a:extLst>
                <a:ext uri="{FF2B5EF4-FFF2-40B4-BE49-F238E27FC236}">
                  <a16:creationId xmlns:a16="http://schemas.microsoft.com/office/drawing/2014/main" id="{F4300E0F-07C6-47C7-BFC7-49DBFCA4A3DE}"/>
                </a:ext>
              </a:extLst>
            </p:cNvPr>
            <p:cNvSpPr>
              <a:spLocks/>
            </p:cNvSpPr>
            <p:nvPr/>
          </p:nvSpPr>
          <p:spPr bwMode="auto">
            <a:xfrm>
              <a:off x="2608" y="736"/>
              <a:ext cx="8" cy="110"/>
            </a:xfrm>
            <a:custGeom>
              <a:avLst/>
              <a:gdLst>
                <a:gd name="T0" fmla="*/ 0 w 8"/>
                <a:gd name="T1" fmla="*/ 106 h 110"/>
                <a:gd name="T2" fmla="*/ 0 w 8"/>
                <a:gd name="T3" fmla="*/ 23 h 110"/>
                <a:gd name="T4" fmla="*/ 4 w 8"/>
                <a:gd name="T5" fmla="*/ 16 h 110"/>
                <a:gd name="T6" fmla="*/ 0 w 8"/>
                <a:gd name="T7" fmla="*/ 3 h 110"/>
                <a:gd name="T8" fmla="*/ 7 w 8"/>
                <a:gd name="T9" fmla="*/ 0 h 110"/>
                <a:gd name="T10" fmla="*/ 7 w 8"/>
                <a:gd name="T11" fmla="*/ 109 h 110"/>
                <a:gd name="T12" fmla="*/ 4 w 8"/>
                <a:gd name="T13" fmla="*/ 109 h 110"/>
                <a:gd name="T14" fmla="*/ 0 w 8"/>
                <a:gd name="T15" fmla="*/ 106 h 1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 h="110">
                  <a:moveTo>
                    <a:pt x="0" y="106"/>
                  </a:moveTo>
                  <a:lnTo>
                    <a:pt x="0" y="23"/>
                  </a:lnTo>
                  <a:lnTo>
                    <a:pt x="4" y="16"/>
                  </a:lnTo>
                  <a:lnTo>
                    <a:pt x="0" y="3"/>
                  </a:lnTo>
                  <a:lnTo>
                    <a:pt x="7" y="0"/>
                  </a:lnTo>
                  <a:lnTo>
                    <a:pt x="7" y="109"/>
                  </a:lnTo>
                  <a:lnTo>
                    <a:pt x="4" y="109"/>
                  </a:lnTo>
                  <a:lnTo>
                    <a:pt x="0" y="106"/>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07" name="未知">
              <a:extLst>
                <a:ext uri="{FF2B5EF4-FFF2-40B4-BE49-F238E27FC236}">
                  <a16:creationId xmlns:a16="http://schemas.microsoft.com/office/drawing/2014/main" id="{671A5D3D-3BB0-4E39-842E-A108E6EC6156}"/>
                </a:ext>
              </a:extLst>
            </p:cNvPr>
            <p:cNvSpPr>
              <a:spLocks/>
            </p:cNvSpPr>
            <p:nvPr/>
          </p:nvSpPr>
          <p:spPr bwMode="auto">
            <a:xfrm>
              <a:off x="2608" y="32"/>
              <a:ext cx="11" cy="115"/>
            </a:xfrm>
            <a:custGeom>
              <a:avLst/>
              <a:gdLst>
                <a:gd name="T0" fmla="*/ 0 w 11"/>
                <a:gd name="T1" fmla="*/ 91 h 115"/>
                <a:gd name="T2" fmla="*/ 3 w 11"/>
                <a:gd name="T3" fmla="*/ 75 h 115"/>
                <a:gd name="T4" fmla="*/ 0 w 11"/>
                <a:gd name="T5" fmla="*/ 72 h 115"/>
                <a:gd name="T6" fmla="*/ 3 w 11"/>
                <a:gd name="T7" fmla="*/ 69 h 115"/>
                <a:gd name="T8" fmla="*/ 0 w 11"/>
                <a:gd name="T9" fmla="*/ 62 h 115"/>
                <a:gd name="T10" fmla="*/ 3 w 11"/>
                <a:gd name="T11" fmla="*/ 55 h 115"/>
                <a:gd name="T12" fmla="*/ 0 w 11"/>
                <a:gd name="T13" fmla="*/ 48 h 115"/>
                <a:gd name="T14" fmla="*/ 3 w 11"/>
                <a:gd name="T15" fmla="*/ 45 h 115"/>
                <a:gd name="T16" fmla="*/ 0 w 11"/>
                <a:gd name="T17" fmla="*/ 39 h 115"/>
                <a:gd name="T18" fmla="*/ 3 w 11"/>
                <a:gd name="T19" fmla="*/ 16 h 115"/>
                <a:gd name="T20" fmla="*/ 0 w 11"/>
                <a:gd name="T21" fmla="*/ 9 h 115"/>
                <a:gd name="T22" fmla="*/ 3 w 11"/>
                <a:gd name="T23" fmla="*/ 0 h 115"/>
                <a:gd name="T24" fmla="*/ 7 w 11"/>
                <a:gd name="T25" fmla="*/ 0 h 115"/>
                <a:gd name="T26" fmla="*/ 10 w 11"/>
                <a:gd name="T27" fmla="*/ 9 h 115"/>
                <a:gd name="T28" fmla="*/ 7 w 11"/>
                <a:gd name="T29" fmla="*/ 12 h 115"/>
                <a:gd name="T30" fmla="*/ 7 w 11"/>
                <a:gd name="T31" fmla="*/ 75 h 115"/>
                <a:gd name="T32" fmla="*/ 10 w 11"/>
                <a:gd name="T33" fmla="*/ 81 h 115"/>
                <a:gd name="T34" fmla="*/ 7 w 11"/>
                <a:gd name="T35" fmla="*/ 91 h 115"/>
                <a:gd name="T36" fmla="*/ 7 w 11"/>
                <a:gd name="T37" fmla="*/ 114 h 115"/>
                <a:gd name="T38" fmla="*/ 3 w 11"/>
                <a:gd name="T39" fmla="*/ 108 h 115"/>
                <a:gd name="T40" fmla="*/ 3 w 11"/>
                <a:gd name="T41" fmla="*/ 92 h 115"/>
                <a:gd name="T42" fmla="*/ 0 w 11"/>
                <a:gd name="T43" fmla="*/ 91 h 11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 h="115">
                  <a:moveTo>
                    <a:pt x="0" y="91"/>
                  </a:moveTo>
                  <a:lnTo>
                    <a:pt x="3" y="75"/>
                  </a:lnTo>
                  <a:lnTo>
                    <a:pt x="0" y="72"/>
                  </a:lnTo>
                  <a:lnTo>
                    <a:pt x="3" y="69"/>
                  </a:lnTo>
                  <a:lnTo>
                    <a:pt x="0" y="62"/>
                  </a:lnTo>
                  <a:lnTo>
                    <a:pt x="3" y="55"/>
                  </a:lnTo>
                  <a:lnTo>
                    <a:pt x="0" y="48"/>
                  </a:lnTo>
                  <a:lnTo>
                    <a:pt x="3" y="45"/>
                  </a:lnTo>
                  <a:lnTo>
                    <a:pt x="0" y="39"/>
                  </a:lnTo>
                  <a:lnTo>
                    <a:pt x="3" y="16"/>
                  </a:lnTo>
                  <a:lnTo>
                    <a:pt x="0" y="9"/>
                  </a:lnTo>
                  <a:lnTo>
                    <a:pt x="3" y="0"/>
                  </a:lnTo>
                  <a:lnTo>
                    <a:pt x="7" y="0"/>
                  </a:lnTo>
                  <a:lnTo>
                    <a:pt x="10" y="9"/>
                  </a:lnTo>
                  <a:lnTo>
                    <a:pt x="7" y="12"/>
                  </a:lnTo>
                  <a:lnTo>
                    <a:pt x="7" y="75"/>
                  </a:lnTo>
                  <a:lnTo>
                    <a:pt x="10" y="81"/>
                  </a:lnTo>
                  <a:lnTo>
                    <a:pt x="7" y="91"/>
                  </a:lnTo>
                  <a:lnTo>
                    <a:pt x="7" y="114"/>
                  </a:lnTo>
                  <a:lnTo>
                    <a:pt x="3" y="108"/>
                  </a:lnTo>
                  <a:lnTo>
                    <a:pt x="3" y="92"/>
                  </a:lnTo>
                  <a:lnTo>
                    <a:pt x="0" y="91"/>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08" name="未知">
              <a:extLst>
                <a:ext uri="{FF2B5EF4-FFF2-40B4-BE49-F238E27FC236}">
                  <a16:creationId xmlns:a16="http://schemas.microsoft.com/office/drawing/2014/main" id="{3C9FBCA6-04E2-4B97-BDD1-F7678292CD82}"/>
                </a:ext>
              </a:extLst>
            </p:cNvPr>
            <p:cNvSpPr>
              <a:spLocks/>
            </p:cNvSpPr>
            <p:nvPr/>
          </p:nvSpPr>
          <p:spPr bwMode="auto">
            <a:xfrm>
              <a:off x="2752" y="3"/>
              <a:ext cx="45" cy="69"/>
            </a:xfrm>
            <a:custGeom>
              <a:avLst/>
              <a:gdLst>
                <a:gd name="T0" fmla="*/ 0 w 45"/>
                <a:gd name="T1" fmla="*/ 46 h 69"/>
                <a:gd name="T2" fmla="*/ 0 w 45"/>
                <a:gd name="T3" fmla="*/ 14 h 69"/>
                <a:gd name="T4" fmla="*/ 9 w 45"/>
                <a:gd name="T5" fmla="*/ 3 h 69"/>
                <a:gd name="T6" fmla="*/ 29 w 45"/>
                <a:gd name="T7" fmla="*/ 0 h 69"/>
                <a:gd name="T8" fmla="*/ 38 w 45"/>
                <a:gd name="T9" fmla="*/ 11 h 69"/>
                <a:gd name="T10" fmla="*/ 44 w 45"/>
                <a:gd name="T11" fmla="*/ 39 h 69"/>
                <a:gd name="T12" fmla="*/ 35 w 45"/>
                <a:gd name="T13" fmla="*/ 62 h 69"/>
                <a:gd name="T14" fmla="*/ 26 w 45"/>
                <a:gd name="T15" fmla="*/ 68 h 69"/>
                <a:gd name="T16" fmla="*/ 15 w 45"/>
                <a:gd name="T17" fmla="*/ 68 h 69"/>
                <a:gd name="T18" fmla="*/ 9 w 45"/>
                <a:gd name="T19" fmla="*/ 65 h 69"/>
                <a:gd name="T20" fmla="*/ 0 w 45"/>
                <a:gd name="T21" fmla="*/ 46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5" h="69">
                  <a:moveTo>
                    <a:pt x="0" y="46"/>
                  </a:moveTo>
                  <a:lnTo>
                    <a:pt x="0" y="14"/>
                  </a:lnTo>
                  <a:lnTo>
                    <a:pt x="9" y="3"/>
                  </a:lnTo>
                  <a:lnTo>
                    <a:pt x="29" y="0"/>
                  </a:lnTo>
                  <a:lnTo>
                    <a:pt x="38" y="11"/>
                  </a:lnTo>
                  <a:lnTo>
                    <a:pt x="44" y="39"/>
                  </a:lnTo>
                  <a:lnTo>
                    <a:pt x="35" y="62"/>
                  </a:lnTo>
                  <a:lnTo>
                    <a:pt x="26" y="68"/>
                  </a:lnTo>
                  <a:lnTo>
                    <a:pt x="15" y="68"/>
                  </a:lnTo>
                  <a:lnTo>
                    <a:pt x="9" y="65"/>
                  </a:lnTo>
                  <a:lnTo>
                    <a:pt x="0" y="46"/>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09" name="未知">
              <a:extLst>
                <a:ext uri="{FF2B5EF4-FFF2-40B4-BE49-F238E27FC236}">
                  <a16:creationId xmlns:a16="http://schemas.microsoft.com/office/drawing/2014/main" id="{ADD50C09-59D1-49F6-AFCE-0FD80A2A782B}"/>
                </a:ext>
              </a:extLst>
            </p:cNvPr>
            <p:cNvSpPr>
              <a:spLocks/>
            </p:cNvSpPr>
            <p:nvPr/>
          </p:nvSpPr>
          <p:spPr bwMode="auto">
            <a:xfrm>
              <a:off x="2761" y="6"/>
              <a:ext cx="28" cy="63"/>
            </a:xfrm>
            <a:custGeom>
              <a:avLst/>
              <a:gdLst>
                <a:gd name="T0" fmla="*/ 3 w 28"/>
                <a:gd name="T1" fmla="*/ 53 h 63"/>
                <a:gd name="T2" fmla="*/ 6 w 28"/>
                <a:gd name="T3" fmla="*/ 59 h 63"/>
                <a:gd name="T4" fmla="*/ 16 w 28"/>
                <a:gd name="T5" fmla="*/ 62 h 63"/>
                <a:gd name="T6" fmla="*/ 24 w 28"/>
                <a:gd name="T7" fmla="*/ 50 h 63"/>
                <a:gd name="T8" fmla="*/ 24 w 28"/>
                <a:gd name="T9" fmla="*/ 42 h 63"/>
                <a:gd name="T10" fmla="*/ 27 w 28"/>
                <a:gd name="T11" fmla="*/ 36 h 63"/>
                <a:gd name="T12" fmla="*/ 24 w 28"/>
                <a:gd name="T13" fmla="*/ 33 h 63"/>
                <a:gd name="T14" fmla="*/ 27 w 28"/>
                <a:gd name="T15" fmla="*/ 29 h 63"/>
                <a:gd name="T16" fmla="*/ 24 w 28"/>
                <a:gd name="T17" fmla="*/ 23 h 63"/>
                <a:gd name="T18" fmla="*/ 24 w 28"/>
                <a:gd name="T19" fmla="*/ 11 h 63"/>
                <a:gd name="T20" fmla="*/ 13 w 28"/>
                <a:gd name="T21" fmla="*/ 0 h 63"/>
                <a:gd name="T22" fmla="*/ 0 w 28"/>
                <a:gd name="T23" fmla="*/ 14 h 63"/>
                <a:gd name="T24" fmla="*/ 0 w 28"/>
                <a:gd name="T25" fmla="*/ 50 h 63"/>
                <a:gd name="T26" fmla="*/ 3 w 28"/>
                <a:gd name="T27" fmla="*/ 53 h 6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8" h="63">
                  <a:moveTo>
                    <a:pt x="3" y="53"/>
                  </a:moveTo>
                  <a:lnTo>
                    <a:pt x="6" y="59"/>
                  </a:lnTo>
                  <a:lnTo>
                    <a:pt x="16" y="62"/>
                  </a:lnTo>
                  <a:lnTo>
                    <a:pt x="24" y="50"/>
                  </a:lnTo>
                  <a:lnTo>
                    <a:pt x="24" y="42"/>
                  </a:lnTo>
                  <a:lnTo>
                    <a:pt x="27" y="36"/>
                  </a:lnTo>
                  <a:lnTo>
                    <a:pt x="24" y="33"/>
                  </a:lnTo>
                  <a:lnTo>
                    <a:pt x="27" y="29"/>
                  </a:lnTo>
                  <a:lnTo>
                    <a:pt x="24" y="23"/>
                  </a:lnTo>
                  <a:lnTo>
                    <a:pt x="24" y="11"/>
                  </a:lnTo>
                  <a:lnTo>
                    <a:pt x="13" y="0"/>
                  </a:lnTo>
                  <a:lnTo>
                    <a:pt x="0" y="14"/>
                  </a:lnTo>
                  <a:lnTo>
                    <a:pt x="0" y="50"/>
                  </a:lnTo>
                  <a:lnTo>
                    <a:pt x="3" y="53"/>
                  </a:lnTo>
                </a:path>
              </a:pathLst>
            </a:custGeom>
            <a:solidFill>
              <a:srgbClr val="FFFFFF"/>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10" name="未知">
              <a:extLst>
                <a:ext uri="{FF2B5EF4-FFF2-40B4-BE49-F238E27FC236}">
                  <a16:creationId xmlns:a16="http://schemas.microsoft.com/office/drawing/2014/main" id="{AFA6A573-E541-42A1-92E4-72411411D6E4}"/>
                </a:ext>
              </a:extLst>
            </p:cNvPr>
            <p:cNvSpPr>
              <a:spLocks/>
            </p:cNvSpPr>
            <p:nvPr/>
          </p:nvSpPr>
          <p:spPr bwMode="auto">
            <a:xfrm>
              <a:off x="2911" y="1093"/>
              <a:ext cx="11" cy="116"/>
            </a:xfrm>
            <a:custGeom>
              <a:avLst/>
              <a:gdLst>
                <a:gd name="T0" fmla="*/ 0 w 11"/>
                <a:gd name="T1" fmla="*/ 103 h 116"/>
                <a:gd name="T2" fmla="*/ 3 w 11"/>
                <a:gd name="T3" fmla="*/ 84 h 116"/>
                <a:gd name="T4" fmla="*/ 0 w 11"/>
                <a:gd name="T5" fmla="*/ 76 h 116"/>
                <a:gd name="T6" fmla="*/ 3 w 11"/>
                <a:gd name="T7" fmla="*/ 73 h 116"/>
                <a:gd name="T8" fmla="*/ 0 w 11"/>
                <a:gd name="T9" fmla="*/ 67 h 116"/>
                <a:gd name="T10" fmla="*/ 3 w 11"/>
                <a:gd name="T11" fmla="*/ 50 h 116"/>
                <a:gd name="T12" fmla="*/ 0 w 11"/>
                <a:gd name="T13" fmla="*/ 47 h 116"/>
                <a:gd name="T14" fmla="*/ 3 w 11"/>
                <a:gd name="T15" fmla="*/ 39 h 116"/>
                <a:gd name="T16" fmla="*/ 3 w 11"/>
                <a:gd name="T17" fmla="*/ 0 h 116"/>
                <a:gd name="T18" fmla="*/ 7 w 11"/>
                <a:gd name="T19" fmla="*/ 0 h 116"/>
                <a:gd name="T20" fmla="*/ 7 w 11"/>
                <a:gd name="T21" fmla="*/ 23 h 116"/>
                <a:gd name="T22" fmla="*/ 10 w 11"/>
                <a:gd name="T23" fmla="*/ 30 h 116"/>
                <a:gd name="T24" fmla="*/ 7 w 11"/>
                <a:gd name="T25" fmla="*/ 33 h 116"/>
                <a:gd name="T26" fmla="*/ 7 w 11"/>
                <a:gd name="T27" fmla="*/ 115 h 116"/>
                <a:gd name="T28" fmla="*/ 0 w 11"/>
                <a:gd name="T29" fmla="*/ 103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 h="116">
                  <a:moveTo>
                    <a:pt x="0" y="103"/>
                  </a:moveTo>
                  <a:lnTo>
                    <a:pt x="3" y="84"/>
                  </a:lnTo>
                  <a:lnTo>
                    <a:pt x="0" y="76"/>
                  </a:lnTo>
                  <a:lnTo>
                    <a:pt x="3" y="73"/>
                  </a:lnTo>
                  <a:lnTo>
                    <a:pt x="0" y="67"/>
                  </a:lnTo>
                  <a:lnTo>
                    <a:pt x="3" y="50"/>
                  </a:lnTo>
                  <a:lnTo>
                    <a:pt x="0" y="47"/>
                  </a:lnTo>
                  <a:lnTo>
                    <a:pt x="3" y="39"/>
                  </a:lnTo>
                  <a:lnTo>
                    <a:pt x="3" y="0"/>
                  </a:lnTo>
                  <a:lnTo>
                    <a:pt x="7" y="0"/>
                  </a:lnTo>
                  <a:lnTo>
                    <a:pt x="7" y="23"/>
                  </a:lnTo>
                  <a:lnTo>
                    <a:pt x="10" y="30"/>
                  </a:lnTo>
                  <a:lnTo>
                    <a:pt x="7" y="33"/>
                  </a:lnTo>
                  <a:lnTo>
                    <a:pt x="7" y="115"/>
                  </a:lnTo>
                  <a:lnTo>
                    <a:pt x="0" y="103"/>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11" name="未知">
              <a:extLst>
                <a:ext uri="{FF2B5EF4-FFF2-40B4-BE49-F238E27FC236}">
                  <a16:creationId xmlns:a16="http://schemas.microsoft.com/office/drawing/2014/main" id="{2985DCF8-7470-4331-8C00-AC6283E956E5}"/>
                </a:ext>
              </a:extLst>
            </p:cNvPr>
            <p:cNvSpPr>
              <a:spLocks/>
            </p:cNvSpPr>
            <p:nvPr/>
          </p:nvSpPr>
          <p:spPr bwMode="auto">
            <a:xfrm>
              <a:off x="2927" y="1015"/>
              <a:ext cx="11" cy="111"/>
            </a:xfrm>
            <a:custGeom>
              <a:avLst/>
              <a:gdLst>
                <a:gd name="T0" fmla="*/ 0 w 11"/>
                <a:gd name="T1" fmla="*/ 96 h 111"/>
                <a:gd name="T2" fmla="*/ 3 w 11"/>
                <a:gd name="T3" fmla="*/ 81 h 111"/>
                <a:gd name="T4" fmla="*/ 3 w 11"/>
                <a:gd name="T5" fmla="*/ 51 h 111"/>
                <a:gd name="T6" fmla="*/ 0 w 11"/>
                <a:gd name="T7" fmla="*/ 45 h 111"/>
                <a:gd name="T8" fmla="*/ 3 w 11"/>
                <a:gd name="T9" fmla="*/ 36 h 111"/>
                <a:gd name="T10" fmla="*/ 3 w 11"/>
                <a:gd name="T11" fmla="*/ 0 h 111"/>
                <a:gd name="T12" fmla="*/ 7 w 11"/>
                <a:gd name="T13" fmla="*/ 0 h 111"/>
                <a:gd name="T14" fmla="*/ 7 w 11"/>
                <a:gd name="T15" fmla="*/ 6 h 111"/>
                <a:gd name="T16" fmla="*/ 10 w 11"/>
                <a:gd name="T17" fmla="*/ 9 h 111"/>
                <a:gd name="T18" fmla="*/ 7 w 11"/>
                <a:gd name="T19" fmla="*/ 19 h 111"/>
                <a:gd name="T20" fmla="*/ 7 w 11"/>
                <a:gd name="T21" fmla="*/ 42 h 111"/>
                <a:gd name="T22" fmla="*/ 10 w 11"/>
                <a:gd name="T23" fmla="*/ 45 h 111"/>
                <a:gd name="T24" fmla="*/ 7 w 11"/>
                <a:gd name="T25" fmla="*/ 54 h 111"/>
                <a:gd name="T26" fmla="*/ 10 w 11"/>
                <a:gd name="T27" fmla="*/ 64 h 111"/>
                <a:gd name="T28" fmla="*/ 7 w 11"/>
                <a:gd name="T29" fmla="*/ 71 h 111"/>
                <a:gd name="T30" fmla="*/ 7 w 11"/>
                <a:gd name="T31" fmla="*/ 110 h 111"/>
                <a:gd name="T32" fmla="*/ 3 w 11"/>
                <a:gd name="T33" fmla="*/ 110 h 111"/>
                <a:gd name="T34" fmla="*/ 3 w 11"/>
                <a:gd name="T35" fmla="*/ 99 h 111"/>
                <a:gd name="T36" fmla="*/ 0 w 11"/>
                <a:gd name="T37" fmla="*/ 96 h 1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1">
                  <a:moveTo>
                    <a:pt x="0" y="96"/>
                  </a:moveTo>
                  <a:lnTo>
                    <a:pt x="3" y="81"/>
                  </a:lnTo>
                  <a:lnTo>
                    <a:pt x="3" y="51"/>
                  </a:lnTo>
                  <a:lnTo>
                    <a:pt x="0" y="45"/>
                  </a:lnTo>
                  <a:lnTo>
                    <a:pt x="3" y="36"/>
                  </a:lnTo>
                  <a:lnTo>
                    <a:pt x="3" y="0"/>
                  </a:lnTo>
                  <a:lnTo>
                    <a:pt x="7" y="0"/>
                  </a:lnTo>
                  <a:lnTo>
                    <a:pt x="7" y="6"/>
                  </a:lnTo>
                  <a:lnTo>
                    <a:pt x="10" y="9"/>
                  </a:lnTo>
                  <a:lnTo>
                    <a:pt x="7" y="19"/>
                  </a:lnTo>
                  <a:lnTo>
                    <a:pt x="7" y="42"/>
                  </a:lnTo>
                  <a:lnTo>
                    <a:pt x="10" y="45"/>
                  </a:lnTo>
                  <a:lnTo>
                    <a:pt x="7" y="54"/>
                  </a:lnTo>
                  <a:lnTo>
                    <a:pt x="10" y="64"/>
                  </a:lnTo>
                  <a:lnTo>
                    <a:pt x="7" y="71"/>
                  </a:lnTo>
                  <a:lnTo>
                    <a:pt x="7" y="110"/>
                  </a:lnTo>
                  <a:lnTo>
                    <a:pt x="3" y="110"/>
                  </a:lnTo>
                  <a:lnTo>
                    <a:pt x="3" y="99"/>
                  </a:lnTo>
                  <a:lnTo>
                    <a:pt x="0" y="96"/>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12" name="未知">
              <a:extLst>
                <a:ext uri="{FF2B5EF4-FFF2-40B4-BE49-F238E27FC236}">
                  <a16:creationId xmlns:a16="http://schemas.microsoft.com/office/drawing/2014/main" id="{528C2884-D2FE-4AEA-A37C-2AD2F83655F9}"/>
                </a:ext>
              </a:extLst>
            </p:cNvPr>
            <p:cNvSpPr>
              <a:spLocks/>
            </p:cNvSpPr>
            <p:nvPr/>
          </p:nvSpPr>
          <p:spPr bwMode="auto">
            <a:xfrm>
              <a:off x="2927" y="874"/>
              <a:ext cx="11" cy="112"/>
            </a:xfrm>
            <a:custGeom>
              <a:avLst/>
              <a:gdLst>
                <a:gd name="T0" fmla="*/ 0 w 11"/>
                <a:gd name="T1" fmla="*/ 39 h 112"/>
                <a:gd name="T2" fmla="*/ 3 w 11"/>
                <a:gd name="T3" fmla="*/ 33 h 112"/>
                <a:gd name="T4" fmla="*/ 0 w 11"/>
                <a:gd name="T5" fmla="*/ 30 h 112"/>
                <a:gd name="T6" fmla="*/ 3 w 11"/>
                <a:gd name="T7" fmla="*/ 22 h 112"/>
                <a:gd name="T8" fmla="*/ 3 w 11"/>
                <a:gd name="T9" fmla="*/ 0 h 112"/>
                <a:gd name="T10" fmla="*/ 7 w 11"/>
                <a:gd name="T11" fmla="*/ 0 h 112"/>
                <a:gd name="T12" fmla="*/ 10 w 11"/>
                <a:gd name="T13" fmla="*/ 6 h 112"/>
                <a:gd name="T14" fmla="*/ 7 w 11"/>
                <a:gd name="T15" fmla="*/ 16 h 112"/>
                <a:gd name="T16" fmla="*/ 10 w 11"/>
                <a:gd name="T17" fmla="*/ 22 h 112"/>
                <a:gd name="T18" fmla="*/ 7 w 11"/>
                <a:gd name="T19" fmla="*/ 25 h 112"/>
                <a:gd name="T20" fmla="*/ 10 w 11"/>
                <a:gd name="T21" fmla="*/ 27 h 112"/>
                <a:gd name="T22" fmla="*/ 7 w 11"/>
                <a:gd name="T23" fmla="*/ 33 h 112"/>
                <a:gd name="T24" fmla="*/ 10 w 11"/>
                <a:gd name="T25" fmla="*/ 36 h 112"/>
                <a:gd name="T26" fmla="*/ 7 w 11"/>
                <a:gd name="T27" fmla="*/ 58 h 112"/>
                <a:gd name="T28" fmla="*/ 10 w 11"/>
                <a:gd name="T29" fmla="*/ 61 h 112"/>
                <a:gd name="T30" fmla="*/ 7 w 11"/>
                <a:gd name="T31" fmla="*/ 64 h 112"/>
                <a:gd name="T32" fmla="*/ 10 w 11"/>
                <a:gd name="T33" fmla="*/ 69 h 112"/>
                <a:gd name="T34" fmla="*/ 7 w 11"/>
                <a:gd name="T35" fmla="*/ 75 h 112"/>
                <a:gd name="T36" fmla="*/ 10 w 11"/>
                <a:gd name="T37" fmla="*/ 81 h 112"/>
                <a:gd name="T38" fmla="*/ 7 w 11"/>
                <a:gd name="T39" fmla="*/ 88 h 112"/>
                <a:gd name="T40" fmla="*/ 10 w 11"/>
                <a:gd name="T41" fmla="*/ 94 h 112"/>
                <a:gd name="T42" fmla="*/ 7 w 11"/>
                <a:gd name="T43" fmla="*/ 111 h 112"/>
                <a:gd name="T44" fmla="*/ 3 w 11"/>
                <a:gd name="T45" fmla="*/ 111 h 112"/>
                <a:gd name="T46" fmla="*/ 3 w 11"/>
                <a:gd name="T47" fmla="*/ 42 h 112"/>
                <a:gd name="T48" fmla="*/ 0 w 11"/>
                <a:gd name="T49" fmla="*/ 39 h 11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1" h="112">
                  <a:moveTo>
                    <a:pt x="0" y="39"/>
                  </a:moveTo>
                  <a:lnTo>
                    <a:pt x="3" y="33"/>
                  </a:lnTo>
                  <a:lnTo>
                    <a:pt x="0" y="30"/>
                  </a:lnTo>
                  <a:lnTo>
                    <a:pt x="3" y="22"/>
                  </a:lnTo>
                  <a:lnTo>
                    <a:pt x="3" y="0"/>
                  </a:lnTo>
                  <a:lnTo>
                    <a:pt x="7" y="0"/>
                  </a:lnTo>
                  <a:lnTo>
                    <a:pt x="10" y="6"/>
                  </a:lnTo>
                  <a:lnTo>
                    <a:pt x="7" y="16"/>
                  </a:lnTo>
                  <a:lnTo>
                    <a:pt x="10" y="22"/>
                  </a:lnTo>
                  <a:lnTo>
                    <a:pt x="7" y="25"/>
                  </a:lnTo>
                  <a:lnTo>
                    <a:pt x="10" y="27"/>
                  </a:lnTo>
                  <a:lnTo>
                    <a:pt x="7" y="33"/>
                  </a:lnTo>
                  <a:lnTo>
                    <a:pt x="10" y="36"/>
                  </a:lnTo>
                  <a:lnTo>
                    <a:pt x="7" y="58"/>
                  </a:lnTo>
                  <a:lnTo>
                    <a:pt x="10" y="61"/>
                  </a:lnTo>
                  <a:lnTo>
                    <a:pt x="7" y="64"/>
                  </a:lnTo>
                  <a:lnTo>
                    <a:pt x="10" y="69"/>
                  </a:lnTo>
                  <a:lnTo>
                    <a:pt x="7" y="75"/>
                  </a:lnTo>
                  <a:lnTo>
                    <a:pt x="10" y="81"/>
                  </a:lnTo>
                  <a:lnTo>
                    <a:pt x="7" y="88"/>
                  </a:lnTo>
                  <a:lnTo>
                    <a:pt x="10" y="94"/>
                  </a:lnTo>
                  <a:lnTo>
                    <a:pt x="7" y="111"/>
                  </a:lnTo>
                  <a:lnTo>
                    <a:pt x="3" y="111"/>
                  </a:lnTo>
                  <a:lnTo>
                    <a:pt x="3" y="42"/>
                  </a:lnTo>
                  <a:lnTo>
                    <a:pt x="0" y="39"/>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13" name="未知">
              <a:extLst>
                <a:ext uri="{FF2B5EF4-FFF2-40B4-BE49-F238E27FC236}">
                  <a16:creationId xmlns:a16="http://schemas.microsoft.com/office/drawing/2014/main" id="{07C8072B-B84E-47F4-A2D9-5EF19F16F8D9}"/>
                </a:ext>
              </a:extLst>
            </p:cNvPr>
            <p:cNvSpPr>
              <a:spLocks/>
            </p:cNvSpPr>
            <p:nvPr/>
          </p:nvSpPr>
          <p:spPr bwMode="auto">
            <a:xfrm>
              <a:off x="2930" y="733"/>
              <a:ext cx="8" cy="113"/>
            </a:xfrm>
            <a:custGeom>
              <a:avLst/>
              <a:gdLst>
                <a:gd name="T0" fmla="*/ 0 w 8"/>
                <a:gd name="T1" fmla="*/ 112 h 113"/>
                <a:gd name="T2" fmla="*/ 0 w 8"/>
                <a:gd name="T3" fmla="*/ 0 h 113"/>
                <a:gd name="T4" fmla="*/ 4 w 8"/>
                <a:gd name="T5" fmla="*/ 0 h 113"/>
                <a:gd name="T6" fmla="*/ 4 w 8"/>
                <a:gd name="T7" fmla="*/ 26 h 113"/>
                <a:gd name="T8" fmla="*/ 7 w 8"/>
                <a:gd name="T9" fmla="*/ 33 h 113"/>
                <a:gd name="T10" fmla="*/ 4 w 8"/>
                <a:gd name="T11" fmla="*/ 39 h 113"/>
                <a:gd name="T12" fmla="*/ 7 w 8"/>
                <a:gd name="T13" fmla="*/ 42 h 113"/>
                <a:gd name="T14" fmla="*/ 4 w 8"/>
                <a:gd name="T15" fmla="*/ 58 h 113"/>
                <a:gd name="T16" fmla="*/ 7 w 8"/>
                <a:gd name="T17" fmla="*/ 59 h 113"/>
                <a:gd name="T18" fmla="*/ 4 w 8"/>
                <a:gd name="T19" fmla="*/ 62 h 113"/>
                <a:gd name="T20" fmla="*/ 7 w 8"/>
                <a:gd name="T21" fmla="*/ 65 h 113"/>
                <a:gd name="T22" fmla="*/ 4 w 8"/>
                <a:gd name="T23" fmla="*/ 75 h 113"/>
                <a:gd name="T24" fmla="*/ 7 w 8"/>
                <a:gd name="T25" fmla="*/ 81 h 113"/>
                <a:gd name="T26" fmla="*/ 4 w 8"/>
                <a:gd name="T27" fmla="*/ 87 h 113"/>
                <a:gd name="T28" fmla="*/ 7 w 8"/>
                <a:gd name="T29" fmla="*/ 93 h 113"/>
                <a:gd name="T30" fmla="*/ 4 w 8"/>
                <a:gd name="T31" fmla="*/ 112 h 113"/>
                <a:gd name="T32" fmla="*/ 0 w 8"/>
                <a:gd name="T33" fmla="*/ 112 h 1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 h="113">
                  <a:moveTo>
                    <a:pt x="0" y="112"/>
                  </a:moveTo>
                  <a:lnTo>
                    <a:pt x="0" y="0"/>
                  </a:lnTo>
                  <a:lnTo>
                    <a:pt x="4" y="0"/>
                  </a:lnTo>
                  <a:lnTo>
                    <a:pt x="4" y="26"/>
                  </a:lnTo>
                  <a:lnTo>
                    <a:pt x="7" y="33"/>
                  </a:lnTo>
                  <a:lnTo>
                    <a:pt x="4" y="39"/>
                  </a:lnTo>
                  <a:lnTo>
                    <a:pt x="7" y="42"/>
                  </a:lnTo>
                  <a:lnTo>
                    <a:pt x="4" y="58"/>
                  </a:lnTo>
                  <a:lnTo>
                    <a:pt x="7" y="59"/>
                  </a:lnTo>
                  <a:lnTo>
                    <a:pt x="4" y="62"/>
                  </a:lnTo>
                  <a:lnTo>
                    <a:pt x="7" y="65"/>
                  </a:lnTo>
                  <a:lnTo>
                    <a:pt x="4" y="75"/>
                  </a:lnTo>
                  <a:lnTo>
                    <a:pt x="7" y="81"/>
                  </a:lnTo>
                  <a:lnTo>
                    <a:pt x="4" y="87"/>
                  </a:lnTo>
                  <a:lnTo>
                    <a:pt x="7" y="93"/>
                  </a:lnTo>
                  <a:lnTo>
                    <a:pt x="4" y="112"/>
                  </a:lnTo>
                  <a:lnTo>
                    <a:pt x="0" y="11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14" name="未知">
              <a:extLst>
                <a:ext uri="{FF2B5EF4-FFF2-40B4-BE49-F238E27FC236}">
                  <a16:creationId xmlns:a16="http://schemas.microsoft.com/office/drawing/2014/main" id="{78690194-5D99-414F-B4F2-E8782DBDB621}"/>
                </a:ext>
              </a:extLst>
            </p:cNvPr>
            <p:cNvSpPr>
              <a:spLocks/>
            </p:cNvSpPr>
            <p:nvPr/>
          </p:nvSpPr>
          <p:spPr bwMode="auto">
            <a:xfrm>
              <a:off x="2930" y="453"/>
              <a:ext cx="8" cy="114"/>
            </a:xfrm>
            <a:custGeom>
              <a:avLst/>
              <a:gdLst>
                <a:gd name="T0" fmla="*/ 0 w 8"/>
                <a:gd name="T1" fmla="*/ 110 h 114"/>
                <a:gd name="T2" fmla="*/ 0 w 8"/>
                <a:gd name="T3" fmla="*/ 3 h 114"/>
                <a:gd name="T4" fmla="*/ 4 w 8"/>
                <a:gd name="T5" fmla="*/ 0 h 114"/>
                <a:gd name="T6" fmla="*/ 7 w 8"/>
                <a:gd name="T7" fmla="*/ 11 h 114"/>
                <a:gd name="T8" fmla="*/ 7 w 8"/>
                <a:gd name="T9" fmla="*/ 50 h 114"/>
                <a:gd name="T10" fmla="*/ 4 w 8"/>
                <a:gd name="T11" fmla="*/ 53 h 114"/>
                <a:gd name="T12" fmla="*/ 7 w 8"/>
                <a:gd name="T13" fmla="*/ 56 h 114"/>
                <a:gd name="T14" fmla="*/ 4 w 8"/>
                <a:gd name="T15" fmla="*/ 59 h 114"/>
                <a:gd name="T16" fmla="*/ 7 w 8"/>
                <a:gd name="T17" fmla="*/ 65 h 114"/>
                <a:gd name="T18" fmla="*/ 7 w 8"/>
                <a:gd name="T19" fmla="*/ 91 h 114"/>
                <a:gd name="T20" fmla="*/ 4 w 8"/>
                <a:gd name="T21" fmla="*/ 94 h 114"/>
                <a:gd name="T22" fmla="*/ 7 w 8"/>
                <a:gd name="T23" fmla="*/ 107 h 114"/>
                <a:gd name="T24" fmla="*/ 4 w 8"/>
                <a:gd name="T25" fmla="*/ 113 h 114"/>
                <a:gd name="T26" fmla="*/ 0 w 8"/>
                <a:gd name="T27" fmla="*/ 110 h 1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 h="114">
                  <a:moveTo>
                    <a:pt x="0" y="110"/>
                  </a:moveTo>
                  <a:lnTo>
                    <a:pt x="0" y="3"/>
                  </a:lnTo>
                  <a:lnTo>
                    <a:pt x="4" y="0"/>
                  </a:lnTo>
                  <a:lnTo>
                    <a:pt x="7" y="11"/>
                  </a:lnTo>
                  <a:lnTo>
                    <a:pt x="7" y="50"/>
                  </a:lnTo>
                  <a:lnTo>
                    <a:pt x="4" y="53"/>
                  </a:lnTo>
                  <a:lnTo>
                    <a:pt x="7" y="56"/>
                  </a:lnTo>
                  <a:lnTo>
                    <a:pt x="4" y="59"/>
                  </a:lnTo>
                  <a:lnTo>
                    <a:pt x="7" y="65"/>
                  </a:lnTo>
                  <a:lnTo>
                    <a:pt x="7" y="91"/>
                  </a:lnTo>
                  <a:lnTo>
                    <a:pt x="4" y="94"/>
                  </a:lnTo>
                  <a:lnTo>
                    <a:pt x="7" y="107"/>
                  </a:lnTo>
                  <a:lnTo>
                    <a:pt x="4" y="113"/>
                  </a:lnTo>
                  <a:lnTo>
                    <a:pt x="0" y="11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15" name="未知">
              <a:extLst>
                <a:ext uri="{FF2B5EF4-FFF2-40B4-BE49-F238E27FC236}">
                  <a16:creationId xmlns:a16="http://schemas.microsoft.com/office/drawing/2014/main" id="{2F968E3C-6D04-4743-8509-FC3F3D81FF3D}"/>
                </a:ext>
              </a:extLst>
            </p:cNvPr>
            <p:cNvSpPr>
              <a:spLocks/>
            </p:cNvSpPr>
            <p:nvPr/>
          </p:nvSpPr>
          <p:spPr bwMode="auto">
            <a:xfrm>
              <a:off x="2930" y="315"/>
              <a:ext cx="8" cy="111"/>
            </a:xfrm>
            <a:custGeom>
              <a:avLst/>
              <a:gdLst>
                <a:gd name="T0" fmla="*/ 0 w 8"/>
                <a:gd name="T1" fmla="*/ 110 h 111"/>
                <a:gd name="T2" fmla="*/ 0 w 8"/>
                <a:gd name="T3" fmla="*/ 0 h 111"/>
                <a:gd name="T4" fmla="*/ 4 w 8"/>
                <a:gd name="T5" fmla="*/ 0 h 111"/>
                <a:gd name="T6" fmla="*/ 7 w 8"/>
                <a:gd name="T7" fmla="*/ 3 h 111"/>
                <a:gd name="T8" fmla="*/ 4 w 8"/>
                <a:gd name="T9" fmla="*/ 6 h 111"/>
                <a:gd name="T10" fmla="*/ 7 w 8"/>
                <a:gd name="T11" fmla="*/ 12 h 111"/>
                <a:gd name="T12" fmla="*/ 7 w 8"/>
                <a:gd name="T13" fmla="*/ 31 h 111"/>
                <a:gd name="T14" fmla="*/ 4 w 8"/>
                <a:gd name="T15" fmla="*/ 33 h 111"/>
                <a:gd name="T16" fmla="*/ 7 w 8"/>
                <a:gd name="T17" fmla="*/ 42 h 111"/>
                <a:gd name="T18" fmla="*/ 4 w 8"/>
                <a:gd name="T19" fmla="*/ 45 h 111"/>
                <a:gd name="T20" fmla="*/ 7 w 8"/>
                <a:gd name="T21" fmla="*/ 51 h 111"/>
                <a:gd name="T22" fmla="*/ 7 w 8"/>
                <a:gd name="T23" fmla="*/ 84 h 111"/>
                <a:gd name="T24" fmla="*/ 4 w 8"/>
                <a:gd name="T25" fmla="*/ 90 h 111"/>
                <a:gd name="T26" fmla="*/ 7 w 8"/>
                <a:gd name="T27" fmla="*/ 96 h 111"/>
                <a:gd name="T28" fmla="*/ 7 w 8"/>
                <a:gd name="T29" fmla="*/ 107 h 111"/>
                <a:gd name="T30" fmla="*/ 0 w 8"/>
                <a:gd name="T31" fmla="*/ 110 h 1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8" h="111">
                  <a:moveTo>
                    <a:pt x="0" y="110"/>
                  </a:moveTo>
                  <a:lnTo>
                    <a:pt x="0" y="0"/>
                  </a:lnTo>
                  <a:lnTo>
                    <a:pt x="4" y="0"/>
                  </a:lnTo>
                  <a:lnTo>
                    <a:pt x="7" y="3"/>
                  </a:lnTo>
                  <a:lnTo>
                    <a:pt x="4" y="6"/>
                  </a:lnTo>
                  <a:lnTo>
                    <a:pt x="7" y="12"/>
                  </a:lnTo>
                  <a:lnTo>
                    <a:pt x="7" y="31"/>
                  </a:lnTo>
                  <a:lnTo>
                    <a:pt x="4" y="33"/>
                  </a:lnTo>
                  <a:lnTo>
                    <a:pt x="7" y="42"/>
                  </a:lnTo>
                  <a:lnTo>
                    <a:pt x="4" y="45"/>
                  </a:lnTo>
                  <a:lnTo>
                    <a:pt x="7" y="51"/>
                  </a:lnTo>
                  <a:lnTo>
                    <a:pt x="7" y="84"/>
                  </a:lnTo>
                  <a:lnTo>
                    <a:pt x="4" y="90"/>
                  </a:lnTo>
                  <a:lnTo>
                    <a:pt x="7" y="96"/>
                  </a:lnTo>
                  <a:lnTo>
                    <a:pt x="7" y="107"/>
                  </a:lnTo>
                  <a:lnTo>
                    <a:pt x="0" y="11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16" name="未知">
              <a:extLst>
                <a:ext uri="{FF2B5EF4-FFF2-40B4-BE49-F238E27FC236}">
                  <a16:creationId xmlns:a16="http://schemas.microsoft.com/office/drawing/2014/main" id="{E1AE5D93-ECC1-40FB-B0D5-657217F919EA}"/>
                </a:ext>
              </a:extLst>
            </p:cNvPr>
            <p:cNvSpPr>
              <a:spLocks/>
            </p:cNvSpPr>
            <p:nvPr/>
          </p:nvSpPr>
          <p:spPr bwMode="auto">
            <a:xfrm>
              <a:off x="2930" y="32"/>
              <a:ext cx="8" cy="112"/>
            </a:xfrm>
            <a:custGeom>
              <a:avLst/>
              <a:gdLst>
                <a:gd name="T0" fmla="*/ 0 w 8"/>
                <a:gd name="T1" fmla="*/ 111 h 112"/>
                <a:gd name="T2" fmla="*/ 0 w 8"/>
                <a:gd name="T3" fmla="*/ 3 h 112"/>
                <a:gd name="T4" fmla="*/ 4 w 8"/>
                <a:gd name="T5" fmla="*/ 0 h 112"/>
                <a:gd name="T6" fmla="*/ 7 w 8"/>
                <a:gd name="T7" fmla="*/ 6 h 112"/>
                <a:gd name="T8" fmla="*/ 7 w 8"/>
                <a:gd name="T9" fmla="*/ 91 h 112"/>
                <a:gd name="T10" fmla="*/ 4 w 8"/>
                <a:gd name="T11" fmla="*/ 98 h 112"/>
                <a:gd name="T12" fmla="*/ 7 w 8"/>
                <a:gd name="T13" fmla="*/ 105 h 112"/>
                <a:gd name="T14" fmla="*/ 4 w 8"/>
                <a:gd name="T15" fmla="*/ 111 h 112"/>
                <a:gd name="T16" fmla="*/ 0 w 8"/>
                <a:gd name="T17" fmla="*/ 111 h 1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 h="112">
                  <a:moveTo>
                    <a:pt x="0" y="111"/>
                  </a:moveTo>
                  <a:lnTo>
                    <a:pt x="0" y="3"/>
                  </a:lnTo>
                  <a:lnTo>
                    <a:pt x="4" y="0"/>
                  </a:lnTo>
                  <a:lnTo>
                    <a:pt x="7" y="6"/>
                  </a:lnTo>
                  <a:lnTo>
                    <a:pt x="7" y="91"/>
                  </a:lnTo>
                  <a:lnTo>
                    <a:pt x="4" y="98"/>
                  </a:lnTo>
                  <a:lnTo>
                    <a:pt x="7" y="105"/>
                  </a:lnTo>
                  <a:lnTo>
                    <a:pt x="4" y="111"/>
                  </a:lnTo>
                  <a:lnTo>
                    <a:pt x="0" y="111"/>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17" name="未知">
              <a:extLst>
                <a:ext uri="{FF2B5EF4-FFF2-40B4-BE49-F238E27FC236}">
                  <a16:creationId xmlns:a16="http://schemas.microsoft.com/office/drawing/2014/main" id="{C9F3935D-C4E6-4F6F-ABD4-83A716241AF4}"/>
                </a:ext>
              </a:extLst>
            </p:cNvPr>
            <p:cNvSpPr>
              <a:spLocks/>
            </p:cNvSpPr>
            <p:nvPr/>
          </p:nvSpPr>
          <p:spPr bwMode="auto">
            <a:xfrm>
              <a:off x="3072" y="0"/>
              <a:ext cx="42" cy="72"/>
            </a:xfrm>
            <a:custGeom>
              <a:avLst/>
              <a:gdLst>
                <a:gd name="T0" fmla="*/ 0 w 42"/>
                <a:gd name="T1" fmla="*/ 52 h 72"/>
                <a:gd name="T2" fmla="*/ 0 w 42"/>
                <a:gd name="T3" fmla="*/ 17 h 72"/>
                <a:gd name="T4" fmla="*/ 11 w 42"/>
                <a:gd name="T5" fmla="*/ 3 h 72"/>
                <a:gd name="T6" fmla="*/ 24 w 42"/>
                <a:gd name="T7" fmla="*/ 0 h 72"/>
                <a:gd name="T8" fmla="*/ 39 w 42"/>
                <a:gd name="T9" fmla="*/ 12 h 72"/>
                <a:gd name="T10" fmla="*/ 41 w 42"/>
                <a:gd name="T11" fmla="*/ 29 h 72"/>
                <a:gd name="T12" fmla="*/ 41 w 42"/>
                <a:gd name="T13" fmla="*/ 49 h 72"/>
                <a:gd name="T14" fmla="*/ 36 w 42"/>
                <a:gd name="T15" fmla="*/ 62 h 72"/>
                <a:gd name="T16" fmla="*/ 24 w 42"/>
                <a:gd name="T17" fmla="*/ 71 h 72"/>
                <a:gd name="T18" fmla="*/ 14 w 42"/>
                <a:gd name="T19" fmla="*/ 71 h 72"/>
                <a:gd name="T20" fmla="*/ 8 w 42"/>
                <a:gd name="T21" fmla="*/ 68 h 72"/>
                <a:gd name="T22" fmla="*/ 0 w 42"/>
                <a:gd name="T23" fmla="*/ 52 h 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2" h="72">
                  <a:moveTo>
                    <a:pt x="0" y="52"/>
                  </a:moveTo>
                  <a:lnTo>
                    <a:pt x="0" y="17"/>
                  </a:lnTo>
                  <a:lnTo>
                    <a:pt x="11" y="3"/>
                  </a:lnTo>
                  <a:lnTo>
                    <a:pt x="24" y="0"/>
                  </a:lnTo>
                  <a:lnTo>
                    <a:pt x="39" y="12"/>
                  </a:lnTo>
                  <a:lnTo>
                    <a:pt x="41" y="29"/>
                  </a:lnTo>
                  <a:lnTo>
                    <a:pt x="41" y="49"/>
                  </a:lnTo>
                  <a:lnTo>
                    <a:pt x="36" y="62"/>
                  </a:lnTo>
                  <a:lnTo>
                    <a:pt x="24" y="71"/>
                  </a:lnTo>
                  <a:lnTo>
                    <a:pt x="14" y="71"/>
                  </a:lnTo>
                  <a:lnTo>
                    <a:pt x="8" y="68"/>
                  </a:lnTo>
                  <a:lnTo>
                    <a:pt x="0" y="5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18" name="未知">
              <a:extLst>
                <a:ext uri="{FF2B5EF4-FFF2-40B4-BE49-F238E27FC236}">
                  <a16:creationId xmlns:a16="http://schemas.microsoft.com/office/drawing/2014/main" id="{F558B4AD-BEC8-4666-8B87-81A14F9C5012}"/>
                </a:ext>
              </a:extLst>
            </p:cNvPr>
            <p:cNvSpPr>
              <a:spLocks/>
            </p:cNvSpPr>
            <p:nvPr/>
          </p:nvSpPr>
          <p:spPr bwMode="auto">
            <a:xfrm>
              <a:off x="3077" y="6"/>
              <a:ext cx="30" cy="60"/>
            </a:xfrm>
            <a:custGeom>
              <a:avLst/>
              <a:gdLst>
                <a:gd name="T0" fmla="*/ 3 w 30"/>
                <a:gd name="T1" fmla="*/ 42 h 60"/>
                <a:gd name="T2" fmla="*/ 3 w 30"/>
                <a:gd name="T3" fmla="*/ 53 h 60"/>
                <a:gd name="T4" fmla="*/ 13 w 30"/>
                <a:gd name="T5" fmla="*/ 59 h 60"/>
                <a:gd name="T6" fmla="*/ 26 w 30"/>
                <a:gd name="T7" fmla="*/ 59 h 60"/>
                <a:gd name="T8" fmla="*/ 29 w 30"/>
                <a:gd name="T9" fmla="*/ 43 h 60"/>
                <a:gd name="T10" fmla="*/ 29 w 30"/>
                <a:gd name="T11" fmla="*/ 11 h 60"/>
                <a:gd name="T12" fmla="*/ 16 w 30"/>
                <a:gd name="T13" fmla="*/ 0 h 60"/>
                <a:gd name="T14" fmla="*/ 10 w 30"/>
                <a:gd name="T15" fmla="*/ 3 h 60"/>
                <a:gd name="T16" fmla="*/ 3 w 30"/>
                <a:gd name="T17" fmla="*/ 14 h 60"/>
                <a:gd name="T18" fmla="*/ 3 w 30"/>
                <a:gd name="T19" fmla="*/ 26 h 60"/>
                <a:gd name="T20" fmla="*/ 0 w 30"/>
                <a:gd name="T21" fmla="*/ 36 h 60"/>
                <a:gd name="T22" fmla="*/ 3 w 30"/>
                <a:gd name="T23" fmla="*/ 42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0" h="60">
                  <a:moveTo>
                    <a:pt x="3" y="42"/>
                  </a:moveTo>
                  <a:lnTo>
                    <a:pt x="3" y="53"/>
                  </a:lnTo>
                  <a:lnTo>
                    <a:pt x="13" y="59"/>
                  </a:lnTo>
                  <a:lnTo>
                    <a:pt x="26" y="59"/>
                  </a:lnTo>
                  <a:lnTo>
                    <a:pt x="29" y="43"/>
                  </a:lnTo>
                  <a:lnTo>
                    <a:pt x="29" y="11"/>
                  </a:lnTo>
                  <a:lnTo>
                    <a:pt x="16" y="0"/>
                  </a:lnTo>
                  <a:lnTo>
                    <a:pt x="10" y="3"/>
                  </a:lnTo>
                  <a:lnTo>
                    <a:pt x="3" y="14"/>
                  </a:lnTo>
                  <a:lnTo>
                    <a:pt x="3" y="26"/>
                  </a:lnTo>
                  <a:lnTo>
                    <a:pt x="0" y="36"/>
                  </a:lnTo>
                  <a:lnTo>
                    <a:pt x="3" y="42"/>
                  </a:lnTo>
                </a:path>
              </a:pathLst>
            </a:custGeom>
            <a:solidFill>
              <a:srgbClr val="FFFFFF"/>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19" name="未知">
              <a:extLst>
                <a:ext uri="{FF2B5EF4-FFF2-40B4-BE49-F238E27FC236}">
                  <a16:creationId xmlns:a16="http://schemas.microsoft.com/office/drawing/2014/main" id="{566EB911-6E0A-4A07-827C-EC126BABB71E}"/>
                </a:ext>
              </a:extLst>
            </p:cNvPr>
            <p:cNvSpPr>
              <a:spLocks/>
            </p:cNvSpPr>
            <p:nvPr/>
          </p:nvSpPr>
          <p:spPr bwMode="auto">
            <a:xfrm>
              <a:off x="3231" y="1093"/>
              <a:ext cx="7" cy="114"/>
            </a:xfrm>
            <a:custGeom>
              <a:avLst/>
              <a:gdLst>
                <a:gd name="T0" fmla="*/ 0 w 7"/>
                <a:gd name="T1" fmla="*/ 110 h 114"/>
                <a:gd name="T2" fmla="*/ 3 w 7"/>
                <a:gd name="T3" fmla="*/ 104 h 114"/>
                <a:gd name="T4" fmla="*/ 0 w 7"/>
                <a:gd name="T5" fmla="*/ 100 h 114"/>
                <a:gd name="T6" fmla="*/ 3 w 7"/>
                <a:gd name="T7" fmla="*/ 91 h 114"/>
                <a:gd name="T8" fmla="*/ 0 w 7"/>
                <a:gd name="T9" fmla="*/ 85 h 114"/>
                <a:gd name="T10" fmla="*/ 3 w 7"/>
                <a:gd name="T11" fmla="*/ 77 h 114"/>
                <a:gd name="T12" fmla="*/ 0 w 7"/>
                <a:gd name="T13" fmla="*/ 71 h 114"/>
                <a:gd name="T14" fmla="*/ 3 w 7"/>
                <a:gd name="T15" fmla="*/ 50 h 114"/>
                <a:gd name="T16" fmla="*/ 0 w 7"/>
                <a:gd name="T17" fmla="*/ 46 h 114"/>
                <a:gd name="T18" fmla="*/ 3 w 7"/>
                <a:gd name="T19" fmla="*/ 36 h 114"/>
                <a:gd name="T20" fmla="*/ 3 w 7"/>
                <a:gd name="T21" fmla="*/ 0 h 114"/>
                <a:gd name="T22" fmla="*/ 6 w 7"/>
                <a:gd name="T23" fmla="*/ 0 h 114"/>
                <a:gd name="T24" fmla="*/ 6 w 7"/>
                <a:gd name="T25" fmla="*/ 113 h 114"/>
                <a:gd name="T26" fmla="*/ 3 w 7"/>
                <a:gd name="T27" fmla="*/ 113 h 114"/>
                <a:gd name="T28" fmla="*/ 0 w 7"/>
                <a:gd name="T29" fmla="*/ 110 h 11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 h="114">
                  <a:moveTo>
                    <a:pt x="0" y="110"/>
                  </a:moveTo>
                  <a:lnTo>
                    <a:pt x="3" y="104"/>
                  </a:lnTo>
                  <a:lnTo>
                    <a:pt x="0" y="100"/>
                  </a:lnTo>
                  <a:lnTo>
                    <a:pt x="3" y="91"/>
                  </a:lnTo>
                  <a:lnTo>
                    <a:pt x="0" y="85"/>
                  </a:lnTo>
                  <a:lnTo>
                    <a:pt x="3" y="77"/>
                  </a:lnTo>
                  <a:lnTo>
                    <a:pt x="0" y="71"/>
                  </a:lnTo>
                  <a:lnTo>
                    <a:pt x="3" y="50"/>
                  </a:lnTo>
                  <a:lnTo>
                    <a:pt x="0" y="46"/>
                  </a:lnTo>
                  <a:lnTo>
                    <a:pt x="3" y="36"/>
                  </a:lnTo>
                  <a:lnTo>
                    <a:pt x="3" y="0"/>
                  </a:lnTo>
                  <a:lnTo>
                    <a:pt x="6" y="0"/>
                  </a:lnTo>
                  <a:lnTo>
                    <a:pt x="6" y="113"/>
                  </a:lnTo>
                  <a:lnTo>
                    <a:pt x="3" y="113"/>
                  </a:lnTo>
                  <a:lnTo>
                    <a:pt x="0" y="11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20" name="未知">
              <a:extLst>
                <a:ext uri="{FF2B5EF4-FFF2-40B4-BE49-F238E27FC236}">
                  <a16:creationId xmlns:a16="http://schemas.microsoft.com/office/drawing/2014/main" id="{EA8B0213-E75E-4393-BD39-4A31A32F42D8}"/>
                </a:ext>
              </a:extLst>
            </p:cNvPr>
            <p:cNvSpPr>
              <a:spLocks/>
            </p:cNvSpPr>
            <p:nvPr/>
          </p:nvSpPr>
          <p:spPr bwMode="auto">
            <a:xfrm>
              <a:off x="3247" y="1013"/>
              <a:ext cx="7" cy="112"/>
            </a:xfrm>
            <a:custGeom>
              <a:avLst/>
              <a:gdLst>
                <a:gd name="T0" fmla="*/ 0 w 7"/>
                <a:gd name="T1" fmla="*/ 98 h 112"/>
                <a:gd name="T2" fmla="*/ 0 w 7"/>
                <a:gd name="T3" fmla="*/ 83 h 112"/>
                <a:gd name="T4" fmla="*/ 3 w 7"/>
                <a:gd name="T5" fmla="*/ 73 h 112"/>
                <a:gd name="T6" fmla="*/ 0 w 7"/>
                <a:gd name="T7" fmla="*/ 72 h 112"/>
                <a:gd name="T8" fmla="*/ 3 w 7"/>
                <a:gd name="T9" fmla="*/ 63 h 112"/>
                <a:gd name="T10" fmla="*/ 0 w 7"/>
                <a:gd name="T11" fmla="*/ 56 h 112"/>
                <a:gd name="T12" fmla="*/ 3 w 7"/>
                <a:gd name="T13" fmla="*/ 50 h 112"/>
                <a:gd name="T14" fmla="*/ 0 w 7"/>
                <a:gd name="T15" fmla="*/ 47 h 112"/>
                <a:gd name="T16" fmla="*/ 3 w 7"/>
                <a:gd name="T17" fmla="*/ 38 h 112"/>
                <a:gd name="T18" fmla="*/ 0 w 7"/>
                <a:gd name="T19" fmla="*/ 36 h 112"/>
                <a:gd name="T20" fmla="*/ 3 w 7"/>
                <a:gd name="T21" fmla="*/ 33 h 112"/>
                <a:gd name="T22" fmla="*/ 0 w 7"/>
                <a:gd name="T23" fmla="*/ 30 h 112"/>
                <a:gd name="T24" fmla="*/ 3 w 7"/>
                <a:gd name="T25" fmla="*/ 27 h 112"/>
                <a:gd name="T26" fmla="*/ 0 w 7"/>
                <a:gd name="T27" fmla="*/ 14 h 112"/>
                <a:gd name="T28" fmla="*/ 3 w 7"/>
                <a:gd name="T29" fmla="*/ 0 h 112"/>
                <a:gd name="T30" fmla="*/ 6 w 7"/>
                <a:gd name="T31" fmla="*/ 2 h 112"/>
                <a:gd name="T32" fmla="*/ 6 w 7"/>
                <a:gd name="T33" fmla="*/ 111 h 112"/>
                <a:gd name="T34" fmla="*/ 3 w 7"/>
                <a:gd name="T35" fmla="*/ 111 h 112"/>
                <a:gd name="T36" fmla="*/ 3 w 7"/>
                <a:gd name="T37" fmla="*/ 102 h 112"/>
                <a:gd name="T38" fmla="*/ 0 w 7"/>
                <a:gd name="T39" fmla="*/ 98 h 11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 h="112">
                  <a:moveTo>
                    <a:pt x="0" y="98"/>
                  </a:moveTo>
                  <a:lnTo>
                    <a:pt x="0" y="83"/>
                  </a:lnTo>
                  <a:lnTo>
                    <a:pt x="3" y="73"/>
                  </a:lnTo>
                  <a:lnTo>
                    <a:pt x="0" y="72"/>
                  </a:lnTo>
                  <a:lnTo>
                    <a:pt x="3" y="63"/>
                  </a:lnTo>
                  <a:lnTo>
                    <a:pt x="0" y="56"/>
                  </a:lnTo>
                  <a:lnTo>
                    <a:pt x="3" y="50"/>
                  </a:lnTo>
                  <a:lnTo>
                    <a:pt x="0" y="47"/>
                  </a:lnTo>
                  <a:lnTo>
                    <a:pt x="3" y="38"/>
                  </a:lnTo>
                  <a:lnTo>
                    <a:pt x="0" y="36"/>
                  </a:lnTo>
                  <a:lnTo>
                    <a:pt x="3" y="33"/>
                  </a:lnTo>
                  <a:lnTo>
                    <a:pt x="0" y="30"/>
                  </a:lnTo>
                  <a:lnTo>
                    <a:pt x="3" y="27"/>
                  </a:lnTo>
                  <a:lnTo>
                    <a:pt x="0" y="14"/>
                  </a:lnTo>
                  <a:lnTo>
                    <a:pt x="3" y="0"/>
                  </a:lnTo>
                  <a:lnTo>
                    <a:pt x="6" y="2"/>
                  </a:lnTo>
                  <a:lnTo>
                    <a:pt x="6" y="111"/>
                  </a:lnTo>
                  <a:lnTo>
                    <a:pt x="3" y="111"/>
                  </a:lnTo>
                  <a:lnTo>
                    <a:pt x="3" y="102"/>
                  </a:lnTo>
                  <a:lnTo>
                    <a:pt x="0" y="98"/>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21" name="未知">
              <a:extLst>
                <a:ext uri="{FF2B5EF4-FFF2-40B4-BE49-F238E27FC236}">
                  <a16:creationId xmlns:a16="http://schemas.microsoft.com/office/drawing/2014/main" id="{3E105FF1-8584-46B3-8E94-52952B60C515}"/>
                </a:ext>
              </a:extLst>
            </p:cNvPr>
            <p:cNvSpPr>
              <a:spLocks/>
            </p:cNvSpPr>
            <p:nvPr/>
          </p:nvSpPr>
          <p:spPr bwMode="auto">
            <a:xfrm>
              <a:off x="3247" y="874"/>
              <a:ext cx="7" cy="112"/>
            </a:xfrm>
            <a:custGeom>
              <a:avLst/>
              <a:gdLst>
                <a:gd name="T0" fmla="*/ 0 w 7"/>
                <a:gd name="T1" fmla="*/ 45 h 112"/>
                <a:gd name="T2" fmla="*/ 3 w 7"/>
                <a:gd name="T3" fmla="*/ 36 h 112"/>
                <a:gd name="T4" fmla="*/ 3 w 7"/>
                <a:gd name="T5" fmla="*/ 0 h 112"/>
                <a:gd name="T6" fmla="*/ 6 w 7"/>
                <a:gd name="T7" fmla="*/ 0 h 112"/>
                <a:gd name="T8" fmla="*/ 6 w 7"/>
                <a:gd name="T9" fmla="*/ 111 h 112"/>
                <a:gd name="T10" fmla="*/ 3 w 7"/>
                <a:gd name="T11" fmla="*/ 111 h 112"/>
                <a:gd name="T12" fmla="*/ 3 w 7"/>
                <a:gd name="T13" fmla="*/ 48 h 112"/>
                <a:gd name="T14" fmla="*/ 0 w 7"/>
                <a:gd name="T15" fmla="*/ 45 h 11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 h="112">
                  <a:moveTo>
                    <a:pt x="0" y="45"/>
                  </a:moveTo>
                  <a:lnTo>
                    <a:pt x="3" y="36"/>
                  </a:lnTo>
                  <a:lnTo>
                    <a:pt x="3" y="0"/>
                  </a:lnTo>
                  <a:lnTo>
                    <a:pt x="6" y="0"/>
                  </a:lnTo>
                  <a:lnTo>
                    <a:pt x="6" y="111"/>
                  </a:lnTo>
                  <a:lnTo>
                    <a:pt x="3" y="111"/>
                  </a:lnTo>
                  <a:lnTo>
                    <a:pt x="3" y="48"/>
                  </a:lnTo>
                  <a:lnTo>
                    <a:pt x="0" y="45"/>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22" name="未知">
              <a:extLst>
                <a:ext uri="{FF2B5EF4-FFF2-40B4-BE49-F238E27FC236}">
                  <a16:creationId xmlns:a16="http://schemas.microsoft.com/office/drawing/2014/main" id="{EB8C8661-1179-4403-B3C0-708F6282846D}"/>
                </a:ext>
              </a:extLst>
            </p:cNvPr>
            <p:cNvSpPr>
              <a:spLocks/>
            </p:cNvSpPr>
            <p:nvPr/>
          </p:nvSpPr>
          <p:spPr bwMode="auto">
            <a:xfrm>
              <a:off x="3247" y="733"/>
              <a:ext cx="10" cy="113"/>
            </a:xfrm>
            <a:custGeom>
              <a:avLst/>
              <a:gdLst>
                <a:gd name="T0" fmla="*/ 0 w 10"/>
                <a:gd name="T1" fmla="*/ 87 h 113"/>
                <a:gd name="T2" fmla="*/ 0 w 10"/>
                <a:gd name="T3" fmla="*/ 84 h 113"/>
                <a:gd name="T4" fmla="*/ 3 w 10"/>
                <a:gd name="T5" fmla="*/ 81 h 113"/>
                <a:gd name="T6" fmla="*/ 3 w 10"/>
                <a:gd name="T7" fmla="*/ 0 h 113"/>
                <a:gd name="T8" fmla="*/ 6 w 10"/>
                <a:gd name="T9" fmla="*/ 0 h 113"/>
                <a:gd name="T10" fmla="*/ 6 w 10"/>
                <a:gd name="T11" fmla="*/ 26 h 113"/>
                <a:gd name="T12" fmla="*/ 9 w 10"/>
                <a:gd name="T13" fmla="*/ 33 h 113"/>
                <a:gd name="T14" fmla="*/ 6 w 10"/>
                <a:gd name="T15" fmla="*/ 42 h 113"/>
                <a:gd name="T16" fmla="*/ 9 w 10"/>
                <a:gd name="T17" fmla="*/ 54 h 113"/>
                <a:gd name="T18" fmla="*/ 6 w 10"/>
                <a:gd name="T19" fmla="*/ 62 h 113"/>
                <a:gd name="T20" fmla="*/ 6 w 10"/>
                <a:gd name="T21" fmla="*/ 90 h 113"/>
                <a:gd name="T22" fmla="*/ 9 w 10"/>
                <a:gd name="T23" fmla="*/ 93 h 113"/>
                <a:gd name="T24" fmla="*/ 6 w 10"/>
                <a:gd name="T25" fmla="*/ 112 h 113"/>
                <a:gd name="T26" fmla="*/ 3 w 10"/>
                <a:gd name="T27" fmla="*/ 112 h 113"/>
                <a:gd name="T28" fmla="*/ 3 w 10"/>
                <a:gd name="T29" fmla="*/ 90 h 113"/>
                <a:gd name="T30" fmla="*/ 0 w 10"/>
                <a:gd name="T31" fmla="*/ 87 h 11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0" h="113">
                  <a:moveTo>
                    <a:pt x="0" y="87"/>
                  </a:moveTo>
                  <a:lnTo>
                    <a:pt x="0" y="84"/>
                  </a:lnTo>
                  <a:lnTo>
                    <a:pt x="3" y="81"/>
                  </a:lnTo>
                  <a:lnTo>
                    <a:pt x="3" y="0"/>
                  </a:lnTo>
                  <a:lnTo>
                    <a:pt x="6" y="0"/>
                  </a:lnTo>
                  <a:lnTo>
                    <a:pt x="6" y="26"/>
                  </a:lnTo>
                  <a:lnTo>
                    <a:pt x="9" y="33"/>
                  </a:lnTo>
                  <a:lnTo>
                    <a:pt x="6" y="42"/>
                  </a:lnTo>
                  <a:lnTo>
                    <a:pt x="9" y="54"/>
                  </a:lnTo>
                  <a:lnTo>
                    <a:pt x="6" y="62"/>
                  </a:lnTo>
                  <a:lnTo>
                    <a:pt x="6" y="90"/>
                  </a:lnTo>
                  <a:lnTo>
                    <a:pt x="9" y="93"/>
                  </a:lnTo>
                  <a:lnTo>
                    <a:pt x="6" y="112"/>
                  </a:lnTo>
                  <a:lnTo>
                    <a:pt x="3" y="112"/>
                  </a:lnTo>
                  <a:lnTo>
                    <a:pt x="3" y="90"/>
                  </a:lnTo>
                  <a:lnTo>
                    <a:pt x="0" y="87"/>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23" name="未知">
              <a:extLst>
                <a:ext uri="{FF2B5EF4-FFF2-40B4-BE49-F238E27FC236}">
                  <a16:creationId xmlns:a16="http://schemas.microsoft.com/office/drawing/2014/main" id="{9BAA0FCF-AD88-4865-AB95-C23B9964F44B}"/>
                </a:ext>
              </a:extLst>
            </p:cNvPr>
            <p:cNvSpPr>
              <a:spLocks/>
            </p:cNvSpPr>
            <p:nvPr/>
          </p:nvSpPr>
          <p:spPr bwMode="auto">
            <a:xfrm>
              <a:off x="3247" y="453"/>
              <a:ext cx="10" cy="111"/>
            </a:xfrm>
            <a:custGeom>
              <a:avLst/>
              <a:gdLst>
                <a:gd name="T0" fmla="*/ 0 w 10"/>
                <a:gd name="T1" fmla="*/ 11 h 111"/>
                <a:gd name="T2" fmla="*/ 3 w 10"/>
                <a:gd name="T3" fmla="*/ 0 h 111"/>
                <a:gd name="T4" fmla="*/ 6 w 10"/>
                <a:gd name="T5" fmla="*/ 0 h 111"/>
                <a:gd name="T6" fmla="*/ 9 w 10"/>
                <a:gd name="T7" fmla="*/ 5 h 111"/>
                <a:gd name="T8" fmla="*/ 6 w 10"/>
                <a:gd name="T9" fmla="*/ 8 h 111"/>
                <a:gd name="T10" fmla="*/ 9 w 10"/>
                <a:gd name="T11" fmla="*/ 14 h 111"/>
                <a:gd name="T12" fmla="*/ 9 w 10"/>
                <a:gd name="T13" fmla="*/ 36 h 111"/>
                <a:gd name="T14" fmla="*/ 6 w 10"/>
                <a:gd name="T15" fmla="*/ 39 h 111"/>
                <a:gd name="T16" fmla="*/ 9 w 10"/>
                <a:gd name="T17" fmla="*/ 43 h 111"/>
                <a:gd name="T18" fmla="*/ 6 w 10"/>
                <a:gd name="T19" fmla="*/ 59 h 111"/>
                <a:gd name="T20" fmla="*/ 9 w 10"/>
                <a:gd name="T21" fmla="*/ 68 h 111"/>
                <a:gd name="T22" fmla="*/ 6 w 10"/>
                <a:gd name="T23" fmla="*/ 77 h 111"/>
                <a:gd name="T24" fmla="*/ 9 w 10"/>
                <a:gd name="T25" fmla="*/ 107 h 111"/>
                <a:gd name="T26" fmla="*/ 3 w 10"/>
                <a:gd name="T27" fmla="*/ 110 h 111"/>
                <a:gd name="T28" fmla="*/ 3 w 10"/>
                <a:gd name="T29" fmla="*/ 14 h 111"/>
                <a:gd name="T30" fmla="*/ 0 w 10"/>
                <a:gd name="T31" fmla="*/ 11 h 1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0" h="111">
                  <a:moveTo>
                    <a:pt x="0" y="11"/>
                  </a:moveTo>
                  <a:lnTo>
                    <a:pt x="3" y="0"/>
                  </a:lnTo>
                  <a:lnTo>
                    <a:pt x="6" y="0"/>
                  </a:lnTo>
                  <a:lnTo>
                    <a:pt x="9" y="5"/>
                  </a:lnTo>
                  <a:lnTo>
                    <a:pt x="6" y="8"/>
                  </a:lnTo>
                  <a:lnTo>
                    <a:pt x="9" y="14"/>
                  </a:lnTo>
                  <a:lnTo>
                    <a:pt x="9" y="36"/>
                  </a:lnTo>
                  <a:lnTo>
                    <a:pt x="6" y="39"/>
                  </a:lnTo>
                  <a:lnTo>
                    <a:pt x="9" y="43"/>
                  </a:lnTo>
                  <a:lnTo>
                    <a:pt x="6" y="59"/>
                  </a:lnTo>
                  <a:lnTo>
                    <a:pt x="9" y="68"/>
                  </a:lnTo>
                  <a:lnTo>
                    <a:pt x="6" y="77"/>
                  </a:lnTo>
                  <a:lnTo>
                    <a:pt x="9" y="107"/>
                  </a:lnTo>
                  <a:lnTo>
                    <a:pt x="3" y="110"/>
                  </a:lnTo>
                  <a:lnTo>
                    <a:pt x="3" y="14"/>
                  </a:lnTo>
                  <a:lnTo>
                    <a:pt x="0" y="11"/>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24" name="未知">
              <a:extLst>
                <a:ext uri="{FF2B5EF4-FFF2-40B4-BE49-F238E27FC236}">
                  <a16:creationId xmlns:a16="http://schemas.microsoft.com/office/drawing/2014/main" id="{93D3B143-D7FE-49DD-B2F3-1D776DE0E543}"/>
                </a:ext>
              </a:extLst>
            </p:cNvPr>
            <p:cNvSpPr>
              <a:spLocks/>
            </p:cNvSpPr>
            <p:nvPr/>
          </p:nvSpPr>
          <p:spPr bwMode="auto">
            <a:xfrm>
              <a:off x="3249" y="315"/>
              <a:ext cx="8" cy="111"/>
            </a:xfrm>
            <a:custGeom>
              <a:avLst/>
              <a:gdLst>
                <a:gd name="T0" fmla="*/ 0 w 8"/>
                <a:gd name="T1" fmla="*/ 110 h 111"/>
                <a:gd name="T2" fmla="*/ 0 w 8"/>
                <a:gd name="T3" fmla="*/ 0 h 111"/>
                <a:gd name="T4" fmla="*/ 4 w 8"/>
                <a:gd name="T5" fmla="*/ 0 h 111"/>
                <a:gd name="T6" fmla="*/ 7 w 8"/>
                <a:gd name="T7" fmla="*/ 3 h 111"/>
                <a:gd name="T8" fmla="*/ 4 w 8"/>
                <a:gd name="T9" fmla="*/ 6 h 111"/>
                <a:gd name="T10" fmla="*/ 7 w 8"/>
                <a:gd name="T11" fmla="*/ 12 h 111"/>
                <a:gd name="T12" fmla="*/ 7 w 8"/>
                <a:gd name="T13" fmla="*/ 25 h 111"/>
                <a:gd name="T14" fmla="*/ 4 w 8"/>
                <a:gd name="T15" fmla="*/ 28 h 111"/>
                <a:gd name="T16" fmla="*/ 7 w 8"/>
                <a:gd name="T17" fmla="*/ 31 h 111"/>
                <a:gd name="T18" fmla="*/ 7 w 8"/>
                <a:gd name="T19" fmla="*/ 105 h 111"/>
                <a:gd name="T20" fmla="*/ 4 w 8"/>
                <a:gd name="T21" fmla="*/ 110 h 111"/>
                <a:gd name="T22" fmla="*/ 0 w 8"/>
                <a:gd name="T23" fmla="*/ 110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 h="111">
                  <a:moveTo>
                    <a:pt x="0" y="110"/>
                  </a:moveTo>
                  <a:lnTo>
                    <a:pt x="0" y="0"/>
                  </a:lnTo>
                  <a:lnTo>
                    <a:pt x="4" y="0"/>
                  </a:lnTo>
                  <a:lnTo>
                    <a:pt x="7" y="3"/>
                  </a:lnTo>
                  <a:lnTo>
                    <a:pt x="4" y="6"/>
                  </a:lnTo>
                  <a:lnTo>
                    <a:pt x="7" y="12"/>
                  </a:lnTo>
                  <a:lnTo>
                    <a:pt x="7" y="25"/>
                  </a:lnTo>
                  <a:lnTo>
                    <a:pt x="4" y="28"/>
                  </a:lnTo>
                  <a:lnTo>
                    <a:pt x="7" y="31"/>
                  </a:lnTo>
                  <a:lnTo>
                    <a:pt x="7" y="105"/>
                  </a:lnTo>
                  <a:lnTo>
                    <a:pt x="4" y="110"/>
                  </a:lnTo>
                  <a:lnTo>
                    <a:pt x="0" y="11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25" name="未知">
              <a:extLst>
                <a:ext uri="{FF2B5EF4-FFF2-40B4-BE49-F238E27FC236}">
                  <a16:creationId xmlns:a16="http://schemas.microsoft.com/office/drawing/2014/main" id="{71C1CC2F-269B-4A11-B73A-943541F38994}"/>
                </a:ext>
              </a:extLst>
            </p:cNvPr>
            <p:cNvSpPr>
              <a:spLocks/>
            </p:cNvSpPr>
            <p:nvPr/>
          </p:nvSpPr>
          <p:spPr bwMode="auto">
            <a:xfrm>
              <a:off x="3249" y="32"/>
              <a:ext cx="8" cy="112"/>
            </a:xfrm>
            <a:custGeom>
              <a:avLst/>
              <a:gdLst>
                <a:gd name="T0" fmla="*/ 0 w 8"/>
                <a:gd name="T1" fmla="*/ 111 h 112"/>
                <a:gd name="T2" fmla="*/ 0 w 8"/>
                <a:gd name="T3" fmla="*/ 0 h 112"/>
                <a:gd name="T4" fmla="*/ 4 w 8"/>
                <a:gd name="T5" fmla="*/ 0 h 112"/>
                <a:gd name="T6" fmla="*/ 7 w 8"/>
                <a:gd name="T7" fmla="*/ 3 h 112"/>
                <a:gd name="T8" fmla="*/ 7 w 8"/>
                <a:gd name="T9" fmla="*/ 92 h 112"/>
                <a:gd name="T10" fmla="*/ 4 w 8"/>
                <a:gd name="T11" fmla="*/ 98 h 112"/>
                <a:gd name="T12" fmla="*/ 7 w 8"/>
                <a:gd name="T13" fmla="*/ 105 h 112"/>
                <a:gd name="T14" fmla="*/ 4 w 8"/>
                <a:gd name="T15" fmla="*/ 111 h 112"/>
                <a:gd name="T16" fmla="*/ 0 w 8"/>
                <a:gd name="T17" fmla="*/ 111 h 1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 h="112">
                  <a:moveTo>
                    <a:pt x="0" y="111"/>
                  </a:moveTo>
                  <a:lnTo>
                    <a:pt x="0" y="0"/>
                  </a:lnTo>
                  <a:lnTo>
                    <a:pt x="4" y="0"/>
                  </a:lnTo>
                  <a:lnTo>
                    <a:pt x="7" y="3"/>
                  </a:lnTo>
                  <a:lnTo>
                    <a:pt x="7" y="92"/>
                  </a:lnTo>
                  <a:lnTo>
                    <a:pt x="4" y="98"/>
                  </a:lnTo>
                  <a:lnTo>
                    <a:pt x="7" y="105"/>
                  </a:lnTo>
                  <a:lnTo>
                    <a:pt x="4" y="111"/>
                  </a:lnTo>
                  <a:lnTo>
                    <a:pt x="0" y="111"/>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26" name="未知">
              <a:extLst>
                <a:ext uri="{FF2B5EF4-FFF2-40B4-BE49-F238E27FC236}">
                  <a16:creationId xmlns:a16="http://schemas.microsoft.com/office/drawing/2014/main" id="{2E7BF67B-323E-4B95-BD16-CF521C91E86B}"/>
                </a:ext>
              </a:extLst>
            </p:cNvPr>
            <p:cNvSpPr>
              <a:spLocks/>
            </p:cNvSpPr>
            <p:nvPr/>
          </p:nvSpPr>
          <p:spPr bwMode="auto">
            <a:xfrm>
              <a:off x="3387" y="0"/>
              <a:ext cx="46" cy="72"/>
            </a:xfrm>
            <a:custGeom>
              <a:avLst/>
              <a:gdLst>
                <a:gd name="T0" fmla="*/ 0 w 46"/>
                <a:gd name="T1" fmla="*/ 39 h 72"/>
                <a:gd name="T2" fmla="*/ 0 w 46"/>
                <a:gd name="T3" fmla="*/ 26 h 72"/>
                <a:gd name="T4" fmla="*/ 12 w 46"/>
                <a:gd name="T5" fmla="*/ 3 h 72"/>
                <a:gd name="T6" fmla="*/ 23 w 46"/>
                <a:gd name="T7" fmla="*/ 0 h 72"/>
                <a:gd name="T8" fmla="*/ 36 w 46"/>
                <a:gd name="T9" fmla="*/ 6 h 72"/>
                <a:gd name="T10" fmla="*/ 42 w 46"/>
                <a:gd name="T11" fmla="*/ 14 h 72"/>
                <a:gd name="T12" fmla="*/ 45 w 46"/>
                <a:gd name="T13" fmla="*/ 26 h 72"/>
                <a:gd name="T14" fmla="*/ 45 w 46"/>
                <a:gd name="T15" fmla="*/ 48 h 72"/>
                <a:gd name="T16" fmla="*/ 36 w 46"/>
                <a:gd name="T17" fmla="*/ 65 h 72"/>
                <a:gd name="T18" fmla="*/ 23 w 46"/>
                <a:gd name="T19" fmla="*/ 71 h 72"/>
                <a:gd name="T20" fmla="*/ 19 w 46"/>
                <a:gd name="T21" fmla="*/ 71 h 72"/>
                <a:gd name="T22" fmla="*/ 9 w 46"/>
                <a:gd name="T23" fmla="*/ 65 h 72"/>
                <a:gd name="T24" fmla="*/ 0 w 46"/>
                <a:gd name="T25" fmla="*/ 39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6" h="72">
                  <a:moveTo>
                    <a:pt x="0" y="39"/>
                  </a:moveTo>
                  <a:lnTo>
                    <a:pt x="0" y="26"/>
                  </a:lnTo>
                  <a:lnTo>
                    <a:pt x="12" y="3"/>
                  </a:lnTo>
                  <a:lnTo>
                    <a:pt x="23" y="0"/>
                  </a:lnTo>
                  <a:lnTo>
                    <a:pt x="36" y="6"/>
                  </a:lnTo>
                  <a:lnTo>
                    <a:pt x="42" y="14"/>
                  </a:lnTo>
                  <a:lnTo>
                    <a:pt x="45" y="26"/>
                  </a:lnTo>
                  <a:lnTo>
                    <a:pt x="45" y="48"/>
                  </a:lnTo>
                  <a:lnTo>
                    <a:pt x="36" y="65"/>
                  </a:lnTo>
                  <a:lnTo>
                    <a:pt x="23" y="71"/>
                  </a:lnTo>
                  <a:lnTo>
                    <a:pt x="19" y="71"/>
                  </a:lnTo>
                  <a:lnTo>
                    <a:pt x="9" y="65"/>
                  </a:lnTo>
                  <a:lnTo>
                    <a:pt x="0" y="39"/>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27" name="未知">
              <a:extLst>
                <a:ext uri="{FF2B5EF4-FFF2-40B4-BE49-F238E27FC236}">
                  <a16:creationId xmlns:a16="http://schemas.microsoft.com/office/drawing/2014/main" id="{231B6C2D-1A43-4BD9-9ACC-709628463F5C}"/>
                </a:ext>
              </a:extLst>
            </p:cNvPr>
            <p:cNvSpPr>
              <a:spLocks/>
            </p:cNvSpPr>
            <p:nvPr/>
          </p:nvSpPr>
          <p:spPr bwMode="auto">
            <a:xfrm>
              <a:off x="3396" y="6"/>
              <a:ext cx="27" cy="60"/>
            </a:xfrm>
            <a:custGeom>
              <a:avLst/>
              <a:gdLst>
                <a:gd name="T0" fmla="*/ 3 w 27"/>
                <a:gd name="T1" fmla="*/ 47 h 60"/>
                <a:gd name="T2" fmla="*/ 3 w 27"/>
                <a:gd name="T3" fmla="*/ 53 h 60"/>
                <a:gd name="T4" fmla="*/ 12 w 27"/>
                <a:gd name="T5" fmla="*/ 59 h 60"/>
                <a:gd name="T6" fmla="*/ 17 w 27"/>
                <a:gd name="T7" fmla="*/ 59 h 60"/>
                <a:gd name="T8" fmla="*/ 26 w 27"/>
                <a:gd name="T9" fmla="*/ 43 h 60"/>
                <a:gd name="T10" fmla="*/ 26 w 27"/>
                <a:gd name="T11" fmla="*/ 14 h 60"/>
                <a:gd name="T12" fmla="*/ 17 w 27"/>
                <a:gd name="T13" fmla="*/ 0 h 60"/>
                <a:gd name="T14" fmla="*/ 12 w 27"/>
                <a:gd name="T15" fmla="*/ 0 h 60"/>
                <a:gd name="T16" fmla="*/ 3 w 27"/>
                <a:gd name="T17" fmla="*/ 11 h 60"/>
                <a:gd name="T18" fmla="*/ 0 w 27"/>
                <a:gd name="T19" fmla="*/ 43 h 60"/>
                <a:gd name="T20" fmla="*/ 3 w 27"/>
                <a:gd name="T21" fmla="*/ 47 h 6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7" h="60">
                  <a:moveTo>
                    <a:pt x="3" y="47"/>
                  </a:moveTo>
                  <a:lnTo>
                    <a:pt x="3" y="53"/>
                  </a:lnTo>
                  <a:lnTo>
                    <a:pt x="12" y="59"/>
                  </a:lnTo>
                  <a:lnTo>
                    <a:pt x="17" y="59"/>
                  </a:lnTo>
                  <a:lnTo>
                    <a:pt x="26" y="43"/>
                  </a:lnTo>
                  <a:lnTo>
                    <a:pt x="26" y="14"/>
                  </a:lnTo>
                  <a:lnTo>
                    <a:pt x="17" y="0"/>
                  </a:lnTo>
                  <a:lnTo>
                    <a:pt x="12" y="0"/>
                  </a:lnTo>
                  <a:lnTo>
                    <a:pt x="3" y="11"/>
                  </a:lnTo>
                  <a:lnTo>
                    <a:pt x="0" y="43"/>
                  </a:lnTo>
                  <a:lnTo>
                    <a:pt x="3" y="47"/>
                  </a:lnTo>
                </a:path>
              </a:pathLst>
            </a:custGeom>
            <a:solidFill>
              <a:srgbClr val="FFFFFF"/>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28" name="未知">
              <a:extLst>
                <a:ext uri="{FF2B5EF4-FFF2-40B4-BE49-F238E27FC236}">
                  <a16:creationId xmlns:a16="http://schemas.microsoft.com/office/drawing/2014/main" id="{4CDB7A80-7BE6-4346-80D9-51EC8E277461}"/>
                </a:ext>
              </a:extLst>
            </p:cNvPr>
            <p:cNvSpPr>
              <a:spLocks/>
            </p:cNvSpPr>
            <p:nvPr/>
          </p:nvSpPr>
          <p:spPr bwMode="auto">
            <a:xfrm>
              <a:off x="3547" y="1093"/>
              <a:ext cx="7" cy="114"/>
            </a:xfrm>
            <a:custGeom>
              <a:avLst/>
              <a:gdLst>
                <a:gd name="T0" fmla="*/ 0 w 7"/>
                <a:gd name="T1" fmla="*/ 104 h 114"/>
                <a:gd name="T2" fmla="*/ 3 w 7"/>
                <a:gd name="T3" fmla="*/ 88 h 114"/>
                <a:gd name="T4" fmla="*/ 0 w 7"/>
                <a:gd name="T5" fmla="*/ 71 h 114"/>
                <a:gd name="T6" fmla="*/ 0 w 7"/>
                <a:gd name="T7" fmla="*/ 39 h 114"/>
                <a:gd name="T8" fmla="*/ 3 w 7"/>
                <a:gd name="T9" fmla="*/ 30 h 114"/>
                <a:gd name="T10" fmla="*/ 0 w 7"/>
                <a:gd name="T11" fmla="*/ 17 h 114"/>
                <a:gd name="T12" fmla="*/ 3 w 7"/>
                <a:gd name="T13" fmla="*/ 0 h 114"/>
                <a:gd name="T14" fmla="*/ 6 w 7"/>
                <a:gd name="T15" fmla="*/ 0 h 114"/>
                <a:gd name="T16" fmla="*/ 6 w 7"/>
                <a:gd name="T17" fmla="*/ 113 h 114"/>
                <a:gd name="T18" fmla="*/ 3 w 7"/>
                <a:gd name="T19" fmla="*/ 113 h 114"/>
                <a:gd name="T20" fmla="*/ 3 w 7"/>
                <a:gd name="T21" fmla="*/ 107 h 114"/>
                <a:gd name="T22" fmla="*/ 0 w 7"/>
                <a:gd name="T23" fmla="*/ 104 h 1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 h="114">
                  <a:moveTo>
                    <a:pt x="0" y="104"/>
                  </a:moveTo>
                  <a:lnTo>
                    <a:pt x="3" y="88"/>
                  </a:lnTo>
                  <a:lnTo>
                    <a:pt x="0" y="71"/>
                  </a:lnTo>
                  <a:lnTo>
                    <a:pt x="0" y="39"/>
                  </a:lnTo>
                  <a:lnTo>
                    <a:pt x="3" y="30"/>
                  </a:lnTo>
                  <a:lnTo>
                    <a:pt x="0" y="17"/>
                  </a:lnTo>
                  <a:lnTo>
                    <a:pt x="3" y="0"/>
                  </a:lnTo>
                  <a:lnTo>
                    <a:pt x="6" y="0"/>
                  </a:lnTo>
                  <a:lnTo>
                    <a:pt x="6" y="113"/>
                  </a:lnTo>
                  <a:lnTo>
                    <a:pt x="3" y="113"/>
                  </a:lnTo>
                  <a:lnTo>
                    <a:pt x="3" y="107"/>
                  </a:lnTo>
                  <a:lnTo>
                    <a:pt x="0" y="104"/>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29" name="未知">
              <a:extLst>
                <a:ext uri="{FF2B5EF4-FFF2-40B4-BE49-F238E27FC236}">
                  <a16:creationId xmlns:a16="http://schemas.microsoft.com/office/drawing/2014/main" id="{A1E68667-37F9-41F1-BC6B-49D46E11FB77}"/>
                </a:ext>
              </a:extLst>
            </p:cNvPr>
            <p:cNvSpPr>
              <a:spLocks/>
            </p:cNvSpPr>
            <p:nvPr/>
          </p:nvSpPr>
          <p:spPr bwMode="auto">
            <a:xfrm>
              <a:off x="3566" y="32"/>
              <a:ext cx="8" cy="112"/>
            </a:xfrm>
            <a:custGeom>
              <a:avLst/>
              <a:gdLst>
                <a:gd name="T0" fmla="*/ 0 w 8"/>
                <a:gd name="T1" fmla="*/ 108 h 112"/>
                <a:gd name="T2" fmla="*/ 0 w 8"/>
                <a:gd name="T3" fmla="*/ 0 h 112"/>
                <a:gd name="T4" fmla="*/ 4 w 8"/>
                <a:gd name="T5" fmla="*/ 0 h 112"/>
                <a:gd name="T6" fmla="*/ 7 w 8"/>
                <a:gd name="T7" fmla="*/ 13 h 112"/>
                <a:gd name="T8" fmla="*/ 7 w 8"/>
                <a:gd name="T9" fmla="*/ 48 h 112"/>
                <a:gd name="T10" fmla="*/ 4 w 8"/>
                <a:gd name="T11" fmla="*/ 52 h 112"/>
                <a:gd name="T12" fmla="*/ 7 w 8"/>
                <a:gd name="T13" fmla="*/ 56 h 112"/>
                <a:gd name="T14" fmla="*/ 7 w 8"/>
                <a:gd name="T15" fmla="*/ 92 h 112"/>
                <a:gd name="T16" fmla="*/ 4 w 8"/>
                <a:gd name="T17" fmla="*/ 98 h 112"/>
                <a:gd name="T18" fmla="*/ 7 w 8"/>
                <a:gd name="T19" fmla="*/ 108 h 112"/>
                <a:gd name="T20" fmla="*/ 4 w 8"/>
                <a:gd name="T21" fmla="*/ 111 h 112"/>
                <a:gd name="T22" fmla="*/ 0 w 8"/>
                <a:gd name="T23" fmla="*/ 108 h 1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 h="112">
                  <a:moveTo>
                    <a:pt x="0" y="108"/>
                  </a:moveTo>
                  <a:lnTo>
                    <a:pt x="0" y="0"/>
                  </a:lnTo>
                  <a:lnTo>
                    <a:pt x="4" y="0"/>
                  </a:lnTo>
                  <a:lnTo>
                    <a:pt x="7" y="13"/>
                  </a:lnTo>
                  <a:lnTo>
                    <a:pt x="7" y="48"/>
                  </a:lnTo>
                  <a:lnTo>
                    <a:pt x="4" y="52"/>
                  </a:lnTo>
                  <a:lnTo>
                    <a:pt x="7" y="56"/>
                  </a:lnTo>
                  <a:lnTo>
                    <a:pt x="7" y="92"/>
                  </a:lnTo>
                  <a:lnTo>
                    <a:pt x="4" y="98"/>
                  </a:lnTo>
                  <a:lnTo>
                    <a:pt x="7" y="108"/>
                  </a:lnTo>
                  <a:lnTo>
                    <a:pt x="4" y="111"/>
                  </a:lnTo>
                  <a:lnTo>
                    <a:pt x="0" y="108"/>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30" name="未知">
              <a:extLst>
                <a:ext uri="{FF2B5EF4-FFF2-40B4-BE49-F238E27FC236}">
                  <a16:creationId xmlns:a16="http://schemas.microsoft.com/office/drawing/2014/main" id="{8B3F2F59-8642-48C8-A8DD-24B0286E0B9F}"/>
                </a:ext>
              </a:extLst>
            </p:cNvPr>
            <p:cNvSpPr>
              <a:spLocks/>
            </p:cNvSpPr>
            <p:nvPr/>
          </p:nvSpPr>
          <p:spPr bwMode="auto">
            <a:xfrm>
              <a:off x="3718" y="0"/>
              <a:ext cx="20" cy="69"/>
            </a:xfrm>
            <a:custGeom>
              <a:avLst/>
              <a:gdLst>
                <a:gd name="T0" fmla="*/ 0 w 20"/>
                <a:gd name="T1" fmla="*/ 65 h 69"/>
                <a:gd name="T2" fmla="*/ 6 w 20"/>
                <a:gd name="T3" fmla="*/ 56 h 69"/>
                <a:gd name="T4" fmla="*/ 6 w 20"/>
                <a:gd name="T5" fmla="*/ 12 h 69"/>
                <a:gd name="T6" fmla="*/ 3 w 20"/>
                <a:gd name="T7" fmla="*/ 3 h 69"/>
                <a:gd name="T8" fmla="*/ 10 w 20"/>
                <a:gd name="T9" fmla="*/ 0 h 69"/>
                <a:gd name="T10" fmla="*/ 16 w 20"/>
                <a:gd name="T11" fmla="*/ 9 h 69"/>
                <a:gd name="T12" fmla="*/ 13 w 20"/>
                <a:gd name="T13" fmla="*/ 17 h 69"/>
                <a:gd name="T14" fmla="*/ 13 w 20"/>
                <a:gd name="T15" fmla="*/ 59 h 69"/>
                <a:gd name="T16" fmla="*/ 19 w 20"/>
                <a:gd name="T17" fmla="*/ 68 h 69"/>
                <a:gd name="T18" fmla="*/ 3 w 20"/>
                <a:gd name="T19" fmla="*/ 68 h 69"/>
                <a:gd name="T20" fmla="*/ 0 w 20"/>
                <a:gd name="T21" fmla="*/ 65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 h="69">
                  <a:moveTo>
                    <a:pt x="0" y="65"/>
                  </a:moveTo>
                  <a:lnTo>
                    <a:pt x="6" y="56"/>
                  </a:lnTo>
                  <a:lnTo>
                    <a:pt x="6" y="12"/>
                  </a:lnTo>
                  <a:lnTo>
                    <a:pt x="3" y="3"/>
                  </a:lnTo>
                  <a:lnTo>
                    <a:pt x="10" y="0"/>
                  </a:lnTo>
                  <a:lnTo>
                    <a:pt x="16" y="9"/>
                  </a:lnTo>
                  <a:lnTo>
                    <a:pt x="13" y="17"/>
                  </a:lnTo>
                  <a:lnTo>
                    <a:pt x="13" y="59"/>
                  </a:lnTo>
                  <a:lnTo>
                    <a:pt x="19" y="68"/>
                  </a:lnTo>
                  <a:lnTo>
                    <a:pt x="3" y="68"/>
                  </a:lnTo>
                  <a:lnTo>
                    <a:pt x="0" y="65"/>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31" name="未知">
              <a:extLst>
                <a:ext uri="{FF2B5EF4-FFF2-40B4-BE49-F238E27FC236}">
                  <a16:creationId xmlns:a16="http://schemas.microsoft.com/office/drawing/2014/main" id="{F46AEECB-049D-43E4-B377-A973A0831E02}"/>
                </a:ext>
              </a:extLst>
            </p:cNvPr>
            <p:cNvSpPr>
              <a:spLocks/>
            </p:cNvSpPr>
            <p:nvPr/>
          </p:nvSpPr>
          <p:spPr bwMode="auto">
            <a:xfrm>
              <a:off x="3885" y="311"/>
              <a:ext cx="7" cy="112"/>
            </a:xfrm>
            <a:custGeom>
              <a:avLst/>
              <a:gdLst>
                <a:gd name="T0" fmla="*/ 0 w 7"/>
                <a:gd name="T1" fmla="*/ 111 h 112"/>
                <a:gd name="T2" fmla="*/ 0 w 7"/>
                <a:gd name="T3" fmla="*/ 0 h 112"/>
                <a:gd name="T4" fmla="*/ 3 w 7"/>
                <a:gd name="T5" fmla="*/ 0 h 112"/>
                <a:gd name="T6" fmla="*/ 6 w 7"/>
                <a:gd name="T7" fmla="*/ 3 h 112"/>
                <a:gd name="T8" fmla="*/ 6 w 7"/>
                <a:gd name="T9" fmla="*/ 109 h 112"/>
                <a:gd name="T10" fmla="*/ 0 w 7"/>
                <a:gd name="T11" fmla="*/ 111 h 1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112">
                  <a:moveTo>
                    <a:pt x="0" y="111"/>
                  </a:moveTo>
                  <a:lnTo>
                    <a:pt x="0" y="0"/>
                  </a:lnTo>
                  <a:lnTo>
                    <a:pt x="3" y="0"/>
                  </a:lnTo>
                  <a:lnTo>
                    <a:pt x="6" y="3"/>
                  </a:lnTo>
                  <a:lnTo>
                    <a:pt x="6" y="109"/>
                  </a:lnTo>
                  <a:lnTo>
                    <a:pt x="0" y="111"/>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32" name="未知">
              <a:extLst>
                <a:ext uri="{FF2B5EF4-FFF2-40B4-BE49-F238E27FC236}">
                  <a16:creationId xmlns:a16="http://schemas.microsoft.com/office/drawing/2014/main" id="{97AE3E99-6FFB-4F01-A4F7-B4771560ADEE}"/>
                </a:ext>
              </a:extLst>
            </p:cNvPr>
            <p:cNvSpPr>
              <a:spLocks/>
            </p:cNvSpPr>
            <p:nvPr/>
          </p:nvSpPr>
          <p:spPr bwMode="auto">
            <a:xfrm>
              <a:off x="3885" y="170"/>
              <a:ext cx="7" cy="115"/>
            </a:xfrm>
            <a:custGeom>
              <a:avLst/>
              <a:gdLst>
                <a:gd name="T0" fmla="*/ 0 w 7"/>
                <a:gd name="T1" fmla="*/ 111 h 115"/>
                <a:gd name="T2" fmla="*/ 0 w 7"/>
                <a:gd name="T3" fmla="*/ 0 h 115"/>
                <a:gd name="T4" fmla="*/ 3 w 7"/>
                <a:gd name="T5" fmla="*/ 0 h 115"/>
                <a:gd name="T6" fmla="*/ 6 w 7"/>
                <a:gd name="T7" fmla="*/ 3 h 115"/>
                <a:gd name="T8" fmla="*/ 6 w 7"/>
                <a:gd name="T9" fmla="*/ 111 h 115"/>
                <a:gd name="T10" fmla="*/ 3 w 7"/>
                <a:gd name="T11" fmla="*/ 114 h 115"/>
                <a:gd name="T12" fmla="*/ 0 w 7"/>
                <a:gd name="T13" fmla="*/ 111 h 11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 h="115">
                  <a:moveTo>
                    <a:pt x="0" y="111"/>
                  </a:moveTo>
                  <a:lnTo>
                    <a:pt x="0" y="0"/>
                  </a:lnTo>
                  <a:lnTo>
                    <a:pt x="3" y="0"/>
                  </a:lnTo>
                  <a:lnTo>
                    <a:pt x="6" y="3"/>
                  </a:lnTo>
                  <a:lnTo>
                    <a:pt x="6" y="111"/>
                  </a:lnTo>
                  <a:lnTo>
                    <a:pt x="3" y="114"/>
                  </a:lnTo>
                  <a:lnTo>
                    <a:pt x="0" y="111"/>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33" name="未知">
              <a:extLst>
                <a:ext uri="{FF2B5EF4-FFF2-40B4-BE49-F238E27FC236}">
                  <a16:creationId xmlns:a16="http://schemas.microsoft.com/office/drawing/2014/main" id="{DB7ACC4B-34E1-4169-A438-86A362FF57FA}"/>
                </a:ext>
              </a:extLst>
            </p:cNvPr>
            <p:cNvSpPr>
              <a:spLocks/>
            </p:cNvSpPr>
            <p:nvPr/>
          </p:nvSpPr>
          <p:spPr bwMode="auto">
            <a:xfrm>
              <a:off x="3885" y="29"/>
              <a:ext cx="7" cy="113"/>
            </a:xfrm>
            <a:custGeom>
              <a:avLst/>
              <a:gdLst>
                <a:gd name="T0" fmla="*/ 0 w 7"/>
                <a:gd name="T1" fmla="*/ 112 h 113"/>
                <a:gd name="T2" fmla="*/ 0 w 7"/>
                <a:gd name="T3" fmla="*/ 0 h 113"/>
                <a:gd name="T4" fmla="*/ 6 w 7"/>
                <a:gd name="T5" fmla="*/ 0 h 113"/>
                <a:gd name="T6" fmla="*/ 6 w 7"/>
                <a:gd name="T7" fmla="*/ 112 h 113"/>
                <a:gd name="T8" fmla="*/ 0 w 7"/>
                <a:gd name="T9" fmla="*/ 112 h 1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113">
                  <a:moveTo>
                    <a:pt x="0" y="112"/>
                  </a:moveTo>
                  <a:lnTo>
                    <a:pt x="0" y="0"/>
                  </a:lnTo>
                  <a:lnTo>
                    <a:pt x="6" y="0"/>
                  </a:lnTo>
                  <a:lnTo>
                    <a:pt x="6" y="112"/>
                  </a:lnTo>
                  <a:lnTo>
                    <a:pt x="0" y="11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34" name="未知">
              <a:extLst>
                <a:ext uri="{FF2B5EF4-FFF2-40B4-BE49-F238E27FC236}">
                  <a16:creationId xmlns:a16="http://schemas.microsoft.com/office/drawing/2014/main" id="{20BE6CB2-193D-4365-B76A-D0A4BE186B20}"/>
                </a:ext>
              </a:extLst>
            </p:cNvPr>
            <p:cNvSpPr>
              <a:spLocks/>
            </p:cNvSpPr>
            <p:nvPr/>
          </p:nvSpPr>
          <p:spPr bwMode="auto">
            <a:xfrm>
              <a:off x="4037" y="0"/>
              <a:ext cx="15" cy="69"/>
            </a:xfrm>
            <a:custGeom>
              <a:avLst/>
              <a:gdLst>
                <a:gd name="T0" fmla="*/ 0 w 15"/>
                <a:gd name="T1" fmla="*/ 65 h 69"/>
                <a:gd name="T2" fmla="*/ 6 w 15"/>
                <a:gd name="T3" fmla="*/ 45 h 69"/>
                <a:gd name="T4" fmla="*/ 3 w 15"/>
                <a:gd name="T5" fmla="*/ 39 h 69"/>
                <a:gd name="T6" fmla="*/ 3 w 15"/>
                <a:gd name="T7" fmla="*/ 9 h 69"/>
                <a:gd name="T8" fmla="*/ 0 w 15"/>
                <a:gd name="T9" fmla="*/ 6 h 69"/>
                <a:gd name="T10" fmla="*/ 8 w 15"/>
                <a:gd name="T11" fmla="*/ 0 h 69"/>
                <a:gd name="T12" fmla="*/ 11 w 15"/>
                <a:gd name="T13" fmla="*/ 3 h 69"/>
                <a:gd name="T14" fmla="*/ 11 w 15"/>
                <a:gd name="T15" fmla="*/ 59 h 69"/>
                <a:gd name="T16" fmla="*/ 14 w 15"/>
                <a:gd name="T17" fmla="*/ 65 h 69"/>
                <a:gd name="T18" fmla="*/ 6 w 15"/>
                <a:gd name="T19" fmla="*/ 68 h 69"/>
                <a:gd name="T20" fmla="*/ 0 w 15"/>
                <a:gd name="T21" fmla="*/ 65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5" h="69">
                  <a:moveTo>
                    <a:pt x="0" y="65"/>
                  </a:moveTo>
                  <a:lnTo>
                    <a:pt x="6" y="45"/>
                  </a:lnTo>
                  <a:lnTo>
                    <a:pt x="3" y="39"/>
                  </a:lnTo>
                  <a:lnTo>
                    <a:pt x="3" y="9"/>
                  </a:lnTo>
                  <a:lnTo>
                    <a:pt x="0" y="6"/>
                  </a:lnTo>
                  <a:lnTo>
                    <a:pt x="8" y="0"/>
                  </a:lnTo>
                  <a:lnTo>
                    <a:pt x="11" y="3"/>
                  </a:lnTo>
                  <a:lnTo>
                    <a:pt x="11" y="59"/>
                  </a:lnTo>
                  <a:lnTo>
                    <a:pt x="14" y="65"/>
                  </a:lnTo>
                  <a:lnTo>
                    <a:pt x="6" y="68"/>
                  </a:lnTo>
                  <a:lnTo>
                    <a:pt x="0" y="65"/>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35" name="未知">
              <a:extLst>
                <a:ext uri="{FF2B5EF4-FFF2-40B4-BE49-F238E27FC236}">
                  <a16:creationId xmlns:a16="http://schemas.microsoft.com/office/drawing/2014/main" id="{5651932B-4FE6-4A58-AD88-CCA42CE682E3}"/>
                </a:ext>
              </a:extLst>
            </p:cNvPr>
            <p:cNvSpPr>
              <a:spLocks/>
            </p:cNvSpPr>
            <p:nvPr/>
          </p:nvSpPr>
          <p:spPr bwMode="auto">
            <a:xfrm>
              <a:off x="4200" y="1009"/>
              <a:ext cx="7" cy="113"/>
            </a:xfrm>
            <a:custGeom>
              <a:avLst/>
              <a:gdLst>
                <a:gd name="T0" fmla="*/ 0 w 7"/>
                <a:gd name="T1" fmla="*/ 112 h 113"/>
                <a:gd name="T2" fmla="*/ 0 w 7"/>
                <a:gd name="T3" fmla="*/ 0 h 113"/>
                <a:gd name="T4" fmla="*/ 3 w 7"/>
                <a:gd name="T5" fmla="*/ 0 h 113"/>
                <a:gd name="T6" fmla="*/ 3 w 7"/>
                <a:gd name="T7" fmla="*/ 87 h 113"/>
                <a:gd name="T8" fmla="*/ 6 w 7"/>
                <a:gd name="T9" fmla="*/ 93 h 113"/>
                <a:gd name="T10" fmla="*/ 3 w 7"/>
                <a:gd name="T11" fmla="*/ 112 h 113"/>
                <a:gd name="T12" fmla="*/ 0 w 7"/>
                <a:gd name="T13" fmla="*/ 112 h 11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 h="113">
                  <a:moveTo>
                    <a:pt x="0" y="112"/>
                  </a:moveTo>
                  <a:lnTo>
                    <a:pt x="0" y="0"/>
                  </a:lnTo>
                  <a:lnTo>
                    <a:pt x="3" y="0"/>
                  </a:lnTo>
                  <a:lnTo>
                    <a:pt x="3" y="87"/>
                  </a:lnTo>
                  <a:lnTo>
                    <a:pt x="6" y="93"/>
                  </a:lnTo>
                  <a:lnTo>
                    <a:pt x="3" y="112"/>
                  </a:lnTo>
                  <a:lnTo>
                    <a:pt x="0" y="11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36" name="未知">
              <a:extLst>
                <a:ext uri="{FF2B5EF4-FFF2-40B4-BE49-F238E27FC236}">
                  <a16:creationId xmlns:a16="http://schemas.microsoft.com/office/drawing/2014/main" id="{FBE1A074-AC82-43C1-B042-2D75F9D7DCDC}"/>
                </a:ext>
              </a:extLst>
            </p:cNvPr>
            <p:cNvSpPr>
              <a:spLocks/>
            </p:cNvSpPr>
            <p:nvPr/>
          </p:nvSpPr>
          <p:spPr bwMode="auto">
            <a:xfrm>
              <a:off x="4200" y="871"/>
              <a:ext cx="7" cy="112"/>
            </a:xfrm>
            <a:custGeom>
              <a:avLst/>
              <a:gdLst>
                <a:gd name="T0" fmla="*/ 0 w 7"/>
                <a:gd name="T1" fmla="*/ 108 h 112"/>
                <a:gd name="T2" fmla="*/ 0 w 7"/>
                <a:gd name="T3" fmla="*/ 0 h 112"/>
                <a:gd name="T4" fmla="*/ 3 w 7"/>
                <a:gd name="T5" fmla="*/ 0 h 112"/>
                <a:gd name="T6" fmla="*/ 6 w 7"/>
                <a:gd name="T7" fmla="*/ 3 h 112"/>
                <a:gd name="T8" fmla="*/ 3 w 7"/>
                <a:gd name="T9" fmla="*/ 9 h 112"/>
                <a:gd name="T10" fmla="*/ 6 w 7"/>
                <a:gd name="T11" fmla="*/ 16 h 112"/>
                <a:gd name="T12" fmla="*/ 3 w 7"/>
                <a:gd name="T13" fmla="*/ 25 h 112"/>
                <a:gd name="T14" fmla="*/ 6 w 7"/>
                <a:gd name="T15" fmla="*/ 33 h 112"/>
                <a:gd name="T16" fmla="*/ 3 w 7"/>
                <a:gd name="T17" fmla="*/ 36 h 112"/>
                <a:gd name="T18" fmla="*/ 3 w 7"/>
                <a:gd name="T19" fmla="*/ 111 h 112"/>
                <a:gd name="T20" fmla="*/ 0 w 7"/>
                <a:gd name="T21" fmla="*/ 108 h 1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 h="112">
                  <a:moveTo>
                    <a:pt x="0" y="108"/>
                  </a:moveTo>
                  <a:lnTo>
                    <a:pt x="0" y="0"/>
                  </a:lnTo>
                  <a:lnTo>
                    <a:pt x="3" y="0"/>
                  </a:lnTo>
                  <a:lnTo>
                    <a:pt x="6" y="3"/>
                  </a:lnTo>
                  <a:lnTo>
                    <a:pt x="3" y="9"/>
                  </a:lnTo>
                  <a:lnTo>
                    <a:pt x="6" y="16"/>
                  </a:lnTo>
                  <a:lnTo>
                    <a:pt x="3" y="25"/>
                  </a:lnTo>
                  <a:lnTo>
                    <a:pt x="6" y="33"/>
                  </a:lnTo>
                  <a:lnTo>
                    <a:pt x="3" y="36"/>
                  </a:lnTo>
                  <a:lnTo>
                    <a:pt x="3" y="111"/>
                  </a:lnTo>
                  <a:lnTo>
                    <a:pt x="0" y="108"/>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37" name="未知">
              <a:extLst>
                <a:ext uri="{FF2B5EF4-FFF2-40B4-BE49-F238E27FC236}">
                  <a16:creationId xmlns:a16="http://schemas.microsoft.com/office/drawing/2014/main" id="{2273DCCE-A12D-4AE4-B1F8-995309F40112}"/>
                </a:ext>
              </a:extLst>
            </p:cNvPr>
            <p:cNvSpPr>
              <a:spLocks/>
            </p:cNvSpPr>
            <p:nvPr/>
          </p:nvSpPr>
          <p:spPr bwMode="auto">
            <a:xfrm>
              <a:off x="4200" y="730"/>
              <a:ext cx="7" cy="113"/>
            </a:xfrm>
            <a:custGeom>
              <a:avLst/>
              <a:gdLst>
                <a:gd name="T0" fmla="*/ 0 w 7"/>
                <a:gd name="T1" fmla="*/ 112 h 113"/>
                <a:gd name="T2" fmla="*/ 0 w 7"/>
                <a:gd name="T3" fmla="*/ 0 h 113"/>
                <a:gd name="T4" fmla="*/ 3 w 7"/>
                <a:gd name="T5" fmla="*/ 0 h 113"/>
                <a:gd name="T6" fmla="*/ 3 w 7"/>
                <a:gd name="T7" fmla="*/ 26 h 113"/>
                <a:gd name="T8" fmla="*/ 6 w 7"/>
                <a:gd name="T9" fmla="*/ 30 h 113"/>
                <a:gd name="T10" fmla="*/ 3 w 7"/>
                <a:gd name="T11" fmla="*/ 39 h 113"/>
                <a:gd name="T12" fmla="*/ 6 w 7"/>
                <a:gd name="T13" fmla="*/ 58 h 113"/>
                <a:gd name="T14" fmla="*/ 3 w 7"/>
                <a:gd name="T15" fmla="*/ 68 h 113"/>
                <a:gd name="T16" fmla="*/ 6 w 7"/>
                <a:gd name="T17" fmla="*/ 72 h 113"/>
                <a:gd name="T18" fmla="*/ 3 w 7"/>
                <a:gd name="T19" fmla="*/ 75 h 113"/>
                <a:gd name="T20" fmla="*/ 6 w 7"/>
                <a:gd name="T21" fmla="*/ 81 h 113"/>
                <a:gd name="T22" fmla="*/ 3 w 7"/>
                <a:gd name="T23" fmla="*/ 90 h 113"/>
                <a:gd name="T24" fmla="*/ 6 w 7"/>
                <a:gd name="T25" fmla="*/ 93 h 113"/>
                <a:gd name="T26" fmla="*/ 3 w 7"/>
                <a:gd name="T27" fmla="*/ 112 h 113"/>
                <a:gd name="T28" fmla="*/ 0 w 7"/>
                <a:gd name="T29" fmla="*/ 112 h 1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 h="113">
                  <a:moveTo>
                    <a:pt x="0" y="112"/>
                  </a:moveTo>
                  <a:lnTo>
                    <a:pt x="0" y="0"/>
                  </a:lnTo>
                  <a:lnTo>
                    <a:pt x="3" y="0"/>
                  </a:lnTo>
                  <a:lnTo>
                    <a:pt x="3" y="26"/>
                  </a:lnTo>
                  <a:lnTo>
                    <a:pt x="6" y="30"/>
                  </a:lnTo>
                  <a:lnTo>
                    <a:pt x="3" y="39"/>
                  </a:lnTo>
                  <a:lnTo>
                    <a:pt x="6" y="58"/>
                  </a:lnTo>
                  <a:lnTo>
                    <a:pt x="3" y="68"/>
                  </a:lnTo>
                  <a:lnTo>
                    <a:pt x="6" y="72"/>
                  </a:lnTo>
                  <a:lnTo>
                    <a:pt x="3" y="75"/>
                  </a:lnTo>
                  <a:lnTo>
                    <a:pt x="6" y="81"/>
                  </a:lnTo>
                  <a:lnTo>
                    <a:pt x="3" y="90"/>
                  </a:lnTo>
                  <a:lnTo>
                    <a:pt x="6" y="93"/>
                  </a:lnTo>
                  <a:lnTo>
                    <a:pt x="3" y="112"/>
                  </a:lnTo>
                  <a:lnTo>
                    <a:pt x="0" y="11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38" name="未知">
              <a:extLst>
                <a:ext uri="{FF2B5EF4-FFF2-40B4-BE49-F238E27FC236}">
                  <a16:creationId xmlns:a16="http://schemas.microsoft.com/office/drawing/2014/main" id="{F380D94C-F12C-4103-AF73-909B272662AA}"/>
                </a:ext>
              </a:extLst>
            </p:cNvPr>
            <p:cNvSpPr>
              <a:spLocks/>
            </p:cNvSpPr>
            <p:nvPr/>
          </p:nvSpPr>
          <p:spPr bwMode="auto">
            <a:xfrm>
              <a:off x="4200" y="311"/>
              <a:ext cx="7" cy="112"/>
            </a:xfrm>
            <a:custGeom>
              <a:avLst/>
              <a:gdLst>
                <a:gd name="T0" fmla="*/ 0 w 7"/>
                <a:gd name="T1" fmla="*/ 109 h 112"/>
                <a:gd name="T2" fmla="*/ 0 w 7"/>
                <a:gd name="T3" fmla="*/ 0 h 112"/>
                <a:gd name="T4" fmla="*/ 6 w 7"/>
                <a:gd name="T5" fmla="*/ 0 h 112"/>
                <a:gd name="T6" fmla="*/ 6 w 7"/>
                <a:gd name="T7" fmla="*/ 109 h 112"/>
                <a:gd name="T8" fmla="*/ 3 w 7"/>
                <a:gd name="T9" fmla="*/ 111 h 112"/>
                <a:gd name="T10" fmla="*/ 0 w 7"/>
                <a:gd name="T11" fmla="*/ 109 h 1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112">
                  <a:moveTo>
                    <a:pt x="0" y="109"/>
                  </a:moveTo>
                  <a:lnTo>
                    <a:pt x="0" y="0"/>
                  </a:lnTo>
                  <a:lnTo>
                    <a:pt x="6" y="0"/>
                  </a:lnTo>
                  <a:lnTo>
                    <a:pt x="6" y="109"/>
                  </a:lnTo>
                  <a:lnTo>
                    <a:pt x="3" y="111"/>
                  </a:lnTo>
                  <a:lnTo>
                    <a:pt x="0" y="109"/>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39" name="未知">
              <a:extLst>
                <a:ext uri="{FF2B5EF4-FFF2-40B4-BE49-F238E27FC236}">
                  <a16:creationId xmlns:a16="http://schemas.microsoft.com/office/drawing/2014/main" id="{6D30544F-A991-481A-ADF6-52765D9BA5E7}"/>
                </a:ext>
              </a:extLst>
            </p:cNvPr>
            <p:cNvSpPr>
              <a:spLocks/>
            </p:cNvSpPr>
            <p:nvPr/>
          </p:nvSpPr>
          <p:spPr bwMode="auto">
            <a:xfrm>
              <a:off x="4200" y="170"/>
              <a:ext cx="7" cy="113"/>
            </a:xfrm>
            <a:custGeom>
              <a:avLst/>
              <a:gdLst>
                <a:gd name="T0" fmla="*/ 0 w 7"/>
                <a:gd name="T1" fmla="*/ 109 h 113"/>
                <a:gd name="T2" fmla="*/ 0 w 7"/>
                <a:gd name="T3" fmla="*/ 0 h 113"/>
                <a:gd name="T4" fmla="*/ 3 w 7"/>
                <a:gd name="T5" fmla="*/ 0 h 113"/>
                <a:gd name="T6" fmla="*/ 6 w 7"/>
                <a:gd name="T7" fmla="*/ 3 h 113"/>
                <a:gd name="T8" fmla="*/ 6 w 7"/>
                <a:gd name="T9" fmla="*/ 109 h 113"/>
                <a:gd name="T10" fmla="*/ 3 w 7"/>
                <a:gd name="T11" fmla="*/ 112 h 113"/>
                <a:gd name="T12" fmla="*/ 0 w 7"/>
                <a:gd name="T13" fmla="*/ 109 h 11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 h="113">
                  <a:moveTo>
                    <a:pt x="0" y="109"/>
                  </a:moveTo>
                  <a:lnTo>
                    <a:pt x="0" y="0"/>
                  </a:lnTo>
                  <a:lnTo>
                    <a:pt x="3" y="0"/>
                  </a:lnTo>
                  <a:lnTo>
                    <a:pt x="6" y="3"/>
                  </a:lnTo>
                  <a:lnTo>
                    <a:pt x="6" y="109"/>
                  </a:lnTo>
                  <a:lnTo>
                    <a:pt x="3" y="112"/>
                  </a:lnTo>
                  <a:lnTo>
                    <a:pt x="0" y="109"/>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40" name="未知">
              <a:extLst>
                <a:ext uri="{FF2B5EF4-FFF2-40B4-BE49-F238E27FC236}">
                  <a16:creationId xmlns:a16="http://schemas.microsoft.com/office/drawing/2014/main" id="{C59B1DDA-F1D8-4031-A7F8-6A8818C01EB4}"/>
                </a:ext>
              </a:extLst>
            </p:cNvPr>
            <p:cNvSpPr>
              <a:spLocks/>
            </p:cNvSpPr>
            <p:nvPr/>
          </p:nvSpPr>
          <p:spPr bwMode="auto">
            <a:xfrm>
              <a:off x="4200" y="29"/>
              <a:ext cx="7" cy="113"/>
            </a:xfrm>
            <a:custGeom>
              <a:avLst/>
              <a:gdLst>
                <a:gd name="T0" fmla="*/ 0 w 7"/>
                <a:gd name="T1" fmla="*/ 112 h 113"/>
                <a:gd name="T2" fmla="*/ 0 w 7"/>
                <a:gd name="T3" fmla="*/ 0 h 113"/>
                <a:gd name="T4" fmla="*/ 3 w 7"/>
                <a:gd name="T5" fmla="*/ 0 h 113"/>
                <a:gd name="T6" fmla="*/ 6 w 7"/>
                <a:gd name="T7" fmla="*/ 3 h 113"/>
                <a:gd name="T8" fmla="*/ 6 w 7"/>
                <a:gd name="T9" fmla="*/ 112 h 113"/>
                <a:gd name="T10" fmla="*/ 0 w 7"/>
                <a:gd name="T11" fmla="*/ 112 h 1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113">
                  <a:moveTo>
                    <a:pt x="0" y="112"/>
                  </a:moveTo>
                  <a:lnTo>
                    <a:pt x="0" y="0"/>
                  </a:lnTo>
                  <a:lnTo>
                    <a:pt x="3" y="0"/>
                  </a:lnTo>
                  <a:lnTo>
                    <a:pt x="6" y="3"/>
                  </a:lnTo>
                  <a:lnTo>
                    <a:pt x="6" y="112"/>
                  </a:lnTo>
                  <a:lnTo>
                    <a:pt x="0" y="11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41" name="Line 93">
              <a:extLst>
                <a:ext uri="{FF2B5EF4-FFF2-40B4-BE49-F238E27FC236}">
                  <a16:creationId xmlns:a16="http://schemas.microsoft.com/office/drawing/2014/main" id="{4600C5CC-CAD0-4FF4-9368-83C994A5C326}"/>
                </a:ext>
              </a:extLst>
            </p:cNvPr>
            <p:cNvSpPr>
              <a:spLocks noChangeShapeType="1"/>
            </p:cNvSpPr>
            <p:nvPr/>
          </p:nvSpPr>
          <p:spPr bwMode="auto">
            <a:xfrm>
              <a:off x="659" y="391"/>
              <a:ext cx="3632" cy="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42" name="Line 94">
              <a:extLst>
                <a:ext uri="{FF2B5EF4-FFF2-40B4-BE49-F238E27FC236}">
                  <a16:creationId xmlns:a16="http://schemas.microsoft.com/office/drawing/2014/main" id="{5AF9197C-99A7-45D9-A77E-AAD190946A68}"/>
                </a:ext>
              </a:extLst>
            </p:cNvPr>
            <p:cNvSpPr>
              <a:spLocks noChangeShapeType="1"/>
            </p:cNvSpPr>
            <p:nvPr/>
          </p:nvSpPr>
          <p:spPr bwMode="auto">
            <a:xfrm>
              <a:off x="659" y="871"/>
              <a:ext cx="3632" cy="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43" name="未知">
              <a:extLst>
                <a:ext uri="{FF2B5EF4-FFF2-40B4-BE49-F238E27FC236}">
                  <a16:creationId xmlns:a16="http://schemas.microsoft.com/office/drawing/2014/main" id="{067229A2-E4D4-49E6-84F4-69A4B92CDA96}"/>
                </a:ext>
              </a:extLst>
            </p:cNvPr>
            <p:cNvSpPr>
              <a:spLocks/>
            </p:cNvSpPr>
            <p:nvPr/>
          </p:nvSpPr>
          <p:spPr bwMode="auto">
            <a:xfrm>
              <a:off x="20" y="1897"/>
              <a:ext cx="10" cy="8"/>
            </a:xfrm>
            <a:custGeom>
              <a:avLst/>
              <a:gdLst>
                <a:gd name="T0" fmla="*/ 0 w 10"/>
                <a:gd name="T1" fmla="*/ 7 h 8"/>
                <a:gd name="T2" fmla="*/ 3 w 10"/>
                <a:gd name="T3" fmla="*/ 0 h 8"/>
                <a:gd name="T4" fmla="*/ 6 w 10"/>
                <a:gd name="T5" fmla="*/ 0 h 8"/>
                <a:gd name="T6" fmla="*/ 9 w 10"/>
                <a:gd name="T7" fmla="*/ 7 h 8"/>
                <a:gd name="T8" fmla="*/ 0 w 10"/>
                <a:gd name="T9" fmla="*/ 7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8">
                  <a:moveTo>
                    <a:pt x="0" y="7"/>
                  </a:moveTo>
                  <a:lnTo>
                    <a:pt x="3" y="0"/>
                  </a:lnTo>
                  <a:lnTo>
                    <a:pt x="6" y="0"/>
                  </a:lnTo>
                  <a:lnTo>
                    <a:pt x="9" y="7"/>
                  </a:lnTo>
                  <a:lnTo>
                    <a:pt x="0" y="7"/>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44" name="未知">
              <a:extLst>
                <a:ext uri="{FF2B5EF4-FFF2-40B4-BE49-F238E27FC236}">
                  <a16:creationId xmlns:a16="http://schemas.microsoft.com/office/drawing/2014/main" id="{2E513A7E-4402-48AD-BCF6-6FFB654872FD}"/>
                </a:ext>
              </a:extLst>
            </p:cNvPr>
            <p:cNvSpPr>
              <a:spLocks/>
            </p:cNvSpPr>
            <p:nvPr/>
          </p:nvSpPr>
          <p:spPr bwMode="auto">
            <a:xfrm>
              <a:off x="20" y="1738"/>
              <a:ext cx="58" cy="67"/>
            </a:xfrm>
            <a:custGeom>
              <a:avLst/>
              <a:gdLst>
                <a:gd name="T0" fmla="*/ 0 w 58"/>
                <a:gd name="T1" fmla="*/ 63 h 67"/>
                <a:gd name="T2" fmla="*/ 3 w 58"/>
                <a:gd name="T3" fmla="*/ 60 h 67"/>
                <a:gd name="T4" fmla="*/ 3 w 58"/>
                <a:gd name="T5" fmla="*/ 6 h 67"/>
                <a:gd name="T6" fmla="*/ 0 w 58"/>
                <a:gd name="T7" fmla="*/ 3 h 67"/>
                <a:gd name="T8" fmla="*/ 6 w 58"/>
                <a:gd name="T9" fmla="*/ 0 h 67"/>
                <a:gd name="T10" fmla="*/ 30 w 58"/>
                <a:gd name="T11" fmla="*/ 0 h 67"/>
                <a:gd name="T12" fmla="*/ 49 w 58"/>
                <a:gd name="T13" fmla="*/ 9 h 67"/>
                <a:gd name="T14" fmla="*/ 57 w 58"/>
                <a:gd name="T15" fmla="*/ 20 h 67"/>
                <a:gd name="T16" fmla="*/ 57 w 58"/>
                <a:gd name="T17" fmla="*/ 46 h 67"/>
                <a:gd name="T18" fmla="*/ 49 w 58"/>
                <a:gd name="T19" fmla="*/ 57 h 67"/>
                <a:gd name="T20" fmla="*/ 24 w 58"/>
                <a:gd name="T21" fmla="*/ 66 h 67"/>
                <a:gd name="T22" fmla="*/ 10 w 58"/>
                <a:gd name="T23" fmla="*/ 66 h 67"/>
                <a:gd name="T24" fmla="*/ 0 w 58"/>
                <a:gd name="T25" fmla="*/ 63 h 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8" h="67">
                  <a:moveTo>
                    <a:pt x="0" y="63"/>
                  </a:moveTo>
                  <a:lnTo>
                    <a:pt x="3" y="60"/>
                  </a:lnTo>
                  <a:lnTo>
                    <a:pt x="3" y="6"/>
                  </a:lnTo>
                  <a:lnTo>
                    <a:pt x="0" y="3"/>
                  </a:lnTo>
                  <a:lnTo>
                    <a:pt x="6" y="0"/>
                  </a:lnTo>
                  <a:lnTo>
                    <a:pt x="30" y="0"/>
                  </a:lnTo>
                  <a:lnTo>
                    <a:pt x="49" y="9"/>
                  </a:lnTo>
                  <a:lnTo>
                    <a:pt x="57" y="20"/>
                  </a:lnTo>
                  <a:lnTo>
                    <a:pt x="57" y="46"/>
                  </a:lnTo>
                  <a:lnTo>
                    <a:pt x="49" y="57"/>
                  </a:lnTo>
                  <a:lnTo>
                    <a:pt x="24" y="66"/>
                  </a:lnTo>
                  <a:lnTo>
                    <a:pt x="10" y="66"/>
                  </a:lnTo>
                  <a:lnTo>
                    <a:pt x="0" y="63"/>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45" name="未知">
              <a:extLst>
                <a:ext uri="{FF2B5EF4-FFF2-40B4-BE49-F238E27FC236}">
                  <a16:creationId xmlns:a16="http://schemas.microsoft.com/office/drawing/2014/main" id="{AC350125-BDC5-4079-ACD8-0B51FF2B6DA6}"/>
                </a:ext>
              </a:extLst>
            </p:cNvPr>
            <p:cNvSpPr>
              <a:spLocks/>
            </p:cNvSpPr>
            <p:nvPr/>
          </p:nvSpPr>
          <p:spPr bwMode="auto">
            <a:xfrm>
              <a:off x="29" y="1742"/>
              <a:ext cx="42" cy="60"/>
            </a:xfrm>
            <a:custGeom>
              <a:avLst/>
              <a:gdLst>
                <a:gd name="T0" fmla="*/ 2 w 42"/>
                <a:gd name="T1" fmla="*/ 56 h 60"/>
                <a:gd name="T2" fmla="*/ 11 w 42"/>
                <a:gd name="T3" fmla="*/ 59 h 60"/>
                <a:gd name="T4" fmla="*/ 27 w 42"/>
                <a:gd name="T5" fmla="*/ 56 h 60"/>
                <a:gd name="T6" fmla="*/ 39 w 42"/>
                <a:gd name="T7" fmla="*/ 42 h 60"/>
                <a:gd name="T8" fmla="*/ 39 w 42"/>
                <a:gd name="T9" fmla="*/ 33 h 60"/>
                <a:gd name="T10" fmla="*/ 41 w 42"/>
                <a:gd name="T11" fmla="*/ 26 h 60"/>
                <a:gd name="T12" fmla="*/ 36 w 42"/>
                <a:gd name="T13" fmla="*/ 11 h 60"/>
                <a:gd name="T14" fmla="*/ 21 w 42"/>
                <a:gd name="T15" fmla="*/ 0 h 60"/>
                <a:gd name="T16" fmla="*/ 0 w 42"/>
                <a:gd name="T17" fmla="*/ 0 h 60"/>
                <a:gd name="T18" fmla="*/ 0 w 42"/>
                <a:gd name="T19" fmla="*/ 53 h 60"/>
                <a:gd name="T20" fmla="*/ 2 w 42"/>
                <a:gd name="T21" fmla="*/ 56 h 6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2" h="60">
                  <a:moveTo>
                    <a:pt x="2" y="56"/>
                  </a:moveTo>
                  <a:lnTo>
                    <a:pt x="11" y="59"/>
                  </a:lnTo>
                  <a:lnTo>
                    <a:pt x="27" y="56"/>
                  </a:lnTo>
                  <a:lnTo>
                    <a:pt x="39" y="42"/>
                  </a:lnTo>
                  <a:lnTo>
                    <a:pt x="39" y="33"/>
                  </a:lnTo>
                  <a:lnTo>
                    <a:pt x="41" y="26"/>
                  </a:lnTo>
                  <a:lnTo>
                    <a:pt x="36" y="11"/>
                  </a:lnTo>
                  <a:lnTo>
                    <a:pt x="21" y="0"/>
                  </a:lnTo>
                  <a:lnTo>
                    <a:pt x="0" y="0"/>
                  </a:lnTo>
                  <a:lnTo>
                    <a:pt x="0" y="53"/>
                  </a:lnTo>
                  <a:lnTo>
                    <a:pt x="2" y="56"/>
                  </a:lnTo>
                </a:path>
              </a:pathLst>
            </a:custGeom>
            <a:solidFill>
              <a:srgbClr val="FFFFFF"/>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46" name="未知">
              <a:extLst>
                <a:ext uri="{FF2B5EF4-FFF2-40B4-BE49-F238E27FC236}">
                  <a16:creationId xmlns:a16="http://schemas.microsoft.com/office/drawing/2014/main" id="{DBE67532-C11F-4EAB-B161-7C1D21DB9278}"/>
                </a:ext>
              </a:extLst>
            </p:cNvPr>
            <p:cNvSpPr>
              <a:spLocks/>
            </p:cNvSpPr>
            <p:nvPr/>
          </p:nvSpPr>
          <p:spPr bwMode="auto">
            <a:xfrm>
              <a:off x="24" y="1840"/>
              <a:ext cx="69" cy="65"/>
            </a:xfrm>
            <a:custGeom>
              <a:avLst/>
              <a:gdLst>
                <a:gd name="T0" fmla="*/ 0 w 69"/>
                <a:gd name="T1" fmla="*/ 9 h 65"/>
                <a:gd name="T2" fmla="*/ 0 w 69"/>
                <a:gd name="T3" fmla="*/ 0 h 65"/>
                <a:gd name="T4" fmla="*/ 6 w 69"/>
                <a:gd name="T5" fmla="*/ 0 h 65"/>
                <a:gd name="T6" fmla="*/ 20 w 69"/>
                <a:gd name="T7" fmla="*/ 25 h 65"/>
                <a:gd name="T8" fmla="*/ 26 w 69"/>
                <a:gd name="T9" fmla="*/ 47 h 65"/>
                <a:gd name="T10" fmla="*/ 32 w 69"/>
                <a:gd name="T11" fmla="*/ 47 h 65"/>
                <a:gd name="T12" fmla="*/ 46 w 69"/>
                <a:gd name="T13" fmla="*/ 22 h 65"/>
                <a:gd name="T14" fmla="*/ 46 w 69"/>
                <a:gd name="T15" fmla="*/ 16 h 65"/>
                <a:gd name="T16" fmla="*/ 53 w 69"/>
                <a:gd name="T17" fmla="*/ 3 h 65"/>
                <a:gd name="T18" fmla="*/ 59 w 69"/>
                <a:gd name="T19" fmla="*/ 0 h 65"/>
                <a:gd name="T20" fmla="*/ 68 w 69"/>
                <a:gd name="T21" fmla="*/ 0 h 65"/>
                <a:gd name="T22" fmla="*/ 62 w 69"/>
                <a:gd name="T23" fmla="*/ 9 h 65"/>
                <a:gd name="T24" fmla="*/ 62 w 69"/>
                <a:gd name="T25" fmla="*/ 56 h 65"/>
                <a:gd name="T26" fmla="*/ 65 w 69"/>
                <a:gd name="T27" fmla="*/ 64 h 65"/>
                <a:gd name="T28" fmla="*/ 53 w 69"/>
                <a:gd name="T29" fmla="*/ 64 h 65"/>
                <a:gd name="T30" fmla="*/ 56 w 69"/>
                <a:gd name="T31" fmla="*/ 50 h 65"/>
                <a:gd name="T32" fmla="*/ 56 w 69"/>
                <a:gd name="T33" fmla="*/ 16 h 65"/>
                <a:gd name="T34" fmla="*/ 53 w 69"/>
                <a:gd name="T35" fmla="*/ 12 h 65"/>
                <a:gd name="T36" fmla="*/ 42 w 69"/>
                <a:gd name="T37" fmla="*/ 31 h 65"/>
                <a:gd name="T38" fmla="*/ 42 w 69"/>
                <a:gd name="T39" fmla="*/ 37 h 65"/>
                <a:gd name="T40" fmla="*/ 29 w 69"/>
                <a:gd name="T41" fmla="*/ 61 h 65"/>
                <a:gd name="T42" fmla="*/ 6 w 69"/>
                <a:gd name="T43" fmla="*/ 16 h 65"/>
                <a:gd name="T44" fmla="*/ 3 w 69"/>
                <a:gd name="T45" fmla="*/ 19 h 65"/>
                <a:gd name="T46" fmla="*/ 3 w 69"/>
                <a:gd name="T47" fmla="*/ 12 h 65"/>
                <a:gd name="T48" fmla="*/ 0 w 69"/>
                <a:gd name="T49" fmla="*/ 9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9" h="65">
                  <a:moveTo>
                    <a:pt x="0" y="9"/>
                  </a:moveTo>
                  <a:lnTo>
                    <a:pt x="0" y="0"/>
                  </a:lnTo>
                  <a:lnTo>
                    <a:pt x="6" y="0"/>
                  </a:lnTo>
                  <a:lnTo>
                    <a:pt x="20" y="25"/>
                  </a:lnTo>
                  <a:lnTo>
                    <a:pt x="26" y="47"/>
                  </a:lnTo>
                  <a:lnTo>
                    <a:pt x="32" y="47"/>
                  </a:lnTo>
                  <a:lnTo>
                    <a:pt x="46" y="22"/>
                  </a:lnTo>
                  <a:lnTo>
                    <a:pt x="46" y="16"/>
                  </a:lnTo>
                  <a:lnTo>
                    <a:pt x="53" y="3"/>
                  </a:lnTo>
                  <a:lnTo>
                    <a:pt x="59" y="0"/>
                  </a:lnTo>
                  <a:lnTo>
                    <a:pt x="68" y="0"/>
                  </a:lnTo>
                  <a:lnTo>
                    <a:pt x="62" y="9"/>
                  </a:lnTo>
                  <a:lnTo>
                    <a:pt x="62" y="56"/>
                  </a:lnTo>
                  <a:lnTo>
                    <a:pt x="65" y="64"/>
                  </a:lnTo>
                  <a:lnTo>
                    <a:pt x="53" y="64"/>
                  </a:lnTo>
                  <a:lnTo>
                    <a:pt x="56" y="50"/>
                  </a:lnTo>
                  <a:lnTo>
                    <a:pt x="56" y="16"/>
                  </a:lnTo>
                  <a:lnTo>
                    <a:pt x="53" y="12"/>
                  </a:lnTo>
                  <a:lnTo>
                    <a:pt x="42" y="31"/>
                  </a:lnTo>
                  <a:lnTo>
                    <a:pt x="42" y="37"/>
                  </a:lnTo>
                  <a:lnTo>
                    <a:pt x="29" y="61"/>
                  </a:lnTo>
                  <a:lnTo>
                    <a:pt x="6" y="16"/>
                  </a:lnTo>
                  <a:lnTo>
                    <a:pt x="3" y="19"/>
                  </a:lnTo>
                  <a:lnTo>
                    <a:pt x="3" y="12"/>
                  </a:lnTo>
                  <a:lnTo>
                    <a:pt x="0" y="9"/>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47" name="Line 99">
              <a:extLst>
                <a:ext uri="{FF2B5EF4-FFF2-40B4-BE49-F238E27FC236}">
                  <a16:creationId xmlns:a16="http://schemas.microsoft.com/office/drawing/2014/main" id="{AA53BDA8-E5A6-4BF6-892C-485D7AEF769D}"/>
                </a:ext>
              </a:extLst>
            </p:cNvPr>
            <p:cNvSpPr>
              <a:spLocks noChangeShapeType="1"/>
            </p:cNvSpPr>
            <p:nvPr/>
          </p:nvSpPr>
          <p:spPr bwMode="auto">
            <a:xfrm flipV="1">
              <a:off x="27" y="1876"/>
              <a:ext cx="0" cy="11"/>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48" name="未知">
              <a:extLst>
                <a:ext uri="{FF2B5EF4-FFF2-40B4-BE49-F238E27FC236}">
                  <a16:creationId xmlns:a16="http://schemas.microsoft.com/office/drawing/2014/main" id="{24E3B98A-21FC-489B-B593-96387E5FD972}"/>
                </a:ext>
              </a:extLst>
            </p:cNvPr>
            <p:cNvSpPr>
              <a:spLocks/>
            </p:cNvSpPr>
            <p:nvPr/>
          </p:nvSpPr>
          <p:spPr bwMode="auto">
            <a:xfrm>
              <a:off x="31" y="1313"/>
              <a:ext cx="72" cy="64"/>
            </a:xfrm>
            <a:custGeom>
              <a:avLst/>
              <a:gdLst>
                <a:gd name="T0" fmla="*/ 0 w 72"/>
                <a:gd name="T1" fmla="*/ 63 h 64"/>
                <a:gd name="T2" fmla="*/ 0 w 72"/>
                <a:gd name="T3" fmla="*/ 60 h 64"/>
                <a:gd name="T4" fmla="*/ 3 w 72"/>
                <a:gd name="T5" fmla="*/ 57 h 64"/>
                <a:gd name="T6" fmla="*/ 3 w 72"/>
                <a:gd name="T7" fmla="*/ 3 h 64"/>
                <a:gd name="T8" fmla="*/ 0 w 72"/>
                <a:gd name="T9" fmla="*/ 0 h 64"/>
                <a:gd name="T10" fmla="*/ 13 w 72"/>
                <a:gd name="T11" fmla="*/ 0 h 64"/>
                <a:gd name="T12" fmla="*/ 32 w 72"/>
                <a:gd name="T13" fmla="*/ 41 h 64"/>
                <a:gd name="T14" fmla="*/ 39 w 72"/>
                <a:gd name="T15" fmla="*/ 45 h 64"/>
                <a:gd name="T16" fmla="*/ 39 w 72"/>
                <a:gd name="T17" fmla="*/ 38 h 64"/>
                <a:gd name="T18" fmla="*/ 58 w 72"/>
                <a:gd name="T19" fmla="*/ 0 h 64"/>
                <a:gd name="T20" fmla="*/ 71 w 72"/>
                <a:gd name="T21" fmla="*/ 0 h 64"/>
                <a:gd name="T22" fmla="*/ 68 w 72"/>
                <a:gd name="T23" fmla="*/ 3 h 64"/>
                <a:gd name="T24" fmla="*/ 68 w 72"/>
                <a:gd name="T25" fmla="*/ 57 h 64"/>
                <a:gd name="T26" fmla="*/ 71 w 72"/>
                <a:gd name="T27" fmla="*/ 63 h 64"/>
                <a:gd name="T28" fmla="*/ 58 w 72"/>
                <a:gd name="T29" fmla="*/ 63 h 64"/>
                <a:gd name="T30" fmla="*/ 62 w 72"/>
                <a:gd name="T31" fmla="*/ 48 h 64"/>
                <a:gd name="T32" fmla="*/ 62 w 72"/>
                <a:gd name="T33" fmla="*/ 15 h 64"/>
                <a:gd name="T34" fmla="*/ 58 w 72"/>
                <a:gd name="T35" fmla="*/ 12 h 64"/>
                <a:gd name="T36" fmla="*/ 49 w 72"/>
                <a:gd name="T37" fmla="*/ 25 h 64"/>
                <a:gd name="T38" fmla="*/ 35 w 72"/>
                <a:gd name="T39" fmla="*/ 60 h 64"/>
                <a:gd name="T40" fmla="*/ 32 w 72"/>
                <a:gd name="T41" fmla="*/ 60 h 64"/>
                <a:gd name="T42" fmla="*/ 13 w 72"/>
                <a:gd name="T43" fmla="*/ 22 h 64"/>
                <a:gd name="T44" fmla="*/ 6 w 72"/>
                <a:gd name="T45" fmla="*/ 15 h 64"/>
                <a:gd name="T46" fmla="*/ 3 w 72"/>
                <a:gd name="T47" fmla="*/ 25 h 64"/>
                <a:gd name="T48" fmla="*/ 3 w 72"/>
                <a:gd name="T49" fmla="*/ 54 h 64"/>
                <a:gd name="T50" fmla="*/ 9 w 72"/>
                <a:gd name="T51" fmla="*/ 63 h 64"/>
                <a:gd name="T52" fmla="*/ 0 w 72"/>
                <a:gd name="T53" fmla="*/ 63 h 6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72" h="64">
                  <a:moveTo>
                    <a:pt x="0" y="63"/>
                  </a:moveTo>
                  <a:lnTo>
                    <a:pt x="0" y="60"/>
                  </a:lnTo>
                  <a:lnTo>
                    <a:pt x="3" y="57"/>
                  </a:lnTo>
                  <a:lnTo>
                    <a:pt x="3" y="3"/>
                  </a:lnTo>
                  <a:lnTo>
                    <a:pt x="0" y="0"/>
                  </a:lnTo>
                  <a:lnTo>
                    <a:pt x="13" y="0"/>
                  </a:lnTo>
                  <a:lnTo>
                    <a:pt x="32" y="41"/>
                  </a:lnTo>
                  <a:lnTo>
                    <a:pt x="39" y="45"/>
                  </a:lnTo>
                  <a:lnTo>
                    <a:pt x="39" y="38"/>
                  </a:lnTo>
                  <a:lnTo>
                    <a:pt x="58" y="0"/>
                  </a:lnTo>
                  <a:lnTo>
                    <a:pt x="71" y="0"/>
                  </a:lnTo>
                  <a:lnTo>
                    <a:pt x="68" y="3"/>
                  </a:lnTo>
                  <a:lnTo>
                    <a:pt x="68" y="57"/>
                  </a:lnTo>
                  <a:lnTo>
                    <a:pt x="71" y="63"/>
                  </a:lnTo>
                  <a:lnTo>
                    <a:pt x="58" y="63"/>
                  </a:lnTo>
                  <a:lnTo>
                    <a:pt x="62" y="48"/>
                  </a:lnTo>
                  <a:lnTo>
                    <a:pt x="62" y="15"/>
                  </a:lnTo>
                  <a:lnTo>
                    <a:pt x="58" y="12"/>
                  </a:lnTo>
                  <a:lnTo>
                    <a:pt x="49" y="25"/>
                  </a:lnTo>
                  <a:lnTo>
                    <a:pt x="35" y="60"/>
                  </a:lnTo>
                  <a:lnTo>
                    <a:pt x="32" y="60"/>
                  </a:lnTo>
                  <a:lnTo>
                    <a:pt x="13" y="22"/>
                  </a:lnTo>
                  <a:lnTo>
                    <a:pt x="6" y="15"/>
                  </a:lnTo>
                  <a:lnTo>
                    <a:pt x="3" y="25"/>
                  </a:lnTo>
                  <a:lnTo>
                    <a:pt x="3" y="54"/>
                  </a:lnTo>
                  <a:lnTo>
                    <a:pt x="9" y="63"/>
                  </a:lnTo>
                  <a:lnTo>
                    <a:pt x="0" y="63"/>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49" name="未知">
              <a:extLst>
                <a:ext uri="{FF2B5EF4-FFF2-40B4-BE49-F238E27FC236}">
                  <a16:creationId xmlns:a16="http://schemas.microsoft.com/office/drawing/2014/main" id="{A604D4B3-5D31-42B4-9A4E-0C152C7F751C}"/>
                </a:ext>
              </a:extLst>
            </p:cNvPr>
            <p:cNvSpPr>
              <a:spLocks/>
            </p:cNvSpPr>
            <p:nvPr/>
          </p:nvSpPr>
          <p:spPr bwMode="auto">
            <a:xfrm>
              <a:off x="98" y="1759"/>
              <a:ext cx="8" cy="43"/>
            </a:xfrm>
            <a:custGeom>
              <a:avLst/>
              <a:gdLst>
                <a:gd name="T0" fmla="*/ 0 w 8"/>
                <a:gd name="T1" fmla="*/ 42 h 43"/>
                <a:gd name="T2" fmla="*/ 0 w 8"/>
                <a:gd name="T3" fmla="*/ 3 h 43"/>
                <a:gd name="T4" fmla="*/ 4 w 8"/>
                <a:gd name="T5" fmla="*/ 0 h 43"/>
                <a:gd name="T6" fmla="*/ 7 w 8"/>
                <a:gd name="T7" fmla="*/ 6 h 43"/>
                <a:gd name="T8" fmla="*/ 7 w 8"/>
                <a:gd name="T9" fmla="*/ 42 h 43"/>
                <a:gd name="T10" fmla="*/ 0 w 8"/>
                <a:gd name="T11" fmla="*/ 42 h 4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43">
                  <a:moveTo>
                    <a:pt x="0" y="42"/>
                  </a:moveTo>
                  <a:lnTo>
                    <a:pt x="0" y="3"/>
                  </a:lnTo>
                  <a:lnTo>
                    <a:pt x="4" y="0"/>
                  </a:lnTo>
                  <a:lnTo>
                    <a:pt x="7" y="6"/>
                  </a:lnTo>
                  <a:lnTo>
                    <a:pt x="7" y="42"/>
                  </a:lnTo>
                  <a:lnTo>
                    <a:pt x="0" y="4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50" name="未知">
              <a:extLst>
                <a:ext uri="{FF2B5EF4-FFF2-40B4-BE49-F238E27FC236}">
                  <a16:creationId xmlns:a16="http://schemas.microsoft.com/office/drawing/2014/main" id="{C7E80437-AFE9-41EE-B086-E6032355FDB3}"/>
                </a:ext>
              </a:extLst>
            </p:cNvPr>
            <p:cNvSpPr>
              <a:spLocks/>
            </p:cNvSpPr>
            <p:nvPr/>
          </p:nvSpPr>
          <p:spPr bwMode="auto">
            <a:xfrm>
              <a:off x="98" y="1738"/>
              <a:ext cx="8" cy="8"/>
            </a:xfrm>
            <a:custGeom>
              <a:avLst/>
              <a:gdLst>
                <a:gd name="T0" fmla="*/ 0 w 8"/>
                <a:gd name="T1" fmla="*/ 4 h 8"/>
                <a:gd name="T2" fmla="*/ 0 w 8"/>
                <a:gd name="T3" fmla="*/ 0 h 8"/>
                <a:gd name="T4" fmla="*/ 7 w 8"/>
                <a:gd name="T5" fmla="*/ 0 h 8"/>
                <a:gd name="T6" fmla="*/ 7 w 8"/>
                <a:gd name="T7" fmla="*/ 4 h 8"/>
                <a:gd name="T8" fmla="*/ 4 w 8"/>
                <a:gd name="T9" fmla="*/ 7 h 8"/>
                <a:gd name="T10" fmla="*/ 0 w 8"/>
                <a:gd name="T11" fmla="*/ 4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8">
                  <a:moveTo>
                    <a:pt x="0" y="4"/>
                  </a:moveTo>
                  <a:lnTo>
                    <a:pt x="0" y="0"/>
                  </a:lnTo>
                  <a:lnTo>
                    <a:pt x="7" y="0"/>
                  </a:lnTo>
                  <a:lnTo>
                    <a:pt x="7" y="4"/>
                  </a:lnTo>
                  <a:lnTo>
                    <a:pt x="4" y="7"/>
                  </a:lnTo>
                  <a:lnTo>
                    <a:pt x="0" y="4"/>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51" name="未知">
              <a:extLst>
                <a:ext uri="{FF2B5EF4-FFF2-40B4-BE49-F238E27FC236}">
                  <a16:creationId xmlns:a16="http://schemas.microsoft.com/office/drawing/2014/main" id="{AD10AD75-D08C-4912-8322-B953070FDD8C}"/>
                </a:ext>
              </a:extLst>
            </p:cNvPr>
            <p:cNvSpPr>
              <a:spLocks/>
            </p:cNvSpPr>
            <p:nvPr/>
          </p:nvSpPr>
          <p:spPr bwMode="auto">
            <a:xfrm>
              <a:off x="109" y="1862"/>
              <a:ext cx="37" cy="43"/>
            </a:xfrm>
            <a:custGeom>
              <a:avLst/>
              <a:gdLst>
                <a:gd name="T0" fmla="*/ 0 w 37"/>
                <a:gd name="T1" fmla="*/ 36 h 43"/>
                <a:gd name="T2" fmla="*/ 0 w 37"/>
                <a:gd name="T3" fmla="*/ 31 h 43"/>
                <a:gd name="T4" fmla="*/ 6 w 37"/>
                <a:gd name="T5" fmla="*/ 22 h 43"/>
                <a:gd name="T6" fmla="*/ 9 w 37"/>
                <a:gd name="T7" fmla="*/ 22 h 43"/>
                <a:gd name="T8" fmla="*/ 6 w 37"/>
                <a:gd name="T9" fmla="*/ 31 h 43"/>
                <a:gd name="T10" fmla="*/ 9 w 37"/>
                <a:gd name="T11" fmla="*/ 36 h 43"/>
                <a:gd name="T12" fmla="*/ 19 w 37"/>
                <a:gd name="T13" fmla="*/ 39 h 43"/>
                <a:gd name="T14" fmla="*/ 25 w 37"/>
                <a:gd name="T15" fmla="*/ 31 h 43"/>
                <a:gd name="T16" fmla="*/ 25 w 37"/>
                <a:gd name="T17" fmla="*/ 19 h 43"/>
                <a:gd name="T18" fmla="*/ 22 w 37"/>
                <a:gd name="T19" fmla="*/ 16 h 43"/>
                <a:gd name="T20" fmla="*/ 25 w 37"/>
                <a:gd name="T21" fmla="*/ 6 h 43"/>
                <a:gd name="T22" fmla="*/ 22 w 37"/>
                <a:gd name="T23" fmla="*/ 0 h 43"/>
                <a:gd name="T24" fmla="*/ 25 w 37"/>
                <a:gd name="T25" fmla="*/ 0 h 43"/>
                <a:gd name="T26" fmla="*/ 31 w 37"/>
                <a:gd name="T27" fmla="*/ 12 h 43"/>
                <a:gd name="T28" fmla="*/ 31 w 37"/>
                <a:gd name="T29" fmla="*/ 39 h 43"/>
                <a:gd name="T30" fmla="*/ 36 w 37"/>
                <a:gd name="T31" fmla="*/ 39 h 43"/>
                <a:gd name="T32" fmla="*/ 28 w 37"/>
                <a:gd name="T33" fmla="*/ 42 h 43"/>
                <a:gd name="T34" fmla="*/ 22 w 37"/>
                <a:gd name="T35" fmla="*/ 36 h 43"/>
                <a:gd name="T36" fmla="*/ 13 w 37"/>
                <a:gd name="T37" fmla="*/ 42 h 43"/>
                <a:gd name="T38" fmla="*/ 3 w 37"/>
                <a:gd name="T39" fmla="*/ 42 h 43"/>
                <a:gd name="T40" fmla="*/ 0 w 37"/>
                <a:gd name="T41" fmla="*/ 36 h 4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7" h="43">
                  <a:moveTo>
                    <a:pt x="0" y="36"/>
                  </a:moveTo>
                  <a:lnTo>
                    <a:pt x="0" y="31"/>
                  </a:lnTo>
                  <a:lnTo>
                    <a:pt x="6" y="22"/>
                  </a:lnTo>
                  <a:lnTo>
                    <a:pt x="9" y="22"/>
                  </a:lnTo>
                  <a:lnTo>
                    <a:pt x="6" y="31"/>
                  </a:lnTo>
                  <a:lnTo>
                    <a:pt x="9" y="36"/>
                  </a:lnTo>
                  <a:lnTo>
                    <a:pt x="19" y="39"/>
                  </a:lnTo>
                  <a:lnTo>
                    <a:pt x="25" y="31"/>
                  </a:lnTo>
                  <a:lnTo>
                    <a:pt x="25" y="19"/>
                  </a:lnTo>
                  <a:lnTo>
                    <a:pt x="22" y="16"/>
                  </a:lnTo>
                  <a:lnTo>
                    <a:pt x="25" y="6"/>
                  </a:lnTo>
                  <a:lnTo>
                    <a:pt x="22" y="0"/>
                  </a:lnTo>
                  <a:lnTo>
                    <a:pt x="25" y="0"/>
                  </a:lnTo>
                  <a:lnTo>
                    <a:pt x="31" y="12"/>
                  </a:lnTo>
                  <a:lnTo>
                    <a:pt x="31" y="39"/>
                  </a:lnTo>
                  <a:lnTo>
                    <a:pt x="36" y="39"/>
                  </a:lnTo>
                  <a:lnTo>
                    <a:pt x="28" y="42"/>
                  </a:lnTo>
                  <a:lnTo>
                    <a:pt x="22" y="36"/>
                  </a:lnTo>
                  <a:lnTo>
                    <a:pt x="13" y="42"/>
                  </a:lnTo>
                  <a:lnTo>
                    <a:pt x="3" y="42"/>
                  </a:lnTo>
                  <a:lnTo>
                    <a:pt x="0" y="36"/>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52" name="未知">
              <a:extLst>
                <a:ext uri="{FF2B5EF4-FFF2-40B4-BE49-F238E27FC236}">
                  <a16:creationId xmlns:a16="http://schemas.microsoft.com/office/drawing/2014/main" id="{7D0170B1-E368-4B8F-AB5A-0429ACB86FC9}"/>
                </a:ext>
              </a:extLst>
            </p:cNvPr>
            <p:cNvSpPr>
              <a:spLocks/>
            </p:cNvSpPr>
            <p:nvPr/>
          </p:nvSpPr>
          <p:spPr bwMode="auto">
            <a:xfrm>
              <a:off x="112" y="1862"/>
              <a:ext cx="5" cy="10"/>
            </a:xfrm>
            <a:custGeom>
              <a:avLst/>
              <a:gdLst>
                <a:gd name="T0" fmla="*/ 0 w 5"/>
                <a:gd name="T1" fmla="*/ 9 h 10"/>
                <a:gd name="T2" fmla="*/ 0 w 5"/>
                <a:gd name="T3" fmla="*/ 3 h 10"/>
                <a:gd name="T4" fmla="*/ 4 w 5"/>
                <a:gd name="T5" fmla="*/ 0 h 10"/>
                <a:gd name="T6" fmla="*/ 4 w 5"/>
                <a:gd name="T7" fmla="*/ 9 h 10"/>
                <a:gd name="T8" fmla="*/ 0 w 5"/>
                <a:gd name="T9" fmla="*/ 9 h 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10">
                  <a:moveTo>
                    <a:pt x="0" y="9"/>
                  </a:moveTo>
                  <a:lnTo>
                    <a:pt x="0" y="3"/>
                  </a:lnTo>
                  <a:lnTo>
                    <a:pt x="4" y="0"/>
                  </a:lnTo>
                  <a:lnTo>
                    <a:pt x="4" y="9"/>
                  </a:lnTo>
                  <a:lnTo>
                    <a:pt x="0" y="9"/>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53" name="未知">
              <a:extLst>
                <a:ext uri="{FF2B5EF4-FFF2-40B4-BE49-F238E27FC236}">
                  <a16:creationId xmlns:a16="http://schemas.microsoft.com/office/drawing/2014/main" id="{6E2656C1-AC7F-468B-9D3C-629ABA221072}"/>
                </a:ext>
              </a:extLst>
            </p:cNvPr>
            <p:cNvSpPr>
              <a:spLocks/>
            </p:cNvSpPr>
            <p:nvPr/>
          </p:nvSpPr>
          <p:spPr bwMode="auto">
            <a:xfrm>
              <a:off x="121" y="1331"/>
              <a:ext cx="35" cy="46"/>
            </a:xfrm>
            <a:custGeom>
              <a:avLst/>
              <a:gdLst>
                <a:gd name="T0" fmla="*/ 0 w 35"/>
                <a:gd name="T1" fmla="*/ 42 h 46"/>
                <a:gd name="T2" fmla="*/ 0 w 35"/>
                <a:gd name="T3" fmla="*/ 29 h 46"/>
                <a:gd name="T4" fmla="*/ 10 w 35"/>
                <a:gd name="T5" fmla="*/ 23 h 46"/>
                <a:gd name="T6" fmla="*/ 6 w 35"/>
                <a:gd name="T7" fmla="*/ 33 h 46"/>
                <a:gd name="T8" fmla="*/ 10 w 35"/>
                <a:gd name="T9" fmla="*/ 39 h 46"/>
                <a:gd name="T10" fmla="*/ 19 w 35"/>
                <a:gd name="T11" fmla="*/ 42 h 46"/>
                <a:gd name="T12" fmla="*/ 24 w 35"/>
                <a:gd name="T13" fmla="*/ 33 h 46"/>
                <a:gd name="T14" fmla="*/ 24 w 35"/>
                <a:gd name="T15" fmla="*/ 23 h 46"/>
                <a:gd name="T16" fmla="*/ 19 w 35"/>
                <a:gd name="T17" fmla="*/ 17 h 46"/>
                <a:gd name="T18" fmla="*/ 24 w 35"/>
                <a:gd name="T19" fmla="*/ 17 h 46"/>
                <a:gd name="T20" fmla="*/ 23 w 35"/>
                <a:gd name="T21" fmla="*/ 0 h 46"/>
                <a:gd name="T22" fmla="*/ 28 w 35"/>
                <a:gd name="T23" fmla="*/ 3 h 46"/>
                <a:gd name="T24" fmla="*/ 31 w 35"/>
                <a:gd name="T25" fmla="*/ 39 h 46"/>
                <a:gd name="T26" fmla="*/ 34 w 35"/>
                <a:gd name="T27" fmla="*/ 42 h 46"/>
                <a:gd name="T28" fmla="*/ 31 w 35"/>
                <a:gd name="T29" fmla="*/ 45 h 46"/>
                <a:gd name="T30" fmla="*/ 23 w 35"/>
                <a:gd name="T31" fmla="*/ 39 h 46"/>
                <a:gd name="T32" fmla="*/ 10 w 35"/>
                <a:gd name="T33" fmla="*/ 45 h 46"/>
                <a:gd name="T34" fmla="*/ 0 w 35"/>
                <a:gd name="T35" fmla="*/ 42 h 4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5" h="46">
                  <a:moveTo>
                    <a:pt x="0" y="42"/>
                  </a:moveTo>
                  <a:lnTo>
                    <a:pt x="0" y="29"/>
                  </a:lnTo>
                  <a:lnTo>
                    <a:pt x="10" y="23"/>
                  </a:lnTo>
                  <a:lnTo>
                    <a:pt x="6" y="33"/>
                  </a:lnTo>
                  <a:lnTo>
                    <a:pt x="10" y="39"/>
                  </a:lnTo>
                  <a:lnTo>
                    <a:pt x="19" y="42"/>
                  </a:lnTo>
                  <a:lnTo>
                    <a:pt x="24" y="33"/>
                  </a:lnTo>
                  <a:lnTo>
                    <a:pt x="24" y="23"/>
                  </a:lnTo>
                  <a:lnTo>
                    <a:pt x="19" y="17"/>
                  </a:lnTo>
                  <a:lnTo>
                    <a:pt x="24" y="17"/>
                  </a:lnTo>
                  <a:lnTo>
                    <a:pt x="23" y="0"/>
                  </a:lnTo>
                  <a:lnTo>
                    <a:pt x="28" y="3"/>
                  </a:lnTo>
                  <a:lnTo>
                    <a:pt x="31" y="39"/>
                  </a:lnTo>
                  <a:lnTo>
                    <a:pt x="34" y="42"/>
                  </a:lnTo>
                  <a:lnTo>
                    <a:pt x="31" y="45"/>
                  </a:lnTo>
                  <a:lnTo>
                    <a:pt x="23" y="39"/>
                  </a:lnTo>
                  <a:lnTo>
                    <a:pt x="10" y="45"/>
                  </a:lnTo>
                  <a:lnTo>
                    <a:pt x="0" y="4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54" name="未知">
              <a:extLst>
                <a:ext uri="{FF2B5EF4-FFF2-40B4-BE49-F238E27FC236}">
                  <a16:creationId xmlns:a16="http://schemas.microsoft.com/office/drawing/2014/main" id="{B968C83D-A051-426C-8B6F-04F2BAB6E072}"/>
                </a:ext>
              </a:extLst>
            </p:cNvPr>
            <p:cNvSpPr>
              <a:spLocks/>
            </p:cNvSpPr>
            <p:nvPr/>
          </p:nvSpPr>
          <p:spPr bwMode="auto">
            <a:xfrm>
              <a:off x="121" y="1334"/>
              <a:ext cx="8" cy="9"/>
            </a:xfrm>
            <a:custGeom>
              <a:avLst/>
              <a:gdLst>
                <a:gd name="T0" fmla="*/ 0 w 8"/>
                <a:gd name="T1" fmla="*/ 6 h 9"/>
                <a:gd name="T2" fmla="*/ 4 w 8"/>
                <a:gd name="T3" fmla="*/ 0 h 9"/>
                <a:gd name="T4" fmla="*/ 7 w 8"/>
                <a:gd name="T5" fmla="*/ 0 h 9"/>
                <a:gd name="T6" fmla="*/ 7 w 8"/>
                <a:gd name="T7" fmla="*/ 8 h 9"/>
                <a:gd name="T8" fmla="*/ 4 w 8"/>
                <a:gd name="T9" fmla="*/ 8 h 9"/>
                <a:gd name="T10" fmla="*/ 0 w 8"/>
                <a:gd name="T11" fmla="*/ 6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9">
                  <a:moveTo>
                    <a:pt x="0" y="6"/>
                  </a:moveTo>
                  <a:lnTo>
                    <a:pt x="4" y="0"/>
                  </a:lnTo>
                  <a:lnTo>
                    <a:pt x="7" y="0"/>
                  </a:lnTo>
                  <a:lnTo>
                    <a:pt x="7" y="8"/>
                  </a:lnTo>
                  <a:lnTo>
                    <a:pt x="4" y="8"/>
                  </a:lnTo>
                  <a:lnTo>
                    <a:pt x="0" y="6"/>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55" name="未知">
              <a:extLst>
                <a:ext uri="{FF2B5EF4-FFF2-40B4-BE49-F238E27FC236}">
                  <a16:creationId xmlns:a16="http://schemas.microsoft.com/office/drawing/2014/main" id="{1363E318-8340-45D1-A255-733FFA8B5FF6}"/>
                </a:ext>
              </a:extLst>
            </p:cNvPr>
            <p:cNvSpPr>
              <a:spLocks/>
            </p:cNvSpPr>
            <p:nvPr/>
          </p:nvSpPr>
          <p:spPr bwMode="auto">
            <a:xfrm>
              <a:off x="128" y="1742"/>
              <a:ext cx="18" cy="63"/>
            </a:xfrm>
            <a:custGeom>
              <a:avLst/>
              <a:gdLst>
                <a:gd name="T0" fmla="*/ 0 w 18"/>
                <a:gd name="T1" fmla="*/ 20 h 63"/>
                <a:gd name="T2" fmla="*/ 9 w 18"/>
                <a:gd name="T3" fmla="*/ 0 h 63"/>
                <a:gd name="T4" fmla="*/ 9 w 18"/>
                <a:gd name="T5" fmla="*/ 17 h 63"/>
                <a:gd name="T6" fmla="*/ 17 w 18"/>
                <a:gd name="T7" fmla="*/ 17 h 63"/>
                <a:gd name="T8" fmla="*/ 12 w 18"/>
                <a:gd name="T9" fmla="*/ 20 h 63"/>
                <a:gd name="T10" fmla="*/ 9 w 18"/>
                <a:gd name="T11" fmla="*/ 29 h 63"/>
                <a:gd name="T12" fmla="*/ 9 w 18"/>
                <a:gd name="T13" fmla="*/ 56 h 63"/>
                <a:gd name="T14" fmla="*/ 12 w 18"/>
                <a:gd name="T15" fmla="*/ 59 h 63"/>
                <a:gd name="T16" fmla="*/ 9 w 18"/>
                <a:gd name="T17" fmla="*/ 62 h 63"/>
                <a:gd name="T18" fmla="*/ 3 w 18"/>
                <a:gd name="T19" fmla="*/ 59 h 63"/>
                <a:gd name="T20" fmla="*/ 3 w 18"/>
                <a:gd name="T21" fmla="*/ 36 h 63"/>
                <a:gd name="T22" fmla="*/ 6 w 18"/>
                <a:gd name="T23" fmla="*/ 33 h 63"/>
                <a:gd name="T24" fmla="*/ 0 w 18"/>
                <a:gd name="T25" fmla="*/ 20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 h="63">
                  <a:moveTo>
                    <a:pt x="0" y="20"/>
                  </a:moveTo>
                  <a:lnTo>
                    <a:pt x="9" y="0"/>
                  </a:lnTo>
                  <a:lnTo>
                    <a:pt x="9" y="17"/>
                  </a:lnTo>
                  <a:lnTo>
                    <a:pt x="17" y="17"/>
                  </a:lnTo>
                  <a:lnTo>
                    <a:pt x="12" y="20"/>
                  </a:lnTo>
                  <a:lnTo>
                    <a:pt x="9" y="29"/>
                  </a:lnTo>
                  <a:lnTo>
                    <a:pt x="9" y="56"/>
                  </a:lnTo>
                  <a:lnTo>
                    <a:pt x="12" y="59"/>
                  </a:lnTo>
                  <a:lnTo>
                    <a:pt x="9" y="62"/>
                  </a:lnTo>
                  <a:lnTo>
                    <a:pt x="3" y="59"/>
                  </a:lnTo>
                  <a:lnTo>
                    <a:pt x="3" y="36"/>
                  </a:lnTo>
                  <a:lnTo>
                    <a:pt x="6" y="33"/>
                  </a:lnTo>
                  <a:lnTo>
                    <a:pt x="0" y="2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56" name="未知">
              <a:extLst>
                <a:ext uri="{FF2B5EF4-FFF2-40B4-BE49-F238E27FC236}">
                  <a16:creationId xmlns:a16="http://schemas.microsoft.com/office/drawing/2014/main" id="{1B04B653-7294-4D6E-9674-15F25A6F1D63}"/>
                </a:ext>
              </a:extLst>
            </p:cNvPr>
            <p:cNvSpPr>
              <a:spLocks/>
            </p:cNvSpPr>
            <p:nvPr/>
          </p:nvSpPr>
          <p:spPr bwMode="auto">
            <a:xfrm>
              <a:off x="148" y="1738"/>
              <a:ext cx="8" cy="5"/>
            </a:xfrm>
            <a:custGeom>
              <a:avLst/>
              <a:gdLst>
                <a:gd name="T0" fmla="*/ 0 w 8"/>
                <a:gd name="T1" fmla="*/ 4 h 5"/>
                <a:gd name="T2" fmla="*/ 0 w 8"/>
                <a:gd name="T3" fmla="*/ 0 h 5"/>
                <a:gd name="T4" fmla="*/ 7 w 8"/>
                <a:gd name="T5" fmla="*/ 0 h 5"/>
                <a:gd name="T6" fmla="*/ 7 w 8"/>
                <a:gd name="T7" fmla="*/ 4 h 5"/>
                <a:gd name="T8" fmla="*/ 0 w 8"/>
                <a:gd name="T9" fmla="*/ 4 h 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5">
                  <a:moveTo>
                    <a:pt x="0" y="4"/>
                  </a:moveTo>
                  <a:lnTo>
                    <a:pt x="0" y="0"/>
                  </a:lnTo>
                  <a:lnTo>
                    <a:pt x="7" y="0"/>
                  </a:lnTo>
                  <a:lnTo>
                    <a:pt x="7" y="4"/>
                  </a:lnTo>
                  <a:lnTo>
                    <a:pt x="0" y="4"/>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57" name="未知">
              <a:extLst>
                <a:ext uri="{FF2B5EF4-FFF2-40B4-BE49-F238E27FC236}">
                  <a16:creationId xmlns:a16="http://schemas.microsoft.com/office/drawing/2014/main" id="{266CFF58-A93A-49D3-BF6E-07F04BA719BE}"/>
                </a:ext>
              </a:extLst>
            </p:cNvPr>
            <p:cNvSpPr>
              <a:spLocks/>
            </p:cNvSpPr>
            <p:nvPr/>
          </p:nvSpPr>
          <p:spPr bwMode="auto">
            <a:xfrm>
              <a:off x="160" y="1862"/>
              <a:ext cx="11" cy="43"/>
            </a:xfrm>
            <a:custGeom>
              <a:avLst/>
              <a:gdLst>
                <a:gd name="T0" fmla="*/ 0 w 11"/>
                <a:gd name="T1" fmla="*/ 42 h 43"/>
                <a:gd name="T2" fmla="*/ 0 w 11"/>
                <a:gd name="T3" fmla="*/ 36 h 43"/>
                <a:gd name="T4" fmla="*/ 3 w 11"/>
                <a:gd name="T5" fmla="*/ 31 h 43"/>
                <a:gd name="T6" fmla="*/ 0 w 11"/>
                <a:gd name="T7" fmla="*/ 28 h 43"/>
                <a:gd name="T8" fmla="*/ 3 w 11"/>
                <a:gd name="T9" fmla="*/ 25 h 43"/>
                <a:gd name="T10" fmla="*/ 0 w 11"/>
                <a:gd name="T11" fmla="*/ 19 h 43"/>
                <a:gd name="T12" fmla="*/ 0 w 11"/>
                <a:gd name="T13" fmla="*/ 0 h 43"/>
                <a:gd name="T14" fmla="*/ 7 w 11"/>
                <a:gd name="T15" fmla="*/ 0 h 43"/>
                <a:gd name="T16" fmla="*/ 10 w 11"/>
                <a:gd name="T17" fmla="*/ 6 h 43"/>
                <a:gd name="T18" fmla="*/ 7 w 11"/>
                <a:gd name="T19" fmla="*/ 16 h 43"/>
                <a:gd name="T20" fmla="*/ 7 w 11"/>
                <a:gd name="T21" fmla="*/ 39 h 43"/>
                <a:gd name="T22" fmla="*/ 10 w 11"/>
                <a:gd name="T23" fmla="*/ 42 h 43"/>
                <a:gd name="T24" fmla="*/ 0 w 11"/>
                <a:gd name="T25" fmla="*/ 42 h 4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 h="43">
                  <a:moveTo>
                    <a:pt x="0" y="42"/>
                  </a:moveTo>
                  <a:lnTo>
                    <a:pt x="0" y="36"/>
                  </a:lnTo>
                  <a:lnTo>
                    <a:pt x="3" y="31"/>
                  </a:lnTo>
                  <a:lnTo>
                    <a:pt x="0" y="28"/>
                  </a:lnTo>
                  <a:lnTo>
                    <a:pt x="3" y="25"/>
                  </a:lnTo>
                  <a:lnTo>
                    <a:pt x="0" y="19"/>
                  </a:lnTo>
                  <a:lnTo>
                    <a:pt x="0" y="0"/>
                  </a:lnTo>
                  <a:lnTo>
                    <a:pt x="7" y="0"/>
                  </a:lnTo>
                  <a:lnTo>
                    <a:pt x="10" y="6"/>
                  </a:lnTo>
                  <a:lnTo>
                    <a:pt x="7" y="16"/>
                  </a:lnTo>
                  <a:lnTo>
                    <a:pt x="7" y="39"/>
                  </a:lnTo>
                  <a:lnTo>
                    <a:pt x="10" y="42"/>
                  </a:lnTo>
                  <a:lnTo>
                    <a:pt x="0" y="4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58" name="未知">
              <a:extLst>
                <a:ext uri="{FF2B5EF4-FFF2-40B4-BE49-F238E27FC236}">
                  <a16:creationId xmlns:a16="http://schemas.microsoft.com/office/drawing/2014/main" id="{437A54BA-AE38-4847-BBFD-221D3510414C}"/>
                </a:ext>
              </a:extLst>
            </p:cNvPr>
            <p:cNvSpPr>
              <a:spLocks/>
            </p:cNvSpPr>
            <p:nvPr/>
          </p:nvSpPr>
          <p:spPr bwMode="auto">
            <a:xfrm>
              <a:off x="163" y="1738"/>
              <a:ext cx="22" cy="64"/>
            </a:xfrm>
            <a:custGeom>
              <a:avLst/>
              <a:gdLst>
                <a:gd name="T0" fmla="*/ 0 w 22"/>
                <a:gd name="T1" fmla="*/ 20 h 64"/>
                <a:gd name="T2" fmla="*/ 13 w 22"/>
                <a:gd name="T3" fmla="*/ 0 h 64"/>
                <a:gd name="T4" fmla="*/ 13 w 22"/>
                <a:gd name="T5" fmla="*/ 3 h 64"/>
                <a:gd name="T6" fmla="*/ 10 w 22"/>
                <a:gd name="T7" fmla="*/ 6 h 64"/>
                <a:gd name="T8" fmla="*/ 13 w 22"/>
                <a:gd name="T9" fmla="*/ 11 h 64"/>
                <a:gd name="T10" fmla="*/ 13 w 22"/>
                <a:gd name="T11" fmla="*/ 20 h 64"/>
                <a:gd name="T12" fmla="*/ 21 w 22"/>
                <a:gd name="T13" fmla="*/ 20 h 64"/>
                <a:gd name="T14" fmla="*/ 16 w 22"/>
                <a:gd name="T15" fmla="*/ 24 h 64"/>
                <a:gd name="T16" fmla="*/ 13 w 22"/>
                <a:gd name="T17" fmla="*/ 33 h 64"/>
                <a:gd name="T18" fmla="*/ 13 w 22"/>
                <a:gd name="T19" fmla="*/ 60 h 64"/>
                <a:gd name="T20" fmla="*/ 16 w 22"/>
                <a:gd name="T21" fmla="*/ 63 h 64"/>
                <a:gd name="T22" fmla="*/ 3 w 22"/>
                <a:gd name="T23" fmla="*/ 63 h 64"/>
                <a:gd name="T24" fmla="*/ 6 w 22"/>
                <a:gd name="T25" fmla="*/ 47 h 64"/>
                <a:gd name="T26" fmla="*/ 6 w 22"/>
                <a:gd name="T27" fmla="*/ 27 h 64"/>
                <a:gd name="T28" fmla="*/ 0 w 22"/>
                <a:gd name="T29" fmla="*/ 20 h 6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2" h="64">
                  <a:moveTo>
                    <a:pt x="0" y="20"/>
                  </a:moveTo>
                  <a:lnTo>
                    <a:pt x="13" y="0"/>
                  </a:lnTo>
                  <a:lnTo>
                    <a:pt x="13" y="3"/>
                  </a:lnTo>
                  <a:lnTo>
                    <a:pt x="10" y="6"/>
                  </a:lnTo>
                  <a:lnTo>
                    <a:pt x="13" y="11"/>
                  </a:lnTo>
                  <a:lnTo>
                    <a:pt x="13" y="20"/>
                  </a:lnTo>
                  <a:lnTo>
                    <a:pt x="21" y="20"/>
                  </a:lnTo>
                  <a:lnTo>
                    <a:pt x="16" y="24"/>
                  </a:lnTo>
                  <a:lnTo>
                    <a:pt x="13" y="33"/>
                  </a:lnTo>
                  <a:lnTo>
                    <a:pt x="13" y="60"/>
                  </a:lnTo>
                  <a:lnTo>
                    <a:pt x="16" y="63"/>
                  </a:lnTo>
                  <a:lnTo>
                    <a:pt x="3" y="63"/>
                  </a:lnTo>
                  <a:lnTo>
                    <a:pt x="6" y="47"/>
                  </a:lnTo>
                  <a:lnTo>
                    <a:pt x="6" y="27"/>
                  </a:lnTo>
                  <a:lnTo>
                    <a:pt x="0" y="2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59" name="未知">
              <a:extLst>
                <a:ext uri="{FF2B5EF4-FFF2-40B4-BE49-F238E27FC236}">
                  <a16:creationId xmlns:a16="http://schemas.microsoft.com/office/drawing/2014/main" id="{FE8DDB59-1F82-418C-B5A1-72F0703F998A}"/>
                </a:ext>
              </a:extLst>
            </p:cNvPr>
            <p:cNvSpPr>
              <a:spLocks/>
            </p:cNvSpPr>
            <p:nvPr/>
          </p:nvSpPr>
          <p:spPr bwMode="auto">
            <a:xfrm>
              <a:off x="170" y="1331"/>
              <a:ext cx="36" cy="46"/>
            </a:xfrm>
            <a:custGeom>
              <a:avLst/>
              <a:gdLst>
                <a:gd name="T0" fmla="*/ 0 w 36"/>
                <a:gd name="T1" fmla="*/ 6 h 46"/>
                <a:gd name="T2" fmla="*/ 0 w 36"/>
                <a:gd name="T3" fmla="*/ 3 h 46"/>
                <a:gd name="T4" fmla="*/ 6 w 36"/>
                <a:gd name="T5" fmla="*/ 0 h 46"/>
                <a:gd name="T6" fmla="*/ 14 w 36"/>
                <a:gd name="T7" fmla="*/ 3 h 46"/>
                <a:gd name="T8" fmla="*/ 29 w 36"/>
                <a:gd name="T9" fmla="*/ 0 h 46"/>
                <a:gd name="T10" fmla="*/ 35 w 36"/>
                <a:gd name="T11" fmla="*/ 11 h 46"/>
                <a:gd name="T12" fmla="*/ 35 w 36"/>
                <a:gd name="T13" fmla="*/ 42 h 46"/>
                <a:gd name="T14" fmla="*/ 29 w 36"/>
                <a:gd name="T15" fmla="*/ 42 h 46"/>
                <a:gd name="T16" fmla="*/ 29 w 36"/>
                <a:gd name="T17" fmla="*/ 9 h 46"/>
                <a:gd name="T18" fmla="*/ 20 w 36"/>
                <a:gd name="T19" fmla="*/ 3 h 46"/>
                <a:gd name="T20" fmla="*/ 9 w 36"/>
                <a:gd name="T21" fmla="*/ 6 h 46"/>
                <a:gd name="T22" fmla="*/ 9 w 36"/>
                <a:gd name="T23" fmla="*/ 45 h 46"/>
                <a:gd name="T24" fmla="*/ 3 w 36"/>
                <a:gd name="T25" fmla="*/ 42 h 46"/>
                <a:gd name="T26" fmla="*/ 3 w 36"/>
                <a:gd name="T27" fmla="*/ 9 h 46"/>
                <a:gd name="T28" fmla="*/ 0 w 36"/>
                <a:gd name="T29" fmla="*/ 6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6" h="46">
                  <a:moveTo>
                    <a:pt x="0" y="6"/>
                  </a:moveTo>
                  <a:lnTo>
                    <a:pt x="0" y="3"/>
                  </a:lnTo>
                  <a:lnTo>
                    <a:pt x="6" y="0"/>
                  </a:lnTo>
                  <a:lnTo>
                    <a:pt x="14" y="3"/>
                  </a:lnTo>
                  <a:lnTo>
                    <a:pt x="29" y="0"/>
                  </a:lnTo>
                  <a:lnTo>
                    <a:pt x="35" y="11"/>
                  </a:lnTo>
                  <a:lnTo>
                    <a:pt x="35" y="42"/>
                  </a:lnTo>
                  <a:lnTo>
                    <a:pt x="29" y="42"/>
                  </a:lnTo>
                  <a:lnTo>
                    <a:pt x="29" y="9"/>
                  </a:lnTo>
                  <a:lnTo>
                    <a:pt x="20" y="3"/>
                  </a:lnTo>
                  <a:lnTo>
                    <a:pt x="9" y="6"/>
                  </a:lnTo>
                  <a:lnTo>
                    <a:pt x="9" y="45"/>
                  </a:lnTo>
                  <a:lnTo>
                    <a:pt x="3" y="42"/>
                  </a:lnTo>
                  <a:lnTo>
                    <a:pt x="3" y="9"/>
                  </a:lnTo>
                  <a:lnTo>
                    <a:pt x="0" y="6"/>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60" name="未知">
              <a:extLst>
                <a:ext uri="{FF2B5EF4-FFF2-40B4-BE49-F238E27FC236}">
                  <a16:creationId xmlns:a16="http://schemas.microsoft.com/office/drawing/2014/main" id="{ADE70668-B72D-461A-BBBD-7E74BC5AADBB}"/>
                </a:ext>
              </a:extLst>
            </p:cNvPr>
            <p:cNvSpPr>
              <a:spLocks/>
            </p:cNvSpPr>
            <p:nvPr/>
          </p:nvSpPr>
          <p:spPr bwMode="auto">
            <a:xfrm>
              <a:off x="176" y="1858"/>
              <a:ext cx="22" cy="47"/>
            </a:xfrm>
            <a:custGeom>
              <a:avLst/>
              <a:gdLst>
                <a:gd name="T0" fmla="*/ 0 w 22"/>
                <a:gd name="T1" fmla="*/ 3 h 47"/>
                <a:gd name="T2" fmla="*/ 5 w 22"/>
                <a:gd name="T3" fmla="*/ 3 h 47"/>
                <a:gd name="T4" fmla="*/ 8 w 22"/>
                <a:gd name="T5" fmla="*/ 0 h 47"/>
                <a:gd name="T6" fmla="*/ 15 w 22"/>
                <a:gd name="T7" fmla="*/ 3 h 47"/>
                <a:gd name="T8" fmla="*/ 18 w 22"/>
                <a:gd name="T9" fmla="*/ 16 h 47"/>
                <a:gd name="T10" fmla="*/ 18 w 22"/>
                <a:gd name="T11" fmla="*/ 40 h 47"/>
                <a:gd name="T12" fmla="*/ 21 w 22"/>
                <a:gd name="T13" fmla="*/ 46 h 47"/>
                <a:gd name="T14" fmla="*/ 11 w 22"/>
                <a:gd name="T15" fmla="*/ 46 h 47"/>
                <a:gd name="T16" fmla="*/ 11 w 22"/>
                <a:gd name="T17" fmla="*/ 29 h 47"/>
                <a:gd name="T18" fmla="*/ 15 w 22"/>
                <a:gd name="T19" fmla="*/ 22 h 47"/>
                <a:gd name="T20" fmla="*/ 8 w 22"/>
                <a:gd name="T21" fmla="*/ 6 h 47"/>
                <a:gd name="T22" fmla="*/ 0 w 22"/>
                <a:gd name="T23" fmla="*/ 3 h 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2" h="47">
                  <a:moveTo>
                    <a:pt x="0" y="3"/>
                  </a:moveTo>
                  <a:lnTo>
                    <a:pt x="5" y="3"/>
                  </a:lnTo>
                  <a:lnTo>
                    <a:pt x="8" y="0"/>
                  </a:lnTo>
                  <a:lnTo>
                    <a:pt x="15" y="3"/>
                  </a:lnTo>
                  <a:lnTo>
                    <a:pt x="18" y="16"/>
                  </a:lnTo>
                  <a:lnTo>
                    <a:pt x="18" y="40"/>
                  </a:lnTo>
                  <a:lnTo>
                    <a:pt x="21" y="46"/>
                  </a:lnTo>
                  <a:lnTo>
                    <a:pt x="11" y="46"/>
                  </a:lnTo>
                  <a:lnTo>
                    <a:pt x="11" y="29"/>
                  </a:lnTo>
                  <a:lnTo>
                    <a:pt x="15" y="22"/>
                  </a:lnTo>
                  <a:lnTo>
                    <a:pt x="8" y="6"/>
                  </a:lnTo>
                  <a:lnTo>
                    <a:pt x="0" y="3"/>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61" name="未知">
              <a:extLst>
                <a:ext uri="{FF2B5EF4-FFF2-40B4-BE49-F238E27FC236}">
                  <a16:creationId xmlns:a16="http://schemas.microsoft.com/office/drawing/2014/main" id="{E8877F22-01B5-4748-8EC8-EE63F1CFD250}"/>
                </a:ext>
              </a:extLst>
            </p:cNvPr>
            <p:cNvSpPr>
              <a:spLocks/>
            </p:cNvSpPr>
            <p:nvPr/>
          </p:nvSpPr>
          <p:spPr bwMode="auto">
            <a:xfrm>
              <a:off x="184" y="1735"/>
              <a:ext cx="10" cy="8"/>
            </a:xfrm>
            <a:custGeom>
              <a:avLst/>
              <a:gdLst>
                <a:gd name="T0" fmla="*/ 0 w 10"/>
                <a:gd name="T1" fmla="*/ 4 h 8"/>
                <a:gd name="T2" fmla="*/ 0 w 10"/>
                <a:gd name="T3" fmla="*/ 0 h 8"/>
                <a:gd name="T4" fmla="*/ 9 w 10"/>
                <a:gd name="T5" fmla="*/ 4 h 8"/>
                <a:gd name="T6" fmla="*/ 9 w 10"/>
                <a:gd name="T7" fmla="*/ 7 h 8"/>
                <a:gd name="T8" fmla="*/ 3 w 10"/>
                <a:gd name="T9" fmla="*/ 7 h 8"/>
                <a:gd name="T10" fmla="*/ 0 w 10"/>
                <a:gd name="T11" fmla="*/ 4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8">
                  <a:moveTo>
                    <a:pt x="0" y="4"/>
                  </a:moveTo>
                  <a:lnTo>
                    <a:pt x="0" y="0"/>
                  </a:lnTo>
                  <a:lnTo>
                    <a:pt x="9" y="4"/>
                  </a:lnTo>
                  <a:lnTo>
                    <a:pt x="9" y="7"/>
                  </a:lnTo>
                  <a:lnTo>
                    <a:pt x="3" y="7"/>
                  </a:lnTo>
                  <a:lnTo>
                    <a:pt x="0" y="4"/>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62" name="未知">
              <a:extLst>
                <a:ext uri="{FF2B5EF4-FFF2-40B4-BE49-F238E27FC236}">
                  <a16:creationId xmlns:a16="http://schemas.microsoft.com/office/drawing/2014/main" id="{E284E179-9610-4507-96FA-D08CFDF93D14}"/>
                </a:ext>
              </a:extLst>
            </p:cNvPr>
            <p:cNvSpPr>
              <a:spLocks/>
            </p:cNvSpPr>
            <p:nvPr/>
          </p:nvSpPr>
          <p:spPr bwMode="auto">
            <a:xfrm>
              <a:off x="199" y="1759"/>
              <a:ext cx="34" cy="46"/>
            </a:xfrm>
            <a:custGeom>
              <a:avLst/>
              <a:gdLst>
                <a:gd name="T0" fmla="*/ 0 w 34"/>
                <a:gd name="T1" fmla="*/ 36 h 46"/>
                <a:gd name="T2" fmla="*/ 0 w 34"/>
                <a:gd name="T3" fmla="*/ 12 h 46"/>
                <a:gd name="T4" fmla="*/ 9 w 34"/>
                <a:gd name="T5" fmla="*/ 0 h 46"/>
                <a:gd name="T6" fmla="*/ 24 w 34"/>
                <a:gd name="T7" fmla="*/ 0 h 46"/>
                <a:gd name="T8" fmla="*/ 30 w 34"/>
                <a:gd name="T9" fmla="*/ 3 h 46"/>
                <a:gd name="T10" fmla="*/ 33 w 34"/>
                <a:gd name="T11" fmla="*/ 12 h 46"/>
                <a:gd name="T12" fmla="*/ 27 w 34"/>
                <a:gd name="T13" fmla="*/ 16 h 46"/>
                <a:gd name="T14" fmla="*/ 3 w 34"/>
                <a:gd name="T15" fmla="*/ 16 h 46"/>
                <a:gd name="T16" fmla="*/ 3 w 34"/>
                <a:gd name="T17" fmla="*/ 26 h 46"/>
                <a:gd name="T18" fmla="*/ 19 w 34"/>
                <a:gd name="T19" fmla="*/ 39 h 46"/>
                <a:gd name="T20" fmla="*/ 27 w 34"/>
                <a:gd name="T21" fmla="*/ 39 h 46"/>
                <a:gd name="T22" fmla="*/ 30 w 34"/>
                <a:gd name="T23" fmla="*/ 36 h 46"/>
                <a:gd name="T24" fmla="*/ 19 w 34"/>
                <a:gd name="T25" fmla="*/ 45 h 46"/>
                <a:gd name="T26" fmla="*/ 13 w 34"/>
                <a:gd name="T27" fmla="*/ 45 h 46"/>
                <a:gd name="T28" fmla="*/ 0 w 34"/>
                <a:gd name="T29" fmla="*/ 36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4" h="46">
                  <a:moveTo>
                    <a:pt x="0" y="36"/>
                  </a:moveTo>
                  <a:lnTo>
                    <a:pt x="0" y="12"/>
                  </a:lnTo>
                  <a:lnTo>
                    <a:pt x="9" y="0"/>
                  </a:lnTo>
                  <a:lnTo>
                    <a:pt x="24" y="0"/>
                  </a:lnTo>
                  <a:lnTo>
                    <a:pt x="30" y="3"/>
                  </a:lnTo>
                  <a:lnTo>
                    <a:pt x="33" y="12"/>
                  </a:lnTo>
                  <a:lnTo>
                    <a:pt x="27" y="16"/>
                  </a:lnTo>
                  <a:lnTo>
                    <a:pt x="3" y="16"/>
                  </a:lnTo>
                  <a:lnTo>
                    <a:pt x="3" y="26"/>
                  </a:lnTo>
                  <a:lnTo>
                    <a:pt x="19" y="39"/>
                  </a:lnTo>
                  <a:lnTo>
                    <a:pt x="27" y="39"/>
                  </a:lnTo>
                  <a:lnTo>
                    <a:pt x="30" y="36"/>
                  </a:lnTo>
                  <a:lnTo>
                    <a:pt x="19" y="45"/>
                  </a:lnTo>
                  <a:lnTo>
                    <a:pt x="13" y="45"/>
                  </a:lnTo>
                  <a:lnTo>
                    <a:pt x="0" y="36"/>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63" name="未知">
              <a:extLst>
                <a:ext uri="{FF2B5EF4-FFF2-40B4-BE49-F238E27FC236}">
                  <a16:creationId xmlns:a16="http://schemas.microsoft.com/office/drawing/2014/main" id="{47AC56D2-80D0-47A3-963E-CFF02FA7ADC5}"/>
                </a:ext>
              </a:extLst>
            </p:cNvPr>
            <p:cNvSpPr>
              <a:spLocks/>
            </p:cNvSpPr>
            <p:nvPr/>
          </p:nvSpPr>
          <p:spPr bwMode="auto">
            <a:xfrm>
              <a:off x="202" y="1759"/>
              <a:ext cx="22" cy="16"/>
            </a:xfrm>
            <a:custGeom>
              <a:avLst/>
              <a:gdLst>
                <a:gd name="T0" fmla="*/ 3 w 22"/>
                <a:gd name="T1" fmla="*/ 12 h 16"/>
                <a:gd name="T2" fmla="*/ 21 w 22"/>
                <a:gd name="T3" fmla="*/ 15 h 16"/>
                <a:gd name="T4" fmla="*/ 21 w 22"/>
                <a:gd name="T5" fmla="*/ 6 h 16"/>
                <a:gd name="T6" fmla="*/ 13 w 22"/>
                <a:gd name="T7" fmla="*/ 0 h 16"/>
                <a:gd name="T8" fmla="*/ 0 w 22"/>
                <a:gd name="T9" fmla="*/ 9 h 16"/>
                <a:gd name="T10" fmla="*/ 3 w 22"/>
                <a:gd name="T11" fmla="*/ 12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2" h="16">
                  <a:moveTo>
                    <a:pt x="3" y="12"/>
                  </a:moveTo>
                  <a:lnTo>
                    <a:pt x="21" y="15"/>
                  </a:lnTo>
                  <a:lnTo>
                    <a:pt x="21" y="6"/>
                  </a:lnTo>
                  <a:lnTo>
                    <a:pt x="13" y="0"/>
                  </a:lnTo>
                  <a:lnTo>
                    <a:pt x="0" y="9"/>
                  </a:lnTo>
                  <a:lnTo>
                    <a:pt x="3" y="12"/>
                  </a:lnTo>
                </a:path>
              </a:pathLst>
            </a:custGeom>
            <a:solidFill>
              <a:srgbClr val="FFFFFF"/>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64" name="未知">
              <a:extLst>
                <a:ext uri="{FF2B5EF4-FFF2-40B4-BE49-F238E27FC236}">
                  <a16:creationId xmlns:a16="http://schemas.microsoft.com/office/drawing/2014/main" id="{4ACF87F3-2E74-495B-AE14-9871CE3503BF}"/>
                </a:ext>
              </a:extLst>
            </p:cNvPr>
            <p:cNvSpPr>
              <a:spLocks/>
            </p:cNvSpPr>
            <p:nvPr/>
          </p:nvSpPr>
          <p:spPr bwMode="auto">
            <a:xfrm>
              <a:off x="212" y="1865"/>
              <a:ext cx="30" cy="40"/>
            </a:xfrm>
            <a:custGeom>
              <a:avLst/>
              <a:gdLst>
                <a:gd name="T0" fmla="*/ 0 w 30"/>
                <a:gd name="T1" fmla="*/ 25 h 40"/>
                <a:gd name="T2" fmla="*/ 0 w 30"/>
                <a:gd name="T3" fmla="*/ 9 h 40"/>
                <a:gd name="T4" fmla="*/ 6 w 30"/>
                <a:gd name="T5" fmla="*/ 0 h 40"/>
                <a:gd name="T6" fmla="*/ 8 w 30"/>
                <a:gd name="T7" fmla="*/ 0 h 40"/>
                <a:gd name="T8" fmla="*/ 3 w 30"/>
                <a:gd name="T9" fmla="*/ 16 h 40"/>
                <a:gd name="T10" fmla="*/ 11 w 30"/>
                <a:gd name="T11" fmla="*/ 31 h 40"/>
                <a:gd name="T12" fmla="*/ 20 w 30"/>
                <a:gd name="T13" fmla="*/ 36 h 40"/>
                <a:gd name="T14" fmla="*/ 29 w 30"/>
                <a:gd name="T15" fmla="*/ 33 h 40"/>
                <a:gd name="T16" fmla="*/ 20 w 30"/>
                <a:gd name="T17" fmla="*/ 39 h 40"/>
                <a:gd name="T18" fmla="*/ 11 w 30"/>
                <a:gd name="T19" fmla="*/ 39 h 40"/>
                <a:gd name="T20" fmla="*/ 3 w 30"/>
                <a:gd name="T21" fmla="*/ 33 h 40"/>
                <a:gd name="T22" fmla="*/ 3 w 30"/>
                <a:gd name="T23" fmla="*/ 28 h 40"/>
                <a:gd name="T24" fmla="*/ 0 w 30"/>
                <a:gd name="T25" fmla="*/ 25 h 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0" h="40">
                  <a:moveTo>
                    <a:pt x="0" y="25"/>
                  </a:moveTo>
                  <a:lnTo>
                    <a:pt x="0" y="9"/>
                  </a:lnTo>
                  <a:lnTo>
                    <a:pt x="6" y="0"/>
                  </a:lnTo>
                  <a:lnTo>
                    <a:pt x="8" y="0"/>
                  </a:lnTo>
                  <a:lnTo>
                    <a:pt x="3" y="16"/>
                  </a:lnTo>
                  <a:lnTo>
                    <a:pt x="11" y="31"/>
                  </a:lnTo>
                  <a:lnTo>
                    <a:pt x="20" y="36"/>
                  </a:lnTo>
                  <a:lnTo>
                    <a:pt x="29" y="33"/>
                  </a:lnTo>
                  <a:lnTo>
                    <a:pt x="20" y="39"/>
                  </a:lnTo>
                  <a:lnTo>
                    <a:pt x="11" y="39"/>
                  </a:lnTo>
                  <a:lnTo>
                    <a:pt x="3" y="33"/>
                  </a:lnTo>
                  <a:lnTo>
                    <a:pt x="3" y="28"/>
                  </a:lnTo>
                  <a:lnTo>
                    <a:pt x="0" y="25"/>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65" name="未知">
              <a:extLst>
                <a:ext uri="{FF2B5EF4-FFF2-40B4-BE49-F238E27FC236}">
                  <a16:creationId xmlns:a16="http://schemas.microsoft.com/office/drawing/2014/main" id="{77A09DE4-8123-4794-9041-13DA4A1AF428}"/>
                </a:ext>
              </a:extLst>
            </p:cNvPr>
            <p:cNvSpPr>
              <a:spLocks/>
            </p:cNvSpPr>
            <p:nvPr/>
          </p:nvSpPr>
          <p:spPr bwMode="auto">
            <a:xfrm>
              <a:off x="219" y="1331"/>
              <a:ext cx="37" cy="46"/>
            </a:xfrm>
            <a:custGeom>
              <a:avLst/>
              <a:gdLst>
                <a:gd name="T0" fmla="*/ 0 w 37"/>
                <a:gd name="T1" fmla="*/ 23 h 46"/>
                <a:gd name="T2" fmla="*/ 6 w 37"/>
                <a:gd name="T3" fmla="*/ 6 h 46"/>
                <a:gd name="T4" fmla="*/ 16 w 37"/>
                <a:gd name="T5" fmla="*/ 0 h 46"/>
                <a:gd name="T6" fmla="*/ 31 w 37"/>
                <a:gd name="T7" fmla="*/ 0 h 46"/>
                <a:gd name="T8" fmla="*/ 36 w 37"/>
                <a:gd name="T9" fmla="*/ 9 h 46"/>
                <a:gd name="T10" fmla="*/ 31 w 37"/>
                <a:gd name="T11" fmla="*/ 9 h 46"/>
                <a:gd name="T12" fmla="*/ 28 w 37"/>
                <a:gd name="T13" fmla="*/ 3 h 46"/>
                <a:gd name="T14" fmla="*/ 19 w 37"/>
                <a:gd name="T15" fmla="*/ 0 h 46"/>
                <a:gd name="T16" fmla="*/ 13 w 37"/>
                <a:gd name="T17" fmla="*/ 3 h 46"/>
                <a:gd name="T18" fmla="*/ 6 w 37"/>
                <a:gd name="T19" fmla="*/ 14 h 46"/>
                <a:gd name="T20" fmla="*/ 6 w 37"/>
                <a:gd name="T21" fmla="*/ 23 h 46"/>
                <a:gd name="T22" fmla="*/ 22 w 37"/>
                <a:gd name="T23" fmla="*/ 39 h 46"/>
                <a:gd name="T24" fmla="*/ 31 w 37"/>
                <a:gd name="T25" fmla="*/ 39 h 46"/>
                <a:gd name="T26" fmla="*/ 34 w 37"/>
                <a:gd name="T27" fmla="*/ 36 h 46"/>
                <a:gd name="T28" fmla="*/ 31 w 37"/>
                <a:gd name="T29" fmla="*/ 42 h 46"/>
                <a:gd name="T30" fmla="*/ 19 w 37"/>
                <a:gd name="T31" fmla="*/ 45 h 46"/>
                <a:gd name="T32" fmla="*/ 6 w 37"/>
                <a:gd name="T33" fmla="*/ 39 h 46"/>
                <a:gd name="T34" fmla="*/ 0 w 37"/>
                <a:gd name="T35" fmla="*/ 23 h 4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7" h="46">
                  <a:moveTo>
                    <a:pt x="0" y="23"/>
                  </a:moveTo>
                  <a:lnTo>
                    <a:pt x="6" y="6"/>
                  </a:lnTo>
                  <a:lnTo>
                    <a:pt x="16" y="0"/>
                  </a:lnTo>
                  <a:lnTo>
                    <a:pt x="31" y="0"/>
                  </a:lnTo>
                  <a:lnTo>
                    <a:pt x="36" y="9"/>
                  </a:lnTo>
                  <a:lnTo>
                    <a:pt x="31" y="9"/>
                  </a:lnTo>
                  <a:lnTo>
                    <a:pt x="28" y="3"/>
                  </a:lnTo>
                  <a:lnTo>
                    <a:pt x="19" y="0"/>
                  </a:lnTo>
                  <a:lnTo>
                    <a:pt x="13" y="3"/>
                  </a:lnTo>
                  <a:lnTo>
                    <a:pt x="6" y="14"/>
                  </a:lnTo>
                  <a:lnTo>
                    <a:pt x="6" y="23"/>
                  </a:lnTo>
                  <a:lnTo>
                    <a:pt x="22" y="39"/>
                  </a:lnTo>
                  <a:lnTo>
                    <a:pt x="31" y="39"/>
                  </a:lnTo>
                  <a:lnTo>
                    <a:pt x="34" y="36"/>
                  </a:lnTo>
                  <a:lnTo>
                    <a:pt x="31" y="42"/>
                  </a:lnTo>
                  <a:lnTo>
                    <a:pt x="19" y="45"/>
                  </a:lnTo>
                  <a:lnTo>
                    <a:pt x="6" y="39"/>
                  </a:lnTo>
                  <a:lnTo>
                    <a:pt x="0" y="23"/>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66" name="未知">
              <a:extLst>
                <a:ext uri="{FF2B5EF4-FFF2-40B4-BE49-F238E27FC236}">
                  <a16:creationId xmlns:a16="http://schemas.microsoft.com/office/drawing/2014/main" id="{0991B3A0-4192-4F7E-A6CD-2C86ECF1909B}"/>
                </a:ext>
              </a:extLst>
            </p:cNvPr>
            <p:cNvSpPr>
              <a:spLocks/>
            </p:cNvSpPr>
            <p:nvPr/>
          </p:nvSpPr>
          <p:spPr bwMode="auto">
            <a:xfrm>
              <a:off x="236" y="1862"/>
              <a:ext cx="9" cy="10"/>
            </a:xfrm>
            <a:custGeom>
              <a:avLst/>
              <a:gdLst>
                <a:gd name="T0" fmla="*/ 0 w 9"/>
                <a:gd name="T1" fmla="*/ 0 h 10"/>
                <a:gd name="T2" fmla="*/ 5 w 9"/>
                <a:gd name="T3" fmla="*/ 0 h 10"/>
                <a:gd name="T4" fmla="*/ 8 w 9"/>
                <a:gd name="T5" fmla="*/ 6 h 10"/>
                <a:gd name="T6" fmla="*/ 5 w 9"/>
                <a:gd name="T7" fmla="*/ 9 h 10"/>
                <a:gd name="T8" fmla="*/ 0 w 9"/>
                <a:gd name="T9" fmla="*/ 0 h 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0">
                  <a:moveTo>
                    <a:pt x="0" y="0"/>
                  </a:moveTo>
                  <a:lnTo>
                    <a:pt x="5" y="0"/>
                  </a:lnTo>
                  <a:lnTo>
                    <a:pt x="8" y="6"/>
                  </a:lnTo>
                  <a:lnTo>
                    <a:pt x="5" y="9"/>
                  </a:lnTo>
                  <a:lnTo>
                    <a:pt x="0" y="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67" name="未知">
              <a:extLst>
                <a:ext uri="{FF2B5EF4-FFF2-40B4-BE49-F238E27FC236}">
                  <a16:creationId xmlns:a16="http://schemas.microsoft.com/office/drawing/2014/main" id="{D20A8F56-EE80-4286-A86C-111A4C8A73A7}"/>
                </a:ext>
              </a:extLst>
            </p:cNvPr>
            <p:cNvSpPr>
              <a:spLocks/>
            </p:cNvSpPr>
            <p:nvPr/>
          </p:nvSpPr>
          <p:spPr bwMode="auto">
            <a:xfrm>
              <a:off x="251" y="1759"/>
              <a:ext cx="8" cy="43"/>
            </a:xfrm>
            <a:custGeom>
              <a:avLst/>
              <a:gdLst>
                <a:gd name="T0" fmla="*/ 0 w 8"/>
                <a:gd name="T1" fmla="*/ 3 h 43"/>
                <a:gd name="T2" fmla="*/ 4 w 8"/>
                <a:gd name="T3" fmla="*/ 0 h 43"/>
                <a:gd name="T4" fmla="*/ 7 w 8"/>
                <a:gd name="T5" fmla="*/ 6 h 43"/>
                <a:gd name="T6" fmla="*/ 7 w 8"/>
                <a:gd name="T7" fmla="*/ 42 h 43"/>
                <a:gd name="T8" fmla="*/ 3 w 8"/>
                <a:gd name="T9" fmla="*/ 42 h 43"/>
                <a:gd name="T10" fmla="*/ 3 w 8"/>
                <a:gd name="T11" fmla="*/ 6 h 43"/>
                <a:gd name="T12" fmla="*/ 0 w 8"/>
                <a:gd name="T13" fmla="*/ 3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 h="43">
                  <a:moveTo>
                    <a:pt x="0" y="3"/>
                  </a:moveTo>
                  <a:lnTo>
                    <a:pt x="4" y="0"/>
                  </a:lnTo>
                  <a:lnTo>
                    <a:pt x="7" y="6"/>
                  </a:lnTo>
                  <a:lnTo>
                    <a:pt x="7" y="42"/>
                  </a:lnTo>
                  <a:lnTo>
                    <a:pt x="3" y="42"/>
                  </a:lnTo>
                  <a:lnTo>
                    <a:pt x="3" y="6"/>
                  </a:lnTo>
                  <a:lnTo>
                    <a:pt x="0" y="3"/>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68" name="未知">
              <a:extLst>
                <a:ext uri="{FF2B5EF4-FFF2-40B4-BE49-F238E27FC236}">
                  <a16:creationId xmlns:a16="http://schemas.microsoft.com/office/drawing/2014/main" id="{D9D24D74-EBC4-44E7-B8B3-3FF9C7E7E2E7}"/>
                </a:ext>
              </a:extLst>
            </p:cNvPr>
            <p:cNvSpPr>
              <a:spLocks/>
            </p:cNvSpPr>
            <p:nvPr/>
          </p:nvSpPr>
          <p:spPr bwMode="auto">
            <a:xfrm>
              <a:off x="262" y="1837"/>
              <a:ext cx="36" cy="68"/>
            </a:xfrm>
            <a:custGeom>
              <a:avLst/>
              <a:gdLst>
                <a:gd name="T0" fmla="*/ 0 w 36"/>
                <a:gd name="T1" fmla="*/ 3 h 68"/>
                <a:gd name="T2" fmla="*/ 6 w 36"/>
                <a:gd name="T3" fmla="*/ 0 h 68"/>
                <a:gd name="T4" fmla="*/ 6 w 36"/>
                <a:gd name="T5" fmla="*/ 19 h 68"/>
                <a:gd name="T6" fmla="*/ 12 w 36"/>
                <a:gd name="T7" fmla="*/ 28 h 68"/>
                <a:gd name="T8" fmla="*/ 27 w 36"/>
                <a:gd name="T9" fmla="*/ 22 h 68"/>
                <a:gd name="T10" fmla="*/ 32 w 36"/>
                <a:gd name="T11" fmla="*/ 31 h 68"/>
                <a:gd name="T12" fmla="*/ 32 w 36"/>
                <a:gd name="T13" fmla="*/ 59 h 68"/>
                <a:gd name="T14" fmla="*/ 35 w 36"/>
                <a:gd name="T15" fmla="*/ 64 h 68"/>
                <a:gd name="T16" fmla="*/ 32 w 36"/>
                <a:gd name="T17" fmla="*/ 67 h 68"/>
                <a:gd name="T18" fmla="*/ 30 w 36"/>
                <a:gd name="T19" fmla="*/ 61 h 68"/>
                <a:gd name="T20" fmla="*/ 30 w 36"/>
                <a:gd name="T21" fmla="*/ 34 h 68"/>
                <a:gd name="T22" fmla="*/ 27 w 36"/>
                <a:gd name="T23" fmla="*/ 25 h 68"/>
                <a:gd name="T24" fmla="*/ 15 w 36"/>
                <a:gd name="T25" fmla="*/ 25 h 68"/>
                <a:gd name="T26" fmla="*/ 6 w 36"/>
                <a:gd name="T27" fmla="*/ 41 h 68"/>
                <a:gd name="T28" fmla="*/ 6 w 36"/>
                <a:gd name="T29" fmla="*/ 59 h 68"/>
                <a:gd name="T30" fmla="*/ 9 w 36"/>
                <a:gd name="T31" fmla="*/ 64 h 68"/>
                <a:gd name="T32" fmla="*/ 6 w 36"/>
                <a:gd name="T33" fmla="*/ 67 h 68"/>
                <a:gd name="T34" fmla="*/ 3 w 36"/>
                <a:gd name="T35" fmla="*/ 64 h 68"/>
                <a:gd name="T36" fmla="*/ 3 w 36"/>
                <a:gd name="T37" fmla="*/ 6 h 68"/>
                <a:gd name="T38" fmla="*/ 0 w 36"/>
                <a:gd name="T39" fmla="*/ 3 h 6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6" h="68">
                  <a:moveTo>
                    <a:pt x="0" y="3"/>
                  </a:moveTo>
                  <a:lnTo>
                    <a:pt x="6" y="0"/>
                  </a:lnTo>
                  <a:lnTo>
                    <a:pt x="6" y="19"/>
                  </a:lnTo>
                  <a:lnTo>
                    <a:pt x="12" y="28"/>
                  </a:lnTo>
                  <a:lnTo>
                    <a:pt x="27" y="22"/>
                  </a:lnTo>
                  <a:lnTo>
                    <a:pt x="32" y="31"/>
                  </a:lnTo>
                  <a:lnTo>
                    <a:pt x="32" y="59"/>
                  </a:lnTo>
                  <a:lnTo>
                    <a:pt x="35" y="64"/>
                  </a:lnTo>
                  <a:lnTo>
                    <a:pt x="32" y="67"/>
                  </a:lnTo>
                  <a:lnTo>
                    <a:pt x="30" y="61"/>
                  </a:lnTo>
                  <a:lnTo>
                    <a:pt x="30" y="34"/>
                  </a:lnTo>
                  <a:lnTo>
                    <a:pt x="27" y="25"/>
                  </a:lnTo>
                  <a:lnTo>
                    <a:pt x="15" y="25"/>
                  </a:lnTo>
                  <a:lnTo>
                    <a:pt x="6" y="41"/>
                  </a:lnTo>
                  <a:lnTo>
                    <a:pt x="6" y="59"/>
                  </a:lnTo>
                  <a:lnTo>
                    <a:pt x="9" y="64"/>
                  </a:lnTo>
                  <a:lnTo>
                    <a:pt x="6" y="67"/>
                  </a:lnTo>
                  <a:lnTo>
                    <a:pt x="3" y="64"/>
                  </a:lnTo>
                  <a:lnTo>
                    <a:pt x="3" y="6"/>
                  </a:lnTo>
                  <a:lnTo>
                    <a:pt x="0" y="3"/>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69" name="未知">
              <a:extLst>
                <a:ext uri="{FF2B5EF4-FFF2-40B4-BE49-F238E27FC236}">
                  <a16:creationId xmlns:a16="http://schemas.microsoft.com/office/drawing/2014/main" id="{A60F1D77-2BB3-419B-8155-3FAF62696C35}"/>
                </a:ext>
              </a:extLst>
            </p:cNvPr>
            <p:cNvSpPr>
              <a:spLocks/>
            </p:cNvSpPr>
            <p:nvPr/>
          </p:nvSpPr>
          <p:spPr bwMode="auto">
            <a:xfrm>
              <a:off x="265" y="1759"/>
              <a:ext cx="11" cy="7"/>
            </a:xfrm>
            <a:custGeom>
              <a:avLst/>
              <a:gdLst>
                <a:gd name="T0" fmla="*/ 0 w 11"/>
                <a:gd name="T1" fmla="*/ 3 h 7"/>
                <a:gd name="T2" fmla="*/ 10 w 11"/>
                <a:gd name="T3" fmla="*/ 0 h 7"/>
                <a:gd name="T4" fmla="*/ 10 w 11"/>
                <a:gd name="T5" fmla="*/ 3 h 7"/>
                <a:gd name="T6" fmla="*/ 7 w 11"/>
                <a:gd name="T7" fmla="*/ 6 h 7"/>
                <a:gd name="T8" fmla="*/ 0 w 11"/>
                <a:gd name="T9" fmla="*/ 3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7">
                  <a:moveTo>
                    <a:pt x="0" y="3"/>
                  </a:moveTo>
                  <a:lnTo>
                    <a:pt x="10" y="0"/>
                  </a:lnTo>
                  <a:lnTo>
                    <a:pt x="10" y="3"/>
                  </a:lnTo>
                  <a:lnTo>
                    <a:pt x="7" y="6"/>
                  </a:lnTo>
                  <a:lnTo>
                    <a:pt x="0" y="3"/>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70" name="未知">
              <a:extLst>
                <a:ext uri="{FF2B5EF4-FFF2-40B4-BE49-F238E27FC236}">
                  <a16:creationId xmlns:a16="http://schemas.microsoft.com/office/drawing/2014/main" id="{D4873CB9-DB11-48CF-83D3-DB2E07F22C52}"/>
                </a:ext>
              </a:extLst>
            </p:cNvPr>
            <p:cNvSpPr>
              <a:spLocks/>
            </p:cNvSpPr>
            <p:nvPr/>
          </p:nvSpPr>
          <p:spPr bwMode="auto">
            <a:xfrm>
              <a:off x="275" y="1306"/>
              <a:ext cx="36" cy="68"/>
            </a:xfrm>
            <a:custGeom>
              <a:avLst/>
              <a:gdLst>
                <a:gd name="T0" fmla="*/ 0 w 36"/>
                <a:gd name="T1" fmla="*/ 67 h 68"/>
                <a:gd name="T2" fmla="*/ 3 w 36"/>
                <a:gd name="T3" fmla="*/ 51 h 68"/>
                <a:gd name="T4" fmla="*/ 0 w 36"/>
                <a:gd name="T5" fmla="*/ 48 h 68"/>
                <a:gd name="T6" fmla="*/ 3 w 36"/>
                <a:gd name="T7" fmla="*/ 39 h 68"/>
                <a:gd name="T8" fmla="*/ 0 w 36"/>
                <a:gd name="T9" fmla="*/ 25 h 68"/>
                <a:gd name="T10" fmla="*/ 3 w 36"/>
                <a:gd name="T11" fmla="*/ 16 h 68"/>
                <a:gd name="T12" fmla="*/ 0 w 36"/>
                <a:gd name="T13" fmla="*/ 3 h 68"/>
                <a:gd name="T14" fmla="*/ 6 w 36"/>
                <a:gd name="T15" fmla="*/ 0 h 68"/>
                <a:gd name="T16" fmla="*/ 6 w 36"/>
                <a:gd name="T17" fmla="*/ 22 h 68"/>
                <a:gd name="T18" fmla="*/ 12 w 36"/>
                <a:gd name="T19" fmla="*/ 28 h 68"/>
                <a:gd name="T20" fmla="*/ 23 w 36"/>
                <a:gd name="T21" fmla="*/ 22 h 68"/>
                <a:gd name="T22" fmla="*/ 32 w 36"/>
                <a:gd name="T23" fmla="*/ 28 h 68"/>
                <a:gd name="T24" fmla="*/ 32 w 36"/>
                <a:gd name="T25" fmla="*/ 61 h 68"/>
                <a:gd name="T26" fmla="*/ 35 w 36"/>
                <a:gd name="T27" fmla="*/ 67 h 68"/>
                <a:gd name="T28" fmla="*/ 26 w 36"/>
                <a:gd name="T29" fmla="*/ 67 h 68"/>
                <a:gd name="T30" fmla="*/ 29 w 36"/>
                <a:gd name="T31" fmla="*/ 51 h 68"/>
                <a:gd name="T32" fmla="*/ 26 w 36"/>
                <a:gd name="T33" fmla="*/ 28 h 68"/>
                <a:gd name="T34" fmla="*/ 20 w 36"/>
                <a:gd name="T35" fmla="*/ 28 h 68"/>
                <a:gd name="T36" fmla="*/ 18 w 36"/>
                <a:gd name="T37" fmla="*/ 25 h 68"/>
                <a:gd name="T38" fmla="*/ 6 w 36"/>
                <a:gd name="T39" fmla="*/ 36 h 68"/>
                <a:gd name="T40" fmla="*/ 6 w 36"/>
                <a:gd name="T41" fmla="*/ 61 h 68"/>
                <a:gd name="T42" fmla="*/ 9 w 36"/>
                <a:gd name="T43" fmla="*/ 67 h 68"/>
                <a:gd name="T44" fmla="*/ 0 w 36"/>
                <a:gd name="T45" fmla="*/ 67 h 6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36" h="68">
                  <a:moveTo>
                    <a:pt x="0" y="67"/>
                  </a:moveTo>
                  <a:lnTo>
                    <a:pt x="3" y="51"/>
                  </a:lnTo>
                  <a:lnTo>
                    <a:pt x="0" y="48"/>
                  </a:lnTo>
                  <a:lnTo>
                    <a:pt x="3" y="39"/>
                  </a:lnTo>
                  <a:lnTo>
                    <a:pt x="0" y="25"/>
                  </a:lnTo>
                  <a:lnTo>
                    <a:pt x="3" y="16"/>
                  </a:lnTo>
                  <a:lnTo>
                    <a:pt x="0" y="3"/>
                  </a:lnTo>
                  <a:lnTo>
                    <a:pt x="6" y="0"/>
                  </a:lnTo>
                  <a:lnTo>
                    <a:pt x="6" y="22"/>
                  </a:lnTo>
                  <a:lnTo>
                    <a:pt x="12" y="28"/>
                  </a:lnTo>
                  <a:lnTo>
                    <a:pt x="23" y="22"/>
                  </a:lnTo>
                  <a:lnTo>
                    <a:pt x="32" y="28"/>
                  </a:lnTo>
                  <a:lnTo>
                    <a:pt x="32" y="61"/>
                  </a:lnTo>
                  <a:lnTo>
                    <a:pt x="35" y="67"/>
                  </a:lnTo>
                  <a:lnTo>
                    <a:pt x="26" y="67"/>
                  </a:lnTo>
                  <a:lnTo>
                    <a:pt x="29" y="51"/>
                  </a:lnTo>
                  <a:lnTo>
                    <a:pt x="26" y="28"/>
                  </a:lnTo>
                  <a:lnTo>
                    <a:pt x="20" y="28"/>
                  </a:lnTo>
                  <a:lnTo>
                    <a:pt x="18" y="25"/>
                  </a:lnTo>
                  <a:lnTo>
                    <a:pt x="6" y="36"/>
                  </a:lnTo>
                  <a:lnTo>
                    <a:pt x="6" y="61"/>
                  </a:lnTo>
                  <a:lnTo>
                    <a:pt x="9" y="67"/>
                  </a:lnTo>
                  <a:lnTo>
                    <a:pt x="0" y="67"/>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71" name="未知">
              <a:extLst>
                <a:ext uri="{FF2B5EF4-FFF2-40B4-BE49-F238E27FC236}">
                  <a16:creationId xmlns:a16="http://schemas.microsoft.com/office/drawing/2014/main" id="{9E4E7127-7E6A-471D-B164-E29AEF0D3439}"/>
                </a:ext>
              </a:extLst>
            </p:cNvPr>
            <p:cNvSpPr>
              <a:spLocks/>
            </p:cNvSpPr>
            <p:nvPr/>
          </p:nvSpPr>
          <p:spPr bwMode="auto">
            <a:xfrm>
              <a:off x="286" y="1756"/>
              <a:ext cx="34" cy="46"/>
            </a:xfrm>
            <a:custGeom>
              <a:avLst/>
              <a:gdLst>
                <a:gd name="T0" fmla="*/ 0 w 34"/>
                <a:gd name="T1" fmla="*/ 36 h 46"/>
                <a:gd name="T2" fmla="*/ 0 w 34"/>
                <a:gd name="T3" fmla="*/ 12 h 46"/>
                <a:gd name="T4" fmla="*/ 14 w 34"/>
                <a:gd name="T5" fmla="*/ 0 h 46"/>
                <a:gd name="T6" fmla="*/ 30 w 34"/>
                <a:gd name="T7" fmla="*/ 6 h 46"/>
                <a:gd name="T8" fmla="*/ 33 w 34"/>
                <a:gd name="T9" fmla="*/ 16 h 46"/>
                <a:gd name="T10" fmla="*/ 17 w 34"/>
                <a:gd name="T11" fmla="*/ 19 h 46"/>
                <a:gd name="T12" fmla="*/ 17 w 34"/>
                <a:gd name="T13" fmla="*/ 16 h 46"/>
                <a:gd name="T14" fmla="*/ 24 w 34"/>
                <a:gd name="T15" fmla="*/ 16 h 46"/>
                <a:gd name="T16" fmla="*/ 24 w 34"/>
                <a:gd name="T17" fmla="*/ 9 h 46"/>
                <a:gd name="T18" fmla="*/ 14 w 34"/>
                <a:gd name="T19" fmla="*/ 3 h 46"/>
                <a:gd name="T20" fmla="*/ 8 w 34"/>
                <a:gd name="T21" fmla="*/ 3 h 46"/>
                <a:gd name="T22" fmla="*/ 3 w 34"/>
                <a:gd name="T23" fmla="*/ 12 h 46"/>
                <a:gd name="T24" fmla="*/ 8 w 34"/>
                <a:gd name="T25" fmla="*/ 19 h 46"/>
                <a:gd name="T26" fmla="*/ 3 w 34"/>
                <a:gd name="T27" fmla="*/ 19 h 46"/>
                <a:gd name="T28" fmla="*/ 3 w 34"/>
                <a:gd name="T29" fmla="*/ 29 h 46"/>
                <a:gd name="T30" fmla="*/ 17 w 34"/>
                <a:gd name="T31" fmla="*/ 42 h 46"/>
                <a:gd name="T32" fmla="*/ 27 w 34"/>
                <a:gd name="T33" fmla="*/ 42 h 46"/>
                <a:gd name="T34" fmla="*/ 20 w 34"/>
                <a:gd name="T35" fmla="*/ 45 h 46"/>
                <a:gd name="T36" fmla="*/ 8 w 34"/>
                <a:gd name="T37" fmla="*/ 45 h 46"/>
                <a:gd name="T38" fmla="*/ 0 w 34"/>
                <a:gd name="T39" fmla="*/ 36 h 4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4" h="46">
                  <a:moveTo>
                    <a:pt x="0" y="36"/>
                  </a:moveTo>
                  <a:lnTo>
                    <a:pt x="0" y="12"/>
                  </a:lnTo>
                  <a:lnTo>
                    <a:pt x="14" y="0"/>
                  </a:lnTo>
                  <a:lnTo>
                    <a:pt x="30" y="6"/>
                  </a:lnTo>
                  <a:lnTo>
                    <a:pt x="33" y="16"/>
                  </a:lnTo>
                  <a:lnTo>
                    <a:pt x="17" y="19"/>
                  </a:lnTo>
                  <a:lnTo>
                    <a:pt x="17" y="16"/>
                  </a:lnTo>
                  <a:lnTo>
                    <a:pt x="24" y="16"/>
                  </a:lnTo>
                  <a:lnTo>
                    <a:pt x="24" y="9"/>
                  </a:lnTo>
                  <a:lnTo>
                    <a:pt x="14" y="3"/>
                  </a:lnTo>
                  <a:lnTo>
                    <a:pt x="8" y="3"/>
                  </a:lnTo>
                  <a:lnTo>
                    <a:pt x="3" y="12"/>
                  </a:lnTo>
                  <a:lnTo>
                    <a:pt x="8" y="19"/>
                  </a:lnTo>
                  <a:lnTo>
                    <a:pt x="3" y="19"/>
                  </a:lnTo>
                  <a:lnTo>
                    <a:pt x="3" y="29"/>
                  </a:lnTo>
                  <a:lnTo>
                    <a:pt x="17" y="42"/>
                  </a:lnTo>
                  <a:lnTo>
                    <a:pt x="27" y="42"/>
                  </a:lnTo>
                  <a:lnTo>
                    <a:pt x="20" y="45"/>
                  </a:lnTo>
                  <a:lnTo>
                    <a:pt x="8" y="45"/>
                  </a:lnTo>
                  <a:lnTo>
                    <a:pt x="0" y="36"/>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72" name="未知">
              <a:extLst>
                <a:ext uri="{FF2B5EF4-FFF2-40B4-BE49-F238E27FC236}">
                  <a16:creationId xmlns:a16="http://schemas.microsoft.com/office/drawing/2014/main" id="{071FC224-04D5-4E58-BD9F-591C8AEA22D3}"/>
                </a:ext>
              </a:extLst>
            </p:cNvPr>
            <p:cNvSpPr>
              <a:spLocks/>
            </p:cNvSpPr>
            <p:nvPr/>
          </p:nvSpPr>
          <p:spPr bwMode="auto">
            <a:xfrm>
              <a:off x="313" y="1858"/>
              <a:ext cx="38" cy="47"/>
            </a:xfrm>
            <a:custGeom>
              <a:avLst/>
              <a:gdLst>
                <a:gd name="T0" fmla="*/ 0 w 38"/>
                <a:gd name="T1" fmla="*/ 29 h 47"/>
                <a:gd name="T2" fmla="*/ 0 w 38"/>
                <a:gd name="T3" fmla="*/ 22 h 47"/>
                <a:gd name="T4" fmla="*/ 9 w 38"/>
                <a:gd name="T5" fmla="*/ 3 h 47"/>
                <a:gd name="T6" fmla="*/ 12 w 38"/>
                <a:gd name="T7" fmla="*/ 3 h 47"/>
                <a:gd name="T8" fmla="*/ 6 w 38"/>
                <a:gd name="T9" fmla="*/ 16 h 47"/>
                <a:gd name="T10" fmla="*/ 28 w 38"/>
                <a:gd name="T11" fmla="*/ 16 h 47"/>
                <a:gd name="T12" fmla="*/ 28 w 38"/>
                <a:gd name="T13" fmla="*/ 3 h 47"/>
                <a:gd name="T14" fmla="*/ 22 w 38"/>
                <a:gd name="T15" fmla="*/ 3 h 47"/>
                <a:gd name="T16" fmla="*/ 19 w 38"/>
                <a:gd name="T17" fmla="*/ 0 h 47"/>
                <a:gd name="T18" fmla="*/ 25 w 38"/>
                <a:gd name="T19" fmla="*/ 0 h 47"/>
                <a:gd name="T20" fmla="*/ 34 w 38"/>
                <a:gd name="T21" fmla="*/ 6 h 47"/>
                <a:gd name="T22" fmla="*/ 37 w 38"/>
                <a:gd name="T23" fmla="*/ 13 h 47"/>
                <a:gd name="T24" fmla="*/ 31 w 38"/>
                <a:gd name="T25" fmla="*/ 16 h 47"/>
                <a:gd name="T26" fmla="*/ 6 w 38"/>
                <a:gd name="T27" fmla="*/ 16 h 47"/>
                <a:gd name="T28" fmla="*/ 6 w 38"/>
                <a:gd name="T29" fmla="*/ 29 h 47"/>
                <a:gd name="T30" fmla="*/ 19 w 38"/>
                <a:gd name="T31" fmla="*/ 40 h 47"/>
                <a:gd name="T32" fmla="*/ 34 w 38"/>
                <a:gd name="T33" fmla="*/ 40 h 47"/>
                <a:gd name="T34" fmla="*/ 22 w 38"/>
                <a:gd name="T35" fmla="*/ 46 h 47"/>
                <a:gd name="T36" fmla="*/ 17 w 38"/>
                <a:gd name="T37" fmla="*/ 46 h 47"/>
                <a:gd name="T38" fmla="*/ 3 w 38"/>
                <a:gd name="T39" fmla="*/ 38 h 47"/>
                <a:gd name="T40" fmla="*/ 3 w 38"/>
                <a:gd name="T41" fmla="*/ 32 h 47"/>
                <a:gd name="T42" fmla="*/ 0 w 38"/>
                <a:gd name="T43" fmla="*/ 29 h 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8" h="47">
                  <a:moveTo>
                    <a:pt x="0" y="29"/>
                  </a:moveTo>
                  <a:lnTo>
                    <a:pt x="0" y="22"/>
                  </a:lnTo>
                  <a:lnTo>
                    <a:pt x="9" y="3"/>
                  </a:lnTo>
                  <a:lnTo>
                    <a:pt x="12" y="3"/>
                  </a:lnTo>
                  <a:lnTo>
                    <a:pt x="6" y="16"/>
                  </a:lnTo>
                  <a:lnTo>
                    <a:pt x="28" y="16"/>
                  </a:lnTo>
                  <a:lnTo>
                    <a:pt x="28" y="3"/>
                  </a:lnTo>
                  <a:lnTo>
                    <a:pt x="22" y="3"/>
                  </a:lnTo>
                  <a:lnTo>
                    <a:pt x="19" y="0"/>
                  </a:lnTo>
                  <a:lnTo>
                    <a:pt x="25" y="0"/>
                  </a:lnTo>
                  <a:lnTo>
                    <a:pt x="34" y="6"/>
                  </a:lnTo>
                  <a:lnTo>
                    <a:pt x="37" y="13"/>
                  </a:lnTo>
                  <a:lnTo>
                    <a:pt x="31" y="16"/>
                  </a:lnTo>
                  <a:lnTo>
                    <a:pt x="6" y="16"/>
                  </a:lnTo>
                  <a:lnTo>
                    <a:pt x="6" y="29"/>
                  </a:lnTo>
                  <a:lnTo>
                    <a:pt x="19" y="40"/>
                  </a:lnTo>
                  <a:lnTo>
                    <a:pt x="34" y="40"/>
                  </a:lnTo>
                  <a:lnTo>
                    <a:pt x="22" y="46"/>
                  </a:lnTo>
                  <a:lnTo>
                    <a:pt x="17" y="46"/>
                  </a:lnTo>
                  <a:lnTo>
                    <a:pt x="3" y="38"/>
                  </a:lnTo>
                  <a:lnTo>
                    <a:pt x="3" y="32"/>
                  </a:lnTo>
                  <a:lnTo>
                    <a:pt x="0" y="29"/>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73" name="未知">
              <a:extLst>
                <a:ext uri="{FF2B5EF4-FFF2-40B4-BE49-F238E27FC236}">
                  <a16:creationId xmlns:a16="http://schemas.microsoft.com/office/drawing/2014/main" id="{88C5BF09-45FA-4E6A-B700-64A03895E52F}"/>
                </a:ext>
              </a:extLst>
            </p:cNvPr>
            <p:cNvSpPr>
              <a:spLocks/>
            </p:cNvSpPr>
            <p:nvPr/>
          </p:nvSpPr>
          <p:spPr bwMode="auto">
            <a:xfrm>
              <a:off x="325" y="1328"/>
              <a:ext cx="39" cy="46"/>
            </a:xfrm>
            <a:custGeom>
              <a:avLst/>
              <a:gdLst>
                <a:gd name="T0" fmla="*/ 0 w 39"/>
                <a:gd name="T1" fmla="*/ 29 h 46"/>
                <a:gd name="T2" fmla="*/ 0 w 39"/>
                <a:gd name="T3" fmla="*/ 17 h 46"/>
                <a:gd name="T4" fmla="*/ 10 w 39"/>
                <a:gd name="T5" fmla="*/ 3 h 46"/>
                <a:gd name="T6" fmla="*/ 25 w 39"/>
                <a:gd name="T7" fmla="*/ 0 h 46"/>
                <a:gd name="T8" fmla="*/ 35 w 39"/>
                <a:gd name="T9" fmla="*/ 6 h 46"/>
                <a:gd name="T10" fmla="*/ 35 w 39"/>
                <a:gd name="T11" fmla="*/ 12 h 46"/>
                <a:gd name="T12" fmla="*/ 38 w 39"/>
                <a:gd name="T13" fmla="*/ 14 h 46"/>
                <a:gd name="T14" fmla="*/ 32 w 39"/>
                <a:gd name="T15" fmla="*/ 17 h 46"/>
                <a:gd name="T16" fmla="*/ 6 w 39"/>
                <a:gd name="T17" fmla="*/ 17 h 46"/>
                <a:gd name="T18" fmla="*/ 6 w 39"/>
                <a:gd name="T19" fmla="*/ 29 h 46"/>
                <a:gd name="T20" fmla="*/ 22 w 39"/>
                <a:gd name="T21" fmla="*/ 42 h 46"/>
                <a:gd name="T22" fmla="*/ 35 w 39"/>
                <a:gd name="T23" fmla="*/ 39 h 46"/>
                <a:gd name="T24" fmla="*/ 25 w 39"/>
                <a:gd name="T25" fmla="*/ 45 h 46"/>
                <a:gd name="T26" fmla="*/ 10 w 39"/>
                <a:gd name="T27" fmla="*/ 45 h 46"/>
                <a:gd name="T28" fmla="*/ 0 w 39"/>
                <a:gd name="T29" fmla="*/ 29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9" h="46">
                  <a:moveTo>
                    <a:pt x="0" y="29"/>
                  </a:moveTo>
                  <a:lnTo>
                    <a:pt x="0" y="17"/>
                  </a:lnTo>
                  <a:lnTo>
                    <a:pt x="10" y="3"/>
                  </a:lnTo>
                  <a:lnTo>
                    <a:pt x="25" y="0"/>
                  </a:lnTo>
                  <a:lnTo>
                    <a:pt x="35" y="6"/>
                  </a:lnTo>
                  <a:lnTo>
                    <a:pt x="35" y="12"/>
                  </a:lnTo>
                  <a:lnTo>
                    <a:pt x="38" y="14"/>
                  </a:lnTo>
                  <a:lnTo>
                    <a:pt x="32" y="17"/>
                  </a:lnTo>
                  <a:lnTo>
                    <a:pt x="6" y="17"/>
                  </a:lnTo>
                  <a:lnTo>
                    <a:pt x="6" y="29"/>
                  </a:lnTo>
                  <a:lnTo>
                    <a:pt x="22" y="42"/>
                  </a:lnTo>
                  <a:lnTo>
                    <a:pt x="35" y="39"/>
                  </a:lnTo>
                  <a:lnTo>
                    <a:pt x="25" y="45"/>
                  </a:lnTo>
                  <a:lnTo>
                    <a:pt x="10" y="45"/>
                  </a:lnTo>
                  <a:lnTo>
                    <a:pt x="0" y="29"/>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74" name="未知">
              <a:extLst>
                <a:ext uri="{FF2B5EF4-FFF2-40B4-BE49-F238E27FC236}">
                  <a16:creationId xmlns:a16="http://schemas.microsoft.com/office/drawing/2014/main" id="{DF006A56-9D07-4164-A7BC-CE3AB751FEF6}"/>
                </a:ext>
              </a:extLst>
            </p:cNvPr>
            <p:cNvSpPr>
              <a:spLocks/>
            </p:cNvSpPr>
            <p:nvPr/>
          </p:nvSpPr>
          <p:spPr bwMode="auto">
            <a:xfrm>
              <a:off x="332" y="1331"/>
              <a:ext cx="22" cy="12"/>
            </a:xfrm>
            <a:custGeom>
              <a:avLst/>
              <a:gdLst>
                <a:gd name="T0" fmla="*/ 3 w 22"/>
                <a:gd name="T1" fmla="*/ 11 h 12"/>
                <a:gd name="T2" fmla="*/ 21 w 22"/>
                <a:gd name="T3" fmla="*/ 11 h 12"/>
                <a:gd name="T4" fmla="*/ 21 w 22"/>
                <a:gd name="T5" fmla="*/ 6 h 12"/>
                <a:gd name="T6" fmla="*/ 12 w 22"/>
                <a:gd name="T7" fmla="*/ 0 h 12"/>
                <a:gd name="T8" fmla="*/ 6 w 22"/>
                <a:gd name="T9" fmla="*/ 0 h 12"/>
                <a:gd name="T10" fmla="*/ 0 w 22"/>
                <a:gd name="T11" fmla="*/ 11 h 12"/>
                <a:gd name="T12" fmla="*/ 3 w 22"/>
                <a:gd name="T13" fmla="*/ 11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2" h="12">
                  <a:moveTo>
                    <a:pt x="3" y="11"/>
                  </a:moveTo>
                  <a:lnTo>
                    <a:pt x="21" y="11"/>
                  </a:lnTo>
                  <a:lnTo>
                    <a:pt x="21" y="6"/>
                  </a:lnTo>
                  <a:lnTo>
                    <a:pt x="12" y="0"/>
                  </a:lnTo>
                  <a:lnTo>
                    <a:pt x="6" y="0"/>
                  </a:lnTo>
                  <a:lnTo>
                    <a:pt x="0" y="11"/>
                  </a:lnTo>
                  <a:lnTo>
                    <a:pt x="3" y="11"/>
                  </a:lnTo>
                </a:path>
              </a:pathLst>
            </a:custGeom>
            <a:solidFill>
              <a:srgbClr val="FFFFFF"/>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75" name="未知">
              <a:extLst>
                <a:ext uri="{FF2B5EF4-FFF2-40B4-BE49-F238E27FC236}">
                  <a16:creationId xmlns:a16="http://schemas.microsoft.com/office/drawing/2014/main" id="{032013FB-2D34-4A01-9168-6A3918126F17}"/>
                </a:ext>
              </a:extLst>
            </p:cNvPr>
            <p:cNvSpPr>
              <a:spLocks/>
            </p:cNvSpPr>
            <p:nvPr/>
          </p:nvSpPr>
          <p:spPr bwMode="auto">
            <a:xfrm>
              <a:off x="338" y="1756"/>
              <a:ext cx="37" cy="46"/>
            </a:xfrm>
            <a:custGeom>
              <a:avLst/>
              <a:gdLst>
                <a:gd name="T0" fmla="*/ 0 w 37"/>
                <a:gd name="T1" fmla="*/ 45 h 46"/>
                <a:gd name="T2" fmla="*/ 0 w 37"/>
                <a:gd name="T3" fmla="*/ 33 h 46"/>
                <a:gd name="T4" fmla="*/ 3 w 37"/>
                <a:gd name="T5" fmla="*/ 25 h 46"/>
                <a:gd name="T6" fmla="*/ 0 w 37"/>
                <a:gd name="T7" fmla="*/ 3 h 46"/>
                <a:gd name="T8" fmla="*/ 6 w 37"/>
                <a:gd name="T9" fmla="*/ 3 h 46"/>
                <a:gd name="T10" fmla="*/ 13 w 37"/>
                <a:gd name="T11" fmla="*/ 6 h 46"/>
                <a:gd name="T12" fmla="*/ 28 w 37"/>
                <a:gd name="T13" fmla="*/ 0 h 46"/>
                <a:gd name="T14" fmla="*/ 33 w 37"/>
                <a:gd name="T15" fmla="*/ 9 h 46"/>
                <a:gd name="T16" fmla="*/ 33 w 37"/>
                <a:gd name="T17" fmla="*/ 36 h 46"/>
                <a:gd name="T18" fmla="*/ 36 w 37"/>
                <a:gd name="T19" fmla="*/ 42 h 46"/>
                <a:gd name="T20" fmla="*/ 30 w 37"/>
                <a:gd name="T21" fmla="*/ 45 h 46"/>
                <a:gd name="T22" fmla="*/ 28 w 37"/>
                <a:gd name="T23" fmla="*/ 42 h 46"/>
                <a:gd name="T24" fmla="*/ 30 w 37"/>
                <a:gd name="T25" fmla="*/ 36 h 46"/>
                <a:gd name="T26" fmla="*/ 28 w 37"/>
                <a:gd name="T27" fmla="*/ 25 h 46"/>
                <a:gd name="T28" fmla="*/ 30 w 37"/>
                <a:gd name="T29" fmla="*/ 19 h 46"/>
                <a:gd name="T30" fmla="*/ 22 w 37"/>
                <a:gd name="T31" fmla="*/ 3 h 46"/>
                <a:gd name="T32" fmla="*/ 9 w 37"/>
                <a:gd name="T33" fmla="*/ 9 h 46"/>
                <a:gd name="T34" fmla="*/ 6 w 37"/>
                <a:gd name="T35" fmla="*/ 19 h 46"/>
                <a:gd name="T36" fmla="*/ 6 w 37"/>
                <a:gd name="T37" fmla="*/ 39 h 46"/>
                <a:gd name="T38" fmla="*/ 9 w 37"/>
                <a:gd name="T39" fmla="*/ 45 h 46"/>
                <a:gd name="T40" fmla="*/ 6 w 37"/>
                <a:gd name="T41" fmla="*/ 45 h 46"/>
                <a:gd name="T42" fmla="*/ 3 w 37"/>
                <a:gd name="T43" fmla="*/ 42 h 46"/>
                <a:gd name="T44" fmla="*/ 0 w 37"/>
                <a:gd name="T45" fmla="*/ 45 h 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37" h="46">
                  <a:moveTo>
                    <a:pt x="0" y="45"/>
                  </a:moveTo>
                  <a:lnTo>
                    <a:pt x="0" y="33"/>
                  </a:lnTo>
                  <a:lnTo>
                    <a:pt x="3" y="25"/>
                  </a:lnTo>
                  <a:lnTo>
                    <a:pt x="0" y="3"/>
                  </a:lnTo>
                  <a:lnTo>
                    <a:pt x="6" y="3"/>
                  </a:lnTo>
                  <a:lnTo>
                    <a:pt x="13" y="6"/>
                  </a:lnTo>
                  <a:lnTo>
                    <a:pt x="28" y="0"/>
                  </a:lnTo>
                  <a:lnTo>
                    <a:pt x="33" y="9"/>
                  </a:lnTo>
                  <a:lnTo>
                    <a:pt x="33" y="36"/>
                  </a:lnTo>
                  <a:lnTo>
                    <a:pt x="36" y="42"/>
                  </a:lnTo>
                  <a:lnTo>
                    <a:pt x="30" y="45"/>
                  </a:lnTo>
                  <a:lnTo>
                    <a:pt x="28" y="42"/>
                  </a:lnTo>
                  <a:lnTo>
                    <a:pt x="30" y="36"/>
                  </a:lnTo>
                  <a:lnTo>
                    <a:pt x="28" y="25"/>
                  </a:lnTo>
                  <a:lnTo>
                    <a:pt x="30" y="19"/>
                  </a:lnTo>
                  <a:lnTo>
                    <a:pt x="22" y="3"/>
                  </a:lnTo>
                  <a:lnTo>
                    <a:pt x="9" y="9"/>
                  </a:lnTo>
                  <a:lnTo>
                    <a:pt x="6" y="19"/>
                  </a:lnTo>
                  <a:lnTo>
                    <a:pt x="6" y="39"/>
                  </a:lnTo>
                  <a:lnTo>
                    <a:pt x="9" y="45"/>
                  </a:lnTo>
                  <a:lnTo>
                    <a:pt x="6" y="45"/>
                  </a:lnTo>
                  <a:lnTo>
                    <a:pt x="3" y="42"/>
                  </a:lnTo>
                  <a:lnTo>
                    <a:pt x="0" y="45"/>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76" name="未知">
              <a:extLst>
                <a:ext uri="{FF2B5EF4-FFF2-40B4-BE49-F238E27FC236}">
                  <a16:creationId xmlns:a16="http://schemas.microsoft.com/office/drawing/2014/main" id="{271D385E-1E25-49E4-853C-39FFDC9C71A6}"/>
                </a:ext>
              </a:extLst>
            </p:cNvPr>
            <p:cNvSpPr>
              <a:spLocks/>
            </p:cNvSpPr>
            <p:nvPr/>
          </p:nvSpPr>
          <p:spPr bwMode="auto">
            <a:xfrm>
              <a:off x="367" y="1896"/>
              <a:ext cx="5" cy="6"/>
            </a:xfrm>
            <a:custGeom>
              <a:avLst/>
              <a:gdLst>
                <a:gd name="T0" fmla="*/ 0 w 5"/>
                <a:gd name="T1" fmla="*/ 5 h 6"/>
                <a:gd name="T2" fmla="*/ 0 w 5"/>
                <a:gd name="T3" fmla="*/ 0 h 6"/>
                <a:gd name="T4" fmla="*/ 4 w 5"/>
                <a:gd name="T5" fmla="*/ 5 h 6"/>
                <a:gd name="T6" fmla="*/ 0 w 5"/>
                <a:gd name="T7" fmla="*/ 5 h 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 h="6">
                  <a:moveTo>
                    <a:pt x="0" y="5"/>
                  </a:moveTo>
                  <a:lnTo>
                    <a:pt x="0" y="0"/>
                  </a:lnTo>
                  <a:lnTo>
                    <a:pt x="4" y="5"/>
                  </a:lnTo>
                  <a:lnTo>
                    <a:pt x="0" y="5"/>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77" name="未知">
              <a:extLst>
                <a:ext uri="{FF2B5EF4-FFF2-40B4-BE49-F238E27FC236}">
                  <a16:creationId xmlns:a16="http://schemas.microsoft.com/office/drawing/2014/main" id="{27C93B23-269F-4050-A5FA-1A0332CCCAF2}"/>
                </a:ext>
              </a:extLst>
            </p:cNvPr>
            <p:cNvSpPr>
              <a:spLocks/>
            </p:cNvSpPr>
            <p:nvPr/>
          </p:nvSpPr>
          <p:spPr bwMode="auto">
            <a:xfrm>
              <a:off x="367" y="1858"/>
              <a:ext cx="30" cy="47"/>
            </a:xfrm>
            <a:custGeom>
              <a:avLst/>
              <a:gdLst>
                <a:gd name="T0" fmla="*/ 0 w 30"/>
                <a:gd name="T1" fmla="*/ 16 h 47"/>
                <a:gd name="T2" fmla="*/ 0 w 30"/>
                <a:gd name="T3" fmla="*/ 6 h 47"/>
                <a:gd name="T4" fmla="*/ 6 w 30"/>
                <a:gd name="T5" fmla="*/ 0 h 47"/>
                <a:gd name="T6" fmla="*/ 3 w 30"/>
                <a:gd name="T7" fmla="*/ 10 h 47"/>
                <a:gd name="T8" fmla="*/ 26 w 30"/>
                <a:gd name="T9" fmla="*/ 29 h 47"/>
                <a:gd name="T10" fmla="*/ 29 w 30"/>
                <a:gd name="T11" fmla="*/ 38 h 47"/>
                <a:gd name="T12" fmla="*/ 19 w 30"/>
                <a:gd name="T13" fmla="*/ 46 h 47"/>
                <a:gd name="T14" fmla="*/ 23 w 30"/>
                <a:gd name="T15" fmla="*/ 35 h 47"/>
                <a:gd name="T16" fmla="*/ 0 w 30"/>
                <a:gd name="T17" fmla="*/ 16 h 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0" h="47">
                  <a:moveTo>
                    <a:pt x="0" y="16"/>
                  </a:moveTo>
                  <a:lnTo>
                    <a:pt x="0" y="6"/>
                  </a:lnTo>
                  <a:lnTo>
                    <a:pt x="6" y="0"/>
                  </a:lnTo>
                  <a:lnTo>
                    <a:pt x="3" y="10"/>
                  </a:lnTo>
                  <a:lnTo>
                    <a:pt x="26" y="29"/>
                  </a:lnTo>
                  <a:lnTo>
                    <a:pt x="29" y="38"/>
                  </a:lnTo>
                  <a:lnTo>
                    <a:pt x="19" y="46"/>
                  </a:lnTo>
                  <a:lnTo>
                    <a:pt x="23" y="35"/>
                  </a:lnTo>
                  <a:lnTo>
                    <a:pt x="0" y="16"/>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78" name="未知">
              <a:extLst>
                <a:ext uri="{FF2B5EF4-FFF2-40B4-BE49-F238E27FC236}">
                  <a16:creationId xmlns:a16="http://schemas.microsoft.com/office/drawing/2014/main" id="{8D51EB13-F44E-465E-95DC-47472113D8F5}"/>
                </a:ext>
              </a:extLst>
            </p:cNvPr>
            <p:cNvSpPr>
              <a:spLocks/>
            </p:cNvSpPr>
            <p:nvPr/>
          </p:nvSpPr>
          <p:spPr bwMode="auto">
            <a:xfrm>
              <a:off x="380" y="1367"/>
              <a:ext cx="7" cy="7"/>
            </a:xfrm>
            <a:custGeom>
              <a:avLst/>
              <a:gdLst>
                <a:gd name="T0" fmla="*/ 0 w 7"/>
                <a:gd name="T1" fmla="*/ 6 h 7"/>
                <a:gd name="T2" fmla="*/ 0 w 7"/>
                <a:gd name="T3" fmla="*/ 0 h 7"/>
                <a:gd name="T4" fmla="*/ 6 w 7"/>
                <a:gd name="T5" fmla="*/ 6 h 7"/>
                <a:gd name="T6" fmla="*/ 0 w 7"/>
                <a:gd name="T7" fmla="*/ 6 h 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 h="7">
                  <a:moveTo>
                    <a:pt x="0" y="6"/>
                  </a:moveTo>
                  <a:lnTo>
                    <a:pt x="0" y="0"/>
                  </a:lnTo>
                  <a:lnTo>
                    <a:pt x="6" y="6"/>
                  </a:lnTo>
                  <a:lnTo>
                    <a:pt x="0" y="6"/>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79" name="未知">
              <a:extLst>
                <a:ext uri="{FF2B5EF4-FFF2-40B4-BE49-F238E27FC236}">
                  <a16:creationId xmlns:a16="http://schemas.microsoft.com/office/drawing/2014/main" id="{C44DF5A3-274F-4846-8F68-C3917F1B1EDC}"/>
                </a:ext>
              </a:extLst>
            </p:cNvPr>
            <p:cNvSpPr>
              <a:spLocks/>
            </p:cNvSpPr>
            <p:nvPr/>
          </p:nvSpPr>
          <p:spPr bwMode="auto">
            <a:xfrm>
              <a:off x="380" y="1331"/>
              <a:ext cx="27" cy="43"/>
            </a:xfrm>
            <a:custGeom>
              <a:avLst/>
              <a:gdLst>
                <a:gd name="T0" fmla="*/ 0 w 27"/>
                <a:gd name="T1" fmla="*/ 14 h 43"/>
                <a:gd name="T2" fmla="*/ 0 w 27"/>
                <a:gd name="T3" fmla="*/ 3 h 43"/>
                <a:gd name="T4" fmla="*/ 6 w 27"/>
                <a:gd name="T5" fmla="*/ 0 h 43"/>
                <a:gd name="T6" fmla="*/ 3 w 27"/>
                <a:gd name="T7" fmla="*/ 9 h 43"/>
                <a:gd name="T8" fmla="*/ 23 w 27"/>
                <a:gd name="T9" fmla="*/ 23 h 43"/>
                <a:gd name="T10" fmla="*/ 26 w 27"/>
                <a:gd name="T11" fmla="*/ 33 h 43"/>
                <a:gd name="T12" fmla="*/ 21 w 27"/>
                <a:gd name="T13" fmla="*/ 42 h 43"/>
                <a:gd name="T14" fmla="*/ 18 w 27"/>
                <a:gd name="T15" fmla="*/ 42 h 43"/>
                <a:gd name="T16" fmla="*/ 21 w 27"/>
                <a:gd name="T17" fmla="*/ 30 h 43"/>
                <a:gd name="T18" fmla="*/ 0 w 27"/>
                <a:gd name="T19" fmla="*/ 14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7" h="43">
                  <a:moveTo>
                    <a:pt x="0" y="14"/>
                  </a:moveTo>
                  <a:lnTo>
                    <a:pt x="0" y="3"/>
                  </a:lnTo>
                  <a:lnTo>
                    <a:pt x="6" y="0"/>
                  </a:lnTo>
                  <a:lnTo>
                    <a:pt x="3" y="9"/>
                  </a:lnTo>
                  <a:lnTo>
                    <a:pt x="23" y="23"/>
                  </a:lnTo>
                  <a:lnTo>
                    <a:pt x="26" y="33"/>
                  </a:lnTo>
                  <a:lnTo>
                    <a:pt x="21" y="42"/>
                  </a:lnTo>
                  <a:lnTo>
                    <a:pt x="18" y="42"/>
                  </a:lnTo>
                  <a:lnTo>
                    <a:pt x="21" y="30"/>
                  </a:lnTo>
                  <a:lnTo>
                    <a:pt x="0" y="14"/>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80" name="未知">
              <a:extLst>
                <a:ext uri="{FF2B5EF4-FFF2-40B4-BE49-F238E27FC236}">
                  <a16:creationId xmlns:a16="http://schemas.microsoft.com/office/drawing/2014/main" id="{E2A18F9C-A59B-43D3-983D-E7977C5EAB51}"/>
                </a:ext>
              </a:extLst>
            </p:cNvPr>
            <p:cNvSpPr>
              <a:spLocks/>
            </p:cNvSpPr>
            <p:nvPr/>
          </p:nvSpPr>
          <p:spPr bwMode="auto">
            <a:xfrm>
              <a:off x="386" y="1862"/>
              <a:ext cx="4" cy="4"/>
            </a:xfrm>
            <a:custGeom>
              <a:avLst/>
              <a:gdLst>
                <a:gd name="T0" fmla="*/ 0 w 4"/>
                <a:gd name="T1" fmla="*/ 0 h 4"/>
                <a:gd name="T2" fmla="*/ 3 w 4"/>
                <a:gd name="T3" fmla="*/ 0 h 4"/>
                <a:gd name="T4" fmla="*/ 3 w 4"/>
                <a:gd name="T5" fmla="*/ 3 h 4"/>
                <a:gd name="T6" fmla="*/ 0 w 4"/>
                <a:gd name="T7" fmla="*/ 0 h 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 h="4">
                  <a:moveTo>
                    <a:pt x="0" y="0"/>
                  </a:moveTo>
                  <a:lnTo>
                    <a:pt x="3" y="0"/>
                  </a:lnTo>
                  <a:lnTo>
                    <a:pt x="3" y="3"/>
                  </a:lnTo>
                  <a:lnTo>
                    <a:pt x="0" y="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81" name="未知">
              <a:extLst>
                <a:ext uri="{FF2B5EF4-FFF2-40B4-BE49-F238E27FC236}">
                  <a16:creationId xmlns:a16="http://schemas.microsoft.com/office/drawing/2014/main" id="{53BBC2E9-4487-41B6-938F-7824941D16A8}"/>
                </a:ext>
              </a:extLst>
            </p:cNvPr>
            <p:cNvSpPr>
              <a:spLocks/>
            </p:cNvSpPr>
            <p:nvPr/>
          </p:nvSpPr>
          <p:spPr bwMode="auto">
            <a:xfrm>
              <a:off x="392" y="1749"/>
              <a:ext cx="19" cy="53"/>
            </a:xfrm>
            <a:custGeom>
              <a:avLst/>
              <a:gdLst>
                <a:gd name="T0" fmla="*/ 0 w 19"/>
                <a:gd name="T1" fmla="*/ 9 h 53"/>
                <a:gd name="T2" fmla="*/ 0 w 19"/>
                <a:gd name="T3" fmla="*/ 6 h 53"/>
                <a:gd name="T4" fmla="*/ 10 w 19"/>
                <a:gd name="T5" fmla="*/ 0 h 53"/>
                <a:gd name="T6" fmla="*/ 10 w 19"/>
                <a:gd name="T7" fmla="*/ 6 h 53"/>
                <a:gd name="T8" fmla="*/ 15 w 19"/>
                <a:gd name="T9" fmla="*/ 6 h 53"/>
                <a:gd name="T10" fmla="*/ 18 w 19"/>
                <a:gd name="T11" fmla="*/ 9 h 53"/>
                <a:gd name="T12" fmla="*/ 10 w 19"/>
                <a:gd name="T13" fmla="*/ 9 h 53"/>
                <a:gd name="T14" fmla="*/ 10 w 19"/>
                <a:gd name="T15" fmla="*/ 49 h 53"/>
                <a:gd name="T16" fmla="*/ 15 w 19"/>
                <a:gd name="T17" fmla="*/ 49 h 53"/>
                <a:gd name="T18" fmla="*/ 15 w 19"/>
                <a:gd name="T19" fmla="*/ 52 h 53"/>
                <a:gd name="T20" fmla="*/ 7 w 19"/>
                <a:gd name="T21" fmla="*/ 52 h 53"/>
                <a:gd name="T22" fmla="*/ 3 w 19"/>
                <a:gd name="T23" fmla="*/ 46 h 53"/>
                <a:gd name="T24" fmla="*/ 3 w 19"/>
                <a:gd name="T25" fmla="*/ 13 h 53"/>
                <a:gd name="T26" fmla="*/ 0 w 19"/>
                <a:gd name="T27" fmla="*/ 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 h="53">
                  <a:moveTo>
                    <a:pt x="0" y="9"/>
                  </a:moveTo>
                  <a:lnTo>
                    <a:pt x="0" y="6"/>
                  </a:lnTo>
                  <a:lnTo>
                    <a:pt x="10" y="0"/>
                  </a:lnTo>
                  <a:lnTo>
                    <a:pt x="10" y="6"/>
                  </a:lnTo>
                  <a:lnTo>
                    <a:pt x="15" y="6"/>
                  </a:lnTo>
                  <a:lnTo>
                    <a:pt x="18" y="9"/>
                  </a:lnTo>
                  <a:lnTo>
                    <a:pt x="10" y="9"/>
                  </a:lnTo>
                  <a:lnTo>
                    <a:pt x="10" y="49"/>
                  </a:lnTo>
                  <a:lnTo>
                    <a:pt x="15" y="49"/>
                  </a:lnTo>
                  <a:lnTo>
                    <a:pt x="15" y="52"/>
                  </a:lnTo>
                  <a:lnTo>
                    <a:pt x="7" y="52"/>
                  </a:lnTo>
                  <a:lnTo>
                    <a:pt x="3" y="46"/>
                  </a:lnTo>
                  <a:lnTo>
                    <a:pt x="3" y="13"/>
                  </a:lnTo>
                  <a:lnTo>
                    <a:pt x="0" y="9"/>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82" name="未知">
              <a:extLst>
                <a:ext uri="{FF2B5EF4-FFF2-40B4-BE49-F238E27FC236}">
                  <a16:creationId xmlns:a16="http://schemas.microsoft.com/office/drawing/2014/main" id="{C35AEC12-8633-4E6A-8744-EF9AE779FD0D}"/>
                </a:ext>
              </a:extLst>
            </p:cNvPr>
            <p:cNvSpPr>
              <a:spLocks/>
            </p:cNvSpPr>
            <p:nvPr/>
          </p:nvSpPr>
          <p:spPr bwMode="auto">
            <a:xfrm>
              <a:off x="399" y="1331"/>
              <a:ext cx="4" cy="4"/>
            </a:xfrm>
            <a:custGeom>
              <a:avLst/>
              <a:gdLst>
                <a:gd name="T0" fmla="*/ 0 w 4"/>
                <a:gd name="T1" fmla="*/ 0 h 4"/>
                <a:gd name="T2" fmla="*/ 3 w 4"/>
                <a:gd name="T3" fmla="*/ 0 h 4"/>
                <a:gd name="T4" fmla="*/ 3 w 4"/>
                <a:gd name="T5" fmla="*/ 3 h 4"/>
                <a:gd name="T6" fmla="*/ 0 w 4"/>
                <a:gd name="T7" fmla="*/ 0 h 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 h="4">
                  <a:moveTo>
                    <a:pt x="0" y="0"/>
                  </a:moveTo>
                  <a:lnTo>
                    <a:pt x="3" y="0"/>
                  </a:lnTo>
                  <a:lnTo>
                    <a:pt x="3" y="3"/>
                  </a:lnTo>
                  <a:lnTo>
                    <a:pt x="0" y="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83" name="未知">
              <a:extLst>
                <a:ext uri="{FF2B5EF4-FFF2-40B4-BE49-F238E27FC236}">
                  <a16:creationId xmlns:a16="http://schemas.microsoft.com/office/drawing/2014/main" id="{23C5DA4C-0DE6-4427-B698-8961B2C354BA}"/>
                </a:ext>
              </a:extLst>
            </p:cNvPr>
            <p:cNvSpPr>
              <a:spLocks/>
            </p:cNvSpPr>
            <p:nvPr/>
          </p:nvSpPr>
          <p:spPr bwMode="auto">
            <a:xfrm>
              <a:off x="410" y="1852"/>
              <a:ext cx="16" cy="53"/>
            </a:xfrm>
            <a:custGeom>
              <a:avLst/>
              <a:gdLst>
                <a:gd name="T0" fmla="*/ 0 w 16"/>
                <a:gd name="T1" fmla="*/ 9 h 53"/>
                <a:gd name="T2" fmla="*/ 0 w 16"/>
                <a:gd name="T3" fmla="*/ 6 h 53"/>
                <a:gd name="T4" fmla="*/ 9 w 16"/>
                <a:gd name="T5" fmla="*/ 0 h 53"/>
                <a:gd name="T6" fmla="*/ 9 w 16"/>
                <a:gd name="T7" fmla="*/ 6 h 53"/>
                <a:gd name="T8" fmla="*/ 15 w 16"/>
                <a:gd name="T9" fmla="*/ 6 h 53"/>
                <a:gd name="T10" fmla="*/ 9 w 16"/>
                <a:gd name="T11" fmla="*/ 16 h 53"/>
                <a:gd name="T12" fmla="*/ 9 w 16"/>
                <a:gd name="T13" fmla="*/ 44 h 53"/>
                <a:gd name="T14" fmla="*/ 15 w 16"/>
                <a:gd name="T15" fmla="*/ 49 h 53"/>
                <a:gd name="T16" fmla="*/ 9 w 16"/>
                <a:gd name="T17" fmla="*/ 52 h 53"/>
                <a:gd name="T18" fmla="*/ 3 w 16"/>
                <a:gd name="T19" fmla="*/ 44 h 53"/>
                <a:gd name="T20" fmla="*/ 3 w 16"/>
                <a:gd name="T21" fmla="*/ 13 h 53"/>
                <a:gd name="T22" fmla="*/ 0 w 16"/>
                <a:gd name="T23" fmla="*/ 9 h 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6" h="53">
                  <a:moveTo>
                    <a:pt x="0" y="9"/>
                  </a:moveTo>
                  <a:lnTo>
                    <a:pt x="0" y="6"/>
                  </a:lnTo>
                  <a:lnTo>
                    <a:pt x="9" y="0"/>
                  </a:lnTo>
                  <a:lnTo>
                    <a:pt x="9" y="6"/>
                  </a:lnTo>
                  <a:lnTo>
                    <a:pt x="15" y="6"/>
                  </a:lnTo>
                  <a:lnTo>
                    <a:pt x="9" y="16"/>
                  </a:lnTo>
                  <a:lnTo>
                    <a:pt x="9" y="44"/>
                  </a:lnTo>
                  <a:lnTo>
                    <a:pt x="15" y="49"/>
                  </a:lnTo>
                  <a:lnTo>
                    <a:pt x="9" y="52"/>
                  </a:lnTo>
                  <a:lnTo>
                    <a:pt x="3" y="44"/>
                  </a:lnTo>
                  <a:lnTo>
                    <a:pt x="3" y="13"/>
                  </a:lnTo>
                  <a:lnTo>
                    <a:pt x="0" y="9"/>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84" name="未知">
              <a:extLst>
                <a:ext uri="{FF2B5EF4-FFF2-40B4-BE49-F238E27FC236}">
                  <a16:creationId xmlns:a16="http://schemas.microsoft.com/office/drawing/2014/main" id="{FA8FBBE4-D47F-4BEF-8DC7-B9E6B8526FAA}"/>
                </a:ext>
              </a:extLst>
            </p:cNvPr>
            <p:cNvSpPr>
              <a:spLocks/>
            </p:cNvSpPr>
            <p:nvPr/>
          </p:nvSpPr>
          <p:spPr bwMode="auto">
            <a:xfrm>
              <a:off x="422" y="1321"/>
              <a:ext cx="17" cy="53"/>
            </a:xfrm>
            <a:custGeom>
              <a:avLst/>
              <a:gdLst>
                <a:gd name="T0" fmla="*/ 0 w 17"/>
                <a:gd name="T1" fmla="*/ 9 h 53"/>
                <a:gd name="T2" fmla="*/ 0 w 17"/>
                <a:gd name="T3" fmla="*/ 6 h 53"/>
                <a:gd name="T4" fmla="*/ 10 w 17"/>
                <a:gd name="T5" fmla="*/ 0 h 53"/>
                <a:gd name="T6" fmla="*/ 16 w 17"/>
                <a:gd name="T7" fmla="*/ 9 h 53"/>
                <a:gd name="T8" fmla="*/ 10 w 17"/>
                <a:gd name="T9" fmla="*/ 9 h 53"/>
                <a:gd name="T10" fmla="*/ 10 w 17"/>
                <a:gd name="T11" fmla="*/ 43 h 53"/>
                <a:gd name="T12" fmla="*/ 16 w 17"/>
                <a:gd name="T13" fmla="*/ 52 h 53"/>
                <a:gd name="T14" fmla="*/ 6 w 17"/>
                <a:gd name="T15" fmla="*/ 52 h 53"/>
                <a:gd name="T16" fmla="*/ 3 w 17"/>
                <a:gd name="T17" fmla="*/ 39 h 53"/>
                <a:gd name="T18" fmla="*/ 3 w 17"/>
                <a:gd name="T19" fmla="*/ 13 h 53"/>
                <a:gd name="T20" fmla="*/ 0 w 17"/>
                <a:gd name="T21" fmla="*/ 9 h 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7" h="53">
                  <a:moveTo>
                    <a:pt x="0" y="9"/>
                  </a:moveTo>
                  <a:lnTo>
                    <a:pt x="0" y="6"/>
                  </a:lnTo>
                  <a:lnTo>
                    <a:pt x="10" y="0"/>
                  </a:lnTo>
                  <a:lnTo>
                    <a:pt x="16" y="9"/>
                  </a:lnTo>
                  <a:lnTo>
                    <a:pt x="10" y="9"/>
                  </a:lnTo>
                  <a:lnTo>
                    <a:pt x="10" y="43"/>
                  </a:lnTo>
                  <a:lnTo>
                    <a:pt x="16" y="52"/>
                  </a:lnTo>
                  <a:lnTo>
                    <a:pt x="6" y="52"/>
                  </a:lnTo>
                  <a:lnTo>
                    <a:pt x="3" y="39"/>
                  </a:lnTo>
                  <a:lnTo>
                    <a:pt x="3" y="13"/>
                  </a:lnTo>
                  <a:lnTo>
                    <a:pt x="0" y="9"/>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85" name="未知">
              <a:extLst>
                <a:ext uri="{FF2B5EF4-FFF2-40B4-BE49-F238E27FC236}">
                  <a16:creationId xmlns:a16="http://schemas.microsoft.com/office/drawing/2014/main" id="{6F238641-4B10-4B2C-8532-FD50DB4D47C5}"/>
                </a:ext>
              </a:extLst>
            </p:cNvPr>
            <p:cNvSpPr>
              <a:spLocks/>
            </p:cNvSpPr>
            <p:nvPr/>
          </p:nvSpPr>
          <p:spPr bwMode="auto">
            <a:xfrm>
              <a:off x="428" y="1756"/>
              <a:ext cx="11" cy="46"/>
            </a:xfrm>
            <a:custGeom>
              <a:avLst/>
              <a:gdLst>
                <a:gd name="T0" fmla="*/ 0 w 11"/>
                <a:gd name="T1" fmla="*/ 42 h 46"/>
                <a:gd name="T2" fmla="*/ 3 w 11"/>
                <a:gd name="T3" fmla="*/ 33 h 46"/>
                <a:gd name="T4" fmla="*/ 3 w 11"/>
                <a:gd name="T5" fmla="*/ 9 h 46"/>
                <a:gd name="T6" fmla="*/ 0 w 11"/>
                <a:gd name="T7" fmla="*/ 3 h 46"/>
                <a:gd name="T8" fmla="*/ 7 w 11"/>
                <a:gd name="T9" fmla="*/ 0 h 46"/>
                <a:gd name="T10" fmla="*/ 10 w 11"/>
                <a:gd name="T11" fmla="*/ 6 h 46"/>
                <a:gd name="T12" fmla="*/ 7 w 11"/>
                <a:gd name="T13" fmla="*/ 9 h 46"/>
                <a:gd name="T14" fmla="*/ 10 w 11"/>
                <a:gd name="T15" fmla="*/ 16 h 46"/>
                <a:gd name="T16" fmla="*/ 10 w 11"/>
                <a:gd name="T17" fmla="*/ 42 h 46"/>
                <a:gd name="T18" fmla="*/ 7 w 11"/>
                <a:gd name="T19" fmla="*/ 45 h 46"/>
                <a:gd name="T20" fmla="*/ 0 w 11"/>
                <a:gd name="T21" fmla="*/ 42 h 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 h="46">
                  <a:moveTo>
                    <a:pt x="0" y="42"/>
                  </a:moveTo>
                  <a:lnTo>
                    <a:pt x="3" y="33"/>
                  </a:lnTo>
                  <a:lnTo>
                    <a:pt x="3" y="9"/>
                  </a:lnTo>
                  <a:lnTo>
                    <a:pt x="0" y="3"/>
                  </a:lnTo>
                  <a:lnTo>
                    <a:pt x="7" y="0"/>
                  </a:lnTo>
                  <a:lnTo>
                    <a:pt x="10" y="6"/>
                  </a:lnTo>
                  <a:lnTo>
                    <a:pt x="7" y="9"/>
                  </a:lnTo>
                  <a:lnTo>
                    <a:pt x="10" y="16"/>
                  </a:lnTo>
                  <a:lnTo>
                    <a:pt x="10" y="42"/>
                  </a:lnTo>
                  <a:lnTo>
                    <a:pt x="7" y="45"/>
                  </a:lnTo>
                  <a:lnTo>
                    <a:pt x="0" y="4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86" name="未知">
              <a:extLst>
                <a:ext uri="{FF2B5EF4-FFF2-40B4-BE49-F238E27FC236}">
                  <a16:creationId xmlns:a16="http://schemas.microsoft.com/office/drawing/2014/main" id="{171A9A1A-4C32-4078-B127-B1A3BD69D739}"/>
                </a:ext>
              </a:extLst>
            </p:cNvPr>
            <p:cNvSpPr>
              <a:spLocks/>
            </p:cNvSpPr>
            <p:nvPr/>
          </p:nvSpPr>
          <p:spPr bwMode="auto">
            <a:xfrm>
              <a:off x="431" y="1735"/>
              <a:ext cx="4" cy="8"/>
            </a:xfrm>
            <a:custGeom>
              <a:avLst/>
              <a:gdLst>
                <a:gd name="T0" fmla="*/ 0 w 4"/>
                <a:gd name="T1" fmla="*/ 7 h 8"/>
                <a:gd name="T2" fmla="*/ 0 w 4"/>
                <a:gd name="T3" fmla="*/ 0 h 8"/>
                <a:gd name="T4" fmla="*/ 3 w 4"/>
                <a:gd name="T5" fmla="*/ 0 h 8"/>
                <a:gd name="T6" fmla="*/ 3 w 4"/>
                <a:gd name="T7" fmla="*/ 7 h 8"/>
                <a:gd name="T8" fmla="*/ 0 w 4"/>
                <a:gd name="T9" fmla="*/ 7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8">
                  <a:moveTo>
                    <a:pt x="0" y="7"/>
                  </a:moveTo>
                  <a:lnTo>
                    <a:pt x="0" y="0"/>
                  </a:lnTo>
                  <a:lnTo>
                    <a:pt x="3" y="0"/>
                  </a:lnTo>
                  <a:lnTo>
                    <a:pt x="3" y="7"/>
                  </a:lnTo>
                  <a:lnTo>
                    <a:pt x="0" y="7"/>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87" name="未知">
              <a:extLst>
                <a:ext uri="{FF2B5EF4-FFF2-40B4-BE49-F238E27FC236}">
                  <a16:creationId xmlns:a16="http://schemas.microsoft.com/office/drawing/2014/main" id="{99F504FC-A7B1-42B8-8B29-AD9C3F2A895D}"/>
                </a:ext>
              </a:extLst>
            </p:cNvPr>
            <p:cNvSpPr>
              <a:spLocks/>
            </p:cNvSpPr>
            <p:nvPr/>
          </p:nvSpPr>
          <p:spPr bwMode="auto">
            <a:xfrm>
              <a:off x="441" y="1858"/>
              <a:ext cx="37" cy="47"/>
            </a:xfrm>
            <a:custGeom>
              <a:avLst/>
              <a:gdLst>
                <a:gd name="T0" fmla="*/ 0 w 37"/>
                <a:gd name="T1" fmla="*/ 29 h 47"/>
                <a:gd name="T2" fmla="*/ 0 w 37"/>
                <a:gd name="T3" fmla="*/ 22 h 47"/>
                <a:gd name="T4" fmla="*/ 8 w 37"/>
                <a:gd name="T5" fmla="*/ 3 h 47"/>
                <a:gd name="T6" fmla="*/ 5 w 37"/>
                <a:gd name="T7" fmla="*/ 16 h 47"/>
                <a:gd name="T8" fmla="*/ 27 w 37"/>
                <a:gd name="T9" fmla="*/ 16 h 47"/>
                <a:gd name="T10" fmla="*/ 27 w 37"/>
                <a:gd name="T11" fmla="*/ 6 h 47"/>
                <a:gd name="T12" fmla="*/ 14 w 37"/>
                <a:gd name="T13" fmla="*/ 0 h 47"/>
                <a:gd name="T14" fmla="*/ 27 w 37"/>
                <a:gd name="T15" fmla="*/ 0 h 47"/>
                <a:gd name="T16" fmla="*/ 36 w 37"/>
                <a:gd name="T17" fmla="*/ 13 h 47"/>
                <a:gd name="T18" fmla="*/ 30 w 37"/>
                <a:gd name="T19" fmla="*/ 16 h 47"/>
                <a:gd name="T20" fmla="*/ 5 w 37"/>
                <a:gd name="T21" fmla="*/ 16 h 47"/>
                <a:gd name="T22" fmla="*/ 5 w 37"/>
                <a:gd name="T23" fmla="*/ 29 h 47"/>
                <a:gd name="T24" fmla="*/ 17 w 37"/>
                <a:gd name="T25" fmla="*/ 40 h 47"/>
                <a:gd name="T26" fmla="*/ 30 w 37"/>
                <a:gd name="T27" fmla="*/ 40 h 47"/>
                <a:gd name="T28" fmla="*/ 33 w 37"/>
                <a:gd name="T29" fmla="*/ 38 h 47"/>
                <a:gd name="T30" fmla="*/ 20 w 37"/>
                <a:gd name="T31" fmla="*/ 46 h 47"/>
                <a:gd name="T32" fmla="*/ 14 w 37"/>
                <a:gd name="T33" fmla="*/ 46 h 47"/>
                <a:gd name="T34" fmla="*/ 5 w 37"/>
                <a:gd name="T35" fmla="*/ 40 h 47"/>
                <a:gd name="T36" fmla="*/ 0 w 37"/>
                <a:gd name="T37" fmla="*/ 29 h 4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7" h="47">
                  <a:moveTo>
                    <a:pt x="0" y="29"/>
                  </a:moveTo>
                  <a:lnTo>
                    <a:pt x="0" y="22"/>
                  </a:lnTo>
                  <a:lnTo>
                    <a:pt x="8" y="3"/>
                  </a:lnTo>
                  <a:lnTo>
                    <a:pt x="5" y="16"/>
                  </a:lnTo>
                  <a:lnTo>
                    <a:pt x="27" y="16"/>
                  </a:lnTo>
                  <a:lnTo>
                    <a:pt x="27" y="6"/>
                  </a:lnTo>
                  <a:lnTo>
                    <a:pt x="14" y="0"/>
                  </a:lnTo>
                  <a:lnTo>
                    <a:pt x="27" y="0"/>
                  </a:lnTo>
                  <a:lnTo>
                    <a:pt x="36" y="13"/>
                  </a:lnTo>
                  <a:lnTo>
                    <a:pt x="30" y="16"/>
                  </a:lnTo>
                  <a:lnTo>
                    <a:pt x="5" y="16"/>
                  </a:lnTo>
                  <a:lnTo>
                    <a:pt x="5" y="29"/>
                  </a:lnTo>
                  <a:lnTo>
                    <a:pt x="17" y="40"/>
                  </a:lnTo>
                  <a:lnTo>
                    <a:pt x="30" y="40"/>
                  </a:lnTo>
                  <a:lnTo>
                    <a:pt x="33" y="38"/>
                  </a:lnTo>
                  <a:lnTo>
                    <a:pt x="20" y="46"/>
                  </a:lnTo>
                  <a:lnTo>
                    <a:pt x="14" y="46"/>
                  </a:lnTo>
                  <a:lnTo>
                    <a:pt x="5" y="40"/>
                  </a:lnTo>
                  <a:lnTo>
                    <a:pt x="0" y="29"/>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88" name="未知">
              <a:extLst>
                <a:ext uri="{FF2B5EF4-FFF2-40B4-BE49-F238E27FC236}">
                  <a16:creationId xmlns:a16="http://schemas.microsoft.com/office/drawing/2014/main" id="{B367DAAD-6602-4A1F-9FF6-F955222F5CEA}"/>
                </a:ext>
              </a:extLst>
            </p:cNvPr>
            <p:cNvSpPr>
              <a:spLocks/>
            </p:cNvSpPr>
            <p:nvPr/>
          </p:nvSpPr>
          <p:spPr bwMode="auto">
            <a:xfrm>
              <a:off x="452" y="1328"/>
              <a:ext cx="36" cy="46"/>
            </a:xfrm>
            <a:custGeom>
              <a:avLst/>
              <a:gdLst>
                <a:gd name="T0" fmla="*/ 0 w 36"/>
                <a:gd name="T1" fmla="*/ 29 h 46"/>
                <a:gd name="T2" fmla="*/ 0 w 36"/>
                <a:gd name="T3" fmla="*/ 17 h 46"/>
                <a:gd name="T4" fmla="*/ 9 w 36"/>
                <a:gd name="T5" fmla="*/ 3 h 46"/>
                <a:gd name="T6" fmla="*/ 6 w 36"/>
                <a:gd name="T7" fmla="*/ 14 h 46"/>
                <a:gd name="T8" fmla="*/ 26 w 36"/>
                <a:gd name="T9" fmla="*/ 14 h 46"/>
                <a:gd name="T10" fmla="*/ 26 w 36"/>
                <a:gd name="T11" fmla="*/ 3 h 46"/>
                <a:gd name="T12" fmla="*/ 21 w 36"/>
                <a:gd name="T13" fmla="*/ 3 h 46"/>
                <a:gd name="T14" fmla="*/ 15 w 36"/>
                <a:gd name="T15" fmla="*/ 0 h 46"/>
                <a:gd name="T16" fmla="*/ 26 w 36"/>
                <a:gd name="T17" fmla="*/ 0 h 46"/>
                <a:gd name="T18" fmla="*/ 35 w 36"/>
                <a:gd name="T19" fmla="*/ 12 h 46"/>
                <a:gd name="T20" fmla="*/ 29 w 36"/>
                <a:gd name="T21" fmla="*/ 14 h 46"/>
                <a:gd name="T22" fmla="*/ 6 w 36"/>
                <a:gd name="T23" fmla="*/ 14 h 46"/>
                <a:gd name="T24" fmla="*/ 6 w 36"/>
                <a:gd name="T25" fmla="*/ 26 h 46"/>
                <a:gd name="T26" fmla="*/ 21 w 36"/>
                <a:gd name="T27" fmla="*/ 42 h 46"/>
                <a:gd name="T28" fmla="*/ 32 w 36"/>
                <a:gd name="T29" fmla="*/ 39 h 46"/>
                <a:gd name="T30" fmla="*/ 21 w 36"/>
                <a:gd name="T31" fmla="*/ 45 h 46"/>
                <a:gd name="T32" fmla="*/ 12 w 36"/>
                <a:gd name="T33" fmla="*/ 45 h 46"/>
                <a:gd name="T34" fmla="*/ 0 w 36"/>
                <a:gd name="T35" fmla="*/ 29 h 4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6" h="46">
                  <a:moveTo>
                    <a:pt x="0" y="29"/>
                  </a:moveTo>
                  <a:lnTo>
                    <a:pt x="0" y="17"/>
                  </a:lnTo>
                  <a:lnTo>
                    <a:pt x="9" y="3"/>
                  </a:lnTo>
                  <a:lnTo>
                    <a:pt x="6" y="14"/>
                  </a:lnTo>
                  <a:lnTo>
                    <a:pt x="26" y="14"/>
                  </a:lnTo>
                  <a:lnTo>
                    <a:pt x="26" y="3"/>
                  </a:lnTo>
                  <a:lnTo>
                    <a:pt x="21" y="3"/>
                  </a:lnTo>
                  <a:lnTo>
                    <a:pt x="15" y="0"/>
                  </a:lnTo>
                  <a:lnTo>
                    <a:pt x="26" y="0"/>
                  </a:lnTo>
                  <a:lnTo>
                    <a:pt x="35" y="12"/>
                  </a:lnTo>
                  <a:lnTo>
                    <a:pt x="29" y="14"/>
                  </a:lnTo>
                  <a:lnTo>
                    <a:pt x="6" y="14"/>
                  </a:lnTo>
                  <a:lnTo>
                    <a:pt x="6" y="26"/>
                  </a:lnTo>
                  <a:lnTo>
                    <a:pt x="21" y="42"/>
                  </a:lnTo>
                  <a:lnTo>
                    <a:pt x="32" y="39"/>
                  </a:lnTo>
                  <a:lnTo>
                    <a:pt x="21" y="45"/>
                  </a:lnTo>
                  <a:lnTo>
                    <a:pt x="12" y="45"/>
                  </a:lnTo>
                  <a:lnTo>
                    <a:pt x="0" y="29"/>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89" name="未知">
              <a:extLst>
                <a:ext uri="{FF2B5EF4-FFF2-40B4-BE49-F238E27FC236}">
                  <a16:creationId xmlns:a16="http://schemas.microsoft.com/office/drawing/2014/main" id="{E05A82B2-663A-4425-9113-D43953BA36B2}"/>
                </a:ext>
              </a:extLst>
            </p:cNvPr>
            <p:cNvSpPr>
              <a:spLocks/>
            </p:cNvSpPr>
            <p:nvPr/>
          </p:nvSpPr>
          <p:spPr bwMode="auto">
            <a:xfrm>
              <a:off x="458" y="1756"/>
              <a:ext cx="34" cy="46"/>
            </a:xfrm>
            <a:custGeom>
              <a:avLst/>
              <a:gdLst>
                <a:gd name="T0" fmla="*/ 0 w 34"/>
                <a:gd name="T1" fmla="*/ 42 h 46"/>
                <a:gd name="T2" fmla="*/ 0 w 34"/>
                <a:gd name="T3" fmla="*/ 29 h 46"/>
                <a:gd name="T4" fmla="*/ 9 w 34"/>
                <a:gd name="T5" fmla="*/ 25 h 46"/>
                <a:gd name="T6" fmla="*/ 3 w 34"/>
                <a:gd name="T7" fmla="*/ 29 h 46"/>
                <a:gd name="T8" fmla="*/ 16 w 34"/>
                <a:gd name="T9" fmla="*/ 42 h 46"/>
                <a:gd name="T10" fmla="*/ 20 w 34"/>
                <a:gd name="T11" fmla="*/ 39 h 46"/>
                <a:gd name="T12" fmla="*/ 24 w 34"/>
                <a:gd name="T13" fmla="*/ 22 h 46"/>
                <a:gd name="T14" fmla="*/ 20 w 34"/>
                <a:gd name="T15" fmla="*/ 19 h 46"/>
                <a:gd name="T16" fmla="*/ 24 w 34"/>
                <a:gd name="T17" fmla="*/ 9 h 46"/>
                <a:gd name="T18" fmla="*/ 19 w 34"/>
                <a:gd name="T19" fmla="*/ 0 h 46"/>
                <a:gd name="T20" fmla="*/ 20 w 34"/>
                <a:gd name="T21" fmla="*/ 0 h 46"/>
                <a:gd name="T22" fmla="*/ 30 w 34"/>
                <a:gd name="T23" fmla="*/ 12 h 46"/>
                <a:gd name="T24" fmla="*/ 30 w 34"/>
                <a:gd name="T25" fmla="*/ 39 h 46"/>
                <a:gd name="T26" fmla="*/ 33 w 34"/>
                <a:gd name="T27" fmla="*/ 45 h 46"/>
                <a:gd name="T28" fmla="*/ 20 w 34"/>
                <a:gd name="T29" fmla="*/ 39 h 46"/>
                <a:gd name="T30" fmla="*/ 9 w 34"/>
                <a:gd name="T31" fmla="*/ 45 h 46"/>
                <a:gd name="T32" fmla="*/ 0 w 34"/>
                <a:gd name="T33" fmla="*/ 42 h 4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4" h="46">
                  <a:moveTo>
                    <a:pt x="0" y="42"/>
                  </a:moveTo>
                  <a:lnTo>
                    <a:pt x="0" y="29"/>
                  </a:lnTo>
                  <a:lnTo>
                    <a:pt x="9" y="25"/>
                  </a:lnTo>
                  <a:lnTo>
                    <a:pt x="3" y="29"/>
                  </a:lnTo>
                  <a:lnTo>
                    <a:pt x="16" y="42"/>
                  </a:lnTo>
                  <a:lnTo>
                    <a:pt x="20" y="39"/>
                  </a:lnTo>
                  <a:lnTo>
                    <a:pt x="24" y="22"/>
                  </a:lnTo>
                  <a:lnTo>
                    <a:pt x="20" y="19"/>
                  </a:lnTo>
                  <a:lnTo>
                    <a:pt x="24" y="9"/>
                  </a:lnTo>
                  <a:lnTo>
                    <a:pt x="19" y="0"/>
                  </a:lnTo>
                  <a:lnTo>
                    <a:pt x="20" y="0"/>
                  </a:lnTo>
                  <a:lnTo>
                    <a:pt x="30" y="12"/>
                  </a:lnTo>
                  <a:lnTo>
                    <a:pt x="30" y="39"/>
                  </a:lnTo>
                  <a:lnTo>
                    <a:pt x="33" y="45"/>
                  </a:lnTo>
                  <a:lnTo>
                    <a:pt x="20" y="39"/>
                  </a:lnTo>
                  <a:lnTo>
                    <a:pt x="9" y="45"/>
                  </a:lnTo>
                  <a:lnTo>
                    <a:pt x="0" y="4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90" name="未知">
              <a:extLst>
                <a:ext uri="{FF2B5EF4-FFF2-40B4-BE49-F238E27FC236}">
                  <a16:creationId xmlns:a16="http://schemas.microsoft.com/office/drawing/2014/main" id="{64FD350E-53C0-428B-89ED-48003D21A071}"/>
                </a:ext>
              </a:extLst>
            </p:cNvPr>
            <p:cNvSpPr>
              <a:spLocks/>
            </p:cNvSpPr>
            <p:nvPr/>
          </p:nvSpPr>
          <p:spPr bwMode="auto">
            <a:xfrm>
              <a:off x="460" y="1759"/>
              <a:ext cx="8" cy="11"/>
            </a:xfrm>
            <a:custGeom>
              <a:avLst/>
              <a:gdLst>
                <a:gd name="T0" fmla="*/ 0 w 8"/>
                <a:gd name="T1" fmla="*/ 10 h 11"/>
                <a:gd name="T2" fmla="*/ 0 w 8"/>
                <a:gd name="T3" fmla="*/ 3 h 11"/>
                <a:gd name="T4" fmla="*/ 7 w 8"/>
                <a:gd name="T5" fmla="*/ 0 h 11"/>
                <a:gd name="T6" fmla="*/ 4 w 8"/>
                <a:gd name="T7" fmla="*/ 10 h 11"/>
                <a:gd name="T8" fmla="*/ 0 w 8"/>
                <a:gd name="T9" fmla="*/ 10 h 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1">
                  <a:moveTo>
                    <a:pt x="0" y="10"/>
                  </a:moveTo>
                  <a:lnTo>
                    <a:pt x="0" y="3"/>
                  </a:lnTo>
                  <a:lnTo>
                    <a:pt x="7" y="0"/>
                  </a:lnTo>
                  <a:lnTo>
                    <a:pt x="4" y="10"/>
                  </a:lnTo>
                  <a:lnTo>
                    <a:pt x="0" y="1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91" name="未知">
              <a:extLst>
                <a:ext uri="{FF2B5EF4-FFF2-40B4-BE49-F238E27FC236}">
                  <a16:creationId xmlns:a16="http://schemas.microsoft.com/office/drawing/2014/main" id="{6A7DCB5B-713C-4EE2-B50D-0EA1BFB746A3}"/>
                </a:ext>
              </a:extLst>
            </p:cNvPr>
            <p:cNvSpPr>
              <a:spLocks/>
            </p:cNvSpPr>
            <p:nvPr/>
          </p:nvSpPr>
          <p:spPr bwMode="auto">
            <a:xfrm>
              <a:off x="494" y="1858"/>
              <a:ext cx="24" cy="44"/>
            </a:xfrm>
            <a:custGeom>
              <a:avLst/>
              <a:gdLst>
                <a:gd name="T0" fmla="*/ 0 w 24"/>
                <a:gd name="T1" fmla="*/ 43 h 44"/>
                <a:gd name="T2" fmla="*/ 3 w 24"/>
                <a:gd name="T3" fmla="*/ 13 h 44"/>
                <a:gd name="T4" fmla="*/ 0 w 24"/>
                <a:gd name="T5" fmla="*/ 3 h 44"/>
                <a:gd name="T6" fmla="*/ 6 w 24"/>
                <a:gd name="T7" fmla="*/ 0 h 44"/>
                <a:gd name="T8" fmla="*/ 15 w 24"/>
                <a:gd name="T9" fmla="*/ 3 h 44"/>
                <a:gd name="T10" fmla="*/ 23 w 24"/>
                <a:gd name="T11" fmla="*/ 0 h 44"/>
                <a:gd name="T12" fmla="*/ 23 w 24"/>
                <a:gd name="T13" fmla="*/ 3 h 44"/>
                <a:gd name="T14" fmla="*/ 21 w 24"/>
                <a:gd name="T15" fmla="*/ 6 h 44"/>
                <a:gd name="T16" fmla="*/ 9 w 24"/>
                <a:gd name="T17" fmla="*/ 3 h 44"/>
                <a:gd name="T18" fmla="*/ 6 w 24"/>
                <a:gd name="T19" fmla="*/ 38 h 44"/>
                <a:gd name="T20" fmla="*/ 9 w 24"/>
                <a:gd name="T21" fmla="*/ 43 h 44"/>
                <a:gd name="T22" fmla="*/ 0 w 24"/>
                <a:gd name="T23" fmla="*/ 43 h 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 h="44">
                  <a:moveTo>
                    <a:pt x="0" y="43"/>
                  </a:moveTo>
                  <a:lnTo>
                    <a:pt x="3" y="13"/>
                  </a:lnTo>
                  <a:lnTo>
                    <a:pt x="0" y="3"/>
                  </a:lnTo>
                  <a:lnTo>
                    <a:pt x="6" y="0"/>
                  </a:lnTo>
                  <a:lnTo>
                    <a:pt x="15" y="3"/>
                  </a:lnTo>
                  <a:lnTo>
                    <a:pt x="23" y="0"/>
                  </a:lnTo>
                  <a:lnTo>
                    <a:pt x="23" y="3"/>
                  </a:lnTo>
                  <a:lnTo>
                    <a:pt x="21" y="6"/>
                  </a:lnTo>
                  <a:lnTo>
                    <a:pt x="9" y="3"/>
                  </a:lnTo>
                  <a:lnTo>
                    <a:pt x="6" y="38"/>
                  </a:lnTo>
                  <a:lnTo>
                    <a:pt x="9" y="43"/>
                  </a:lnTo>
                  <a:lnTo>
                    <a:pt x="0" y="43"/>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92" name="未知">
              <a:extLst>
                <a:ext uri="{FF2B5EF4-FFF2-40B4-BE49-F238E27FC236}">
                  <a16:creationId xmlns:a16="http://schemas.microsoft.com/office/drawing/2014/main" id="{C253BE20-E9C7-4C94-B886-9D2E80DDD736}"/>
                </a:ext>
              </a:extLst>
            </p:cNvPr>
            <p:cNvSpPr>
              <a:spLocks/>
            </p:cNvSpPr>
            <p:nvPr/>
          </p:nvSpPr>
          <p:spPr bwMode="auto">
            <a:xfrm>
              <a:off x="506" y="1328"/>
              <a:ext cx="25" cy="46"/>
            </a:xfrm>
            <a:custGeom>
              <a:avLst/>
              <a:gdLst>
                <a:gd name="T0" fmla="*/ 0 w 25"/>
                <a:gd name="T1" fmla="*/ 45 h 46"/>
                <a:gd name="T2" fmla="*/ 3 w 25"/>
                <a:gd name="T3" fmla="*/ 12 h 46"/>
                <a:gd name="T4" fmla="*/ 0 w 25"/>
                <a:gd name="T5" fmla="*/ 3 h 46"/>
                <a:gd name="T6" fmla="*/ 3 w 25"/>
                <a:gd name="T7" fmla="*/ 0 h 46"/>
                <a:gd name="T8" fmla="*/ 11 w 25"/>
                <a:gd name="T9" fmla="*/ 3 h 46"/>
                <a:gd name="T10" fmla="*/ 24 w 25"/>
                <a:gd name="T11" fmla="*/ 0 h 46"/>
                <a:gd name="T12" fmla="*/ 24 w 25"/>
                <a:gd name="T13" fmla="*/ 6 h 46"/>
                <a:gd name="T14" fmla="*/ 14 w 25"/>
                <a:gd name="T15" fmla="*/ 3 h 46"/>
                <a:gd name="T16" fmla="*/ 6 w 25"/>
                <a:gd name="T17" fmla="*/ 17 h 46"/>
                <a:gd name="T18" fmla="*/ 6 w 25"/>
                <a:gd name="T19" fmla="*/ 36 h 46"/>
                <a:gd name="T20" fmla="*/ 10 w 25"/>
                <a:gd name="T21" fmla="*/ 42 h 46"/>
                <a:gd name="T22" fmla="*/ 0 w 25"/>
                <a:gd name="T23" fmla="*/ 45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5" h="46">
                  <a:moveTo>
                    <a:pt x="0" y="45"/>
                  </a:moveTo>
                  <a:lnTo>
                    <a:pt x="3" y="12"/>
                  </a:lnTo>
                  <a:lnTo>
                    <a:pt x="0" y="3"/>
                  </a:lnTo>
                  <a:lnTo>
                    <a:pt x="3" y="0"/>
                  </a:lnTo>
                  <a:lnTo>
                    <a:pt x="11" y="3"/>
                  </a:lnTo>
                  <a:lnTo>
                    <a:pt x="24" y="0"/>
                  </a:lnTo>
                  <a:lnTo>
                    <a:pt x="24" y="6"/>
                  </a:lnTo>
                  <a:lnTo>
                    <a:pt x="14" y="3"/>
                  </a:lnTo>
                  <a:lnTo>
                    <a:pt x="6" y="17"/>
                  </a:lnTo>
                  <a:lnTo>
                    <a:pt x="6" y="36"/>
                  </a:lnTo>
                  <a:lnTo>
                    <a:pt x="10" y="42"/>
                  </a:lnTo>
                  <a:lnTo>
                    <a:pt x="0" y="45"/>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93" name="未知">
              <a:extLst>
                <a:ext uri="{FF2B5EF4-FFF2-40B4-BE49-F238E27FC236}">
                  <a16:creationId xmlns:a16="http://schemas.microsoft.com/office/drawing/2014/main" id="{98E10B50-16D4-4D12-956C-2602865EE385}"/>
                </a:ext>
              </a:extLst>
            </p:cNvPr>
            <p:cNvSpPr>
              <a:spLocks/>
            </p:cNvSpPr>
            <p:nvPr/>
          </p:nvSpPr>
          <p:spPr bwMode="auto">
            <a:xfrm>
              <a:off x="512" y="1735"/>
              <a:ext cx="9" cy="64"/>
            </a:xfrm>
            <a:custGeom>
              <a:avLst/>
              <a:gdLst>
                <a:gd name="T0" fmla="*/ 0 w 9"/>
                <a:gd name="T1" fmla="*/ 63 h 64"/>
                <a:gd name="T2" fmla="*/ 0 w 9"/>
                <a:gd name="T3" fmla="*/ 3 h 64"/>
                <a:gd name="T4" fmla="*/ 3 w 9"/>
                <a:gd name="T5" fmla="*/ 0 h 64"/>
                <a:gd name="T6" fmla="*/ 5 w 9"/>
                <a:gd name="T7" fmla="*/ 3 h 64"/>
                <a:gd name="T8" fmla="*/ 5 w 9"/>
                <a:gd name="T9" fmla="*/ 60 h 64"/>
                <a:gd name="T10" fmla="*/ 8 w 9"/>
                <a:gd name="T11" fmla="*/ 63 h 64"/>
                <a:gd name="T12" fmla="*/ 0 w 9"/>
                <a:gd name="T13" fmla="*/ 63 h 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 h="64">
                  <a:moveTo>
                    <a:pt x="0" y="63"/>
                  </a:moveTo>
                  <a:lnTo>
                    <a:pt x="0" y="3"/>
                  </a:lnTo>
                  <a:lnTo>
                    <a:pt x="3" y="0"/>
                  </a:lnTo>
                  <a:lnTo>
                    <a:pt x="5" y="3"/>
                  </a:lnTo>
                  <a:lnTo>
                    <a:pt x="5" y="60"/>
                  </a:lnTo>
                  <a:lnTo>
                    <a:pt x="8" y="63"/>
                  </a:lnTo>
                  <a:lnTo>
                    <a:pt x="0" y="63"/>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94" name="未知">
              <a:extLst>
                <a:ext uri="{FF2B5EF4-FFF2-40B4-BE49-F238E27FC236}">
                  <a16:creationId xmlns:a16="http://schemas.microsoft.com/office/drawing/2014/main" id="{1D9B6C0B-CF93-45D9-BA33-045722038A7F}"/>
                </a:ext>
              </a:extLst>
            </p:cNvPr>
            <p:cNvSpPr>
              <a:spLocks/>
            </p:cNvSpPr>
            <p:nvPr/>
          </p:nvSpPr>
          <p:spPr bwMode="auto">
            <a:xfrm>
              <a:off x="703" y="1583"/>
              <a:ext cx="3515" cy="400"/>
            </a:xfrm>
            <a:custGeom>
              <a:avLst/>
              <a:gdLst>
                <a:gd name="T0" fmla="*/ 6 w 3515"/>
                <a:gd name="T1" fmla="*/ 23 h 400"/>
                <a:gd name="T2" fmla="*/ 51 w 3515"/>
                <a:gd name="T3" fmla="*/ 388 h 400"/>
                <a:gd name="T4" fmla="*/ 187 w 3515"/>
                <a:gd name="T5" fmla="*/ 78 h 400"/>
                <a:gd name="T6" fmla="*/ 265 w 3515"/>
                <a:gd name="T7" fmla="*/ 75 h 400"/>
                <a:gd name="T8" fmla="*/ 332 w 3515"/>
                <a:gd name="T9" fmla="*/ 75 h 400"/>
                <a:gd name="T10" fmla="*/ 595 w 3515"/>
                <a:gd name="T11" fmla="*/ 385 h 400"/>
                <a:gd name="T12" fmla="*/ 646 w 3515"/>
                <a:gd name="T13" fmla="*/ 33 h 400"/>
                <a:gd name="T14" fmla="*/ 958 w 3515"/>
                <a:gd name="T15" fmla="*/ 273 h 400"/>
                <a:gd name="T16" fmla="*/ 967 w 3515"/>
                <a:gd name="T17" fmla="*/ 3 h 400"/>
                <a:gd name="T18" fmla="*/ 1218 w 3515"/>
                <a:gd name="T19" fmla="*/ 379 h 400"/>
                <a:gd name="T20" fmla="*/ 1288 w 3515"/>
                <a:gd name="T21" fmla="*/ 334 h 400"/>
                <a:gd name="T22" fmla="*/ 1602 w 3515"/>
                <a:gd name="T23" fmla="*/ 62 h 400"/>
                <a:gd name="T24" fmla="*/ 1917 w 3515"/>
                <a:gd name="T25" fmla="*/ 363 h 400"/>
                <a:gd name="T26" fmla="*/ 1920 w 3515"/>
                <a:gd name="T27" fmla="*/ 215 h 400"/>
                <a:gd name="T28" fmla="*/ 1920 w 3515"/>
                <a:gd name="T29" fmla="*/ 23 h 400"/>
                <a:gd name="T30" fmla="*/ 2021 w 3515"/>
                <a:gd name="T31" fmla="*/ 72 h 400"/>
                <a:gd name="T32" fmla="*/ 2089 w 3515"/>
                <a:gd name="T33" fmla="*/ 90 h 400"/>
                <a:gd name="T34" fmla="*/ 2237 w 3515"/>
                <a:gd name="T35" fmla="*/ 301 h 400"/>
                <a:gd name="T36" fmla="*/ 2237 w 3515"/>
                <a:gd name="T37" fmla="*/ 126 h 400"/>
                <a:gd name="T38" fmla="*/ 2251 w 3515"/>
                <a:gd name="T39" fmla="*/ 69 h 400"/>
                <a:gd name="T40" fmla="*/ 2407 w 3515"/>
                <a:gd name="T41" fmla="*/ 147 h 400"/>
                <a:gd name="T42" fmla="*/ 2410 w 3515"/>
                <a:gd name="T43" fmla="*/ 234 h 400"/>
                <a:gd name="T44" fmla="*/ 2410 w 3515"/>
                <a:gd name="T45" fmla="*/ 321 h 400"/>
                <a:gd name="T46" fmla="*/ 2549 w 3515"/>
                <a:gd name="T47" fmla="*/ 382 h 400"/>
                <a:gd name="T48" fmla="*/ 2558 w 3515"/>
                <a:gd name="T49" fmla="*/ 285 h 400"/>
                <a:gd name="T50" fmla="*/ 2555 w 3515"/>
                <a:gd name="T51" fmla="*/ 159 h 400"/>
                <a:gd name="T52" fmla="*/ 2561 w 3515"/>
                <a:gd name="T53" fmla="*/ 36 h 400"/>
                <a:gd name="T54" fmla="*/ 2725 w 3515"/>
                <a:gd name="T55" fmla="*/ 156 h 400"/>
                <a:gd name="T56" fmla="*/ 2728 w 3515"/>
                <a:gd name="T57" fmla="*/ 315 h 400"/>
                <a:gd name="T58" fmla="*/ 2863 w 3515"/>
                <a:gd name="T59" fmla="*/ 382 h 400"/>
                <a:gd name="T60" fmla="*/ 2899 w 3515"/>
                <a:gd name="T61" fmla="*/ 379 h 400"/>
                <a:gd name="T62" fmla="*/ 3033 w 3515"/>
                <a:gd name="T63" fmla="*/ 327 h 400"/>
                <a:gd name="T64" fmla="*/ 3033 w 3515"/>
                <a:gd name="T65" fmla="*/ 209 h 400"/>
                <a:gd name="T66" fmla="*/ 3030 w 3515"/>
                <a:gd name="T67" fmla="*/ 72 h 400"/>
                <a:gd name="T68" fmla="*/ 3126 w 3515"/>
                <a:gd name="T69" fmla="*/ 69 h 400"/>
                <a:gd name="T70" fmla="*/ 3199 w 3515"/>
                <a:gd name="T71" fmla="*/ 3 h 400"/>
                <a:gd name="T72" fmla="*/ 3271 w 3515"/>
                <a:gd name="T73" fmla="*/ 69 h 400"/>
                <a:gd name="T74" fmla="*/ 3363 w 3515"/>
                <a:gd name="T75" fmla="*/ 379 h 400"/>
                <a:gd name="T76" fmla="*/ 3511 w 3515"/>
                <a:gd name="T77" fmla="*/ 388 h 400"/>
                <a:gd name="T78" fmla="*/ 3346 w 3515"/>
                <a:gd name="T79" fmla="*/ 248 h 400"/>
                <a:gd name="T80" fmla="*/ 3349 w 3515"/>
                <a:gd name="T81" fmla="*/ 156 h 400"/>
                <a:gd name="T82" fmla="*/ 3301 w 3515"/>
                <a:gd name="T83" fmla="*/ 78 h 400"/>
                <a:gd name="T84" fmla="*/ 3042 w 3515"/>
                <a:gd name="T85" fmla="*/ 87 h 400"/>
                <a:gd name="T86" fmla="*/ 2714 w 3515"/>
                <a:gd name="T87" fmla="*/ 147 h 400"/>
                <a:gd name="T88" fmla="*/ 2395 w 3515"/>
                <a:gd name="T89" fmla="*/ 192 h 400"/>
                <a:gd name="T90" fmla="*/ 2251 w 3515"/>
                <a:gd name="T91" fmla="*/ 192 h 400"/>
                <a:gd name="T92" fmla="*/ 2248 w 3515"/>
                <a:gd name="T93" fmla="*/ 315 h 400"/>
                <a:gd name="T94" fmla="*/ 2018 w 3515"/>
                <a:gd name="T95" fmla="*/ 81 h 400"/>
                <a:gd name="T96" fmla="*/ 1929 w 3515"/>
                <a:gd name="T97" fmla="*/ 393 h 400"/>
                <a:gd name="T98" fmla="*/ 1446 w 3515"/>
                <a:gd name="T99" fmla="*/ 393 h 400"/>
                <a:gd name="T100" fmla="*/ 1118 w 3515"/>
                <a:gd name="T101" fmla="*/ 318 h 400"/>
                <a:gd name="T102" fmla="*/ 1118 w 3515"/>
                <a:gd name="T103" fmla="*/ 159 h 400"/>
                <a:gd name="T104" fmla="*/ 799 w 3515"/>
                <a:gd name="T105" fmla="*/ 334 h 400"/>
                <a:gd name="T106" fmla="*/ 802 w 3515"/>
                <a:gd name="T107" fmla="*/ 212 h 400"/>
                <a:gd name="T108" fmla="*/ 799 w 3515"/>
                <a:gd name="T109" fmla="*/ 98 h 400"/>
                <a:gd name="T110" fmla="*/ 698 w 3515"/>
                <a:gd name="T111" fmla="*/ 84 h 400"/>
                <a:gd name="T112" fmla="*/ 632 w 3515"/>
                <a:gd name="T113" fmla="*/ 393 h 400"/>
                <a:gd name="T114" fmla="*/ 484 w 3515"/>
                <a:gd name="T115" fmla="*/ 376 h 400"/>
                <a:gd name="T116" fmla="*/ 481 w 3515"/>
                <a:gd name="T117" fmla="*/ 282 h 400"/>
                <a:gd name="T118" fmla="*/ 335 w 3515"/>
                <a:gd name="T119" fmla="*/ 87 h 400"/>
                <a:gd name="T120" fmla="*/ 187 w 3515"/>
                <a:gd name="T121" fmla="*/ 87 h 40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3515" h="400">
                  <a:moveTo>
                    <a:pt x="0" y="276"/>
                  </a:moveTo>
                  <a:lnTo>
                    <a:pt x="3" y="260"/>
                  </a:lnTo>
                  <a:lnTo>
                    <a:pt x="0" y="254"/>
                  </a:lnTo>
                  <a:lnTo>
                    <a:pt x="0" y="242"/>
                  </a:lnTo>
                  <a:lnTo>
                    <a:pt x="3" y="237"/>
                  </a:lnTo>
                  <a:lnTo>
                    <a:pt x="0" y="234"/>
                  </a:lnTo>
                  <a:lnTo>
                    <a:pt x="3" y="231"/>
                  </a:lnTo>
                  <a:lnTo>
                    <a:pt x="0" y="228"/>
                  </a:lnTo>
                  <a:lnTo>
                    <a:pt x="0" y="84"/>
                  </a:lnTo>
                  <a:lnTo>
                    <a:pt x="3" y="75"/>
                  </a:lnTo>
                  <a:lnTo>
                    <a:pt x="3" y="30"/>
                  </a:lnTo>
                  <a:lnTo>
                    <a:pt x="6" y="23"/>
                  </a:lnTo>
                  <a:lnTo>
                    <a:pt x="9" y="26"/>
                  </a:lnTo>
                  <a:lnTo>
                    <a:pt x="9" y="87"/>
                  </a:lnTo>
                  <a:lnTo>
                    <a:pt x="12" y="90"/>
                  </a:lnTo>
                  <a:lnTo>
                    <a:pt x="12" y="327"/>
                  </a:lnTo>
                  <a:lnTo>
                    <a:pt x="16" y="330"/>
                  </a:lnTo>
                  <a:lnTo>
                    <a:pt x="12" y="349"/>
                  </a:lnTo>
                  <a:lnTo>
                    <a:pt x="16" y="354"/>
                  </a:lnTo>
                  <a:lnTo>
                    <a:pt x="16" y="385"/>
                  </a:lnTo>
                  <a:lnTo>
                    <a:pt x="25" y="390"/>
                  </a:lnTo>
                  <a:lnTo>
                    <a:pt x="31" y="388"/>
                  </a:lnTo>
                  <a:lnTo>
                    <a:pt x="39" y="390"/>
                  </a:lnTo>
                  <a:lnTo>
                    <a:pt x="51" y="388"/>
                  </a:lnTo>
                  <a:lnTo>
                    <a:pt x="58" y="390"/>
                  </a:lnTo>
                  <a:lnTo>
                    <a:pt x="64" y="388"/>
                  </a:lnTo>
                  <a:lnTo>
                    <a:pt x="78" y="390"/>
                  </a:lnTo>
                  <a:lnTo>
                    <a:pt x="81" y="388"/>
                  </a:lnTo>
                  <a:lnTo>
                    <a:pt x="162" y="388"/>
                  </a:lnTo>
                  <a:lnTo>
                    <a:pt x="162" y="185"/>
                  </a:lnTo>
                  <a:lnTo>
                    <a:pt x="159" y="182"/>
                  </a:lnTo>
                  <a:lnTo>
                    <a:pt x="162" y="179"/>
                  </a:lnTo>
                  <a:lnTo>
                    <a:pt x="162" y="78"/>
                  </a:lnTo>
                  <a:lnTo>
                    <a:pt x="174" y="78"/>
                  </a:lnTo>
                  <a:lnTo>
                    <a:pt x="177" y="75"/>
                  </a:lnTo>
                  <a:lnTo>
                    <a:pt x="187" y="78"/>
                  </a:lnTo>
                  <a:lnTo>
                    <a:pt x="207" y="75"/>
                  </a:lnTo>
                  <a:lnTo>
                    <a:pt x="213" y="78"/>
                  </a:lnTo>
                  <a:lnTo>
                    <a:pt x="220" y="75"/>
                  </a:lnTo>
                  <a:lnTo>
                    <a:pt x="227" y="75"/>
                  </a:lnTo>
                  <a:lnTo>
                    <a:pt x="230" y="78"/>
                  </a:lnTo>
                  <a:lnTo>
                    <a:pt x="234" y="75"/>
                  </a:lnTo>
                  <a:lnTo>
                    <a:pt x="240" y="78"/>
                  </a:lnTo>
                  <a:lnTo>
                    <a:pt x="246" y="75"/>
                  </a:lnTo>
                  <a:lnTo>
                    <a:pt x="249" y="78"/>
                  </a:lnTo>
                  <a:lnTo>
                    <a:pt x="257" y="75"/>
                  </a:lnTo>
                  <a:lnTo>
                    <a:pt x="262" y="78"/>
                  </a:lnTo>
                  <a:lnTo>
                    <a:pt x="265" y="75"/>
                  </a:lnTo>
                  <a:lnTo>
                    <a:pt x="322" y="75"/>
                  </a:lnTo>
                  <a:lnTo>
                    <a:pt x="329" y="65"/>
                  </a:lnTo>
                  <a:lnTo>
                    <a:pt x="325" y="59"/>
                  </a:lnTo>
                  <a:lnTo>
                    <a:pt x="329" y="56"/>
                  </a:lnTo>
                  <a:lnTo>
                    <a:pt x="325" y="51"/>
                  </a:lnTo>
                  <a:lnTo>
                    <a:pt x="325" y="36"/>
                  </a:lnTo>
                  <a:lnTo>
                    <a:pt x="329" y="33"/>
                  </a:lnTo>
                  <a:lnTo>
                    <a:pt x="325" y="26"/>
                  </a:lnTo>
                  <a:lnTo>
                    <a:pt x="325" y="16"/>
                  </a:lnTo>
                  <a:lnTo>
                    <a:pt x="329" y="9"/>
                  </a:lnTo>
                  <a:lnTo>
                    <a:pt x="332" y="9"/>
                  </a:lnTo>
                  <a:lnTo>
                    <a:pt x="332" y="75"/>
                  </a:lnTo>
                  <a:lnTo>
                    <a:pt x="492" y="75"/>
                  </a:lnTo>
                  <a:lnTo>
                    <a:pt x="492" y="379"/>
                  </a:lnTo>
                  <a:lnTo>
                    <a:pt x="501" y="385"/>
                  </a:lnTo>
                  <a:lnTo>
                    <a:pt x="537" y="385"/>
                  </a:lnTo>
                  <a:lnTo>
                    <a:pt x="550" y="382"/>
                  </a:lnTo>
                  <a:lnTo>
                    <a:pt x="559" y="385"/>
                  </a:lnTo>
                  <a:lnTo>
                    <a:pt x="570" y="382"/>
                  </a:lnTo>
                  <a:lnTo>
                    <a:pt x="576" y="385"/>
                  </a:lnTo>
                  <a:lnTo>
                    <a:pt x="579" y="382"/>
                  </a:lnTo>
                  <a:lnTo>
                    <a:pt x="582" y="385"/>
                  </a:lnTo>
                  <a:lnTo>
                    <a:pt x="592" y="382"/>
                  </a:lnTo>
                  <a:lnTo>
                    <a:pt x="595" y="385"/>
                  </a:lnTo>
                  <a:lnTo>
                    <a:pt x="599" y="382"/>
                  </a:lnTo>
                  <a:lnTo>
                    <a:pt x="637" y="382"/>
                  </a:lnTo>
                  <a:lnTo>
                    <a:pt x="643" y="373"/>
                  </a:lnTo>
                  <a:lnTo>
                    <a:pt x="643" y="366"/>
                  </a:lnTo>
                  <a:lnTo>
                    <a:pt x="640" y="363"/>
                  </a:lnTo>
                  <a:lnTo>
                    <a:pt x="643" y="360"/>
                  </a:lnTo>
                  <a:lnTo>
                    <a:pt x="643" y="72"/>
                  </a:lnTo>
                  <a:lnTo>
                    <a:pt x="646" y="56"/>
                  </a:lnTo>
                  <a:lnTo>
                    <a:pt x="643" y="55"/>
                  </a:lnTo>
                  <a:lnTo>
                    <a:pt x="646" y="45"/>
                  </a:lnTo>
                  <a:lnTo>
                    <a:pt x="643" y="42"/>
                  </a:lnTo>
                  <a:lnTo>
                    <a:pt x="646" y="33"/>
                  </a:lnTo>
                  <a:lnTo>
                    <a:pt x="646" y="17"/>
                  </a:lnTo>
                  <a:lnTo>
                    <a:pt x="643" y="12"/>
                  </a:lnTo>
                  <a:lnTo>
                    <a:pt x="646" y="3"/>
                  </a:lnTo>
                  <a:lnTo>
                    <a:pt x="649" y="3"/>
                  </a:lnTo>
                  <a:lnTo>
                    <a:pt x="649" y="65"/>
                  </a:lnTo>
                  <a:lnTo>
                    <a:pt x="655" y="72"/>
                  </a:lnTo>
                  <a:lnTo>
                    <a:pt x="811" y="72"/>
                  </a:lnTo>
                  <a:lnTo>
                    <a:pt x="811" y="376"/>
                  </a:lnTo>
                  <a:lnTo>
                    <a:pt x="817" y="382"/>
                  </a:lnTo>
                  <a:lnTo>
                    <a:pt x="951" y="382"/>
                  </a:lnTo>
                  <a:lnTo>
                    <a:pt x="958" y="376"/>
                  </a:lnTo>
                  <a:lnTo>
                    <a:pt x="958" y="273"/>
                  </a:lnTo>
                  <a:lnTo>
                    <a:pt x="961" y="270"/>
                  </a:lnTo>
                  <a:lnTo>
                    <a:pt x="958" y="267"/>
                  </a:lnTo>
                  <a:lnTo>
                    <a:pt x="958" y="173"/>
                  </a:lnTo>
                  <a:lnTo>
                    <a:pt x="961" y="170"/>
                  </a:lnTo>
                  <a:lnTo>
                    <a:pt x="958" y="165"/>
                  </a:lnTo>
                  <a:lnTo>
                    <a:pt x="961" y="162"/>
                  </a:lnTo>
                  <a:lnTo>
                    <a:pt x="958" y="156"/>
                  </a:lnTo>
                  <a:lnTo>
                    <a:pt x="958" y="143"/>
                  </a:lnTo>
                  <a:lnTo>
                    <a:pt x="961" y="140"/>
                  </a:lnTo>
                  <a:lnTo>
                    <a:pt x="958" y="137"/>
                  </a:lnTo>
                  <a:lnTo>
                    <a:pt x="961" y="3"/>
                  </a:lnTo>
                  <a:lnTo>
                    <a:pt x="967" y="3"/>
                  </a:lnTo>
                  <a:lnTo>
                    <a:pt x="967" y="69"/>
                  </a:lnTo>
                  <a:lnTo>
                    <a:pt x="1010" y="69"/>
                  </a:lnTo>
                  <a:lnTo>
                    <a:pt x="1014" y="72"/>
                  </a:lnTo>
                  <a:lnTo>
                    <a:pt x="1017" y="69"/>
                  </a:lnTo>
                  <a:lnTo>
                    <a:pt x="1127" y="69"/>
                  </a:lnTo>
                  <a:lnTo>
                    <a:pt x="1127" y="373"/>
                  </a:lnTo>
                  <a:lnTo>
                    <a:pt x="1133" y="379"/>
                  </a:lnTo>
                  <a:lnTo>
                    <a:pt x="1202" y="379"/>
                  </a:lnTo>
                  <a:lnTo>
                    <a:pt x="1205" y="382"/>
                  </a:lnTo>
                  <a:lnTo>
                    <a:pt x="1208" y="379"/>
                  </a:lnTo>
                  <a:lnTo>
                    <a:pt x="1211" y="382"/>
                  </a:lnTo>
                  <a:lnTo>
                    <a:pt x="1218" y="379"/>
                  </a:lnTo>
                  <a:lnTo>
                    <a:pt x="1227" y="379"/>
                  </a:lnTo>
                  <a:lnTo>
                    <a:pt x="1232" y="382"/>
                  </a:lnTo>
                  <a:lnTo>
                    <a:pt x="1238" y="379"/>
                  </a:lnTo>
                  <a:lnTo>
                    <a:pt x="1281" y="379"/>
                  </a:lnTo>
                  <a:lnTo>
                    <a:pt x="1281" y="282"/>
                  </a:lnTo>
                  <a:lnTo>
                    <a:pt x="1284" y="282"/>
                  </a:lnTo>
                  <a:lnTo>
                    <a:pt x="1288" y="285"/>
                  </a:lnTo>
                  <a:lnTo>
                    <a:pt x="1284" y="295"/>
                  </a:lnTo>
                  <a:lnTo>
                    <a:pt x="1288" y="298"/>
                  </a:lnTo>
                  <a:lnTo>
                    <a:pt x="1284" y="307"/>
                  </a:lnTo>
                  <a:lnTo>
                    <a:pt x="1284" y="330"/>
                  </a:lnTo>
                  <a:lnTo>
                    <a:pt x="1288" y="334"/>
                  </a:lnTo>
                  <a:lnTo>
                    <a:pt x="1284" y="340"/>
                  </a:lnTo>
                  <a:lnTo>
                    <a:pt x="1288" y="346"/>
                  </a:lnTo>
                  <a:lnTo>
                    <a:pt x="1288" y="369"/>
                  </a:lnTo>
                  <a:lnTo>
                    <a:pt x="1284" y="379"/>
                  </a:lnTo>
                  <a:lnTo>
                    <a:pt x="1411" y="379"/>
                  </a:lnTo>
                  <a:lnTo>
                    <a:pt x="1414" y="382"/>
                  </a:lnTo>
                  <a:lnTo>
                    <a:pt x="1418" y="379"/>
                  </a:lnTo>
                  <a:lnTo>
                    <a:pt x="1437" y="379"/>
                  </a:lnTo>
                  <a:lnTo>
                    <a:pt x="1437" y="72"/>
                  </a:lnTo>
                  <a:lnTo>
                    <a:pt x="1440" y="69"/>
                  </a:lnTo>
                  <a:lnTo>
                    <a:pt x="1596" y="69"/>
                  </a:lnTo>
                  <a:lnTo>
                    <a:pt x="1602" y="62"/>
                  </a:lnTo>
                  <a:lnTo>
                    <a:pt x="1602" y="0"/>
                  </a:lnTo>
                  <a:lnTo>
                    <a:pt x="1604" y="0"/>
                  </a:lnTo>
                  <a:lnTo>
                    <a:pt x="1604" y="62"/>
                  </a:lnTo>
                  <a:lnTo>
                    <a:pt x="1610" y="69"/>
                  </a:lnTo>
                  <a:lnTo>
                    <a:pt x="1766" y="69"/>
                  </a:lnTo>
                  <a:lnTo>
                    <a:pt x="1769" y="72"/>
                  </a:lnTo>
                  <a:lnTo>
                    <a:pt x="1769" y="376"/>
                  </a:lnTo>
                  <a:lnTo>
                    <a:pt x="1775" y="382"/>
                  </a:lnTo>
                  <a:lnTo>
                    <a:pt x="1917" y="382"/>
                  </a:lnTo>
                  <a:lnTo>
                    <a:pt x="1917" y="376"/>
                  </a:lnTo>
                  <a:lnTo>
                    <a:pt x="1920" y="369"/>
                  </a:lnTo>
                  <a:lnTo>
                    <a:pt x="1917" y="363"/>
                  </a:lnTo>
                  <a:lnTo>
                    <a:pt x="1917" y="330"/>
                  </a:lnTo>
                  <a:lnTo>
                    <a:pt x="1920" y="321"/>
                  </a:lnTo>
                  <a:lnTo>
                    <a:pt x="1917" y="315"/>
                  </a:lnTo>
                  <a:lnTo>
                    <a:pt x="1917" y="307"/>
                  </a:lnTo>
                  <a:lnTo>
                    <a:pt x="1920" y="304"/>
                  </a:lnTo>
                  <a:lnTo>
                    <a:pt x="1917" y="301"/>
                  </a:lnTo>
                  <a:lnTo>
                    <a:pt x="1917" y="242"/>
                  </a:lnTo>
                  <a:lnTo>
                    <a:pt x="1920" y="237"/>
                  </a:lnTo>
                  <a:lnTo>
                    <a:pt x="1917" y="231"/>
                  </a:lnTo>
                  <a:lnTo>
                    <a:pt x="1920" y="224"/>
                  </a:lnTo>
                  <a:lnTo>
                    <a:pt x="1917" y="218"/>
                  </a:lnTo>
                  <a:lnTo>
                    <a:pt x="1920" y="215"/>
                  </a:lnTo>
                  <a:lnTo>
                    <a:pt x="1917" y="212"/>
                  </a:lnTo>
                  <a:lnTo>
                    <a:pt x="1917" y="153"/>
                  </a:lnTo>
                  <a:lnTo>
                    <a:pt x="1920" y="150"/>
                  </a:lnTo>
                  <a:lnTo>
                    <a:pt x="1917" y="147"/>
                  </a:lnTo>
                  <a:lnTo>
                    <a:pt x="1917" y="75"/>
                  </a:lnTo>
                  <a:lnTo>
                    <a:pt x="1923" y="62"/>
                  </a:lnTo>
                  <a:lnTo>
                    <a:pt x="1920" y="56"/>
                  </a:lnTo>
                  <a:lnTo>
                    <a:pt x="1923" y="48"/>
                  </a:lnTo>
                  <a:lnTo>
                    <a:pt x="1920" y="42"/>
                  </a:lnTo>
                  <a:lnTo>
                    <a:pt x="1920" y="30"/>
                  </a:lnTo>
                  <a:lnTo>
                    <a:pt x="1923" y="26"/>
                  </a:lnTo>
                  <a:lnTo>
                    <a:pt x="1920" y="23"/>
                  </a:lnTo>
                  <a:lnTo>
                    <a:pt x="1923" y="16"/>
                  </a:lnTo>
                  <a:lnTo>
                    <a:pt x="1920" y="9"/>
                  </a:lnTo>
                  <a:lnTo>
                    <a:pt x="1923" y="3"/>
                  </a:lnTo>
                  <a:lnTo>
                    <a:pt x="1926" y="3"/>
                  </a:lnTo>
                  <a:lnTo>
                    <a:pt x="1926" y="62"/>
                  </a:lnTo>
                  <a:lnTo>
                    <a:pt x="1938" y="72"/>
                  </a:lnTo>
                  <a:lnTo>
                    <a:pt x="1943" y="69"/>
                  </a:lnTo>
                  <a:lnTo>
                    <a:pt x="1982" y="69"/>
                  </a:lnTo>
                  <a:lnTo>
                    <a:pt x="1985" y="72"/>
                  </a:lnTo>
                  <a:lnTo>
                    <a:pt x="1991" y="69"/>
                  </a:lnTo>
                  <a:lnTo>
                    <a:pt x="2018" y="69"/>
                  </a:lnTo>
                  <a:lnTo>
                    <a:pt x="2021" y="72"/>
                  </a:lnTo>
                  <a:lnTo>
                    <a:pt x="2033" y="69"/>
                  </a:lnTo>
                  <a:lnTo>
                    <a:pt x="2036" y="72"/>
                  </a:lnTo>
                  <a:lnTo>
                    <a:pt x="2049" y="69"/>
                  </a:lnTo>
                  <a:lnTo>
                    <a:pt x="2057" y="72"/>
                  </a:lnTo>
                  <a:lnTo>
                    <a:pt x="2060" y="69"/>
                  </a:lnTo>
                  <a:lnTo>
                    <a:pt x="2066" y="72"/>
                  </a:lnTo>
                  <a:lnTo>
                    <a:pt x="2072" y="69"/>
                  </a:lnTo>
                  <a:lnTo>
                    <a:pt x="2082" y="69"/>
                  </a:lnTo>
                  <a:lnTo>
                    <a:pt x="2089" y="72"/>
                  </a:lnTo>
                  <a:lnTo>
                    <a:pt x="2089" y="81"/>
                  </a:lnTo>
                  <a:lnTo>
                    <a:pt x="2088" y="87"/>
                  </a:lnTo>
                  <a:lnTo>
                    <a:pt x="2089" y="90"/>
                  </a:lnTo>
                  <a:lnTo>
                    <a:pt x="2088" y="92"/>
                  </a:lnTo>
                  <a:lnTo>
                    <a:pt x="2089" y="95"/>
                  </a:lnTo>
                  <a:lnTo>
                    <a:pt x="2089" y="376"/>
                  </a:lnTo>
                  <a:lnTo>
                    <a:pt x="2096" y="382"/>
                  </a:lnTo>
                  <a:lnTo>
                    <a:pt x="2237" y="382"/>
                  </a:lnTo>
                  <a:lnTo>
                    <a:pt x="2239" y="354"/>
                  </a:lnTo>
                  <a:lnTo>
                    <a:pt x="2237" y="351"/>
                  </a:lnTo>
                  <a:lnTo>
                    <a:pt x="2239" y="349"/>
                  </a:lnTo>
                  <a:lnTo>
                    <a:pt x="2237" y="346"/>
                  </a:lnTo>
                  <a:lnTo>
                    <a:pt x="2239" y="337"/>
                  </a:lnTo>
                  <a:lnTo>
                    <a:pt x="2239" y="307"/>
                  </a:lnTo>
                  <a:lnTo>
                    <a:pt x="2237" y="301"/>
                  </a:lnTo>
                  <a:lnTo>
                    <a:pt x="2239" y="298"/>
                  </a:lnTo>
                  <a:lnTo>
                    <a:pt x="2239" y="242"/>
                  </a:lnTo>
                  <a:lnTo>
                    <a:pt x="2237" y="237"/>
                  </a:lnTo>
                  <a:lnTo>
                    <a:pt x="2239" y="221"/>
                  </a:lnTo>
                  <a:lnTo>
                    <a:pt x="2239" y="192"/>
                  </a:lnTo>
                  <a:lnTo>
                    <a:pt x="2237" y="185"/>
                  </a:lnTo>
                  <a:lnTo>
                    <a:pt x="2239" y="176"/>
                  </a:lnTo>
                  <a:lnTo>
                    <a:pt x="2237" y="165"/>
                  </a:lnTo>
                  <a:lnTo>
                    <a:pt x="2239" y="156"/>
                  </a:lnTo>
                  <a:lnTo>
                    <a:pt x="2237" y="147"/>
                  </a:lnTo>
                  <a:lnTo>
                    <a:pt x="2239" y="128"/>
                  </a:lnTo>
                  <a:lnTo>
                    <a:pt x="2237" y="126"/>
                  </a:lnTo>
                  <a:lnTo>
                    <a:pt x="2239" y="108"/>
                  </a:lnTo>
                  <a:lnTo>
                    <a:pt x="2237" y="101"/>
                  </a:lnTo>
                  <a:lnTo>
                    <a:pt x="2237" y="92"/>
                  </a:lnTo>
                  <a:lnTo>
                    <a:pt x="2239" y="87"/>
                  </a:lnTo>
                  <a:lnTo>
                    <a:pt x="2237" y="84"/>
                  </a:lnTo>
                  <a:lnTo>
                    <a:pt x="2242" y="62"/>
                  </a:lnTo>
                  <a:lnTo>
                    <a:pt x="2239" y="56"/>
                  </a:lnTo>
                  <a:lnTo>
                    <a:pt x="2242" y="48"/>
                  </a:lnTo>
                  <a:lnTo>
                    <a:pt x="2242" y="3"/>
                  </a:lnTo>
                  <a:lnTo>
                    <a:pt x="2245" y="3"/>
                  </a:lnTo>
                  <a:lnTo>
                    <a:pt x="2245" y="62"/>
                  </a:lnTo>
                  <a:lnTo>
                    <a:pt x="2251" y="69"/>
                  </a:lnTo>
                  <a:lnTo>
                    <a:pt x="2348" y="69"/>
                  </a:lnTo>
                  <a:lnTo>
                    <a:pt x="2353" y="72"/>
                  </a:lnTo>
                  <a:lnTo>
                    <a:pt x="2359" y="69"/>
                  </a:lnTo>
                  <a:lnTo>
                    <a:pt x="2407" y="69"/>
                  </a:lnTo>
                  <a:lnTo>
                    <a:pt x="2410" y="78"/>
                  </a:lnTo>
                  <a:lnTo>
                    <a:pt x="2407" y="87"/>
                  </a:lnTo>
                  <a:lnTo>
                    <a:pt x="2407" y="101"/>
                  </a:lnTo>
                  <a:lnTo>
                    <a:pt x="2410" y="108"/>
                  </a:lnTo>
                  <a:lnTo>
                    <a:pt x="2407" y="117"/>
                  </a:lnTo>
                  <a:lnTo>
                    <a:pt x="2407" y="131"/>
                  </a:lnTo>
                  <a:lnTo>
                    <a:pt x="2410" y="137"/>
                  </a:lnTo>
                  <a:lnTo>
                    <a:pt x="2407" y="147"/>
                  </a:lnTo>
                  <a:lnTo>
                    <a:pt x="2410" y="150"/>
                  </a:lnTo>
                  <a:lnTo>
                    <a:pt x="2407" y="159"/>
                  </a:lnTo>
                  <a:lnTo>
                    <a:pt x="2407" y="185"/>
                  </a:lnTo>
                  <a:lnTo>
                    <a:pt x="2410" y="189"/>
                  </a:lnTo>
                  <a:lnTo>
                    <a:pt x="2407" y="192"/>
                  </a:lnTo>
                  <a:lnTo>
                    <a:pt x="2410" y="198"/>
                  </a:lnTo>
                  <a:lnTo>
                    <a:pt x="2407" y="212"/>
                  </a:lnTo>
                  <a:lnTo>
                    <a:pt x="2410" y="215"/>
                  </a:lnTo>
                  <a:lnTo>
                    <a:pt x="2407" y="218"/>
                  </a:lnTo>
                  <a:lnTo>
                    <a:pt x="2410" y="221"/>
                  </a:lnTo>
                  <a:lnTo>
                    <a:pt x="2407" y="231"/>
                  </a:lnTo>
                  <a:lnTo>
                    <a:pt x="2410" y="234"/>
                  </a:lnTo>
                  <a:lnTo>
                    <a:pt x="2407" y="242"/>
                  </a:lnTo>
                  <a:lnTo>
                    <a:pt x="2410" y="254"/>
                  </a:lnTo>
                  <a:lnTo>
                    <a:pt x="2407" y="263"/>
                  </a:lnTo>
                  <a:lnTo>
                    <a:pt x="2410" y="267"/>
                  </a:lnTo>
                  <a:lnTo>
                    <a:pt x="2407" y="270"/>
                  </a:lnTo>
                  <a:lnTo>
                    <a:pt x="2410" y="276"/>
                  </a:lnTo>
                  <a:lnTo>
                    <a:pt x="2410" y="288"/>
                  </a:lnTo>
                  <a:lnTo>
                    <a:pt x="2407" y="291"/>
                  </a:lnTo>
                  <a:lnTo>
                    <a:pt x="2410" y="295"/>
                  </a:lnTo>
                  <a:lnTo>
                    <a:pt x="2407" y="304"/>
                  </a:lnTo>
                  <a:lnTo>
                    <a:pt x="2407" y="318"/>
                  </a:lnTo>
                  <a:lnTo>
                    <a:pt x="2410" y="321"/>
                  </a:lnTo>
                  <a:lnTo>
                    <a:pt x="2407" y="330"/>
                  </a:lnTo>
                  <a:lnTo>
                    <a:pt x="2410" y="334"/>
                  </a:lnTo>
                  <a:lnTo>
                    <a:pt x="2407" y="337"/>
                  </a:lnTo>
                  <a:lnTo>
                    <a:pt x="2410" y="343"/>
                  </a:lnTo>
                  <a:lnTo>
                    <a:pt x="2407" y="351"/>
                  </a:lnTo>
                  <a:lnTo>
                    <a:pt x="2410" y="354"/>
                  </a:lnTo>
                  <a:lnTo>
                    <a:pt x="2407" y="357"/>
                  </a:lnTo>
                  <a:lnTo>
                    <a:pt x="2410" y="363"/>
                  </a:lnTo>
                  <a:lnTo>
                    <a:pt x="2410" y="382"/>
                  </a:lnTo>
                  <a:lnTo>
                    <a:pt x="2525" y="382"/>
                  </a:lnTo>
                  <a:lnTo>
                    <a:pt x="2528" y="379"/>
                  </a:lnTo>
                  <a:lnTo>
                    <a:pt x="2549" y="382"/>
                  </a:lnTo>
                  <a:lnTo>
                    <a:pt x="2555" y="373"/>
                  </a:lnTo>
                  <a:lnTo>
                    <a:pt x="2558" y="351"/>
                  </a:lnTo>
                  <a:lnTo>
                    <a:pt x="2555" y="349"/>
                  </a:lnTo>
                  <a:lnTo>
                    <a:pt x="2558" y="340"/>
                  </a:lnTo>
                  <a:lnTo>
                    <a:pt x="2558" y="324"/>
                  </a:lnTo>
                  <a:lnTo>
                    <a:pt x="2555" y="321"/>
                  </a:lnTo>
                  <a:lnTo>
                    <a:pt x="2558" y="313"/>
                  </a:lnTo>
                  <a:lnTo>
                    <a:pt x="2555" y="310"/>
                  </a:lnTo>
                  <a:lnTo>
                    <a:pt x="2558" y="307"/>
                  </a:lnTo>
                  <a:lnTo>
                    <a:pt x="2555" y="301"/>
                  </a:lnTo>
                  <a:lnTo>
                    <a:pt x="2555" y="291"/>
                  </a:lnTo>
                  <a:lnTo>
                    <a:pt x="2558" y="285"/>
                  </a:lnTo>
                  <a:lnTo>
                    <a:pt x="2555" y="282"/>
                  </a:lnTo>
                  <a:lnTo>
                    <a:pt x="2558" y="276"/>
                  </a:lnTo>
                  <a:lnTo>
                    <a:pt x="2555" y="270"/>
                  </a:lnTo>
                  <a:lnTo>
                    <a:pt x="2558" y="260"/>
                  </a:lnTo>
                  <a:lnTo>
                    <a:pt x="2555" y="254"/>
                  </a:lnTo>
                  <a:lnTo>
                    <a:pt x="2555" y="218"/>
                  </a:lnTo>
                  <a:lnTo>
                    <a:pt x="2558" y="215"/>
                  </a:lnTo>
                  <a:lnTo>
                    <a:pt x="2555" y="209"/>
                  </a:lnTo>
                  <a:lnTo>
                    <a:pt x="2555" y="182"/>
                  </a:lnTo>
                  <a:lnTo>
                    <a:pt x="2558" y="173"/>
                  </a:lnTo>
                  <a:lnTo>
                    <a:pt x="2555" y="167"/>
                  </a:lnTo>
                  <a:lnTo>
                    <a:pt x="2555" y="159"/>
                  </a:lnTo>
                  <a:lnTo>
                    <a:pt x="2558" y="156"/>
                  </a:lnTo>
                  <a:lnTo>
                    <a:pt x="2555" y="150"/>
                  </a:lnTo>
                  <a:lnTo>
                    <a:pt x="2558" y="147"/>
                  </a:lnTo>
                  <a:lnTo>
                    <a:pt x="2555" y="140"/>
                  </a:lnTo>
                  <a:lnTo>
                    <a:pt x="2558" y="131"/>
                  </a:lnTo>
                  <a:lnTo>
                    <a:pt x="2555" y="128"/>
                  </a:lnTo>
                  <a:lnTo>
                    <a:pt x="2555" y="75"/>
                  </a:lnTo>
                  <a:lnTo>
                    <a:pt x="2561" y="56"/>
                  </a:lnTo>
                  <a:lnTo>
                    <a:pt x="2558" y="51"/>
                  </a:lnTo>
                  <a:lnTo>
                    <a:pt x="2561" y="48"/>
                  </a:lnTo>
                  <a:lnTo>
                    <a:pt x="2558" y="45"/>
                  </a:lnTo>
                  <a:lnTo>
                    <a:pt x="2561" y="36"/>
                  </a:lnTo>
                  <a:lnTo>
                    <a:pt x="2561" y="0"/>
                  </a:lnTo>
                  <a:lnTo>
                    <a:pt x="2564" y="0"/>
                  </a:lnTo>
                  <a:lnTo>
                    <a:pt x="2564" y="62"/>
                  </a:lnTo>
                  <a:lnTo>
                    <a:pt x="2570" y="69"/>
                  </a:lnTo>
                  <a:lnTo>
                    <a:pt x="2725" y="69"/>
                  </a:lnTo>
                  <a:lnTo>
                    <a:pt x="2725" y="111"/>
                  </a:lnTo>
                  <a:lnTo>
                    <a:pt x="2728" y="117"/>
                  </a:lnTo>
                  <a:lnTo>
                    <a:pt x="2725" y="128"/>
                  </a:lnTo>
                  <a:lnTo>
                    <a:pt x="2728" y="131"/>
                  </a:lnTo>
                  <a:lnTo>
                    <a:pt x="2725" y="137"/>
                  </a:lnTo>
                  <a:lnTo>
                    <a:pt x="2728" y="150"/>
                  </a:lnTo>
                  <a:lnTo>
                    <a:pt x="2725" y="156"/>
                  </a:lnTo>
                  <a:lnTo>
                    <a:pt x="2728" y="159"/>
                  </a:lnTo>
                  <a:lnTo>
                    <a:pt x="2725" y="162"/>
                  </a:lnTo>
                  <a:lnTo>
                    <a:pt x="2725" y="231"/>
                  </a:lnTo>
                  <a:lnTo>
                    <a:pt x="2728" y="237"/>
                  </a:lnTo>
                  <a:lnTo>
                    <a:pt x="2728" y="245"/>
                  </a:lnTo>
                  <a:lnTo>
                    <a:pt x="2725" y="251"/>
                  </a:lnTo>
                  <a:lnTo>
                    <a:pt x="2728" y="257"/>
                  </a:lnTo>
                  <a:lnTo>
                    <a:pt x="2728" y="273"/>
                  </a:lnTo>
                  <a:lnTo>
                    <a:pt x="2725" y="276"/>
                  </a:lnTo>
                  <a:lnTo>
                    <a:pt x="2728" y="288"/>
                  </a:lnTo>
                  <a:lnTo>
                    <a:pt x="2725" y="298"/>
                  </a:lnTo>
                  <a:lnTo>
                    <a:pt x="2728" y="315"/>
                  </a:lnTo>
                  <a:lnTo>
                    <a:pt x="2725" y="324"/>
                  </a:lnTo>
                  <a:lnTo>
                    <a:pt x="2728" y="330"/>
                  </a:lnTo>
                  <a:lnTo>
                    <a:pt x="2728" y="351"/>
                  </a:lnTo>
                  <a:lnTo>
                    <a:pt x="2725" y="360"/>
                  </a:lnTo>
                  <a:lnTo>
                    <a:pt x="2728" y="366"/>
                  </a:lnTo>
                  <a:lnTo>
                    <a:pt x="2728" y="379"/>
                  </a:lnTo>
                  <a:lnTo>
                    <a:pt x="2831" y="379"/>
                  </a:lnTo>
                  <a:lnTo>
                    <a:pt x="2834" y="382"/>
                  </a:lnTo>
                  <a:lnTo>
                    <a:pt x="2845" y="379"/>
                  </a:lnTo>
                  <a:lnTo>
                    <a:pt x="2848" y="382"/>
                  </a:lnTo>
                  <a:lnTo>
                    <a:pt x="2854" y="379"/>
                  </a:lnTo>
                  <a:lnTo>
                    <a:pt x="2863" y="382"/>
                  </a:lnTo>
                  <a:lnTo>
                    <a:pt x="2869" y="379"/>
                  </a:lnTo>
                  <a:lnTo>
                    <a:pt x="2877" y="379"/>
                  </a:lnTo>
                  <a:lnTo>
                    <a:pt x="2877" y="357"/>
                  </a:lnTo>
                  <a:lnTo>
                    <a:pt x="2874" y="351"/>
                  </a:lnTo>
                  <a:lnTo>
                    <a:pt x="2877" y="343"/>
                  </a:lnTo>
                  <a:lnTo>
                    <a:pt x="2874" y="340"/>
                  </a:lnTo>
                  <a:lnTo>
                    <a:pt x="2874" y="282"/>
                  </a:lnTo>
                  <a:lnTo>
                    <a:pt x="2880" y="282"/>
                  </a:lnTo>
                  <a:lnTo>
                    <a:pt x="2880" y="379"/>
                  </a:lnTo>
                  <a:lnTo>
                    <a:pt x="2890" y="379"/>
                  </a:lnTo>
                  <a:lnTo>
                    <a:pt x="2896" y="382"/>
                  </a:lnTo>
                  <a:lnTo>
                    <a:pt x="2899" y="379"/>
                  </a:lnTo>
                  <a:lnTo>
                    <a:pt x="2902" y="382"/>
                  </a:lnTo>
                  <a:lnTo>
                    <a:pt x="2905" y="379"/>
                  </a:lnTo>
                  <a:lnTo>
                    <a:pt x="3030" y="379"/>
                  </a:lnTo>
                  <a:lnTo>
                    <a:pt x="3033" y="376"/>
                  </a:lnTo>
                  <a:lnTo>
                    <a:pt x="3030" y="373"/>
                  </a:lnTo>
                  <a:lnTo>
                    <a:pt x="3033" y="363"/>
                  </a:lnTo>
                  <a:lnTo>
                    <a:pt x="3030" y="351"/>
                  </a:lnTo>
                  <a:lnTo>
                    <a:pt x="3033" y="346"/>
                  </a:lnTo>
                  <a:lnTo>
                    <a:pt x="3030" y="343"/>
                  </a:lnTo>
                  <a:lnTo>
                    <a:pt x="3033" y="340"/>
                  </a:lnTo>
                  <a:lnTo>
                    <a:pt x="3030" y="337"/>
                  </a:lnTo>
                  <a:lnTo>
                    <a:pt x="3033" y="327"/>
                  </a:lnTo>
                  <a:lnTo>
                    <a:pt x="3030" y="318"/>
                  </a:lnTo>
                  <a:lnTo>
                    <a:pt x="3033" y="313"/>
                  </a:lnTo>
                  <a:lnTo>
                    <a:pt x="3030" y="310"/>
                  </a:lnTo>
                  <a:lnTo>
                    <a:pt x="3033" y="301"/>
                  </a:lnTo>
                  <a:lnTo>
                    <a:pt x="3033" y="285"/>
                  </a:lnTo>
                  <a:lnTo>
                    <a:pt x="3030" y="282"/>
                  </a:lnTo>
                  <a:lnTo>
                    <a:pt x="3033" y="273"/>
                  </a:lnTo>
                  <a:lnTo>
                    <a:pt x="3030" y="267"/>
                  </a:lnTo>
                  <a:lnTo>
                    <a:pt x="3033" y="263"/>
                  </a:lnTo>
                  <a:lnTo>
                    <a:pt x="3030" y="257"/>
                  </a:lnTo>
                  <a:lnTo>
                    <a:pt x="3030" y="212"/>
                  </a:lnTo>
                  <a:lnTo>
                    <a:pt x="3033" y="209"/>
                  </a:lnTo>
                  <a:lnTo>
                    <a:pt x="3030" y="203"/>
                  </a:lnTo>
                  <a:lnTo>
                    <a:pt x="3030" y="195"/>
                  </a:lnTo>
                  <a:lnTo>
                    <a:pt x="3033" y="185"/>
                  </a:lnTo>
                  <a:lnTo>
                    <a:pt x="3030" y="167"/>
                  </a:lnTo>
                  <a:lnTo>
                    <a:pt x="3033" y="162"/>
                  </a:lnTo>
                  <a:lnTo>
                    <a:pt x="3030" y="156"/>
                  </a:lnTo>
                  <a:lnTo>
                    <a:pt x="3030" y="108"/>
                  </a:lnTo>
                  <a:lnTo>
                    <a:pt x="3033" y="101"/>
                  </a:lnTo>
                  <a:lnTo>
                    <a:pt x="3030" y="95"/>
                  </a:lnTo>
                  <a:lnTo>
                    <a:pt x="3033" y="87"/>
                  </a:lnTo>
                  <a:lnTo>
                    <a:pt x="3030" y="81"/>
                  </a:lnTo>
                  <a:lnTo>
                    <a:pt x="3030" y="72"/>
                  </a:lnTo>
                  <a:lnTo>
                    <a:pt x="3045" y="65"/>
                  </a:lnTo>
                  <a:lnTo>
                    <a:pt x="3066" y="69"/>
                  </a:lnTo>
                  <a:lnTo>
                    <a:pt x="3069" y="65"/>
                  </a:lnTo>
                  <a:lnTo>
                    <a:pt x="3072" y="69"/>
                  </a:lnTo>
                  <a:lnTo>
                    <a:pt x="3078" y="65"/>
                  </a:lnTo>
                  <a:lnTo>
                    <a:pt x="3081" y="69"/>
                  </a:lnTo>
                  <a:lnTo>
                    <a:pt x="3094" y="65"/>
                  </a:lnTo>
                  <a:lnTo>
                    <a:pt x="3101" y="69"/>
                  </a:lnTo>
                  <a:lnTo>
                    <a:pt x="3117" y="65"/>
                  </a:lnTo>
                  <a:lnTo>
                    <a:pt x="3120" y="69"/>
                  </a:lnTo>
                  <a:lnTo>
                    <a:pt x="3123" y="65"/>
                  </a:lnTo>
                  <a:lnTo>
                    <a:pt x="3126" y="69"/>
                  </a:lnTo>
                  <a:lnTo>
                    <a:pt x="3131" y="65"/>
                  </a:lnTo>
                  <a:lnTo>
                    <a:pt x="3139" y="69"/>
                  </a:lnTo>
                  <a:lnTo>
                    <a:pt x="3151" y="65"/>
                  </a:lnTo>
                  <a:lnTo>
                    <a:pt x="3154" y="69"/>
                  </a:lnTo>
                  <a:lnTo>
                    <a:pt x="3157" y="65"/>
                  </a:lnTo>
                  <a:lnTo>
                    <a:pt x="3164" y="69"/>
                  </a:lnTo>
                  <a:lnTo>
                    <a:pt x="3170" y="65"/>
                  </a:lnTo>
                  <a:lnTo>
                    <a:pt x="3187" y="69"/>
                  </a:lnTo>
                  <a:lnTo>
                    <a:pt x="3193" y="62"/>
                  </a:lnTo>
                  <a:lnTo>
                    <a:pt x="3193" y="3"/>
                  </a:lnTo>
                  <a:lnTo>
                    <a:pt x="3196" y="0"/>
                  </a:lnTo>
                  <a:lnTo>
                    <a:pt x="3199" y="3"/>
                  </a:lnTo>
                  <a:lnTo>
                    <a:pt x="3199" y="65"/>
                  </a:lnTo>
                  <a:lnTo>
                    <a:pt x="3206" y="65"/>
                  </a:lnTo>
                  <a:lnTo>
                    <a:pt x="3207" y="69"/>
                  </a:lnTo>
                  <a:lnTo>
                    <a:pt x="3214" y="65"/>
                  </a:lnTo>
                  <a:lnTo>
                    <a:pt x="3223" y="65"/>
                  </a:lnTo>
                  <a:lnTo>
                    <a:pt x="3232" y="69"/>
                  </a:lnTo>
                  <a:lnTo>
                    <a:pt x="3242" y="65"/>
                  </a:lnTo>
                  <a:lnTo>
                    <a:pt x="3249" y="69"/>
                  </a:lnTo>
                  <a:lnTo>
                    <a:pt x="3259" y="65"/>
                  </a:lnTo>
                  <a:lnTo>
                    <a:pt x="3265" y="69"/>
                  </a:lnTo>
                  <a:lnTo>
                    <a:pt x="3268" y="65"/>
                  </a:lnTo>
                  <a:lnTo>
                    <a:pt x="3271" y="69"/>
                  </a:lnTo>
                  <a:lnTo>
                    <a:pt x="3277" y="65"/>
                  </a:lnTo>
                  <a:lnTo>
                    <a:pt x="3285" y="69"/>
                  </a:lnTo>
                  <a:lnTo>
                    <a:pt x="3304" y="69"/>
                  </a:lnTo>
                  <a:lnTo>
                    <a:pt x="3316" y="65"/>
                  </a:lnTo>
                  <a:lnTo>
                    <a:pt x="3318" y="69"/>
                  </a:lnTo>
                  <a:lnTo>
                    <a:pt x="3330" y="65"/>
                  </a:lnTo>
                  <a:lnTo>
                    <a:pt x="3337" y="69"/>
                  </a:lnTo>
                  <a:lnTo>
                    <a:pt x="3343" y="65"/>
                  </a:lnTo>
                  <a:lnTo>
                    <a:pt x="3352" y="65"/>
                  </a:lnTo>
                  <a:lnTo>
                    <a:pt x="3357" y="69"/>
                  </a:lnTo>
                  <a:lnTo>
                    <a:pt x="3357" y="373"/>
                  </a:lnTo>
                  <a:lnTo>
                    <a:pt x="3363" y="379"/>
                  </a:lnTo>
                  <a:lnTo>
                    <a:pt x="3505" y="379"/>
                  </a:lnTo>
                  <a:lnTo>
                    <a:pt x="3511" y="369"/>
                  </a:lnTo>
                  <a:lnTo>
                    <a:pt x="3511" y="360"/>
                  </a:lnTo>
                  <a:lnTo>
                    <a:pt x="3508" y="357"/>
                  </a:lnTo>
                  <a:lnTo>
                    <a:pt x="3508" y="282"/>
                  </a:lnTo>
                  <a:lnTo>
                    <a:pt x="3511" y="279"/>
                  </a:lnTo>
                  <a:lnTo>
                    <a:pt x="3514" y="282"/>
                  </a:lnTo>
                  <a:lnTo>
                    <a:pt x="3514" y="357"/>
                  </a:lnTo>
                  <a:lnTo>
                    <a:pt x="3511" y="366"/>
                  </a:lnTo>
                  <a:lnTo>
                    <a:pt x="3514" y="373"/>
                  </a:lnTo>
                  <a:lnTo>
                    <a:pt x="3514" y="382"/>
                  </a:lnTo>
                  <a:lnTo>
                    <a:pt x="3511" y="388"/>
                  </a:lnTo>
                  <a:lnTo>
                    <a:pt x="3505" y="390"/>
                  </a:lnTo>
                  <a:lnTo>
                    <a:pt x="3349" y="390"/>
                  </a:lnTo>
                  <a:lnTo>
                    <a:pt x="3349" y="373"/>
                  </a:lnTo>
                  <a:lnTo>
                    <a:pt x="3355" y="373"/>
                  </a:lnTo>
                  <a:lnTo>
                    <a:pt x="3357" y="369"/>
                  </a:lnTo>
                  <a:lnTo>
                    <a:pt x="3349" y="363"/>
                  </a:lnTo>
                  <a:lnTo>
                    <a:pt x="3349" y="288"/>
                  </a:lnTo>
                  <a:lnTo>
                    <a:pt x="3346" y="285"/>
                  </a:lnTo>
                  <a:lnTo>
                    <a:pt x="3349" y="276"/>
                  </a:lnTo>
                  <a:lnTo>
                    <a:pt x="3346" y="260"/>
                  </a:lnTo>
                  <a:lnTo>
                    <a:pt x="3349" y="251"/>
                  </a:lnTo>
                  <a:lnTo>
                    <a:pt x="3346" y="248"/>
                  </a:lnTo>
                  <a:lnTo>
                    <a:pt x="3349" y="240"/>
                  </a:lnTo>
                  <a:lnTo>
                    <a:pt x="3346" y="234"/>
                  </a:lnTo>
                  <a:lnTo>
                    <a:pt x="3349" y="228"/>
                  </a:lnTo>
                  <a:lnTo>
                    <a:pt x="3346" y="221"/>
                  </a:lnTo>
                  <a:lnTo>
                    <a:pt x="3349" y="218"/>
                  </a:lnTo>
                  <a:lnTo>
                    <a:pt x="3346" y="215"/>
                  </a:lnTo>
                  <a:lnTo>
                    <a:pt x="3349" y="212"/>
                  </a:lnTo>
                  <a:lnTo>
                    <a:pt x="3346" y="209"/>
                  </a:lnTo>
                  <a:lnTo>
                    <a:pt x="3349" y="206"/>
                  </a:lnTo>
                  <a:lnTo>
                    <a:pt x="3346" y="201"/>
                  </a:lnTo>
                  <a:lnTo>
                    <a:pt x="3346" y="176"/>
                  </a:lnTo>
                  <a:lnTo>
                    <a:pt x="3349" y="156"/>
                  </a:lnTo>
                  <a:lnTo>
                    <a:pt x="3346" y="153"/>
                  </a:lnTo>
                  <a:lnTo>
                    <a:pt x="3349" y="150"/>
                  </a:lnTo>
                  <a:lnTo>
                    <a:pt x="3346" y="147"/>
                  </a:lnTo>
                  <a:lnTo>
                    <a:pt x="3349" y="143"/>
                  </a:lnTo>
                  <a:lnTo>
                    <a:pt x="3346" y="140"/>
                  </a:lnTo>
                  <a:lnTo>
                    <a:pt x="3349" y="131"/>
                  </a:lnTo>
                  <a:lnTo>
                    <a:pt x="3346" y="126"/>
                  </a:lnTo>
                  <a:lnTo>
                    <a:pt x="3349" y="120"/>
                  </a:lnTo>
                  <a:lnTo>
                    <a:pt x="3346" y="114"/>
                  </a:lnTo>
                  <a:lnTo>
                    <a:pt x="3349" y="81"/>
                  </a:lnTo>
                  <a:lnTo>
                    <a:pt x="3307" y="81"/>
                  </a:lnTo>
                  <a:lnTo>
                    <a:pt x="3301" y="78"/>
                  </a:lnTo>
                  <a:lnTo>
                    <a:pt x="3298" y="81"/>
                  </a:lnTo>
                  <a:lnTo>
                    <a:pt x="3199" y="81"/>
                  </a:lnTo>
                  <a:lnTo>
                    <a:pt x="3199" y="104"/>
                  </a:lnTo>
                  <a:lnTo>
                    <a:pt x="3196" y="108"/>
                  </a:lnTo>
                  <a:lnTo>
                    <a:pt x="3193" y="92"/>
                  </a:lnTo>
                  <a:lnTo>
                    <a:pt x="3196" y="87"/>
                  </a:lnTo>
                  <a:lnTo>
                    <a:pt x="3187" y="81"/>
                  </a:lnTo>
                  <a:lnTo>
                    <a:pt x="3170" y="81"/>
                  </a:lnTo>
                  <a:lnTo>
                    <a:pt x="3167" y="78"/>
                  </a:lnTo>
                  <a:lnTo>
                    <a:pt x="3164" y="81"/>
                  </a:lnTo>
                  <a:lnTo>
                    <a:pt x="3048" y="81"/>
                  </a:lnTo>
                  <a:lnTo>
                    <a:pt x="3042" y="87"/>
                  </a:lnTo>
                  <a:lnTo>
                    <a:pt x="3042" y="390"/>
                  </a:lnTo>
                  <a:lnTo>
                    <a:pt x="2994" y="390"/>
                  </a:lnTo>
                  <a:lnTo>
                    <a:pt x="2991" y="393"/>
                  </a:lnTo>
                  <a:lnTo>
                    <a:pt x="2985" y="390"/>
                  </a:lnTo>
                  <a:lnTo>
                    <a:pt x="2980" y="393"/>
                  </a:lnTo>
                  <a:lnTo>
                    <a:pt x="2961" y="393"/>
                  </a:lnTo>
                  <a:lnTo>
                    <a:pt x="2958" y="390"/>
                  </a:lnTo>
                  <a:lnTo>
                    <a:pt x="2955" y="393"/>
                  </a:lnTo>
                  <a:lnTo>
                    <a:pt x="2720" y="393"/>
                  </a:lnTo>
                  <a:lnTo>
                    <a:pt x="2717" y="390"/>
                  </a:lnTo>
                  <a:lnTo>
                    <a:pt x="2717" y="150"/>
                  </a:lnTo>
                  <a:lnTo>
                    <a:pt x="2714" y="147"/>
                  </a:lnTo>
                  <a:lnTo>
                    <a:pt x="2717" y="143"/>
                  </a:lnTo>
                  <a:lnTo>
                    <a:pt x="2717" y="87"/>
                  </a:lnTo>
                  <a:lnTo>
                    <a:pt x="2711" y="81"/>
                  </a:lnTo>
                  <a:lnTo>
                    <a:pt x="2572" y="81"/>
                  </a:lnTo>
                  <a:lnTo>
                    <a:pt x="2567" y="87"/>
                  </a:lnTo>
                  <a:lnTo>
                    <a:pt x="2567" y="393"/>
                  </a:lnTo>
                  <a:lnTo>
                    <a:pt x="2398" y="393"/>
                  </a:lnTo>
                  <a:lnTo>
                    <a:pt x="2398" y="369"/>
                  </a:lnTo>
                  <a:lnTo>
                    <a:pt x="2395" y="360"/>
                  </a:lnTo>
                  <a:lnTo>
                    <a:pt x="2398" y="357"/>
                  </a:lnTo>
                  <a:lnTo>
                    <a:pt x="2398" y="195"/>
                  </a:lnTo>
                  <a:lnTo>
                    <a:pt x="2395" y="192"/>
                  </a:lnTo>
                  <a:lnTo>
                    <a:pt x="2398" y="182"/>
                  </a:lnTo>
                  <a:lnTo>
                    <a:pt x="2398" y="143"/>
                  </a:lnTo>
                  <a:lnTo>
                    <a:pt x="2395" y="140"/>
                  </a:lnTo>
                  <a:lnTo>
                    <a:pt x="2398" y="131"/>
                  </a:lnTo>
                  <a:lnTo>
                    <a:pt x="2398" y="87"/>
                  </a:lnTo>
                  <a:lnTo>
                    <a:pt x="2391" y="81"/>
                  </a:lnTo>
                  <a:lnTo>
                    <a:pt x="2267" y="81"/>
                  </a:lnTo>
                  <a:lnTo>
                    <a:pt x="2264" y="84"/>
                  </a:lnTo>
                  <a:lnTo>
                    <a:pt x="2258" y="81"/>
                  </a:lnTo>
                  <a:lnTo>
                    <a:pt x="2248" y="90"/>
                  </a:lnTo>
                  <a:lnTo>
                    <a:pt x="2248" y="189"/>
                  </a:lnTo>
                  <a:lnTo>
                    <a:pt x="2251" y="192"/>
                  </a:lnTo>
                  <a:lnTo>
                    <a:pt x="2248" y="209"/>
                  </a:lnTo>
                  <a:lnTo>
                    <a:pt x="2251" y="212"/>
                  </a:lnTo>
                  <a:lnTo>
                    <a:pt x="2248" y="221"/>
                  </a:lnTo>
                  <a:lnTo>
                    <a:pt x="2251" y="228"/>
                  </a:lnTo>
                  <a:lnTo>
                    <a:pt x="2248" y="231"/>
                  </a:lnTo>
                  <a:lnTo>
                    <a:pt x="2251" y="234"/>
                  </a:lnTo>
                  <a:lnTo>
                    <a:pt x="2248" y="242"/>
                  </a:lnTo>
                  <a:lnTo>
                    <a:pt x="2251" y="245"/>
                  </a:lnTo>
                  <a:lnTo>
                    <a:pt x="2248" y="248"/>
                  </a:lnTo>
                  <a:lnTo>
                    <a:pt x="2248" y="304"/>
                  </a:lnTo>
                  <a:lnTo>
                    <a:pt x="2251" y="307"/>
                  </a:lnTo>
                  <a:lnTo>
                    <a:pt x="2248" y="315"/>
                  </a:lnTo>
                  <a:lnTo>
                    <a:pt x="2251" y="324"/>
                  </a:lnTo>
                  <a:lnTo>
                    <a:pt x="2248" y="327"/>
                  </a:lnTo>
                  <a:lnTo>
                    <a:pt x="2248" y="382"/>
                  </a:lnTo>
                  <a:lnTo>
                    <a:pt x="2251" y="388"/>
                  </a:lnTo>
                  <a:lnTo>
                    <a:pt x="2248" y="393"/>
                  </a:lnTo>
                  <a:lnTo>
                    <a:pt x="2082" y="393"/>
                  </a:lnTo>
                  <a:lnTo>
                    <a:pt x="2079" y="390"/>
                  </a:lnTo>
                  <a:lnTo>
                    <a:pt x="2079" y="84"/>
                  </a:lnTo>
                  <a:lnTo>
                    <a:pt x="2063" y="81"/>
                  </a:lnTo>
                  <a:lnTo>
                    <a:pt x="2030" y="81"/>
                  </a:lnTo>
                  <a:lnTo>
                    <a:pt x="2027" y="84"/>
                  </a:lnTo>
                  <a:lnTo>
                    <a:pt x="2018" y="81"/>
                  </a:lnTo>
                  <a:lnTo>
                    <a:pt x="1974" y="81"/>
                  </a:lnTo>
                  <a:lnTo>
                    <a:pt x="1968" y="84"/>
                  </a:lnTo>
                  <a:lnTo>
                    <a:pt x="1935" y="81"/>
                  </a:lnTo>
                  <a:lnTo>
                    <a:pt x="1929" y="87"/>
                  </a:lnTo>
                  <a:lnTo>
                    <a:pt x="1929" y="327"/>
                  </a:lnTo>
                  <a:lnTo>
                    <a:pt x="1932" y="340"/>
                  </a:lnTo>
                  <a:lnTo>
                    <a:pt x="1929" y="343"/>
                  </a:lnTo>
                  <a:lnTo>
                    <a:pt x="1932" y="349"/>
                  </a:lnTo>
                  <a:lnTo>
                    <a:pt x="1929" y="357"/>
                  </a:lnTo>
                  <a:lnTo>
                    <a:pt x="1929" y="379"/>
                  </a:lnTo>
                  <a:lnTo>
                    <a:pt x="1932" y="390"/>
                  </a:lnTo>
                  <a:lnTo>
                    <a:pt x="1929" y="393"/>
                  </a:lnTo>
                  <a:lnTo>
                    <a:pt x="1756" y="393"/>
                  </a:lnTo>
                  <a:lnTo>
                    <a:pt x="1756" y="87"/>
                  </a:lnTo>
                  <a:lnTo>
                    <a:pt x="1752" y="81"/>
                  </a:lnTo>
                  <a:lnTo>
                    <a:pt x="1610" y="81"/>
                  </a:lnTo>
                  <a:lnTo>
                    <a:pt x="1604" y="90"/>
                  </a:lnTo>
                  <a:lnTo>
                    <a:pt x="1604" y="111"/>
                  </a:lnTo>
                  <a:lnTo>
                    <a:pt x="1602" y="111"/>
                  </a:lnTo>
                  <a:lnTo>
                    <a:pt x="1602" y="87"/>
                  </a:lnTo>
                  <a:lnTo>
                    <a:pt x="1596" y="81"/>
                  </a:lnTo>
                  <a:lnTo>
                    <a:pt x="1450" y="81"/>
                  </a:lnTo>
                  <a:lnTo>
                    <a:pt x="1450" y="390"/>
                  </a:lnTo>
                  <a:lnTo>
                    <a:pt x="1446" y="393"/>
                  </a:lnTo>
                  <a:lnTo>
                    <a:pt x="1356" y="393"/>
                  </a:lnTo>
                  <a:lnTo>
                    <a:pt x="1353" y="390"/>
                  </a:lnTo>
                  <a:lnTo>
                    <a:pt x="1350" y="393"/>
                  </a:lnTo>
                  <a:lnTo>
                    <a:pt x="1121" y="393"/>
                  </a:lnTo>
                  <a:lnTo>
                    <a:pt x="1116" y="373"/>
                  </a:lnTo>
                  <a:lnTo>
                    <a:pt x="1116" y="354"/>
                  </a:lnTo>
                  <a:lnTo>
                    <a:pt x="1118" y="349"/>
                  </a:lnTo>
                  <a:lnTo>
                    <a:pt x="1116" y="346"/>
                  </a:lnTo>
                  <a:lnTo>
                    <a:pt x="1118" y="343"/>
                  </a:lnTo>
                  <a:lnTo>
                    <a:pt x="1116" y="337"/>
                  </a:lnTo>
                  <a:lnTo>
                    <a:pt x="1116" y="327"/>
                  </a:lnTo>
                  <a:lnTo>
                    <a:pt x="1118" y="318"/>
                  </a:lnTo>
                  <a:lnTo>
                    <a:pt x="1116" y="313"/>
                  </a:lnTo>
                  <a:lnTo>
                    <a:pt x="1116" y="298"/>
                  </a:lnTo>
                  <a:lnTo>
                    <a:pt x="1118" y="295"/>
                  </a:lnTo>
                  <a:lnTo>
                    <a:pt x="1118" y="237"/>
                  </a:lnTo>
                  <a:lnTo>
                    <a:pt x="1116" y="234"/>
                  </a:lnTo>
                  <a:lnTo>
                    <a:pt x="1118" y="224"/>
                  </a:lnTo>
                  <a:lnTo>
                    <a:pt x="1116" y="218"/>
                  </a:lnTo>
                  <a:lnTo>
                    <a:pt x="1118" y="209"/>
                  </a:lnTo>
                  <a:lnTo>
                    <a:pt x="1116" y="198"/>
                  </a:lnTo>
                  <a:lnTo>
                    <a:pt x="1118" y="182"/>
                  </a:lnTo>
                  <a:lnTo>
                    <a:pt x="1116" y="179"/>
                  </a:lnTo>
                  <a:lnTo>
                    <a:pt x="1118" y="159"/>
                  </a:lnTo>
                  <a:lnTo>
                    <a:pt x="1116" y="153"/>
                  </a:lnTo>
                  <a:lnTo>
                    <a:pt x="1118" y="143"/>
                  </a:lnTo>
                  <a:lnTo>
                    <a:pt x="1118" y="126"/>
                  </a:lnTo>
                  <a:lnTo>
                    <a:pt x="1116" y="120"/>
                  </a:lnTo>
                  <a:lnTo>
                    <a:pt x="1118" y="98"/>
                  </a:lnTo>
                  <a:lnTo>
                    <a:pt x="1116" y="95"/>
                  </a:lnTo>
                  <a:lnTo>
                    <a:pt x="1118" y="90"/>
                  </a:lnTo>
                  <a:lnTo>
                    <a:pt x="1116" y="81"/>
                  </a:lnTo>
                  <a:lnTo>
                    <a:pt x="970" y="81"/>
                  </a:lnTo>
                  <a:lnTo>
                    <a:pt x="970" y="393"/>
                  </a:lnTo>
                  <a:lnTo>
                    <a:pt x="802" y="393"/>
                  </a:lnTo>
                  <a:lnTo>
                    <a:pt x="799" y="334"/>
                  </a:lnTo>
                  <a:lnTo>
                    <a:pt x="802" y="327"/>
                  </a:lnTo>
                  <a:lnTo>
                    <a:pt x="799" y="315"/>
                  </a:lnTo>
                  <a:lnTo>
                    <a:pt x="802" y="310"/>
                  </a:lnTo>
                  <a:lnTo>
                    <a:pt x="799" y="304"/>
                  </a:lnTo>
                  <a:lnTo>
                    <a:pt x="802" y="295"/>
                  </a:lnTo>
                  <a:lnTo>
                    <a:pt x="799" y="288"/>
                  </a:lnTo>
                  <a:lnTo>
                    <a:pt x="802" y="251"/>
                  </a:lnTo>
                  <a:lnTo>
                    <a:pt x="799" y="245"/>
                  </a:lnTo>
                  <a:lnTo>
                    <a:pt x="802" y="242"/>
                  </a:lnTo>
                  <a:lnTo>
                    <a:pt x="799" y="237"/>
                  </a:lnTo>
                  <a:lnTo>
                    <a:pt x="799" y="215"/>
                  </a:lnTo>
                  <a:lnTo>
                    <a:pt x="802" y="212"/>
                  </a:lnTo>
                  <a:lnTo>
                    <a:pt x="799" y="206"/>
                  </a:lnTo>
                  <a:lnTo>
                    <a:pt x="799" y="189"/>
                  </a:lnTo>
                  <a:lnTo>
                    <a:pt x="802" y="179"/>
                  </a:lnTo>
                  <a:lnTo>
                    <a:pt x="799" y="167"/>
                  </a:lnTo>
                  <a:lnTo>
                    <a:pt x="802" y="159"/>
                  </a:lnTo>
                  <a:lnTo>
                    <a:pt x="799" y="156"/>
                  </a:lnTo>
                  <a:lnTo>
                    <a:pt x="802" y="147"/>
                  </a:lnTo>
                  <a:lnTo>
                    <a:pt x="799" y="140"/>
                  </a:lnTo>
                  <a:lnTo>
                    <a:pt x="799" y="131"/>
                  </a:lnTo>
                  <a:lnTo>
                    <a:pt x="802" y="128"/>
                  </a:lnTo>
                  <a:lnTo>
                    <a:pt x="799" y="123"/>
                  </a:lnTo>
                  <a:lnTo>
                    <a:pt x="799" y="98"/>
                  </a:lnTo>
                  <a:lnTo>
                    <a:pt x="802" y="95"/>
                  </a:lnTo>
                  <a:lnTo>
                    <a:pt x="792" y="81"/>
                  </a:lnTo>
                  <a:lnTo>
                    <a:pt x="766" y="81"/>
                  </a:lnTo>
                  <a:lnTo>
                    <a:pt x="763" y="84"/>
                  </a:lnTo>
                  <a:lnTo>
                    <a:pt x="754" y="81"/>
                  </a:lnTo>
                  <a:lnTo>
                    <a:pt x="747" y="84"/>
                  </a:lnTo>
                  <a:lnTo>
                    <a:pt x="724" y="81"/>
                  </a:lnTo>
                  <a:lnTo>
                    <a:pt x="718" y="84"/>
                  </a:lnTo>
                  <a:lnTo>
                    <a:pt x="708" y="81"/>
                  </a:lnTo>
                  <a:lnTo>
                    <a:pt x="707" y="84"/>
                  </a:lnTo>
                  <a:lnTo>
                    <a:pt x="704" y="81"/>
                  </a:lnTo>
                  <a:lnTo>
                    <a:pt x="698" y="84"/>
                  </a:lnTo>
                  <a:lnTo>
                    <a:pt x="659" y="84"/>
                  </a:lnTo>
                  <a:lnTo>
                    <a:pt x="652" y="90"/>
                  </a:lnTo>
                  <a:lnTo>
                    <a:pt x="652" y="346"/>
                  </a:lnTo>
                  <a:lnTo>
                    <a:pt x="655" y="349"/>
                  </a:lnTo>
                  <a:lnTo>
                    <a:pt x="652" y="351"/>
                  </a:lnTo>
                  <a:lnTo>
                    <a:pt x="655" y="354"/>
                  </a:lnTo>
                  <a:lnTo>
                    <a:pt x="652" y="363"/>
                  </a:lnTo>
                  <a:lnTo>
                    <a:pt x="655" y="366"/>
                  </a:lnTo>
                  <a:lnTo>
                    <a:pt x="652" y="376"/>
                  </a:lnTo>
                  <a:lnTo>
                    <a:pt x="655" y="390"/>
                  </a:lnTo>
                  <a:lnTo>
                    <a:pt x="649" y="393"/>
                  </a:lnTo>
                  <a:lnTo>
                    <a:pt x="632" y="393"/>
                  </a:lnTo>
                  <a:lnTo>
                    <a:pt x="618" y="396"/>
                  </a:lnTo>
                  <a:lnTo>
                    <a:pt x="609" y="393"/>
                  </a:lnTo>
                  <a:lnTo>
                    <a:pt x="606" y="396"/>
                  </a:lnTo>
                  <a:lnTo>
                    <a:pt x="603" y="393"/>
                  </a:lnTo>
                  <a:lnTo>
                    <a:pt x="596" y="396"/>
                  </a:lnTo>
                  <a:lnTo>
                    <a:pt x="570" y="396"/>
                  </a:lnTo>
                  <a:lnTo>
                    <a:pt x="567" y="393"/>
                  </a:lnTo>
                  <a:lnTo>
                    <a:pt x="564" y="396"/>
                  </a:lnTo>
                  <a:lnTo>
                    <a:pt x="484" y="396"/>
                  </a:lnTo>
                  <a:lnTo>
                    <a:pt x="484" y="385"/>
                  </a:lnTo>
                  <a:lnTo>
                    <a:pt x="481" y="382"/>
                  </a:lnTo>
                  <a:lnTo>
                    <a:pt x="484" y="376"/>
                  </a:lnTo>
                  <a:lnTo>
                    <a:pt x="481" y="373"/>
                  </a:lnTo>
                  <a:lnTo>
                    <a:pt x="484" y="363"/>
                  </a:lnTo>
                  <a:lnTo>
                    <a:pt x="481" y="360"/>
                  </a:lnTo>
                  <a:lnTo>
                    <a:pt x="484" y="351"/>
                  </a:lnTo>
                  <a:lnTo>
                    <a:pt x="481" y="346"/>
                  </a:lnTo>
                  <a:lnTo>
                    <a:pt x="484" y="337"/>
                  </a:lnTo>
                  <a:lnTo>
                    <a:pt x="481" y="327"/>
                  </a:lnTo>
                  <a:lnTo>
                    <a:pt x="484" y="318"/>
                  </a:lnTo>
                  <a:lnTo>
                    <a:pt x="484" y="304"/>
                  </a:lnTo>
                  <a:lnTo>
                    <a:pt x="481" y="295"/>
                  </a:lnTo>
                  <a:lnTo>
                    <a:pt x="484" y="291"/>
                  </a:lnTo>
                  <a:lnTo>
                    <a:pt x="481" y="282"/>
                  </a:lnTo>
                  <a:lnTo>
                    <a:pt x="484" y="279"/>
                  </a:lnTo>
                  <a:lnTo>
                    <a:pt x="484" y="167"/>
                  </a:lnTo>
                  <a:lnTo>
                    <a:pt x="481" y="165"/>
                  </a:lnTo>
                  <a:lnTo>
                    <a:pt x="484" y="156"/>
                  </a:lnTo>
                  <a:lnTo>
                    <a:pt x="481" y="137"/>
                  </a:lnTo>
                  <a:lnTo>
                    <a:pt x="481" y="101"/>
                  </a:lnTo>
                  <a:lnTo>
                    <a:pt x="484" y="92"/>
                  </a:lnTo>
                  <a:lnTo>
                    <a:pt x="475" y="87"/>
                  </a:lnTo>
                  <a:lnTo>
                    <a:pt x="456" y="87"/>
                  </a:lnTo>
                  <a:lnTo>
                    <a:pt x="453" y="84"/>
                  </a:lnTo>
                  <a:lnTo>
                    <a:pt x="450" y="87"/>
                  </a:lnTo>
                  <a:lnTo>
                    <a:pt x="335" y="87"/>
                  </a:lnTo>
                  <a:lnTo>
                    <a:pt x="329" y="95"/>
                  </a:lnTo>
                  <a:lnTo>
                    <a:pt x="332" y="114"/>
                  </a:lnTo>
                  <a:lnTo>
                    <a:pt x="329" y="117"/>
                  </a:lnTo>
                  <a:lnTo>
                    <a:pt x="329" y="92"/>
                  </a:lnTo>
                  <a:lnTo>
                    <a:pt x="322" y="87"/>
                  </a:lnTo>
                  <a:lnTo>
                    <a:pt x="220" y="87"/>
                  </a:lnTo>
                  <a:lnTo>
                    <a:pt x="216" y="90"/>
                  </a:lnTo>
                  <a:lnTo>
                    <a:pt x="213" y="87"/>
                  </a:lnTo>
                  <a:lnTo>
                    <a:pt x="204" y="90"/>
                  </a:lnTo>
                  <a:lnTo>
                    <a:pt x="201" y="87"/>
                  </a:lnTo>
                  <a:lnTo>
                    <a:pt x="195" y="90"/>
                  </a:lnTo>
                  <a:lnTo>
                    <a:pt x="187" y="87"/>
                  </a:lnTo>
                  <a:lnTo>
                    <a:pt x="171" y="90"/>
                  </a:lnTo>
                  <a:lnTo>
                    <a:pt x="171" y="399"/>
                  </a:lnTo>
                  <a:lnTo>
                    <a:pt x="9" y="399"/>
                  </a:lnTo>
                  <a:lnTo>
                    <a:pt x="3" y="388"/>
                  </a:lnTo>
                  <a:lnTo>
                    <a:pt x="3" y="279"/>
                  </a:lnTo>
                  <a:lnTo>
                    <a:pt x="0" y="276"/>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95" name="未知">
              <a:extLst>
                <a:ext uri="{FF2B5EF4-FFF2-40B4-BE49-F238E27FC236}">
                  <a16:creationId xmlns:a16="http://schemas.microsoft.com/office/drawing/2014/main" id="{6D659EC1-C651-41CD-B761-E03C35D1CC40}"/>
                </a:ext>
              </a:extLst>
            </p:cNvPr>
            <p:cNvSpPr>
              <a:spLocks/>
            </p:cNvSpPr>
            <p:nvPr/>
          </p:nvSpPr>
          <p:spPr bwMode="auto">
            <a:xfrm>
              <a:off x="706" y="1452"/>
              <a:ext cx="6" cy="112"/>
            </a:xfrm>
            <a:custGeom>
              <a:avLst/>
              <a:gdLst>
                <a:gd name="T0" fmla="*/ 0 w 6"/>
                <a:gd name="T1" fmla="*/ 111 h 112"/>
                <a:gd name="T2" fmla="*/ 0 w 6"/>
                <a:gd name="T3" fmla="*/ 0 h 112"/>
                <a:gd name="T4" fmla="*/ 3 w 6"/>
                <a:gd name="T5" fmla="*/ 0 h 112"/>
                <a:gd name="T6" fmla="*/ 5 w 6"/>
                <a:gd name="T7" fmla="*/ 6 h 112"/>
                <a:gd name="T8" fmla="*/ 5 w 6"/>
                <a:gd name="T9" fmla="*/ 38 h 112"/>
                <a:gd name="T10" fmla="*/ 3 w 6"/>
                <a:gd name="T11" fmla="*/ 47 h 112"/>
                <a:gd name="T12" fmla="*/ 5 w 6"/>
                <a:gd name="T13" fmla="*/ 50 h 112"/>
                <a:gd name="T14" fmla="*/ 3 w 6"/>
                <a:gd name="T15" fmla="*/ 59 h 112"/>
                <a:gd name="T16" fmla="*/ 5 w 6"/>
                <a:gd name="T17" fmla="*/ 63 h 112"/>
                <a:gd name="T18" fmla="*/ 3 w 6"/>
                <a:gd name="T19" fmla="*/ 66 h 112"/>
                <a:gd name="T20" fmla="*/ 5 w 6"/>
                <a:gd name="T21" fmla="*/ 72 h 112"/>
                <a:gd name="T22" fmla="*/ 5 w 6"/>
                <a:gd name="T23" fmla="*/ 102 h 112"/>
                <a:gd name="T24" fmla="*/ 3 w 6"/>
                <a:gd name="T25" fmla="*/ 111 h 112"/>
                <a:gd name="T26" fmla="*/ 0 w 6"/>
                <a:gd name="T27" fmla="*/ 111 h 1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 h="112">
                  <a:moveTo>
                    <a:pt x="0" y="111"/>
                  </a:moveTo>
                  <a:lnTo>
                    <a:pt x="0" y="0"/>
                  </a:lnTo>
                  <a:lnTo>
                    <a:pt x="3" y="0"/>
                  </a:lnTo>
                  <a:lnTo>
                    <a:pt x="5" y="6"/>
                  </a:lnTo>
                  <a:lnTo>
                    <a:pt x="5" y="38"/>
                  </a:lnTo>
                  <a:lnTo>
                    <a:pt x="3" y="47"/>
                  </a:lnTo>
                  <a:lnTo>
                    <a:pt x="5" y="50"/>
                  </a:lnTo>
                  <a:lnTo>
                    <a:pt x="3" y="59"/>
                  </a:lnTo>
                  <a:lnTo>
                    <a:pt x="5" y="63"/>
                  </a:lnTo>
                  <a:lnTo>
                    <a:pt x="3" y="66"/>
                  </a:lnTo>
                  <a:lnTo>
                    <a:pt x="5" y="72"/>
                  </a:lnTo>
                  <a:lnTo>
                    <a:pt x="5" y="102"/>
                  </a:lnTo>
                  <a:lnTo>
                    <a:pt x="3" y="111"/>
                  </a:lnTo>
                  <a:lnTo>
                    <a:pt x="0" y="111"/>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96" name="未知">
              <a:extLst>
                <a:ext uri="{FF2B5EF4-FFF2-40B4-BE49-F238E27FC236}">
                  <a16:creationId xmlns:a16="http://schemas.microsoft.com/office/drawing/2014/main" id="{54880492-4F62-4413-B11A-9901A375A12A}"/>
                </a:ext>
              </a:extLst>
            </p:cNvPr>
            <p:cNvSpPr>
              <a:spLocks/>
            </p:cNvSpPr>
            <p:nvPr/>
          </p:nvSpPr>
          <p:spPr bwMode="auto">
            <a:xfrm>
              <a:off x="706" y="1313"/>
              <a:ext cx="6" cy="111"/>
            </a:xfrm>
            <a:custGeom>
              <a:avLst/>
              <a:gdLst>
                <a:gd name="T0" fmla="*/ 0 w 6"/>
                <a:gd name="T1" fmla="*/ 107 h 111"/>
                <a:gd name="T2" fmla="*/ 0 w 6"/>
                <a:gd name="T3" fmla="*/ 0 h 111"/>
                <a:gd name="T4" fmla="*/ 3 w 6"/>
                <a:gd name="T5" fmla="*/ 0 h 111"/>
                <a:gd name="T6" fmla="*/ 3 w 6"/>
                <a:gd name="T7" fmla="*/ 64 h 111"/>
                <a:gd name="T8" fmla="*/ 5 w 6"/>
                <a:gd name="T9" fmla="*/ 65 h 111"/>
                <a:gd name="T10" fmla="*/ 3 w 6"/>
                <a:gd name="T11" fmla="*/ 74 h 111"/>
                <a:gd name="T12" fmla="*/ 3 w 6"/>
                <a:gd name="T13" fmla="*/ 110 h 111"/>
                <a:gd name="T14" fmla="*/ 0 w 6"/>
                <a:gd name="T15" fmla="*/ 107 h 11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 h="111">
                  <a:moveTo>
                    <a:pt x="0" y="107"/>
                  </a:moveTo>
                  <a:lnTo>
                    <a:pt x="0" y="0"/>
                  </a:lnTo>
                  <a:lnTo>
                    <a:pt x="3" y="0"/>
                  </a:lnTo>
                  <a:lnTo>
                    <a:pt x="3" y="64"/>
                  </a:lnTo>
                  <a:lnTo>
                    <a:pt x="5" y="65"/>
                  </a:lnTo>
                  <a:lnTo>
                    <a:pt x="3" y="74"/>
                  </a:lnTo>
                  <a:lnTo>
                    <a:pt x="3" y="110"/>
                  </a:lnTo>
                  <a:lnTo>
                    <a:pt x="0" y="107"/>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97" name="未知">
              <a:extLst>
                <a:ext uri="{FF2B5EF4-FFF2-40B4-BE49-F238E27FC236}">
                  <a16:creationId xmlns:a16="http://schemas.microsoft.com/office/drawing/2014/main" id="{CE0FAD45-AC13-40FE-82C3-9D1BB4B31849}"/>
                </a:ext>
              </a:extLst>
            </p:cNvPr>
            <p:cNvSpPr>
              <a:spLocks/>
            </p:cNvSpPr>
            <p:nvPr/>
          </p:nvSpPr>
          <p:spPr bwMode="auto">
            <a:xfrm>
              <a:off x="706" y="1155"/>
              <a:ext cx="3512" cy="409"/>
            </a:xfrm>
            <a:custGeom>
              <a:avLst/>
              <a:gdLst>
                <a:gd name="T0" fmla="*/ 168 w 3512"/>
                <a:gd name="T1" fmla="*/ 33 h 409"/>
                <a:gd name="T2" fmla="*/ 268 w 3512"/>
                <a:gd name="T3" fmla="*/ 329 h 409"/>
                <a:gd name="T4" fmla="*/ 478 w 3512"/>
                <a:gd name="T5" fmla="*/ 304 h 409"/>
                <a:gd name="T6" fmla="*/ 954 w 3512"/>
                <a:gd name="T7" fmla="*/ 322 h 409"/>
                <a:gd name="T8" fmla="*/ 1043 w 3512"/>
                <a:gd name="T9" fmla="*/ 2 h 409"/>
                <a:gd name="T10" fmla="*/ 1281 w 3512"/>
                <a:gd name="T11" fmla="*/ 293 h 409"/>
                <a:gd name="T12" fmla="*/ 1601 w 3512"/>
                <a:gd name="T13" fmla="*/ 2 h 409"/>
                <a:gd name="T14" fmla="*/ 1769 w 3512"/>
                <a:gd name="T15" fmla="*/ 5 h 409"/>
                <a:gd name="T16" fmla="*/ 1881 w 3512"/>
                <a:gd name="T17" fmla="*/ 5 h 409"/>
                <a:gd name="T18" fmla="*/ 2001 w 3512"/>
                <a:gd name="T19" fmla="*/ 5 h 409"/>
                <a:gd name="T20" fmla="*/ 2086 w 3512"/>
                <a:gd name="T21" fmla="*/ 40 h 409"/>
                <a:gd name="T22" fmla="*/ 2086 w 3512"/>
                <a:gd name="T23" fmla="*/ 215 h 409"/>
                <a:gd name="T24" fmla="*/ 2231 w 3512"/>
                <a:gd name="T25" fmla="*/ 322 h 409"/>
                <a:gd name="T26" fmla="*/ 2236 w 3512"/>
                <a:gd name="T27" fmla="*/ 209 h 409"/>
                <a:gd name="T28" fmla="*/ 2236 w 3512"/>
                <a:gd name="T29" fmla="*/ 107 h 409"/>
                <a:gd name="T30" fmla="*/ 2404 w 3512"/>
                <a:gd name="T31" fmla="*/ 5 h 409"/>
                <a:gd name="T32" fmla="*/ 2552 w 3512"/>
                <a:gd name="T33" fmla="*/ 274 h 409"/>
                <a:gd name="T34" fmla="*/ 2722 w 3512"/>
                <a:gd name="T35" fmla="*/ 2 h 409"/>
                <a:gd name="T36" fmla="*/ 2871 w 3512"/>
                <a:gd name="T37" fmla="*/ 297 h 409"/>
                <a:gd name="T38" fmla="*/ 3030 w 3512"/>
                <a:gd name="T39" fmla="*/ 301 h 409"/>
                <a:gd name="T40" fmla="*/ 3027 w 3512"/>
                <a:gd name="T41" fmla="*/ 160 h 409"/>
                <a:gd name="T42" fmla="*/ 3105 w 3512"/>
                <a:gd name="T43" fmla="*/ 2 h 409"/>
                <a:gd name="T44" fmla="*/ 3200 w 3512"/>
                <a:gd name="T45" fmla="*/ 2 h 409"/>
                <a:gd name="T46" fmla="*/ 3346 w 3512"/>
                <a:gd name="T47" fmla="*/ 248 h 409"/>
                <a:gd name="T48" fmla="*/ 3343 w 3512"/>
                <a:gd name="T49" fmla="*/ 107 h 409"/>
                <a:gd name="T50" fmla="*/ 3447 w 3512"/>
                <a:gd name="T51" fmla="*/ 0 h 409"/>
                <a:gd name="T52" fmla="*/ 3505 w 3512"/>
                <a:gd name="T53" fmla="*/ 112 h 409"/>
                <a:gd name="T54" fmla="*/ 3453 w 3512"/>
                <a:gd name="T55" fmla="*/ 11 h 409"/>
                <a:gd name="T56" fmla="*/ 3310 w 3512"/>
                <a:gd name="T57" fmla="*/ 333 h 409"/>
                <a:gd name="T58" fmla="*/ 3203 w 3512"/>
                <a:gd name="T59" fmla="*/ 333 h 409"/>
                <a:gd name="T60" fmla="*/ 3045 w 3512"/>
                <a:gd name="T61" fmla="*/ 14 h 409"/>
                <a:gd name="T62" fmla="*/ 2874 w 3512"/>
                <a:gd name="T63" fmla="*/ 377 h 409"/>
                <a:gd name="T64" fmla="*/ 2714 w 3512"/>
                <a:gd name="T65" fmla="*/ 265 h 409"/>
                <a:gd name="T66" fmla="*/ 2711 w 3512"/>
                <a:gd name="T67" fmla="*/ 212 h 409"/>
                <a:gd name="T68" fmla="*/ 2714 w 3512"/>
                <a:gd name="T69" fmla="*/ 125 h 409"/>
                <a:gd name="T70" fmla="*/ 2711 w 3512"/>
                <a:gd name="T71" fmla="*/ 40 h 409"/>
                <a:gd name="T72" fmla="*/ 2555 w 3512"/>
                <a:gd name="T73" fmla="*/ 383 h 409"/>
                <a:gd name="T74" fmla="*/ 2395 w 3512"/>
                <a:gd name="T75" fmla="*/ 277 h 409"/>
                <a:gd name="T76" fmla="*/ 2392 w 3512"/>
                <a:gd name="T77" fmla="*/ 185 h 409"/>
                <a:gd name="T78" fmla="*/ 2395 w 3512"/>
                <a:gd name="T79" fmla="*/ 69 h 409"/>
                <a:gd name="T80" fmla="*/ 2300 w 3512"/>
                <a:gd name="T81" fmla="*/ 17 h 409"/>
                <a:gd name="T82" fmla="*/ 2239 w 3512"/>
                <a:gd name="T83" fmla="*/ 402 h 409"/>
                <a:gd name="T84" fmla="*/ 2108 w 3512"/>
                <a:gd name="T85" fmla="*/ 335 h 409"/>
                <a:gd name="T86" fmla="*/ 1923 w 3512"/>
                <a:gd name="T87" fmla="*/ 17 h 409"/>
                <a:gd name="T88" fmla="*/ 1890 w 3512"/>
                <a:gd name="T89" fmla="*/ 17 h 409"/>
                <a:gd name="T90" fmla="*/ 1763 w 3512"/>
                <a:gd name="T91" fmla="*/ 95 h 409"/>
                <a:gd name="T92" fmla="*/ 1766 w 3512"/>
                <a:gd name="T93" fmla="*/ 301 h 409"/>
                <a:gd name="T94" fmla="*/ 1599 w 3512"/>
                <a:gd name="T95" fmla="*/ 338 h 409"/>
                <a:gd name="T96" fmla="*/ 1596 w 3512"/>
                <a:gd name="T97" fmla="*/ 257 h 409"/>
                <a:gd name="T98" fmla="*/ 1593 w 3512"/>
                <a:gd name="T99" fmla="*/ 30 h 409"/>
                <a:gd name="T100" fmla="*/ 1115 w 3512"/>
                <a:gd name="T101" fmla="*/ 335 h 409"/>
                <a:gd name="T102" fmla="*/ 1115 w 3512"/>
                <a:gd name="T103" fmla="*/ 193 h 409"/>
                <a:gd name="T104" fmla="*/ 967 w 3512"/>
                <a:gd name="T105" fmla="*/ 20 h 409"/>
                <a:gd name="T106" fmla="*/ 958 w 3512"/>
                <a:gd name="T107" fmla="*/ 350 h 409"/>
                <a:gd name="T108" fmla="*/ 640 w 3512"/>
                <a:gd name="T109" fmla="*/ 95 h 409"/>
                <a:gd name="T110" fmla="*/ 637 w 3512"/>
                <a:gd name="T111" fmla="*/ 17 h 409"/>
                <a:gd name="T112" fmla="*/ 406 w 3512"/>
                <a:gd name="T113" fmla="*/ 338 h 409"/>
                <a:gd name="T114" fmla="*/ 325 w 3512"/>
                <a:gd name="T115" fmla="*/ 408 h 409"/>
                <a:gd name="T116" fmla="*/ 156 w 3512"/>
                <a:gd name="T117" fmla="*/ 338 h 409"/>
                <a:gd name="T118" fmla="*/ 146 w 3512"/>
                <a:gd name="T119" fmla="*/ 20 h 409"/>
                <a:gd name="T120" fmla="*/ 0 w 3512"/>
                <a:gd name="T121" fmla="*/ 128 h 40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3512" h="409">
                  <a:moveTo>
                    <a:pt x="0" y="128"/>
                  </a:moveTo>
                  <a:lnTo>
                    <a:pt x="0" y="17"/>
                  </a:lnTo>
                  <a:lnTo>
                    <a:pt x="6" y="11"/>
                  </a:lnTo>
                  <a:lnTo>
                    <a:pt x="93" y="11"/>
                  </a:lnTo>
                  <a:lnTo>
                    <a:pt x="97" y="8"/>
                  </a:lnTo>
                  <a:lnTo>
                    <a:pt x="106" y="11"/>
                  </a:lnTo>
                  <a:lnTo>
                    <a:pt x="117" y="8"/>
                  </a:lnTo>
                  <a:lnTo>
                    <a:pt x="126" y="11"/>
                  </a:lnTo>
                  <a:lnTo>
                    <a:pt x="162" y="8"/>
                  </a:lnTo>
                  <a:lnTo>
                    <a:pt x="168" y="17"/>
                  </a:lnTo>
                  <a:lnTo>
                    <a:pt x="168" y="33"/>
                  </a:lnTo>
                  <a:lnTo>
                    <a:pt x="165" y="37"/>
                  </a:lnTo>
                  <a:lnTo>
                    <a:pt x="168" y="40"/>
                  </a:lnTo>
                  <a:lnTo>
                    <a:pt x="168" y="325"/>
                  </a:lnTo>
                  <a:lnTo>
                    <a:pt x="177" y="333"/>
                  </a:lnTo>
                  <a:lnTo>
                    <a:pt x="201" y="329"/>
                  </a:lnTo>
                  <a:lnTo>
                    <a:pt x="204" y="333"/>
                  </a:lnTo>
                  <a:lnTo>
                    <a:pt x="210" y="329"/>
                  </a:lnTo>
                  <a:lnTo>
                    <a:pt x="224" y="329"/>
                  </a:lnTo>
                  <a:lnTo>
                    <a:pt x="230" y="333"/>
                  </a:lnTo>
                  <a:lnTo>
                    <a:pt x="237" y="329"/>
                  </a:lnTo>
                  <a:lnTo>
                    <a:pt x="268" y="329"/>
                  </a:lnTo>
                  <a:lnTo>
                    <a:pt x="274" y="333"/>
                  </a:lnTo>
                  <a:lnTo>
                    <a:pt x="280" y="329"/>
                  </a:lnTo>
                  <a:lnTo>
                    <a:pt x="322" y="329"/>
                  </a:lnTo>
                  <a:lnTo>
                    <a:pt x="325" y="296"/>
                  </a:lnTo>
                  <a:lnTo>
                    <a:pt x="329" y="304"/>
                  </a:lnTo>
                  <a:lnTo>
                    <a:pt x="325" y="313"/>
                  </a:lnTo>
                  <a:lnTo>
                    <a:pt x="329" y="329"/>
                  </a:lnTo>
                  <a:lnTo>
                    <a:pt x="472" y="329"/>
                  </a:lnTo>
                  <a:lnTo>
                    <a:pt x="481" y="319"/>
                  </a:lnTo>
                  <a:lnTo>
                    <a:pt x="478" y="313"/>
                  </a:lnTo>
                  <a:lnTo>
                    <a:pt x="478" y="304"/>
                  </a:lnTo>
                  <a:lnTo>
                    <a:pt x="481" y="296"/>
                  </a:lnTo>
                  <a:lnTo>
                    <a:pt x="478" y="290"/>
                  </a:lnTo>
                  <a:lnTo>
                    <a:pt x="478" y="254"/>
                  </a:lnTo>
                  <a:lnTo>
                    <a:pt x="481" y="251"/>
                  </a:lnTo>
                  <a:lnTo>
                    <a:pt x="478" y="248"/>
                  </a:lnTo>
                  <a:lnTo>
                    <a:pt x="478" y="8"/>
                  </a:lnTo>
                  <a:lnTo>
                    <a:pt x="483" y="5"/>
                  </a:lnTo>
                  <a:lnTo>
                    <a:pt x="805" y="5"/>
                  </a:lnTo>
                  <a:lnTo>
                    <a:pt x="808" y="8"/>
                  </a:lnTo>
                  <a:lnTo>
                    <a:pt x="808" y="322"/>
                  </a:lnTo>
                  <a:lnTo>
                    <a:pt x="954" y="322"/>
                  </a:lnTo>
                  <a:lnTo>
                    <a:pt x="954" y="5"/>
                  </a:lnTo>
                  <a:lnTo>
                    <a:pt x="961" y="5"/>
                  </a:lnTo>
                  <a:lnTo>
                    <a:pt x="964" y="2"/>
                  </a:lnTo>
                  <a:lnTo>
                    <a:pt x="972" y="5"/>
                  </a:lnTo>
                  <a:lnTo>
                    <a:pt x="978" y="2"/>
                  </a:lnTo>
                  <a:lnTo>
                    <a:pt x="987" y="5"/>
                  </a:lnTo>
                  <a:lnTo>
                    <a:pt x="1023" y="2"/>
                  </a:lnTo>
                  <a:lnTo>
                    <a:pt x="1029" y="5"/>
                  </a:lnTo>
                  <a:lnTo>
                    <a:pt x="1039" y="2"/>
                  </a:lnTo>
                  <a:lnTo>
                    <a:pt x="1042" y="5"/>
                  </a:lnTo>
                  <a:lnTo>
                    <a:pt x="1043" y="2"/>
                  </a:lnTo>
                  <a:lnTo>
                    <a:pt x="1053" y="5"/>
                  </a:lnTo>
                  <a:lnTo>
                    <a:pt x="1059" y="2"/>
                  </a:lnTo>
                  <a:lnTo>
                    <a:pt x="1065" y="5"/>
                  </a:lnTo>
                  <a:lnTo>
                    <a:pt x="1071" y="2"/>
                  </a:lnTo>
                  <a:lnTo>
                    <a:pt x="1118" y="2"/>
                  </a:lnTo>
                  <a:lnTo>
                    <a:pt x="1124" y="5"/>
                  </a:lnTo>
                  <a:lnTo>
                    <a:pt x="1124" y="322"/>
                  </a:lnTo>
                  <a:lnTo>
                    <a:pt x="1272" y="322"/>
                  </a:lnTo>
                  <a:lnTo>
                    <a:pt x="1278" y="313"/>
                  </a:lnTo>
                  <a:lnTo>
                    <a:pt x="1278" y="287"/>
                  </a:lnTo>
                  <a:lnTo>
                    <a:pt x="1281" y="293"/>
                  </a:lnTo>
                  <a:lnTo>
                    <a:pt x="1281" y="316"/>
                  </a:lnTo>
                  <a:lnTo>
                    <a:pt x="1288" y="322"/>
                  </a:lnTo>
                  <a:lnTo>
                    <a:pt x="1434" y="322"/>
                  </a:lnTo>
                  <a:lnTo>
                    <a:pt x="1434" y="5"/>
                  </a:lnTo>
                  <a:lnTo>
                    <a:pt x="1437" y="2"/>
                  </a:lnTo>
                  <a:lnTo>
                    <a:pt x="1563" y="2"/>
                  </a:lnTo>
                  <a:lnTo>
                    <a:pt x="1565" y="5"/>
                  </a:lnTo>
                  <a:lnTo>
                    <a:pt x="1571" y="2"/>
                  </a:lnTo>
                  <a:lnTo>
                    <a:pt x="1587" y="2"/>
                  </a:lnTo>
                  <a:lnTo>
                    <a:pt x="1590" y="5"/>
                  </a:lnTo>
                  <a:lnTo>
                    <a:pt x="1601" y="2"/>
                  </a:lnTo>
                  <a:lnTo>
                    <a:pt x="1604" y="5"/>
                  </a:lnTo>
                  <a:lnTo>
                    <a:pt x="1604" y="316"/>
                  </a:lnTo>
                  <a:lnTo>
                    <a:pt x="1610" y="322"/>
                  </a:lnTo>
                  <a:lnTo>
                    <a:pt x="1753" y="322"/>
                  </a:lnTo>
                  <a:lnTo>
                    <a:pt x="1753" y="62"/>
                  </a:lnTo>
                  <a:lnTo>
                    <a:pt x="1750" y="59"/>
                  </a:lnTo>
                  <a:lnTo>
                    <a:pt x="1753" y="50"/>
                  </a:lnTo>
                  <a:lnTo>
                    <a:pt x="1753" y="20"/>
                  </a:lnTo>
                  <a:lnTo>
                    <a:pt x="1750" y="17"/>
                  </a:lnTo>
                  <a:lnTo>
                    <a:pt x="1753" y="5"/>
                  </a:lnTo>
                  <a:lnTo>
                    <a:pt x="1769" y="5"/>
                  </a:lnTo>
                  <a:lnTo>
                    <a:pt x="1775" y="2"/>
                  </a:lnTo>
                  <a:lnTo>
                    <a:pt x="1789" y="5"/>
                  </a:lnTo>
                  <a:lnTo>
                    <a:pt x="1798" y="2"/>
                  </a:lnTo>
                  <a:lnTo>
                    <a:pt x="1801" y="5"/>
                  </a:lnTo>
                  <a:lnTo>
                    <a:pt x="1808" y="2"/>
                  </a:lnTo>
                  <a:lnTo>
                    <a:pt x="1823" y="2"/>
                  </a:lnTo>
                  <a:lnTo>
                    <a:pt x="1831" y="5"/>
                  </a:lnTo>
                  <a:lnTo>
                    <a:pt x="1850" y="2"/>
                  </a:lnTo>
                  <a:lnTo>
                    <a:pt x="1859" y="5"/>
                  </a:lnTo>
                  <a:lnTo>
                    <a:pt x="1870" y="2"/>
                  </a:lnTo>
                  <a:lnTo>
                    <a:pt x="1881" y="5"/>
                  </a:lnTo>
                  <a:lnTo>
                    <a:pt x="1904" y="5"/>
                  </a:lnTo>
                  <a:lnTo>
                    <a:pt x="1917" y="2"/>
                  </a:lnTo>
                  <a:lnTo>
                    <a:pt x="1926" y="5"/>
                  </a:lnTo>
                  <a:lnTo>
                    <a:pt x="1949" y="5"/>
                  </a:lnTo>
                  <a:lnTo>
                    <a:pt x="1952" y="2"/>
                  </a:lnTo>
                  <a:lnTo>
                    <a:pt x="1956" y="5"/>
                  </a:lnTo>
                  <a:lnTo>
                    <a:pt x="1962" y="2"/>
                  </a:lnTo>
                  <a:lnTo>
                    <a:pt x="1971" y="5"/>
                  </a:lnTo>
                  <a:lnTo>
                    <a:pt x="1994" y="5"/>
                  </a:lnTo>
                  <a:lnTo>
                    <a:pt x="1998" y="2"/>
                  </a:lnTo>
                  <a:lnTo>
                    <a:pt x="2001" y="5"/>
                  </a:lnTo>
                  <a:lnTo>
                    <a:pt x="2004" y="2"/>
                  </a:lnTo>
                  <a:lnTo>
                    <a:pt x="2010" y="5"/>
                  </a:lnTo>
                  <a:lnTo>
                    <a:pt x="2015" y="2"/>
                  </a:lnTo>
                  <a:lnTo>
                    <a:pt x="2027" y="5"/>
                  </a:lnTo>
                  <a:lnTo>
                    <a:pt x="2033" y="2"/>
                  </a:lnTo>
                  <a:lnTo>
                    <a:pt x="2043" y="5"/>
                  </a:lnTo>
                  <a:lnTo>
                    <a:pt x="2072" y="5"/>
                  </a:lnTo>
                  <a:lnTo>
                    <a:pt x="2075" y="2"/>
                  </a:lnTo>
                  <a:lnTo>
                    <a:pt x="2086" y="8"/>
                  </a:lnTo>
                  <a:lnTo>
                    <a:pt x="2085" y="37"/>
                  </a:lnTo>
                  <a:lnTo>
                    <a:pt x="2086" y="40"/>
                  </a:lnTo>
                  <a:lnTo>
                    <a:pt x="2085" y="50"/>
                  </a:lnTo>
                  <a:lnTo>
                    <a:pt x="2086" y="56"/>
                  </a:lnTo>
                  <a:lnTo>
                    <a:pt x="2086" y="69"/>
                  </a:lnTo>
                  <a:lnTo>
                    <a:pt x="2085" y="72"/>
                  </a:lnTo>
                  <a:lnTo>
                    <a:pt x="2086" y="76"/>
                  </a:lnTo>
                  <a:lnTo>
                    <a:pt x="2086" y="125"/>
                  </a:lnTo>
                  <a:lnTo>
                    <a:pt x="2085" y="128"/>
                  </a:lnTo>
                  <a:lnTo>
                    <a:pt x="2086" y="131"/>
                  </a:lnTo>
                  <a:lnTo>
                    <a:pt x="2086" y="202"/>
                  </a:lnTo>
                  <a:lnTo>
                    <a:pt x="2085" y="209"/>
                  </a:lnTo>
                  <a:lnTo>
                    <a:pt x="2086" y="215"/>
                  </a:lnTo>
                  <a:lnTo>
                    <a:pt x="2086" y="235"/>
                  </a:lnTo>
                  <a:lnTo>
                    <a:pt x="2085" y="238"/>
                  </a:lnTo>
                  <a:lnTo>
                    <a:pt x="2086" y="244"/>
                  </a:lnTo>
                  <a:lnTo>
                    <a:pt x="2086" y="265"/>
                  </a:lnTo>
                  <a:lnTo>
                    <a:pt x="2085" y="268"/>
                  </a:lnTo>
                  <a:lnTo>
                    <a:pt x="2086" y="274"/>
                  </a:lnTo>
                  <a:lnTo>
                    <a:pt x="2086" y="283"/>
                  </a:lnTo>
                  <a:lnTo>
                    <a:pt x="2085" y="290"/>
                  </a:lnTo>
                  <a:lnTo>
                    <a:pt x="2086" y="296"/>
                  </a:lnTo>
                  <a:lnTo>
                    <a:pt x="2086" y="322"/>
                  </a:lnTo>
                  <a:lnTo>
                    <a:pt x="2231" y="322"/>
                  </a:lnTo>
                  <a:lnTo>
                    <a:pt x="2236" y="313"/>
                  </a:lnTo>
                  <a:lnTo>
                    <a:pt x="2236" y="283"/>
                  </a:lnTo>
                  <a:lnTo>
                    <a:pt x="2234" y="277"/>
                  </a:lnTo>
                  <a:lnTo>
                    <a:pt x="2236" y="262"/>
                  </a:lnTo>
                  <a:lnTo>
                    <a:pt x="2234" y="260"/>
                  </a:lnTo>
                  <a:lnTo>
                    <a:pt x="2236" y="244"/>
                  </a:lnTo>
                  <a:lnTo>
                    <a:pt x="2234" y="241"/>
                  </a:lnTo>
                  <a:lnTo>
                    <a:pt x="2236" y="238"/>
                  </a:lnTo>
                  <a:lnTo>
                    <a:pt x="2234" y="232"/>
                  </a:lnTo>
                  <a:lnTo>
                    <a:pt x="2234" y="215"/>
                  </a:lnTo>
                  <a:lnTo>
                    <a:pt x="2236" y="209"/>
                  </a:lnTo>
                  <a:lnTo>
                    <a:pt x="2234" y="202"/>
                  </a:lnTo>
                  <a:lnTo>
                    <a:pt x="2236" y="199"/>
                  </a:lnTo>
                  <a:lnTo>
                    <a:pt x="2234" y="193"/>
                  </a:lnTo>
                  <a:lnTo>
                    <a:pt x="2234" y="157"/>
                  </a:lnTo>
                  <a:lnTo>
                    <a:pt x="2236" y="154"/>
                  </a:lnTo>
                  <a:lnTo>
                    <a:pt x="2234" y="148"/>
                  </a:lnTo>
                  <a:lnTo>
                    <a:pt x="2234" y="131"/>
                  </a:lnTo>
                  <a:lnTo>
                    <a:pt x="2236" y="125"/>
                  </a:lnTo>
                  <a:lnTo>
                    <a:pt x="2234" y="118"/>
                  </a:lnTo>
                  <a:lnTo>
                    <a:pt x="2234" y="111"/>
                  </a:lnTo>
                  <a:lnTo>
                    <a:pt x="2236" y="107"/>
                  </a:lnTo>
                  <a:lnTo>
                    <a:pt x="2234" y="101"/>
                  </a:lnTo>
                  <a:lnTo>
                    <a:pt x="2236" y="92"/>
                  </a:lnTo>
                  <a:lnTo>
                    <a:pt x="2234" y="83"/>
                  </a:lnTo>
                  <a:lnTo>
                    <a:pt x="2236" y="79"/>
                  </a:lnTo>
                  <a:lnTo>
                    <a:pt x="2234" y="72"/>
                  </a:lnTo>
                  <a:lnTo>
                    <a:pt x="2236" y="69"/>
                  </a:lnTo>
                  <a:lnTo>
                    <a:pt x="2234" y="65"/>
                  </a:lnTo>
                  <a:lnTo>
                    <a:pt x="2234" y="5"/>
                  </a:lnTo>
                  <a:lnTo>
                    <a:pt x="2239" y="2"/>
                  </a:lnTo>
                  <a:lnTo>
                    <a:pt x="2401" y="2"/>
                  </a:lnTo>
                  <a:lnTo>
                    <a:pt x="2404" y="5"/>
                  </a:lnTo>
                  <a:lnTo>
                    <a:pt x="2404" y="148"/>
                  </a:lnTo>
                  <a:lnTo>
                    <a:pt x="2407" y="151"/>
                  </a:lnTo>
                  <a:lnTo>
                    <a:pt x="2404" y="154"/>
                  </a:lnTo>
                  <a:lnTo>
                    <a:pt x="2404" y="304"/>
                  </a:lnTo>
                  <a:lnTo>
                    <a:pt x="2407" y="310"/>
                  </a:lnTo>
                  <a:lnTo>
                    <a:pt x="2407" y="322"/>
                  </a:lnTo>
                  <a:lnTo>
                    <a:pt x="2549" y="322"/>
                  </a:lnTo>
                  <a:lnTo>
                    <a:pt x="2555" y="313"/>
                  </a:lnTo>
                  <a:lnTo>
                    <a:pt x="2555" y="301"/>
                  </a:lnTo>
                  <a:lnTo>
                    <a:pt x="2552" y="296"/>
                  </a:lnTo>
                  <a:lnTo>
                    <a:pt x="2552" y="274"/>
                  </a:lnTo>
                  <a:lnTo>
                    <a:pt x="2555" y="271"/>
                  </a:lnTo>
                  <a:lnTo>
                    <a:pt x="2552" y="265"/>
                  </a:lnTo>
                  <a:lnTo>
                    <a:pt x="2552" y="238"/>
                  </a:lnTo>
                  <a:lnTo>
                    <a:pt x="2555" y="235"/>
                  </a:lnTo>
                  <a:lnTo>
                    <a:pt x="2552" y="232"/>
                  </a:lnTo>
                  <a:lnTo>
                    <a:pt x="2552" y="164"/>
                  </a:lnTo>
                  <a:lnTo>
                    <a:pt x="2555" y="160"/>
                  </a:lnTo>
                  <a:lnTo>
                    <a:pt x="2552" y="157"/>
                  </a:lnTo>
                  <a:lnTo>
                    <a:pt x="2552" y="5"/>
                  </a:lnTo>
                  <a:lnTo>
                    <a:pt x="2555" y="2"/>
                  </a:lnTo>
                  <a:lnTo>
                    <a:pt x="2722" y="2"/>
                  </a:lnTo>
                  <a:lnTo>
                    <a:pt x="2722" y="212"/>
                  </a:lnTo>
                  <a:lnTo>
                    <a:pt x="2725" y="215"/>
                  </a:lnTo>
                  <a:lnTo>
                    <a:pt x="2722" y="223"/>
                  </a:lnTo>
                  <a:lnTo>
                    <a:pt x="2722" y="238"/>
                  </a:lnTo>
                  <a:lnTo>
                    <a:pt x="2725" y="241"/>
                  </a:lnTo>
                  <a:lnTo>
                    <a:pt x="2722" y="244"/>
                  </a:lnTo>
                  <a:lnTo>
                    <a:pt x="2722" y="313"/>
                  </a:lnTo>
                  <a:lnTo>
                    <a:pt x="2725" y="322"/>
                  </a:lnTo>
                  <a:lnTo>
                    <a:pt x="2868" y="322"/>
                  </a:lnTo>
                  <a:lnTo>
                    <a:pt x="2874" y="313"/>
                  </a:lnTo>
                  <a:lnTo>
                    <a:pt x="2871" y="297"/>
                  </a:lnTo>
                  <a:lnTo>
                    <a:pt x="2874" y="296"/>
                  </a:lnTo>
                  <a:lnTo>
                    <a:pt x="2871" y="290"/>
                  </a:lnTo>
                  <a:lnTo>
                    <a:pt x="2874" y="287"/>
                  </a:lnTo>
                  <a:lnTo>
                    <a:pt x="2877" y="293"/>
                  </a:lnTo>
                  <a:lnTo>
                    <a:pt x="2877" y="316"/>
                  </a:lnTo>
                  <a:lnTo>
                    <a:pt x="2884" y="322"/>
                  </a:lnTo>
                  <a:lnTo>
                    <a:pt x="3021" y="322"/>
                  </a:lnTo>
                  <a:lnTo>
                    <a:pt x="3030" y="319"/>
                  </a:lnTo>
                  <a:lnTo>
                    <a:pt x="3030" y="310"/>
                  </a:lnTo>
                  <a:lnTo>
                    <a:pt x="3027" y="307"/>
                  </a:lnTo>
                  <a:lnTo>
                    <a:pt x="3030" y="301"/>
                  </a:lnTo>
                  <a:lnTo>
                    <a:pt x="3027" y="297"/>
                  </a:lnTo>
                  <a:lnTo>
                    <a:pt x="3030" y="296"/>
                  </a:lnTo>
                  <a:lnTo>
                    <a:pt x="3027" y="290"/>
                  </a:lnTo>
                  <a:lnTo>
                    <a:pt x="3030" y="287"/>
                  </a:lnTo>
                  <a:lnTo>
                    <a:pt x="3027" y="280"/>
                  </a:lnTo>
                  <a:lnTo>
                    <a:pt x="3027" y="244"/>
                  </a:lnTo>
                  <a:lnTo>
                    <a:pt x="3030" y="241"/>
                  </a:lnTo>
                  <a:lnTo>
                    <a:pt x="3027" y="238"/>
                  </a:lnTo>
                  <a:lnTo>
                    <a:pt x="3027" y="167"/>
                  </a:lnTo>
                  <a:lnTo>
                    <a:pt x="3030" y="164"/>
                  </a:lnTo>
                  <a:lnTo>
                    <a:pt x="3027" y="160"/>
                  </a:lnTo>
                  <a:lnTo>
                    <a:pt x="3027" y="5"/>
                  </a:lnTo>
                  <a:lnTo>
                    <a:pt x="3036" y="0"/>
                  </a:lnTo>
                  <a:lnTo>
                    <a:pt x="3042" y="2"/>
                  </a:lnTo>
                  <a:lnTo>
                    <a:pt x="3049" y="0"/>
                  </a:lnTo>
                  <a:lnTo>
                    <a:pt x="3066" y="0"/>
                  </a:lnTo>
                  <a:lnTo>
                    <a:pt x="3072" y="2"/>
                  </a:lnTo>
                  <a:lnTo>
                    <a:pt x="3075" y="0"/>
                  </a:lnTo>
                  <a:lnTo>
                    <a:pt x="3081" y="2"/>
                  </a:lnTo>
                  <a:lnTo>
                    <a:pt x="3088" y="0"/>
                  </a:lnTo>
                  <a:lnTo>
                    <a:pt x="3098" y="0"/>
                  </a:lnTo>
                  <a:lnTo>
                    <a:pt x="3105" y="2"/>
                  </a:lnTo>
                  <a:lnTo>
                    <a:pt x="3111" y="0"/>
                  </a:lnTo>
                  <a:lnTo>
                    <a:pt x="3114" y="2"/>
                  </a:lnTo>
                  <a:lnTo>
                    <a:pt x="3120" y="0"/>
                  </a:lnTo>
                  <a:lnTo>
                    <a:pt x="3136" y="2"/>
                  </a:lnTo>
                  <a:lnTo>
                    <a:pt x="3145" y="0"/>
                  </a:lnTo>
                  <a:lnTo>
                    <a:pt x="3154" y="2"/>
                  </a:lnTo>
                  <a:lnTo>
                    <a:pt x="3168" y="2"/>
                  </a:lnTo>
                  <a:lnTo>
                    <a:pt x="3172" y="0"/>
                  </a:lnTo>
                  <a:lnTo>
                    <a:pt x="3178" y="2"/>
                  </a:lnTo>
                  <a:lnTo>
                    <a:pt x="3190" y="0"/>
                  </a:lnTo>
                  <a:lnTo>
                    <a:pt x="3200" y="2"/>
                  </a:lnTo>
                  <a:lnTo>
                    <a:pt x="3200" y="319"/>
                  </a:lnTo>
                  <a:lnTo>
                    <a:pt x="3291" y="319"/>
                  </a:lnTo>
                  <a:lnTo>
                    <a:pt x="3295" y="322"/>
                  </a:lnTo>
                  <a:lnTo>
                    <a:pt x="3301" y="319"/>
                  </a:lnTo>
                  <a:lnTo>
                    <a:pt x="3334" y="319"/>
                  </a:lnTo>
                  <a:lnTo>
                    <a:pt x="3337" y="322"/>
                  </a:lnTo>
                  <a:lnTo>
                    <a:pt x="3346" y="319"/>
                  </a:lnTo>
                  <a:lnTo>
                    <a:pt x="3346" y="283"/>
                  </a:lnTo>
                  <a:lnTo>
                    <a:pt x="3343" y="280"/>
                  </a:lnTo>
                  <a:lnTo>
                    <a:pt x="3346" y="271"/>
                  </a:lnTo>
                  <a:lnTo>
                    <a:pt x="3346" y="248"/>
                  </a:lnTo>
                  <a:lnTo>
                    <a:pt x="3343" y="244"/>
                  </a:lnTo>
                  <a:lnTo>
                    <a:pt x="3346" y="229"/>
                  </a:lnTo>
                  <a:lnTo>
                    <a:pt x="3343" y="226"/>
                  </a:lnTo>
                  <a:lnTo>
                    <a:pt x="3346" y="223"/>
                  </a:lnTo>
                  <a:lnTo>
                    <a:pt x="3346" y="160"/>
                  </a:lnTo>
                  <a:lnTo>
                    <a:pt x="3343" y="148"/>
                  </a:lnTo>
                  <a:lnTo>
                    <a:pt x="3346" y="140"/>
                  </a:lnTo>
                  <a:lnTo>
                    <a:pt x="3343" y="134"/>
                  </a:lnTo>
                  <a:lnTo>
                    <a:pt x="3346" y="125"/>
                  </a:lnTo>
                  <a:lnTo>
                    <a:pt x="3346" y="111"/>
                  </a:lnTo>
                  <a:lnTo>
                    <a:pt x="3343" y="107"/>
                  </a:lnTo>
                  <a:lnTo>
                    <a:pt x="3346" y="98"/>
                  </a:lnTo>
                  <a:lnTo>
                    <a:pt x="3346" y="69"/>
                  </a:lnTo>
                  <a:lnTo>
                    <a:pt x="3343" y="62"/>
                  </a:lnTo>
                  <a:lnTo>
                    <a:pt x="3346" y="56"/>
                  </a:lnTo>
                  <a:lnTo>
                    <a:pt x="3343" y="53"/>
                  </a:lnTo>
                  <a:lnTo>
                    <a:pt x="3346" y="44"/>
                  </a:lnTo>
                  <a:lnTo>
                    <a:pt x="3346" y="2"/>
                  </a:lnTo>
                  <a:lnTo>
                    <a:pt x="3349" y="0"/>
                  </a:lnTo>
                  <a:lnTo>
                    <a:pt x="3438" y="0"/>
                  </a:lnTo>
                  <a:lnTo>
                    <a:pt x="3441" y="2"/>
                  </a:lnTo>
                  <a:lnTo>
                    <a:pt x="3447" y="0"/>
                  </a:lnTo>
                  <a:lnTo>
                    <a:pt x="3457" y="2"/>
                  </a:lnTo>
                  <a:lnTo>
                    <a:pt x="3463" y="0"/>
                  </a:lnTo>
                  <a:lnTo>
                    <a:pt x="3464" y="2"/>
                  </a:lnTo>
                  <a:lnTo>
                    <a:pt x="3471" y="0"/>
                  </a:lnTo>
                  <a:lnTo>
                    <a:pt x="3474" y="2"/>
                  </a:lnTo>
                  <a:lnTo>
                    <a:pt x="3480" y="0"/>
                  </a:lnTo>
                  <a:lnTo>
                    <a:pt x="3505" y="0"/>
                  </a:lnTo>
                  <a:lnTo>
                    <a:pt x="3511" y="8"/>
                  </a:lnTo>
                  <a:lnTo>
                    <a:pt x="3511" y="115"/>
                  </a:lnTo>
                  <a:lnTo>
                    <a:pt x="3508" y="115"/>
                  </a:lnTo>
                  <a:lnTo>
                    <a:pt x="3505" y="112"/>
                  </a:lnTo>
                  <a:lnTo>
                    <a:pt x="3505" y="37"/>
                  </a:lnTo>
                  <a:lnTo>
                    <a:pt x="3508" y="33"/>
                  </a:lnTo>
                  <a:lnTo>
                    <a:pt x="3505" y="26"/>
                  </a:lnTo>
                  <a:lnTo>
                    <a:pt x="3508" y="14"/>
                  </a:lnTo>
                  <a:lnTo>
                    <a:pt x="3502" y="14"/>
                  </a:lnTo>
                  <a:lnTo>
                    <a:pt x="3499" y="11"/>
                  </a:lnTo>
                  <a:lnTo>
                    <a:pt x="3492" y="14"/>
                  </a:lnTo>
                  <a:lnTo>
                    <a:pt x="3483" y="14"/>
                  </a:lnTo>
                  <a:lnTo>
                    <a:pt x="3474" y="11"/>
                  </a:lnTo>
                  <a:lnTo>
                    <a:pt x="3457" y="14"/>
                  </a:lnTo>
                  <a:lnTo>
                    <a:pt x="3453" y="11"/>
                  </a:lnTo>
                  <a:lnTo>
                    <a:pt x="3447" y="14"/>
                  </a:lnTo>
                  <a:lnTo>
                    <a:pt x="3444" y="11"/>
                  </a:lnTo>
                  <a:lnTo>
                    <a:pt x="3441" y="14"/>
                  </a:lnTo>
                  <a:lnTo>
                    <a:pt x="3354" y="14"/>
                  </a:lnTo>
                  <a:lnTo>
                    <a:pt x="3354" y="146"/>
                  </a:lnTo>
                  <a:lnTo>
                    <a:pt x="3357" y="151"/>
                  </a:lnTo>
                  <a:lnTo>
                    <a:pt x="3354" y="154"/>
                  </a:lnTo>
                  <a:lnTo>
                    <a:pt x="3354" y="333"/>
                  </a:lnTo>
                  <a:lnTo>
                    <a:pt x="3346" y="335"/>
                  </a:lnTo>
                  <a:lnTo>
                    <a:pt x="3337" y="333"/>
                  </a:lnTo>
                  <a:lnTo>
                    <a:pt x="3310" y="333"/>
                  </a:lnTo>
                  <a:lnTo>
                    <a:pt x="3298" y="335"/>
                  </a:lnTo>
                  <a:lnTo>
                    <a:pt x="3288" y="333"/>
                  </a:lnTo>
                  <a:lnTo>
                    <a:pt x="3277" y="335"/>
                  </a:lnTo>
                  <a:lnTo>
                    <a:pt x="3268" y="333"/>
                  </a:lnTo>
                  <a:lnTo>
                    <a:pt x="3259" y="335"/>
                  </a:lnTo>
                  <a:lnTo>
                    <a:pt x="3256" y="333"/>
                  </a:lnTo>
                  <a:lnTo>
                    <a:pt x="3249" y="335"/>
                  </a:lnTo>
                  <a:lnTo>
                    <a:pt x="3214" y="335"/>
                  </a:lnTo>
                  <a:lnTo>
                    <a:pt x="3211" y="333"/>
                  </a:lnTo>
                  <a:lnTo>
                    <a:pt x="3204" y="335"/>
                  </a:lnTo>
                  <a:lnTo>
                    <a:pt x="3203" y="333"/>
                  </a:lnTo>
                  <a:lnTo>
                    <a:pt x="3196" y="338"/>
                  </a:lnTo>
                  <a:lnTo>
                    <a:pt x="3196" y="399"/>
                  </a:lnTo>
                  <a:lnTo>
                    <a:pt x="3193" y="399"/>
                  </a:lnTo>
                  <a:lnTo>
                    <a:pt x="3190" y="396"/>
                  </a:lnTo>
                  <a:lnTo>
                    <a:pt x="3190" y="333"/>
                  </a:lnTo>
                  <a:lnTo>
                    <a:pt x="3187" y="329"/>
                  </a:lnTo>
                  <a:lnTo>
                    <a:pt x="3187" y="199"/>
                  </a:lnTo>
                  <a:lnTo>
                    <a:pt x="3190" y="196"/>
                  </a:lnTo>
                  <a:lnTo>
                    <a:pt x="3187" y="193"/>
                  </a:lnTo>
                  <a:lnTo>
                    <a:pt x="3187" y="14"/>
                  </a:lnTo>
                  <a:lnTo>
                    <a:pt x="3045" y="14"/>
                  </a:lnTo>
                  <a:lnTo>
                    <a:pt x="3039" y="20"/>
                  </a:lnTo>
                  <a:lnTo>
                    <a:pt x="3039" y="333"/>
                  </a:lnTo>
                  <a:lnTo>
                    <a:pt x="3036" y="335"/>
                  </a:lnTo>
                  <a:lnTo>
                    <a:pt x="2932" y="335"/>
                  </a:lnTo>
                  <a:lnTo>
                    <a:pt x="2929" y="333"/>
                  </a:lnTo>
                  <a:lnTo>
                    <a:pt x="2922" y="335"/>
                  </a:lnTo>
                  <a:lnTo>
                    <a:pt x="2877" y="335"/>
                  </a:lnTo>
                  <a:lnTo>
                    <a:pt x="2877" y="399"/>
                  </a:lnTo>
                  <a:lnTo>
                    <a:pt x="2871" y="399"/>
                  </a:lnTo>
                  <a:lnTo>
                    <a:pt x="2871" y="380"/>
                  </a:lnTo>
                  <a:lnTo>
                    <a:pt x="2874" y="377"/>
                  </a:lnTo>
                  <a:lnTo>
                    <a:pt x="2871" y="371"/>
                  </a:lnTo>
                  <a:lnTo>
                    <a:pt x="2871" y="347"/>
                  </a:lnTo>
                  <a:lnTo>
                    <a:pt x="2874" y="341"/>
                  </a:lnTo>
                  <a:lnTo>
                    <a:pt x="2868" y="335"/>
                  </a:lnTo>
                  <a:lnTo>
                    <a:pt x="2714" y="335"/>
                  </a:lnTo>
                  <a:lnTo>
                    <a:pt x="2714" y="301"/>
                  </a:lnTo>
                  <a:lnTo>
                    <a:pt x="2711" y="297"/>
                  </a:lnTo>
                  <a:lnTo>
                    <a:pt x="2714" y="296"/>
                  </a:lnTo>
                  <a:lnTo>
                    <a:pt x="2711" y="293"/>
                  </a:lnTo>
                  <a:lnTo>
                    <a:pt x="2714" y="283"/>
                  </a:lnTo>
                  <a:lnTo>
                    <a:pt x="2714" y="265"/>
                  </a:lnTo>
                  <a:lnTo>
                    <a:pt x="2711" y="262"/>
                  </a:lnTo>
                  <a:lnTo>
                    <a:pt x="2714" y="260"/>
                  </a:lnTo>
                  <a:lnTo>
                    <a:pt x="2711" y="257"/>
                  </a:lnTo>
                  <a:lnTo>
                    <a:pt x="2714" y="251"/>
                  </a:lnTo>
                  <a:lnTo>
                    <a:pt x="2711" y="244"/>
                  </a:lnTo>
                  <a:lnTo>
                    <a:pt x="2714" y="235"/>
                  </a:lnTo>
                  <a:lnTo>
                    <a:pt x="2711" y="229"/>
                  </a:lnTo>
                  <a:lnTo>
                    <a:pt x="2714" y="223"/>
                  </a:lnTo>
                  <a:lnTo>
                    <a:pt x="2711" y="221"/>
                  </a:lnTo>
                  <a:lnTo>
                    <a:pt x="2714" y="215"/>
                  </a:lnTo>
                  <a:lnTo>
                    <a:pt x="2711" y="212"/>
                  </a:lnTo>
                  <a:lnTo>
                    <a:pt x="2714" y="202"/>
                  </a:lnTo>
                  <a:lnTo>
                    <a:pt x="2711" y="190"/>
                  </a:lnTo>
                  <a:lnTo>
                    <a:pt x="2714" y="185"/>
                  </a:lnTo>
                  <a:lnTo>
                    <a:pt x="2711" y="182"/>
                  </a:lnTo>
                  <a:lnTo>
                    <a:pt x="2714" y="173"/>
                  </a:lnTo>
                  <a:lnTo>
                    <a:pt x="2711" y="167"/>
                  </a:lnTo>
                  <a:lnTo>
                    <a:pt x="2714" y="148"/>
                  </a:lnTo>
                  <a:lnTo>
                    <a:pt x="2711" y="143"/>
                  </a:lnTo>
                  <a:lnTo>
                    <a:pt x="2714" y="140"/>
                  </a:lnTo>
                  <a:lnTo>
                    <a:pt x="2711" y="134"/>
                  </a:lnTo>
                  <a:lnTo>
                    <a:pt x="2714" y="125"/>
                  </a:lnTo>
                  <a:lnTo>
                    <a:pt x="2711" y="118"/>
                  </a:lnTo>
                  <a:lnTo>
                    <a:pt x="2714" y="115"/>
                  </a:lnTo>
                  <a:lnTo>
                    <a:pt x="2711" y="112"/>
                  </a:lnTo>
                  <a:lnTo>
                    <a:pt x="2714" y="111"/>
                  </a:lnTo>
                  <a:lnTo>
                    <a:pt x="2711" y="107"/>
                  </a:lnTo>
                  <a:lnTo>
                    <a:pt x="2714" y="98"/>
                  </a:lnTo>
                  <a:lnTo>
                    <a:pt x="2711" y="92"/>
                  </a:lnTo>
                  <a:lnTo>
                    <a:pt x="2714" y="72"/>
                  </a:lnTo>
                  <a:lnTo>
                    <a:pt x="2711" y="59"/>
                  </a:lnTo>
                  <a:lnTo>
                    <a:pt x="2714" y="50"/>
                  </a:lnTo>
                  <a:lnTo>
                    <a:pt x="2711" y="40"/>
                  </a:lnTo>
                  <a:lnTo>
                    <a:pt x="2714" y="20"/>
                  </a:lnTo>
                  <a:lnTo>
                    <a:pt x="2708" y="14"/>
                  </a:lnTo>
                  <a:lnTo>
                    <a:pt x="2569" y="14"/>
                  </a:lnTo>
                  <a:lnTo>
                    <a:pt x="2564" y="20"/>
                  </a:lnTo>
                  <a:lnTo>
                    <a:pt x="2564" y="335"/>
                  </a:lnTo>
                  <a:lnTo>
                    <a:pt x="2561" y="338"/>
                  </a:lnTo>
                  <a:lnTo>
                    <a:pt x="2561" y="399"/>
                  </a:lnTo>
                  <a:lnTo>
                    <a:pt x="2558" y="399"/>
                  </a:lnTo>
                  <a:lnTo>
                    <a:pt x="2555" y="392"/>
                  </a:lnTo>
                  <a:lnTo>
                    <a:pt x="2558" y="386"/>
                  </a:lnTo>
                  <a:lnTo>
                    <a:pt x="2555" y="383"/>
                  </a:lnTo>
                  <a:lnTo>
                    <a:pt x="2558" y="374"/>
                  </a:lnTo>
                  <a:lnTo>
                    <a:pt x="2558" y="341"/>
                  </a:lnTo>
                  <a:lnTo>
                    <a:pt x="2552" y="335"/>
                  </a:lnTo>
                  <a:lnTo>
                    <a:pt x="2395" y="335"/>
                  </a:lnTo>
                  <a:lnTo>
                    <a:pt x="2395" y="316"/>
                  </a:lnTo>
                  <a:lnTo>
                    <a:pt x="2392" y="313"/>
                  </a:lnTo>
                  <a:lnTo>
                    <a:pt x="2395" y="304"/>
                  </a:lnTo>
                  <a:lnTo>
                    <a:pt x="2392" y="297"/>
                  </a:lnTo>
                  <a:lnTo>
                    <a:pt x="2395" y="293"/>
                  </a:lnTo>
                  <a:lnTo>
                    <a:pt x="2392" y="287"/>
                  </a:lnTo>
                  <a:lnTo>
                    <a:pt x="2395" y="277"/>
                  </a:lnTo>
                  <a:lnTo>
                    <a:pt x="2395" y="251"/>
                  </a:lnTo>
                  <a:lnTo>
                    <a:pt x="2392" y="248"/>
                  </a:lnTo>
                  <a:lnTo>
                    <a:pt x="2395" y="241"/>
                  </a:lnTo>
                  <a:lnTo>
                    <a:pt x="2392" y="238"/>
                  </a:lnTo>
                  <a:lnTo>
                    <a:pt x="2395" y="232"/>
                  </a:lnTo>
                  <a:lnTo>
                    <a:pt x="2392" y="229"/>
                  </a:lnTo>
                  <a:lnTo>
                    <a:pt x="2395" y="212"/>
                  </a:lnTo>
                  <a:lnTo>
                    <a:pt x="2392" y="206"/>
                  </a:lnTo>
                  <a:lnTo>
                    <a:pt x="2392" y="193"/>
                  </a:lnTo>
                  <a:lnTo>
                    <a:pt x="2395" y="190"/>
                  </a:lnTo>
                  <a:lnTo>
                    <a:pt x="2392" y="185"/>
                  </a:lnTo>
                  <a:lnTo>
                    <a:pt x="2392" y="151"/>
                  </a:lnTo>
                  <a:lnTo>
                    <a:pt x="2395" y="146"/>
                  </a:lnTo>
                  <a:lnTo>
                    <a:pt x="2392" y="140"/>
                  </a:lnTo>
                  <a:lnTo>
                    <a:pt x="2392" y="118"/>
                  </a:lnTo>
                  <a:lnTo>
                    <a:pt x="2395" y="115"/>
                  </a:lnTo>
                  <a:lnTo>
                    <a:pt x="2392" y="111"/>
                  </a:lnTo>
                  <a:lnTo>
                    <a:pt x="2392" y="98"/>
                  </a:lnTo>
                  <a:lnTo>
                    <a:pt x="2395" y="95"/>
                  </a:lnTo>
                  <a:lnTo>
                    <a:pt x="2392" y="89"/>
                  </a:lnTo>
                  <a:lnTo>
                    <a:pt x="2392" y="76"/>
                  </a:lnTo>
                  <a:lnTo>
                    <a:pt x="2395" y="69"/>
                  </a:lnTo>
                  <a:lnTo>
                    <a:pt x="2392" y="62"/>
                  </a:lnTo>
                  <a:lnTo>
                    <a:pt x="2392" y="44"/>
                  </a:lnTo>
                  <a:lnTo>
                    <a:pt x="2395" y="40"/>
                  </a:lnTo>
                  <a:lnTo>
                    <a:pt x="2392" y="37"/>
                  </a:lnTo>
                  <a:lnTo>
                    <a:pt x="2395" y="23"/>
                  </a:lnTo>
                  <a:lnTo>
                    <a:pt x="2384" y="14"/>
                  </a:lnTo>
                  <a:lnTo>
                    <a:pt x="2353" y="14"/>
                  </a:lnTo>
                  <a:lnTo>
                    <a:pt x="2349" y="17"/>
                  </a:lnTo>
                  <a:lnTo>
                    <a:pt x="2342" y="14"/>
                  </a:lnTo>
                  <a:lnTo>
                    <a:pt x="2311" y="14"/>
                  </a:lnTo>
                  <a:lnTo>
                    <a:pt x="2300" y="17"/>
                  </a:lnTo>
                  <a:lnTo>
                    <a:pt x="2290" y="14"/>
                  </a:lnTo>
                  <a:lnTo>
                    <a:pt x="2287" y="17"/>
                  </a:lnTo>
                  <a:lnTo>
                    <a:pt x="2278" y="14"/>
                  </a:lnTo>
                  <a:lnTo>
                    <a:pt x="2255" y="14"/>
                  </a:lnTo>
                  <a:lnTo>
                    <a:pt x="2245" y="17"/>
                  </a:lnTo>
                  <a:lnTo>
                    <a:pt x="2245" y="335"/>
                  </a:lnTo>
                  <a:lnTo>
                    <a:pt x="2242" y="344"/>
                  </a:lnTo>
                  <a:lnTo>
                    <a:pt x="2242" y="374"/>
                  </a:lnTo>
                  <a:lnTo>
                    <a:pt x="2245" y="377"/>
                  </a:lnTo>
                  <a:lnTo>
                    <a:pt x="2242" y="399"/>
                  </a:lnTo>
                  <a:lnTo>
                    <a:pt x="2239" y="402"/>
                  </a:lnTo>
                  <a:lnTo>
                    <a:pt x="2239" y="374"/>
                  </a:lnTo>
                  <a:lnTo>
                    <a:pt x="2236" y="371"/>
                  </a:lnTo>
                  <a:lnTo>
                    <a:pt x="2239" y="363"/>
                  </a:lnTo>
                  <a:lnTo>
                    <a:pt x="2239" y="341"/>
                  </a:lnTo>
                  <a:lnTo>
                    <a:pt x="2234" y="335"/>
                  </a:lnTo>
                  <a:lnTo>
                    <a:pt x="2147" y="335"/>
                  </a:lnTo>
                  <a:lnTo>
                    <a:pt x="2144" y="338"/>
                  </a:lnTo>
                  <a:lnTo>
                    <a:pt x="2135" y="335"/>
                  </a:lnTo>
                  <a:lnTo>
                    <a:pt x="2121" y="335"/>
                  </a:lnTo>
                  <a:lnTo>
                    <a:pt x="2117" y="338"/>
                  </a:lnTo>
                  <a:lnTo>
                    <a:pt x="2108" y="335"/>
                  </a:lnTo>
                  <a:lnTo>
                    <a:pt x="2075" y="335"/>
                  </a:lnTo>
                  <a:lnTo>
                    <a:pt x="2075" y="17"/>
                  </a:lnTo>
                  <a:lnTo>
                    <a:pt x="2033" y="17"/>
                  </a:lnTo>
                  <a:lnTo>
                    <a:pt x="2030" y="14"/>
                  </a:lnTo>
                  <a:lnTo>
                    <a:pt x="2024" y="17"/>
                  </a:lnTo>
                  <a:lnTo>
                    <a:pt x="2021" y="14"/>
                  </a:lnTo>
                  <a:lnTo>
                    <a:pt x="2018" y="17"/>
                  </a:lnTo>
                  <a:lnTo>
                    <a:pt x="1962" y="17"/>
                  </a:lnTo>
                  <a:lnTo>
                    <a:pt x="1956" y="14"/>
                  </a:lnTo>
                  <a:lnTo>
                    <a:pt x="1949" y="17"/>
                  </a:lnTo>
                  <a:lnTo>
                    <a:pt x="1923" y="17"/>
                  </a:lnTo>
                  <a:lnTo>
                    <a:pt x="1923" y="118"/>
                  </a:lnTo>
                  <a:lnTo>
                    <a:pt x="1920" y="118"/>
                  </a:lnTo>
                  <a:lnTo>
                    <a:pt x="1917" y="112"/>
                  </a:lnTo>
                  <a:lnTo>
                    <a:pt x="1917" y="95"/>
                  </a:lnTo>
                  <a:lnTo>
                    <a:pt x="1920" y="92"/>
                  </a:lnTo>
                  <a:lnTo>
                    <a:pt x="1917" y="89"/>
                  </a:lnTo>
                  <a:lnTo>
                    <a:pt x="1917" y="20"/>
                  </a:lnTo>
                  <a:lnTo>
                    <a:pt x="1907" y="14"/>
                  </a:lnTo>
                  <a:lnTo>
                    <a:pt x="1901" y="17"/>
                  </a:lnTo>
                  <a:lnTo>
                    <a:pt x="1896" y="14"/>
                  </a:lnTo>
                  <a:lnTo>
                    <a:pt x="1890" y="17"/>
                  </a:lnTo>
                  <a:lnTo>
                    <a:pt x="1850" y="14"/>
                  </a:lnTo>
                  <a:lnTo>
                    <a:pt x="1847" y="17"/>
                  </a:lnTo>
                  <a:lnTo>
                    <a:pt x="1781" y="17"/>
                  </a:lnTo>
                  <a:lnTo>
                    <a:pt x="1772" y="14"/>
                  </a:lnTo>
                  <a:lnTo>
                    <a:pt x="1766" y="23"/>
                  </a:lnTo>
                  <a:lnTo>
                    <a:pt x="1766" y="65"/>
                  </a:lnTo>
                  <a:lnTo>
                    <a:pt x="1763" y="72"/>
                  </a:lnTo>
                  <a:lnTo>
                    <a:pt x="1766" y="83"/>
                  </a:lnTo>
                  <a:lnTo>
                    <a:pt x="1763" y="86"/>
                  </a:lnTo>
                  <a:lnTo>
                    <a:pt x="1766" y="89"/>
                  </a:lnTo>
                  <a:lnTo>
                    <a:pt x="1763" y="95"/>
                  </a:lnTo>
                  <a:lnTo>
                    <a:pt x="1766" y="101"/>
                  </a:lnTo>
                  <a:lnTo>
                    <a:pt x="1766" y="111"/>
                  </a:lnTo>
                  <a:lnTo>
                    <a:pt x="1763" y="112"/>
                  </a:lnTo>
                  <a:lnTo>
                    <a:pt x="1766" y="115"/>
                  </a:lnTo>
                  <a:lnTo>
                    <a:pt x="1766" y="182"/>
                  </a:lnTo>
                  <a:lnTo>
                    <a:pt x="1763" y="190"/>
                  </a:lnTo>
                  <a:lnTo>
                    <a:pt x="1766" y="196"/>
                  </a:lnTo>
                  <a:lnTo>
                    <a:pt x="1766" y="229"/>
                  </a:lnTo>
                  <a:lnTo>
                    <a:pt x="1763" y="235"/>
                  </a:lnTo>
                  <a:lnTo>
                    <a:pt x="1766" y="238"/>
                  </a:lnTo>
                  <a:lnTo>
                    <a:pt x="1766" y="301"/>
                  </a:lnTo>
                  <a:lnTo>
                    <a:pt x="1763" y="304"/>
                  </a:lnTo>
                  <a:lnTo>
                    <a:pt x="1766" y="310"/>
                  </a:lnTo>
                  <a:lnTo>
                    <a:pt x="1766" y="335"/>
                  </a:lnTo>
                  <a:lnTo>
                    <a:pt x="1733" y="335"/>
                  </a:lnTo>
                  <a:lnTo>
                    <a:pt x="1730" y="338"/>
                  </a:lnTo>
                  <a:lnTo>
                    <a:pt x="1727" y="335"/>
                  </a:lnTo>
                  <a:lnTo>
                    <a:pt x="1607" y="335"/>
                  </a:lnTo>
                  <a:lnTo>
                    <a:pt x="1601" y="341"/>
                  </a:lnTo>
                  <a:lnTo>
                    <a:pt x="1601" y="402"/>
                  </a:lnTo>
                  <a:lnTo>
                    <a:pt x="1599" y="399"/>
                  </a:lnTo>
                  <a:lnTo>
                    <a:pt x="1599" y="338"/>
                  </a:lnTo>
                  <a:lnTo>
                    <a:pt x="1593" y="329"/>
                  </a:lnTo>
                  <a:lnTo>
                    <a:pt x="1596" y="325"/>
                  </a:lnTo>
                  <a:lnTo>
                    <a:pt x="1593" y="313"/>
                  </a:lnTo>
                  <a:lnTo>
                    <a:pt x="1596" y="307"/>
                  </a:lnTo>
                  <a:lnTo>
                    <a:pt x="1593" y="297"/>
                  </a:lnTo>
                  <a:lnTo>
                    <a:pt x="1596" y="296"/>
                  </a:lnTo>
                  <a:lnTo>
                    <a:pt x="1593" y="290"/>
                  </a:lnTo>
                  <a:lnTo>
                    <a:pt x="1593" y="271"/>
                  </a:lnTo>
                  <a:lnTo>
                    <a:pt x="1596" y="265"/>
                  </a:lnTo>
                  <a:lnTo>
                    <a:pt x="1593" y="260"/>
                  </a:lnTo>
                  <a:lnTo>
                    <a:pt x="1596" y="257"/>
                  </a:lnTo>
                  <a:lnTo>
                    <a:pt x="1593" y="254"/>
                  </a:lnTo>
                  <a:lnTo>
                    <a:pt x="1596" y="251"/>
                  </a:lnTo>
                  <a:lnTo>
                    <a:pt x="1593" y="244"/>
                  </a:lnTo>
                  <a:lnTo>
                    <a:pt x="1593" y="212"/>
                  </a:lnTo>
                  <a:lnTo>
                    <a:pt x="1596" y="209"/>
                  </a:lnTo>
                  <a:lnTo>
                    <a:pt x="1593" y="196"/>
                  </a:lnTo>
                  <a:lnTo>
                    <a:pt x="1596" y="193"/>
                  </a:lnTo>
                  <a:lnTo>
                    <a:pt x="1593" y="190"/>
                  </a:lnTo>
                  <a:lnTo>
                    <a:pt x="1593" y="37"/>
                  </a:lnTo>
                  <a:lnTo>
                    <a:pt x="1596" y="36"/>
                  </a:lnTo>
                  <a:lnTo>
                    <a:pt x="1593" y="30"/>
                  </a:lnTo>
                  <a:lnTo>
                    <a:pt x="1593" y="14"/>
                  </a:lnTo>
                  <a:lnTo>
                    <a:pt x="1446" y="14"/>
                  </a:lnTo>
                  <a:lnTo>
                    <a:pt x="1446" y="333"/>
                  </a:lnTo>
                  <a:lnTo>
                    <a:pt x="1443" y="335"/>
                  </a:lnTo>
                  <a:lnTo>
                    <a:pt x="1288" y="335"/>
                  </a:lnTo>
                  <a:lnTo>
                    <a:pt x="1281" y="341"/>
                  </a:lnTo>
                  <a:lnTo>
                    <a:pt x="1281" y="399"/>
                  </a:lnTo>
                  <a:lnTo>
                    <a:pt x="1278" y="399"/>
                  </a:lnTo>
                  <a:lnTo>
                    <a:pt x="1278" y="341"/>
                  </a:lnTo>
                  <a:lnTo>
                    <a:pt x="1272" y="335"/>
                  </a:lnTo>
                  <a:lnTo>
                    <a:pt x="1115" y="335"/>
                  </a:lnTo>
                  <a:lnTo>
                    <a:pt x="1115" y="329"/>
                  </a:lnTo>
                  <a:lnTo>
                    <a:pt x="1113" y="325"/>
                  </a:lnTo>
                  <a:lnTo>
                    <a:pt x="1113" y="251"/>
                  </a:lnTo>
                  <a:lnTo>
                    <a:pt x="1115" y="241"/>
                  </a:lnTo>
                  <a:lnTo>
                    <a:pt x="1113" y="229"/>
                  </a:lnTo>
                  <a:lnTo>
                    <a:pt x="1115" y="226"/>
                  </a:lnTo>
                  <a:lnTo>
                    <a:pt x="1113" y="223"/>
                  </a:lnTo>
                  <a:lnTo>
                    <a:pt x="1115" y="215"/>
                  </a:lnTo>
                  <a:lnTo>
                    <a:pt x="1113" y="209"/>
                  </a:lnTo>
                  <a:lnTo>
                    <a:pt x="1113" y="196"/>
                  </a:lnTo>
                  <a:lnTo>
                    <a:pt x="1115" y="193"/>
                  </a:lnTo>
                  <a:lnTo>
                    <a:pt x="1113" y="190"/>
                  </a:lnTo>
                  <a:lnTo>
                    <a:pt x="1113" y="118"/>
                  </a:lnTo>
                  <a:lnTo>
                    <a:pt x="1115" y="115"/>
                  </a:lnTo>
                  <a:lnTo>
                    <a:pt x="1113" y="112"/>
                  </a:lnTo>
                  <a:lnTo>
                    <a:pt x="1113" y="20"/>
                  </a:lnTo>
                  <a:lnTo>
                    <a:pt x="1107" y="14"/>
                  </a:lnTo>
                  <a:lnTo>
                    <a:pt x="1042" y="14"/>
                  </a:lnTo>
                  <a:lnTo>
                    <a:pt x="1039" y="17"/>
                  </a:lnTo>
                  <a:lnTo>
                    <a:pt x="1035" y="14"/>
                  </a:lnTo>
                  <a:lnTo>
                    <a:pt x="972" y="14"/>
                  </a:lnTo>
                  <a:lnTo>
                    <a:pt x="967" y="20"/>
                  </a:lnTo>
                  <a:lnTo>
                    <a:pt x="967" y="316"/>
                  </a:lnTo>
                  <a:lnTo>
                    <a:pt x="964" y="319"/>
                  </a:lnTo>
                  <a:lnTo>
                    <a:pt x="967" y="325"/>
                  </a:lnTo>
                  <a:lnTo>
                    <a:pt x="967" y="335"/>
                  </a:lnTo>
                  <a:lnTo>
                    <a:pt x="964" y="338"/>
                  </a:lnTo>
                  <a:lnTo>
                    <a:pt x="964" y="399"/>
                  </a:lnTo>
                  <a:lnTo>
                    <a:pt x="961" y="402"/>
                  </a:lnTo>
                  <a:lnTo>
                    <a:pt x="958" y="396"/>
                  </a:lnTo>
                  <a:lnTo>
                    <a:pt x="958" y="363"/>
                  </a:lnTo>
                  <a:lnTo>
                    <a:pt x="961" y="357"/>
                  </a:lnTo>
                  <a:lnTo>
                    <a:pt x="958" y="350"/>
                  </a:lnTo>
                  <a:lnTo>
                    <a:pt x="961" y="341"/>
                  </a:lnTo>
                  <a:lnTo>
                    <a:pt x="954" y="335"/>
                  </a:lnTo>
                  <a:lnTo>
                    <a:pt x="796" y="335"/>
                  </a:lnTo>
                  <a:lnTo>
                    <a:pt x="796" y="17"/>
                  </a:lnTo>
                  <a:lnTo>
                    <a:pt x="733" y="17"/>
                  </a:lnTo>
                  <a:lnTo>
                    <a:pt x="730" y="14"/>
                  </a:lnTo>
                  <a:lnTo>
                    <a:pt x="727" y="17"/>
                  </a:lnTo>
                  <a:lnTo>
                    <a:pt x="646" y="17"/>
                  </a:lnTo>
                  <a:lnTo>
                    <a:pt x="646" y="118"/>
                  </a:lnTo>
                  <a:lnTo>
                    <a:pt x="643" y="118"/>
                  </a:lnTo>
                  <a:lnTo>
                    <a:pt x="640" y="95"/>
                  </a:lnTo>
                  <a:lnTo>
                    <a:pt x="643" y="89"/>
                  </a:lnTo>
                  <a:lnTo>
                    <a:pt x="640" y="83"/>
                  </a:lnTo>
                  <a:lnTo>
                    <a:pt x="640" y="72"/>
                  </a:lnTo>
                  <a:lnTo>
                    <a:pt x="643" y="62"/>
                  </a:lnTo>
                  <a:lnTo>
                    <a:pt x="640" y="59"/>
                  </a:lnTo>
                  <a:lnTo>
                    <a:pt x="643" y="56"/>
                  </a:lnTo>
                  <a:lnTo>
                    <a:pt x="640" y="50"/>
                  </a:lnTo>
                  <a:lnTo>
                    <a:pt x="643" y="44"/>
                  </a:lnTo>
                  <a:lnTo>
                    <a:pt x="640" y="40"/>
                  </a:lnTo>
                  <a:lnTo>
                    <a:pt x="643" y="23"/>
                  </a:lnTo>
                  <a:lnTo>
                    <a:pt x="637" y="17"/>
                  </a:lnTo>
                  <a:lnTo>
                    <a:pt x="518" y="17"/>
                  </a:lnTo>
                  <a:lnTo>
                    <a:pt x="514" y="20"/>
                  </a:lnTo>
                  <a:lnTo>
                    <a:pt x="498" y="20"/>
                  </a:lnTo>
                  <a:lnTo>
                    <a:pt x="495" y="17"/>
                  </a:lnTo>
                  <a:lnTo>
                    <a:pt x="489" y="23"/>
                  </a:lnTo>
                  <a:lnTo>
                    <a:pt x="489" y="338"/>
                  </a:lnTo>
                  <a:lnTo>
                    <a:pt x="439" y="338"/>
                  </a:lnTo>
                  <a:lnTo>
                    <a:pt x="436" y="341"/>
                  </a:lnTo>
                  <a:lnTo>
                    <a:pt x="417" y="338"/>
                  </a:lnTo>
                  <a:lnTo>
                    <a:pt x="414" y="341"/>
                  </a:lnTo>
                  <a:lnTo>
                    <a:pt x="406" y="338"/>
                  </a:lnTo>
                  <a:lnTo>
                    <a:pt x="400" y="341"/>
                  </a:lnTo>
                  <a:lnTo>
                    <a:pt x="394" y="338"/>
                  </a:lnTo>
                  <a:lnTo>
                    <a:pt x="391" y="341"/>
                  </a:lnTo>
                  <a:lnTo>
                    <a:pt x="388" y="338"/>
                  </a:lnTo>
                  <a:lnTo>
                    <a:pt x="385" y="341"/>
                  </a:lnTo>
                  <a:lnTo>
                    <a:pt x="329" y="341"/>
                  </a:lnTo>
                  <a:lnTo>
                    <a:pt x="329" y="350"/>
                  </a:lnTo>
                  <a:lnTo>
                    <a:pt x="325" y="353"/>
                  </a:lnTo>
                  <a:lnTo>
                    <a:pt x="329" y="360"/>
                  </a:lnTo>
                  <a:lnTo>
                    <a:pt x="329" y="405"/>
                  </a:lnTo>
                  <a:lnTo>
                    <a:pt x="325" y="408"/>
                  </a:lnTo>
                  <a:lnTo>
                    <a:pt x="322" y="396"/>
                  </a:lnTo>
                  <a:lnTo>
                    <a:pt x="322" y="360"/>
                  </a:lnTo>
                  <a:lnTo>
                    <a:pt x="325" y="350"/>
                  </a:lnTo>
                  <a:lnTo>
                    <a:pt x="322" y="341"/>
                  </a:lnTo>
                  <a:lnTo>
                    <a:pt x="195" y="341"/>
                  </a:lnTo>
                  <a:lnTo>
                    <a:pt x="192" y="344"/>
                  </a:lnTo>
                  <a:lnTo>
                    <a:pt x="185" y="341"/>
                  </a:lnTo>
                  <a:lnTo>
                    <a:pt x="184" y="344"/>
                  </a:lnTo>
                  <a:lnTo>
                    <a:pt x="174" y="341"/>
                  </a:lnTo>
                  <a:lnTo>
                    <a:pt x="159" y="341"/>
                  </a:lnTo>
                  <a:lnTo>
                    <a:pt x="156" y="338"/>
                  </a:lnTo>
                  <a:lnTo>
                    <a:pt x="156" y="199"/>
                  </a:lnTo>
                  <a:lnTo>
                    <a:pt x="159" y="196"/>
                  </a:lnTo>
                  <a:lnTo>
                    <a:pt x="156" y="190"/>
                  </a:lnTo>
                  <a:lnTo>
                    <a:pt x="156" y="182"/>
                  </a:lnTo>
                  <a:lnTo>
                    <a:pt x="159" y="176"/>
                  </a:lnTo>
                  <a:lnTo>
                    <a:pt x="156" y="173"/>
                  </a:lnTo>
                  <a:lnTo>
                    <a:pt x="156" y="50"/>
                  </a:lnTo>
                  <a:lnTo>
                    <a:pt x="159" y="47"/>
                  </a:lnTo>
                  <a:lnTo>
                    <a:pt x="156" y="40"/>
                  </a:lnTo>
                  <a:lnTo>
                    <a:pt x="156" y="26"/>
                  </a:lnTo>
                  <a:lnTo>
                    <a:pt x="146" y="20"/>
                  </a:lnTo>
                  <a:lnTo>
                    <a:pt x="117" y="20"/>
                  </a:lnTo>
                  <a:lnTo>
                    <a:pt x="114" y="23"/>
                  </a:lnTo>
                  <a:lnTo>
                    <a:pt x="109" y="20"/>
                  </a:lnTo>
                  <a:lnTo>
                    <a:pt x="103" y="23"/>
                  </a:lnTo>
                  <a:lnTo>
                    <a:pt x="97" y="20"/>
                  </a:lnTo>
                  <a:lnTo>
                    <a:pt x="93" y="23"/>
                  </a:lnTo>
                  <a:lnTo>
                    <a:pt x="87" y="20"/>
                  </a:lnTo>
                  <a:lnTo>
                    <a:pt x="84" y="23"/>
                  </a:lnTo>
                  <a:lnTo>
                    <a:pt x="3" y="23"/>
                  </a:lnTo>
                  <a:lnTo>
                    <a:pt x="3" y="128"/>
                  </a:lnTo>
                  <a:lnTo>
                    <a:pt x="0" y="128"/>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98" name="未知">
              <a:extLst>
                <a:ext uri="{FF2B5EF4-FFF2-40B4-BE49-F238E27FC236}">
                  <a16:creationId xmlns:a16="http://schemas.microsoft.com/office/drawing/2014/main" id="{1D06FCBA-4FD2-45D5-8AAF-C6109FE564F2}"/>
                </a:ext>
              </a:extLst>
            </p:cNvPr>
            <p:cNvSpPr>
              <a:spLocks/>
            </p:cNvSpPr>
            <p:nvPr/>
          </p:nvSpPr>
          <p:spPr bwMode="auto">
            <a:xfrm>
              <a:off x="1028" y="1871"/>
              <a:ext cx="7" cy="102"/>
            </a:xfrm>
            <a:custGeom>
              <a:avLst/>
              <a:gdLst>
                <a:gd name="T0" fmla="*/ 0 w 7"/>
                <a:gd name="T1" fmla="*/ 12 h 102"/>
                <a:gd name="T2" fmla="*/ 3 w 7"/>
                <a:gd name="T3" fmla="*/ 0 h 102"/>
                <a:gd name="T4" fmla="*/ 6 w 7"/>
                <a:gd name="T5" fmla="*/ 0 h 102"/>
                <a:gd name="T6" fmla="*/ 6 w 7"/>
                <a:gd name="T7" fmla="*/ 101 h 102"/>
                <a:gd name="T8" fmla="*/ 3 w 7"/>
                <a:gd name="T9" fmla="*/ 101 h 102"/>
                <a:gd name="T10" fmla="*/ 3 w 7"/>
                <a:gd name="T11" fmla="*/ 16 h 102"/>
                <a:gd name="T12" fmla="*/ 0 w 7"/>
                <a:gd name="T13" fmla="*/ 12 h 10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 h="102">
                  <a:moveTo>
                    <a:pt x="0" y="12"/>
                  </a:moveTo>
                  <a:lnTo>
                    <a:pt x="3" y="0"/>
                  </a:lnTo>
                  <a:lnTo>
                    <a:pt x="6" y="0"/>
                  </a:lnTo>
                  <a:lnTo>
                    <a:pt x="6" y="101"/>
                  </a:lnTo>
                  <a:lnTo>
                    <a:pt x="3" y="101"/>
                  </a:lnTo>
                  <a:lnTo>
                    <a:pt x="3" y="16"/>
                  </a:lnTo>
                  <a:lnTo>
                    <a:pt x="0" y="12"/>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99" name="未知">
              <a:extLst>
                <a:ext uri="{FF2B5EF4-FFF2-40B4-BE49-F238E27FC236}">
                  <a16:creationId xmlns:a16="http://schemas.microsoft.com/office/drawing/2014/main" id="{56BB8036-88E3-479C-90BC-3426CF08B614}"/>
                </a:ext>
              </a:extLst>
            </p:cNvPr>
            <p:cNvSpPr>
              <a:spLocks/>
            </p:cNvSpPr>
            <p:nvPr/>
          </p:nvSpPr>
          <p:spPr bwMode="auto">
            <a:xfrm>
              <a:off x="1028" y="1730"/>
              <a:ext cx="7" cy="108"/>
            </a:xfrm>
            <a:custGeom>
              <a:avLst/>
              <a:gdLst>
                <a:gd name="T0" fmla="*/ 0 w 7"/>
                <a:gd name="T1" fmla="*/ 48 h 108"/>
                <a:gd name="T2" fmla="*/ 3 w 7"/>
                <a:gd name="T3" fmla="*/ 19 h 108"/>
                <a:gd name="T4" fmla="*/ 0 w 7"/>
                <a:gd name="T5" fmla="*/ 12 h 108"/>
                <a:gd name="T6" fmla="*/ 3 w 7"/>
                <a:gd name="T7" fmla="*/ 0 h 108"/>
                <a:gd name="T8" fmla="*/ 6 w 7"/>
                <a:gd name="T9" fmla="*/ 0 h 108"/>
                <a:gd name="T10" fmla="*/ 6 w 7"/>
                <a:gd name="T11" fmla="*/ 107 h 108"/>
                <a:gd name="T12" fmla="*/ 3 w 7"/>
                <a:gd name="T13" fmla="*/ 107 h 108"/>
                <a:gd name="T14" fmla="*/ 3 w 7"/>
                <a:gd name="T15" fmla="*/ 51 h 108"/>
                <a:gd name="T16" fmla="*/ 0 w 7"/>
                <a:gd name="T17" fmla="*/ 48 h 10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 h="108">
                  <a:moveTo>
                    <a:pt x="0" y="48"/>
                  </a:moveTo>
                  <a:lnTo>
                    <a:pt x="3" y="19"/>
                  </a:lnTo>
                  <a:lnTo>
                    <a:pt x="0" y="12"/>
                  </a:lnTo>
                  <a:lnTo>
                    <a:pt x="3" y="0"/>
                  </a:lnTo>
                  <a:lnTo>
                    <a:pt x="6" y="0"/>
                  </a:lnTo>
                  <a:lnTo>
                    <a:pt x="6" y="107"/>
                  </a:lnTo>
                  <a:lnTo>
                    <a:pt x="3" y="107"/>
                  </a:lnTo>
                  <a:lnTo>
                    <a:pt x="3" y="51"/>
                  </a:lnTo>
                  <a:lnTo>
                    <a:pt x="0" y="48"/>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00" name="未知">
              <a:extLst>
                <a:ext uri="{FF2B5EF4-FFF2-40B4-BE49-F238E27FC236}">
                  <a16:creationId xmlns:a16="http://schemas.microsoft.com/office/drawing/2014/main" id="{91C1C2E7-2B0F-48D8-9051-1994B1617F9B}"/>
                </a:ext>
              </a:extLst>
            </p:cNvPr>
            <p:cNvSpPr>
              <a:spLocks/>
            </p:cNvSpPr>
            <p:nvPr/>
          </p:nvSpPr>
          <p:spPr bwMode="auto">
            <a:xfrm>
              <a:off x="1028" y="1309"/>
              <a:ext cx="7" cy="112"/>
            </a:xfrm>
            <a:custGeom>
              <a:avLst/>
              <a:gdLst>
                <a:gd name="T0" fmla="*/ 0 w 7"/>
                <a:gd name="T1" fmla="*/ 106 h 112"/>
                <a:gd name="T2" fmla="*/ 0 w 7"/>
                <a:gd name="T3" fmla="*/ 3 h 112"/>
                <a:gd name="T4" fmla="*/ 3 w 7"/>
                <a:gd name="T5" fmla="*/ 0 h 112"/>
                <a:gd name="T6" fmla="*/ 6 w 7"/>
                <a:gd name="T7" fmla="*/ 6 h 112"/>
                <a:gd name="T8" fmla="*/ 6 w 7"/>
                <a:gd name="T9" fmla="*/ 45 h 112"/>
                <a:gd name="T10" fmla="*/ 3 w 7"/>
                <a:gd name="T11" fmla="*/ 48 h 112"/>
                <a:gd name="T12" fmla="*/ 6 w 7"/>
                <a:gd name="T13" fmla="*/ 55 h 112"/>
                <a:gd name="T14" fmla="*/ 6 w 7"/>
                <a:gd name="T15" fmla="*/ 84 h 112"/>
                <a:gd name="T16" fmla="*/ 3 w 7"/>
                <a:gd name="T17" fmla="*/ 88 h 112"/>
                <a:gd name="T18" fmla="*/ 6 w 7"/>
                <a:gd name="T19" fmla="*/ 94 h 112"/>
                <a:gd name="T20" fmla="*/ 6 w 7"/>
                <a:gd name="T21" fmla="*/ 108 h 112"/>
                <a:gd name="T22" fmla="*/ 3 w 7"/>
                <a:gd name="T23" fmla="*/ 111 h 112"/>
                <a:gd name="T24" fmla="*/ 0 w 7"/>
                <a:gd name="T25" fmla="*/ 106 h 1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 h="112">
                  <a:moveTo>
                    <a:pt x="0" y="106"/>
                  </a:moveTo>
                  <a:lnTo>
                    <a:pt x="0" y="3"/>
                  </a:lnTo>
                  <a:lnTo>
                    <a:pt x="3" y="0"/>
                  </a:lnTo>
                  <a:lnTo>
                    <a:pt x="6" y="6"/>
                  </a:lnTo>
                  <a:lnTo>
                    <a:pt x="6" y="45"/>
                  </a:lnTo>
                  <a:lnTo>
                    <a:pt x="3" y="48"/>
                  </a:lnTo>
                  <a:lnTo>
                    <a:pt x="6" y="55"/>
                  </a:lnTo>
                  <a:lnTo>
                    <a:pt x="6" y="84"/>
                  </a:lnTo>
                  <a:lnTo>
                    <a:pt x="3" y="88"/>
                  </a:lnTo>
                  <a:lnTo>
                    <a:pt x="6" y="94"/>
                  </a:lnTo>
                  <a:lnTo>
                    <a:pt x="6" y="108"/>
                  </a:lnTo>
                  <a:lnTo>
                    <a:pt x="3" y="111"/>
                  </a:lnTo>
                  <a:lnTo>
                    <a:pt x="0" y="106"/>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01" name="未知">
              <a:extLst>
                <a:ext uri="{FF2B5EF4-FFF2-40B4-BE49-F238E27FC236}">
                  <a16:creationId xmlns:a16="http://schemas.microsoft.com/office/drawing/2014/main" id="{D3EF3553-FA12-4976-AA39-38AE802F0F80}"/>
                </a:ext>
              </a:extLst>
            </p:cNvPr>
            <p:cNvSpPr>
              <a:spLocks/>
            </p:cNvSpPr>
            <p:nvPr/>
          </p:nvSpPr>
          <p:spPr bwMode="auto">
            <a:xfrm>
              <a:off x="1028" y="1169"/>
              <a:ext cx="7" cy="112"/>
            </a:xfrm>
            <a:custGeom>
              <a:avLst/>
              <a:gdLst>
                <a:gd name="T0" fmla="*/ 0 w 7"/>
                <a:gd name="T1" fmla="*/ 108 h 112"/>
                <a:gd name="T2" fmla="*/ 0 w 7"/>
                <a:gd name="T3" fmla="*/ 3 h 112"/>
                <a:gd name="T4" fmla="*/ 3 w 7"/>
                <a:gd name="T5" fmla="*/ 0 h 112"/>
                <a:gd name="T6" fmla="*/ 6 w 7"/>
                <a:gd name="T7" fmla="*/ 3 h 112"/>
                <a:gd name="T8" fmla="*/ 6 w 7"/>
                <a:gd name="T9" fmla="*/ 84 h 112"/>
                <a:gd name="T10" fmla="*/ 3 w 7"/>
                <a:gd name="T11" fmla="*/ 88 h 112"/>
                <a:gd name="T12" fmla="*/ 6 w 7"/>
                <a:gd name="T13" fmla="*/ 94 h 112"/>
                <a:gd name="T14" fmla="*/ 6 w 7"/>
                <a:gd name="T15" fmla="*/ 108 h 112"/>
                <a:gd name="T16" fmla="*/ 3 w 7"/>
                <a:gd name="T17" fmla="*/ 111 h 112"/>
                <a:gd name="T18" fmla="*/ 0 w 7"/>
                <a:gd name="T19" fmla="*/ 108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 h="112">
                  <a:moveTo>
                    <a:pt x="0" y="108"/>
                  </a:moveTo>
                  <a:lnTo>
                    <a:pt x="0" y="3"/>
                  </a:lnTo>
                  <a:lnTo>
                    <a:pt x="3" y="0"/>
                  </a:lnTo>
                  <a:lnTo>
                    <a:pt x="6" y="3"/>
                  </a:lnTo>
                  <a:lnTo>
                    <a:pt x="6" y="84"/>
                  </a:lnTo>
                  <a:lnTo>
                    <a:pt x="3" y="88"/>
                  </a:lnTo>
                  <a:lnTo>
                    <a:pt x="6" y="94"/>
                  </a:lnTo>
                  <a:lnTo>
                    <a:pt x="6" y="108"/>
                  </a:lnTo>
                  <a:lnTo>
                    <a:pt x="3" y="111"/>
                  </a:lnTo>
                  <a:lnTo>
                    <a:pt x="0" y="108"/>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02" name="未知">
              <a:extLst>
                <a:ext uri="{FF2B5EF4-FFF2-40B4-BE49-F238E27FC236}">
                  <a16:creationId xmlns:a16="http://schemas.microsoft.com/office/drawing/2014/main" id="{8D71DC0C-EC2D-4392-8856-29D098070D0C}"/>
                </a:ext>
              </a:extLst>
            </p:cNvPr>
            <p:cNvSpPr>
              <a:spLocks/>
            </p:cNvSpPr>
            <p:nvPr/>
          </p:nvSpPr>
          <p:spPr bwMode="auto">
            <a:xfrm>
              <a:off x="1346" y="1306"/>
              <a:ext cx="6" cy="111"/>
            </a:xfrm>
            <a:custGeom>
              <a:avLst/>
              <a:gdLst>
                <a:gd name="T0" fmla="*/ 0 w 6"/>
                <a:gd name="T1" fmla="*/ 105 h 111"/>
                <a:gd name="T2" fmla="*/ 3 w 6"/>
                <a:gd name="T3" fmla="*/ 96 h 111"/>
                <a:gd name="T4" fmla="*/ 3 w 6"/>
                <a:gd name="T5" fmla="*/ 77 h 111"/>
                <a:gd name="T6" fmla="*/ 0 w 6"/>
                <a:gd name="T7" fmla="*/ 74 h 111"/>
                <a:gd name="T8" fmla="*/ 3 w 6"/>
                <a:gd name="T9" fmla="*/ 67 h 111"/>
                <a:gd name="T10" fmla="*/ 3 w 6"/>
                <a:gd name="T11" fmla="*/ 51 h 111"/>
                <a:gd name="T12" fmla="*/ 0 w 6"/>
                <a:gd name="T13" fmla="*/ 45 h 111"/>
                <a:gd name="T14" fmla="*/ 0 w 6"/>
                <a:gd name="T15" fmla="*/ 15 h 111"/>
                <a:gd name="T16" fmla="*/ 3 w 6"/>
                <a:gd name="T17" fmla="*/ 12 h 111"/>
                <a:gd name="T18" fmla="*/ 0 w 6"/>
                <a:gd name="T19" fmla="*/ 6 h 111"/>
                <a:gd name="T20" fmla="*/ 3 w 6"/>
                <a:gd name="T21" fmla="*/ 0 h 111"/>
                <a:gd name="T22" fmla="*/ 5 w 6"/>
                <a:gd name="T23" fmla="*/ 0 h 111"/>
                <a:gd name="T24" fmla="*/ 5 w 6"/>
                <a:gd name="T25" fmla="*/ 110 h 111"/>
                <a:gd name="T26" fmla="*/ 3 w 6"/>
                <a:gd name="T27" fmla="*/ 110 h 111"/>
                <a:gd name="T28" fmla="*/ 0 w 6"/>
                <a:gd name="T29" fmla="*/ 105 h 11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 h="111">
                  <a:moveTo>
                    <a:pt x="0" y="105"/>
                  </a:moveTo>
                  <a:lnTo>
                    <a:pt x="3" y="96"/>
                  </a:lnTo>
                  <a:lnTo>
                    <a:pt x="3" y="77"/>
                  </a:lnTo>
                  <a:lnTo>
                    <a:pt x="0" y="74"/>
                  </a:lnTo>
                  <a:lnTo>
                    <a:pt x="3" y="67"/>
                  </a:lnTo>
                  <a:lnTo>
                    <a:pt x="3" y="51"/>
                  </a:lnTo>
                  <a:lnTo>
                    <a:pt x="0" y="45"/>
                  </a:lnTo>
                  <a:lnTo>
                    <a:pt x="0" y="15"/>
                  </a:lnTo>
                  <a:lnTo>
                    <a:pt x="3" y="12"/>
                  </a:lnTo>
                  <a:lnTo>
                    <a:pt x="0" y="6"/>
                  </a:lnTo>
                  <a:lnTo>
                    <a:pt x="3" y="0"/>
                  </a:lnTo>
                  <a:lnTo>
                    <a:pt x="5" y="0"/>
                  </a:lnTo>
                  <a:lnTo>
                    <a:pt x="5" y="110"/>
                  </a:lnTo>
                  <a:lnTo>
                    <a:pt x="3" y="110"/>
                  </a:lnTo>
                  <a:lnTo>
                    <a:pt x="0" y="105"/>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03" name="未知">
              <a:extLst>
                <a:ext uri="{FF2B5EF4-FFF2-40B4-BE49-F238E27FC236}">
                  <a16:creationId xmlns:a16="http://schemas.microsoft.com/office/drawing/2014/main" id="{0F71D31C-975B-437C-ADE3-BBA8DFED7835}"/>
                </a:ext>
              </a:extLst>
            </p:cNvPr>
            <p:cNvSpPr>
              <a:spLocks/>
            </p:cNvSpPr>
            <p:nvPr/>
          </p:nvSpPr>
          <p:spPr bwMode="auto">
            <a:xfrm>
              <a:off x="1349" y="1448"/>
              <a:ext cx="3" cy="110"/>
            </a:xfrm>
            <a:custGeom>
              <a:avLst/>
              <a:gdLst>
                <a:gd name="T0" fmla="*/ 0 w 3"/>
                <a:gd name="T1" fmla="*/ 109 h 110"/>
                <a:gd name="T2" fmla="*/ 0 w 3"/>
                <a:gd name="T3" fmla="*/ 0 h 110"/>
                <a:gd name="T4" fmla="*/ 2 w 3"/>
                <a:gd name="T5" fmla="*/ 0 h 110"/>
                <a:gd name="T6" fmla="*/ 2 w 3"/>
                <a:gd name="T7" fmla="*/ 109 h 110"/>
                <a:gd name="T8" fmla="*/ 0 w 3"/>
                <a:gd name="T9" fmla="*/ 109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110">
                  <a:moveTo>
                    <a:pt x="0" y="109"/>
                  </a:moveTo>
                  <a:lnTo>
                    <a:pt x="0" y="0"/>
                  </a:lnTo>
                  <a:lnTo>
                    <a:pt x="2" y="0"/>
                  </a:lnTo>
                  <a:lnTo>
                    <a:pt x="2" y="109"/>
                  </a:lnTo>
                  <a:lnTo>
                    <a:pt x="0" y="109"/>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04" name="未知">
              <a:extLst>
                <a:ext uri="{FF2B5EF4-FFF2-40B4-BE49-F238E27FC236}">
                  <a16:creationId xmlns:a16="http://schemas.microsoft.com/office/drawing/2014/main" id="{051B46A2-821F-4D31-8D0B-BC7C0349D11F}"/>
                </a:ext>
              </a:extLst>
            </p:cNvPr>
            <p:cNvSpPr>
              <a:spLocks/>
            </p:cNvSpPr>
            <p:nvPr/>
          </p:nvSpPr>
          <p:spPr bwMode="auto">
            <a:xfrm>
              <a:off x="1980" y="1303"/>
              <a:ext cx="8" cy="113"/>
            </a:xfrm>
            <a:custGeom>
              <a:avLst/>
              <a:gdLst>
                <a:gd name="T0" fmla="*/ 0 w 8"/>
                <a:gd name="T1" fmla="*/ 61 h 113"/>
                <a:gd name="T2" fmla="*/ 0 w 8"/>
                <a:gd name="T3" fmla="*/ 54 h 113"/>
                <a:gd name="T4" fmla="*/ 4 w 8"/>
                <a:gd name="T5" fmla="*/ 51 h 113"/>
                <a:gd name="T6" fmla="*/ 0 w 8"/>
                <a:gd name="T7" fmla="*/ 45 h 113"/>
                <a:gd name="T8" fmla="*/ 4 w 8"/>
                <a:gd name="T9" fmla="*/ 37 h 113"/>
                <a:gd name="T10" fmla="*/ 0 w 8"/>
                <a:gd name="T11" fmla="*/ 31 h 113"/>
                <a:gd name="T12" fmla="*/ 4 w 8"/>
                <a:gd name="T13" fmla="*/ 22 h 113"/>
                <a:gd name="T14" fmla="*/ 0 w 8"/>
                <a:gd name="T15" fmla="*/ 9 h 113"/>
                <a:gd name="T16" fmla="*/ 4 w 8"/>
                <a:gd name="T17" fmla="*/ 0 h 113"/>
                <a:gd name="T18" fmla="*/ 7 w 8"/>
                <a:gd name="T19" fmla="*/ 0 h 113"/>
                <a:gd name="T20" fmla="*/ 7 w 8"/>
                <a:gd name="T21" fmla="*/ 112 h 113"/>
                <a:gd name="T22" fmla="*/ 4 w 8"/>
                <a:gd name="T23" fmla="*/ 112 h 113"/>
                <a:gd name="T24" fmla="*/ 4 w 8"/>
                <a:gd name="T25" fmla="*/ 64 h 113"/>
                <a:gd name="T26" fmla="*/ 0 w 8"/>
                <a:gd name="T27" fmla="*/ 61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 h="113">
                  <a:moveTo>
                    <a:pt x="0" y="61"/>
                  </a:moveTo>
                  <a:lnTo>
                    <a:pt x="0" y="54"/>
                  </a:lnTo>
                  <a:lnTo>
                    <a:pt x="4" y="51"/>
                  </a:lnTo>
                  <a:lnTo>
                    <a:pt x="0" y="45"/>
                  </a:lnTo>
                  <a:lnTo>
                    <a:pt x="4" y="37"/>
                  </a:lnTo>
                  <a:lnTo>
                    <a:pt x="0" y="31"/>
                  </a:lnTo>
                  <a:lnTo>
                    <a:pt x="4" y="22"/>
                  </a:lnTo>
                  <a:lnTo>
                    <a:pt x="0" y="9"/>
                  </a:lnTo>
                  <a:lnTo>
                    <a:pt x="4" y="0"/>
                  </a:lnTo>
                  <a:lnTo>
                    <a:pt x="7" y="0"/>
                  </a:lnTo>
                  <a:lnTo>
                    <a:pt x="7" y="112"/>
                  </a:lnTo>
                  <a:lnTo>
                    <a:pt x="4" y="112"/>
                  </a:lnTo>
                  <a:lnTo>
                    <a:pt x="4" y="64"/>
                  </a:lnTo>
                  <a:lnTo>
                    <a:pt x="0" y="61"/>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05" name="未知">
              <a:extLst>
                <a:ext uri="{FF2B5EF4-FFF2-40B4-BE49-F238E27FC236}">
                  <a16:creationId xmlns:a16="http://schemas.microsoft.com/office/drawing/2014/main" id="{BF1AA746-7098-4A88-97A6-4122A8380F44}"/>
                </a:ext>
              </a:extLst>
            </p:cNvPr>
            <p:cNvSpPr>
              <a:spLocks/>
            </p:cNvSpPr>
            <p:nvPr/>
          </p:nvSpPr>
          <p:spPr bwMode="auto">
            <a:xfrm>
              <a:off x="1980" y="1163"/>
              <a:ext cx="8" cy="112"/>
            </a:xfrm>
            <a:custGeom>
              <a:avLst/>
              <a:gdLst>
                <a:gd name="T0" fmla="*/ 0 w 8"/>
                <a:gd name="T1" fmla="*/ 103 h 112"/>
                <a:gd name="T2" fmla="*/ 4 w 8"/>
                <a:gd name="T3" fmla="*/ 88 h 112"/>
                <a:gd name="T4" fmla="*/ 0 w 8"/>
                <a:gd name="T5" fmla="*/ 84 h 112"/>
                <a:gd name="T6" fmla="*/ 4 w 8"/>
                <a:gd name="T7" fmla="*/ 81 h 112"/>
                <a:gd name="T8" fmla="*/ 0 w 8"/>
                <a:gd name="T9" fmla="*/ 78 h 112"/>
                <a:gd name="T10" fmla="*/ 4 w 8"/>
                <a:gd name="T11" fmla="*/ 69 h 112"/>
                <a:gd name="T12" fmla="*/ 0 w 8"/>
                <a:gd name="T13" fmla="*/ 64 h 112"/>
                <a:gd name="T14" fmla="*/ 0 w 8"/>
                <a:gd name="T15" fmla="*/ 55 h 112"/>
                <a:gd name="T16" fmla="*/ 4 w 8"/>
                <a:gd name="T17" fmla="*/ 48 h 112"/>
                <a:gd name="T18" fmla="*/ 0 w 8"/>
                <a:gd name="T19" fmla="*/ 42 h 112"/>
                <a:gd name="T20" fmla="*/ 4 w 8"/>
                <a:gd name="T21" fmla="*/ 36 h 112"/>
                <a:gd name="T22" fmla="*/ 0 w 8"/>
                <a:gd name="T23" fmla="*/ 30 h 112"/>
                <a:gd name="T24" fmla="*/ 0 w 8"/>
                <a:gd name="T25" fmla="*/ 6 h 112"/>
                <a:gd name="T26" fmla="*/ 4 w 8"/>
                <a:gd name="T27" fmla="*/ 0 h 112"/>
                <a:gd name="T28" fmla="*/ 7 w 8"/>
                <a:gd name="T29" fmla="*/ 0 h 112"/>
                <a:gd name="T30" fmla="*/ 7 w 8"/>
                <a:gd name="T31" fmla="*/ 111 h 112"/>
                <a:gd name="T32" fmla="*/ 4 w 8"/>
                <a:gd name="T33" fmla="*/ 111 h 112"/>
                <a:gd name="T34" fmla="*/ 4 w 8"/>
                <a:gd name="T35" fmla="*/ 105 h 112"/>
                <a:gd name="T36" fmla="*/ 0 w 8"/>
                <a:gd name="T37" fmla="*/ 103 h 11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8" h="112">
                  <a:moveTo>
                    <a:pt x="0" y="103"/>
                  </a:moveTo>
                  <a:lnTo>
                    <a:pt x="4" y="88"/>
                  </a:lnTo>
                  <a:lnTo>
                    <a:pt x="0" y="84"/>
                  </a:lnTo>
                  <a:lnTo>
                    <a:pt x="4" y="81"/>
                  </a:lnTo>
                  <a:lnTo>
                    <a:pt x="0" y="78"/>
                  </a:lnTo>
                  <a:lnTo>
                    <a:pt x="4" y="69"/>
                  </a:lnTo>
                  <a:lnTo>
                    <a:pt x="0" y="64"/>
                  </a:lnTo>
                  <a:lnTo>
                    <a:pt x="0" y="55"/>
                  </a:lnTo>
                  <a:lnTo>
                    <a:pt x="4" y="48"/>
                  </a:lnTo>
                  <a:lnTo>
                    <a:pt x="0" y="42"/>
                  </a:lnTo>
                  <a:lnTo>
                    <a:pt x="4" y="36"/>
                  </a:lnTo>
                  <a:lnTo>
                    <a:pt x="0" y="30"/>
                  </a:lnTo>
                  <a:lnTo>
                    <a:pt x="0" y="6"/>
                  </a:lnTo>
                  <a:lnTo>
                    <a:pt x="4" y="0"/>
                  </a:lnTo>
                  <a:lnTo>
                    <a:pt x="7" y="0"/>
                  </a:lnTo>
                  <a:lnTo>
                    <a:pt x="7" y="111"/>
                  </a:lnTo>
                  <a:lnTo>
                    <a:pt x="4" y="111"/>
                  </a:lnTo>
                  <a:lnTo>
                    <a:pt x="4" y="105"/>
                  </a:lnTo>
                  <a:lnTo>
                    <a:pt x="0" y="103"/>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06" name="未知">
              <a:extLst>
                <a:ext uri="{FF2B5EF4-FFF2-40B4-BE49-F238E27FC236}">
                  <a16:creationId xmlns:a16="http://schemas.microsoft.com/office/drawing/2014/main" id="{F8728370-BB2F-4A22-9941-F36C58DCBE56}"/>
                </a:ext>
              </a:extLst>
            </p:cNvPr>
            <p:cNvSpPr>
              <a:spLocks/>
            </p:cNvSpPr>
            <p:nvPr/>
          </p:nvSpPr>
          <p:spPr bwMode="auto">
            <a:xfrm>
              <a:off x="1984" y="1723"/>
              <a:ext cx="4" cy="108"/>
            </a:xfrm>
            <a:custGeom>
              <a:avLst/>
              <a:gdLst>
                <a:gd name="T0" fmla="*/ 0 w 4"/>
                <a:gd name="T1" fmla="*/ 107 h 108"/>
                <a:gd name="T2" fmla="*/ 0 w 4"/>
                <a:gd name="T3" fmla="*/ 0 h 108"/>
                <a:gd name="T4" fmla="*/ 3 w 4"/>
                <a:gd name="T5" fmla="*/ 0 h 108"/>
                <a:gd name="T6" fmla="*/ 3 w 4"/>
                <a:gd name="T7" fmla="*/ 107 h 108"/>
                <a:gd name="T8" fmla="*/ 0 w 4"/>
                <a:gd name="T9" fmla="*/ 107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108">
                  <a:moveTo>
                    <a:pt x="0" y="107"/>
                  </a:moveTo>
                  <a:lnTo>
                    <a:pt x="0" y="0"/>
                  </a:lnTo>
                  <a:lnTo>
                    <a:pt x="3" y="0"/>
                  </a:lnTo>
                  <a:lnTo>
                    <a:pt x="3" y="107"/>
                  </a:lnTo>
                  <a:lnTo>
                    <a:pt x="0" y="107"/>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07" name="未知">
              <a:extLst>
                <a:ext uri="{FF2B5EF4-FFF2-40B4-BE49-F238E27FC236}">
                  <a16:creationId xmlns:a16="http://schemas.microsoft.com/office/drawing/2014/main" id="{32CE15D3-82F8-4E8B-A664-755F8C2A6216}"/>
                </a:ext>
              </a:extLst>
            </p:cNvPr>
            <p:cNvSpPr>
              <a:spLocks/>
            </p:cNvSpPr>
            <p:nvPr/>
          </p:nvSpPr>
          <p:spPr bwMode="auto">
            <a:xfrm>
              <a:off x="1984" y="1586"/>
              <a:ext cx="7" cy="109"/>
            </a:xfrm>
            <a:custGeom>
              <a:avLst/>
              <a:gdLst>
                <a:gd name="T0" fmla="*/ 0 w 7"/>
                <a:gd name="T1" fmla="*/ 108 h 109"/>
                <a:gd name="T2" fmla="*/ 0 w 7"/>
                <a:gd name="T3" fmla="*/ 0 h 109"/>
                <a:gd name="T4" fmla="*/ 3 w 7"/>
                <a:gd name="T5" fmla="*/ 0 h 109"/>
                <a:gd name="T6" fmla="*/ 3 w 7"/>
                <a:gd name="T7" fmla="*/ 59 h 109"/>
                <a:gd name="T8" fmla="*/ 6 w 7"/>
                <a:gd name="T9" fmla="*/ 63 h 109"/>
                <a:gd name="T10" fmla="*/ 3 w 7"/>
                <a:gd name="T11" fmla="*/ 78 h 109"/>
                <a:gd name="T12" fmla="*/ 6 w 7"/>
                <a:gd name="T13" fmla="*/ 81 h 109"/>
                <a:gd name="T14" fmla="*/ 3 w 7"/>
                <a:gd name="T15" fmla="*/ 89 h 109"/>
                <a:gd name="T16" fmla="*/ 3 w 7"/>
                <a:gd name="T17" fmla="*/ 108 h 109"/>
                <a:gd name="T18" fmla="*/ 0 w 7"/>
                <a:gd name="T19" fmla="*/ 108 h 10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 h="109">
                  <a:moveTo>
                    <a:pt x="0" y="108"/>
                  </a:moveTo>
                  <a:lnTo>
                    <a:pt x="0" y="0"/>
                  </a:lnTo>
                  <a:lnTo>
                    <a:pt x="3" y="0"/>
                  </a:lnTo>
                  <a:lnTo>
                    <a:pt x="3" y="59"/>
                  </a:lnTo>
                  <a:lnTo>
                    <a:pt x="6" y="63"/>
                  </a:lnTo>
                  <a:lnTo>
                    <a:pt x="3" y="78"/>
                  </a:lnTo>
                  <a:lnTo>
                    <a:pt x="6" y="81"/>
                  </a:lnTo>
                  <a:lnTo>
                    <a:pt x="3" y="89"/>
                  </a:lnTo>
                  <a:lnTo>
                    <a:pt x="3" y="108"/>
                  </a:lnTo>
                  <a:lnTo>
                    <a:pt x="0" y="108"/>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08" name="未知">
              <a:extLst>
                <a:ext uri="{FF2B5EF4-FFF2-40B4-BE49-F238E27FC236}">
                  <a16:creationId xmlns:a16="http://schemas.microsoft.com/office/drawing/2014/main" id="{0C1192F8-D003-49C5-B0D7-23FD4FB8346D}"/>
                </a:ext>
              </a:extLst>
            </p:cNvPr>
            <p:cNvSpPr>
              <a:spLocks/>
            </p:cNvSpPr>
            <p:nvPr/>
          </p:nvSpPr>
          <p:spPr bwMode="auto">
            <a:xfrm>
              <a:off x="2305" y="1865"/>
              <a:ext cx="5" cy="104"/>
            </a:xfrm>
            <a:custGeom>
              <a:avLst/>
              <a:gdLst>
                <a:gd name="T0" fmla="*/ 0 w 5"/>
                <a:gd name="T1" fmla="*/ 103 h 104"/>
                <a:gd name="T2" fmla="*/ 0 w 5"/>
                <a:gd name="T3" fmla="*/ 0 h 104"/>
                <a:gd name="T4" fmla="*/ 1 w 5"/>
                <a:gd name="T5" fmla="*/ 0 h 104"/>
                <a:gd name="T6" fmla="*/ 1 w 5"/>
                <a:gd name="T7" fmla="*/ 31 h 104"/>
                <a:gd name="T8" fmla="*/ 4 w 5"/>
                <a:gd name="T9" fmla="*/ 36 h 104"/>
                <a:gd name="T10" fmla="*/ 1 w 5"/>
                <a:gd name="T11" fmla="*/ 45 h 104"/>
                <a:gd name="T12" fmla="*/ 4 w 5"/>
                <a:gd name="T13" fmla="*/ 52 h 104"/>
                <a:gd name="T14" fmla="*/ 4 w 5"/>
                <a:gd name="T15" fmla="*/ 69 h 104"/>
                <a:gd name="T16" fmla="*/ 1 w 5"/>
                <a:gd name="T17" fmla="*/ 72 h 104"/>
                <a:gd name="T18" fmla="*/ 4 w 5"/>
                <a:gd name="T19" fmla="*/ 84 h 104"/>
                <a:gd name="T20" fmla="*/ 1 w 5"/>
                <a:gd name="T21" fmla="*/ 87 h 104"/>
                <a:gd name="T22" fmla="*/ 4 w 5"/>
                <a:gd name="T23" fmla="*/ 94 h 104"/>
                <a:gd name="T24" fmla="*/ 1 w 5"/>
                <a:gd name="T25" fmla="*/ 103 h 104"/>
                <a:gd name="T26" fmla="*/ 0 w 5"/>
                <a:gd name="T27" fmla="*/ 103 h 1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 h="104">
                  <a:moveTo>
                    <a:pt x="0" y="103"/>
                  </a:moveTo>
                  <a:lnTo>
                    <a:pt x="0" y="0"/>
                  </a:lnTo>
                  <a:lnTo>
                    <a:pt x="1" y="0"/>
                  </a:lnTo>
                  <a:lnTo>
                    <a:pt x="1" y="31"/>
                  </a:lnTo>
                  <a:lnTo>
                    <a:pt x="4" y="36"/>
                  </a:lnTo>
                  <a:lnTo>
                    <a:pt x="1" y="45"/>
                  </a:lnTo>
                  <a:lnTo>
                    <a:pt x="4" y="52"/>
                  </a:lnTo>
                  <a:lnTo>
                    <a:pt x="4" y="69"/>
                  </a:lnTo>
                  <a:lnTo>
                    <a:pt x="1" y="72"/>
                  </a:lnTo>
                  <a:lnTo>
                    <a:pt x="4" y="84"/>
                  </a:lnTo>
                  <a:lnTo>
                    <a:pt x="1" y="87"/>
                  </a:lnTo>
                  <a:lnTo>
                    <a:pt x="4" y="94"/>
                  </a:lnTo>
                  <a:lnTo>
                    <a:pt x="1" y="103"/>
                  </a:lnTo>
                  <a:lnTo>
                    <a:pt x="0" y="103"/>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09" name="未知">
              <a:extLst>
                <a:ext uri="{FF2B5EF4-FFF2-40B4-BE49-F238E27FC236}">
                  <a16:creationId xmlns:a16="http://schemas.microsoft.com/office/drawing/2014/main" id="{5F51C3FB-5570-416B-8812-DCFD8932AF98}"/>
                </a:ext>
              </a:extLst>
            </p:cNvPr>
            <p:cNvSpPr>
              <a:spLocks/>
            </p:cNvSpPr>
            <p:nvPr/>
          </p:nvSpPr>
          <p:spPr bwMode="auto">
            <a:xfrm>
              <a:off x="2305" y="1723"/>
              <a:ext cx="5" cy="112"/>
            </a:xfrm>
            <a:custGeom>
              <a:avLst/>
              <a:gdLst>
                <a:gd name="T0" fmla="*/ 0 w 5"/>
                <a:gd name="T1" fmla="*/ 108 h 112"/>
                <a:gd name="T2" fmla="*/ 0 w 5"/>
                <a:gd name="T3" fmla="*/ 0 h 112"/>
                <a:gd name="T4" fmla="*/ 1 w 5"/>
                <a:gd name="T5" fmla="*/ 0 h 112"/>
                <a:gd name="T6" fmla="*/ 1 w 5"/>
                <a:gd name="T7" fmla="*/ 39 h 112"/>
                <a:gd name="T8" fmla="*/ 4 w 5"/>
                <a:gd name="T9" fmla="*/ 42 h 112"/>
                <a:gd name="T10" fmla="*/ 1 w 5"/>
                <a:gd name="T11" fmla="*/ 52 h 112"/>
                <a:gd name="T12" fmla="*/ 4 w 5"/>
                <a:gd name="T13" fmla="*/ 81 h 112"/>
                <a:gd name="T14" fmla="*/ 1 w 5"/>
                <a:gd name="T15" fmla="*/ 88 h 112"/>
                <a:gd name="T16" fmla="*/ 4 w 5"/>
                <a:gd name="T17" fmla="*/ 94 h 112"/>
                <a:gd name="T18" fmla="*/ 1 w 5"/>
                <a:gd name="T19" fmla="*/ 111 h 112"/>
                <a:gd name="T20" fmla="*/ 0 w 5"/>
                <a:gd name="T21" fmla="*/ 108 h 1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 h="112">
                  <a:moveTo>
                    <a:pt x="0" y="108"/>
                  </a:moveTo>
                  <a:lnTo>
                    <a:pt x="0" y="0"/>
                  </a:lnTo>
                  <a:lnTo>
                    <a:pt x="1" y="0"/>
                  </a:lnTo>
                  <a:lnTo>
                    <a:pt x="1" y="39"/>
                  </a:lnTo>
                  <a:lnTo>
                    <a:pt x="4" y="42"/>
                  </a:lnTo>
                  <a:lnTo>
                    <a:pt x="1" y="52"/>
                  </a:lnTo>
                  <a:lnTo>
                    <a:pt x="4" y="81"/>
                  </a:lnTo>
                  <a:lnTo>
                    <a:pt x="1" y="88"/>
                  </a:lnTo>
                  <a:lnTo>
                    <a:pt x="4" y="94"/>
                  </a:lnTo>
                  <a:lnTo>
                    <a:pt x="1" y="111"/>
                  </a:lnTo>
                  <a:lnTo>
                    <a:pt x="0" y="108"/>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10" name="未知">
              <a:extLst>
                <a:ext uri="{FF2B5EF4-FFF2-40B4-BE49-F238E27FC236}">
                  <a16:creationId xmlns:a16="http://schemas.microsoft.com/office/drawing/2014/main" id="{39FBB8C1-1483-4BC3-8BF9-D54B4E1E3635}"/>
                </a:ext>
              </a:extLst>
            </p:cNvPr>
            <p:cNvSpPr>
              <a:spLocks/>
            </p:cNvSpPr>
            <p:nvPr/>
          </p:nvSpPr>
          <p:spPr bwMode="auto">
            <a:xfrm>
              <a:off x="2622" y="1444"/>
              <a:ext cx="8" cy="114"/>
            </a:xfrm>
            <a:custGeom>
              <a:avLst/>
              <a:gdLst>
                <a:gd name="T0" fmla="*/ 0 w 8"/>
                <a:gd name="T1" fmla="*/ 107 h 114"/>
                <a:gd name="T2" fmla="*/ 0 w 8"/>
                <a:gd name="T3" fmla="*/ 94 h 114"/>
                <a:gd name="T4" fmla="*/ 4 w 8"/>
                <a:gd name="T5" fmla="*/ 85 h 114"/>
                <a:gd name="T6" fmla="*/ 0 w 8"/>
                <a:gd name="T7" fmla="*/ 80 h 114"/>
                <a:gd name="T8" fmla="*/ 4 w 8"/>
                <a:gd name="T9" fmla="*/ 39 h 114"/>
                <a:gd name="T10" fmla="*/ 0 w 8"/>
                <a:gd name="T11" fmla="*/ 33 h 114"/>
                <a:gd name="T12" fmla="*/ 0 w 8"/>
                <a:gd name="T13" fmla="*/ 14 h 114"/>
                <a:gd name="T14" fmla="*/ 4 w 8"/>
                <a:gd name="T15" fmla="*/ 8 h 114"/>
                <a:gd name="T16" fmla="*/ 0 w 8"/>
                <a:gd name="T17" fmla="*/ 3 h 114"/>
                <a:gd name="T18" fmla="*/ 7 w 8"/>
                <a:gd name="T19" fmla="*/ 0 h 114"/>
                <a:gd name="T20" fmla="*/ 7 w 8"/>
                <a:gd name="T21" fmla="*/ 110 h 114"/>
                <a:gd name="T22" fmla="*/ 4 w 8"/>
                <a:gd name="T23" fmla="*/ 113 h 114"/>
                <a:gd name="T24" fmla="*/ 0 w 8"/>
                <a:gd name="T25" fmla="*/ 107 h 1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 h="114">
                  <a:moveTo>
                    <a:pt x="0" y="107"/>
                  </a:moveTo>
                  <a:lnTo>
                    <a:pt x="0" y="94"/>
                  </a:lnTo>
                  <a:lnTo>
                    <a:pt x="4" y="85"/>
                  </a:lnTo>
                  <a:lnTo>
                    <a:pt x="0" y="80"/>
                  </a:lnTo>
                  <a:lnTo>
                    <a:pt x="4" y="39"/>
                  </a:lnTo>
                  <a:lnTo>
                    <a:pt x="0" y="33"/>
                  </a:lnTo>
                  <a:lnTo>
                    <a:pt x="0" y="14"/>
                  </a:lnTo>
                  <a:lnTo>
                    <a:pt x="4" y="8"/>
                  </a:lnTo>
                  <a:lnTo>
                    <a:pt x="0" y="3"/>
                  </a:lnTo>
                  <a:lnTo>
                    <a:pt x="7" y="0"/>
                  </a:lnTo>
                  <a:lnTo>
                    <a:pt x="7" y="110"/>
                  </a:lnTo>
                  <a:lnTo>
                    <a:pt x="4" y="113"/>
                  </a:lnTo>
                  <a:lnTo>
                    <a:pt x="0" y="107"/>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11" name="未知">
              <a:extLst>
                <a:ext uri="{FF2B5EF4-FFF2-40B4-BE49-F238E27FC236}">
                  <a16:creationId xmlns:a16="http://schemas.microsoft.com/office/drawing/2014/main" id="{903EEA49-ADE3-4B87-AD10-6D794FB433D4}"/>
                </a:ext>
              </a:extLst>
            </p:cNvPr>
            <p:cNvSpPr>
              <a:spLocks/>
            </p:cNvSpPr>
            <p:nvPr/>
          </p:nvSpPr>
          <p:spPr bwMode="auto">
            <a:xfrm>
              <a:off x="2622" y="1303"/>
              <a:ext cx="8" cy="113"/>
            </a:xfrm>
            <a:custGeom>
              <a:avLst/>
              <a:gdLst>
                <a:gd name="T0" fmla="*/ 0 w 8"/>
                <a:gd name="T1" fmla="*/ 109 h 113"/>
                <a:gd name="T2" fmla="*/ 0 w 8"/>
                <a:gd name="T3" fmla="*/ 3 h 113"/>
                <a:gd name="T4" fmla="*/ 7 w 8"/>
                <a:gd name="T5" fmla="*/ 0 h 113"/>
                <a:gd name="T6" fmla="*/ 7 w 8"/>
                <a:gd name="T7" fmla="*/ 112 h 113"/>
                <a:gd name="T8" fmla="*/ 4 w 8"/>
                <a:gd name="T9" fmla="*/ 112 h 113"/>
                <a:gd name="T10" fmla="*/ 0 w 8"/>
                <a:gd name="T11" fmla="*/ 109 h 1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113">
                  <a:moveTo>
                    <a:pt x="0" y="109"/>
                  </a:moveTo>
                  <a:lnTo>
                    <a:pt x="0" y="3"/>
                  </a:lnTo>
                  <a:lnTo>
                    <a:pt x="7" y="0"/>
                  </a:lnTo>
                  <a:lnTo>
                    <a:pt x="7" y="112"/>
                  </a:lnTo>
                  <a:lnTo>
                    <a:pt x="4" y="112"/>
                  </a:lnTo>
                  <a:lnTo>
                    <a:pt x="0" y="109"/>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12" name="未知">
              <a:extLst>
                <a:ext uri="{FF2B5EF4-FFF2-40B4-BE49-F238E27FC236}">
                  <a16:creationId xmlns:a16="http://schemas.microsoft.com/office/drawing/2014/main" id="{8DF2C6EE-BE58-4735-BB20-C295B56D4E97}"/>
                </a:ext>
              </a:extLst>
            </p:cNvPr>
            <p:cNvSpPr>
              <a:spLocks/>
            </p:cNvSpPr>
            <p:nvPr/>
          </p:nvSpPr>
          <p:spPr bwMode="auto">
            <a:xfrm>
              <a:off x="3577" y="1723"/>
              <a:ext cx="7" cy="108"/>
            </a:xfrm>
            <a:custGeom>
              <a:avLst/>
              <a:gdLst>
                <a:gd name="T0" fmla="*/ 0 w 7"/>
                <a:gd name="T1" fmla="*/ 104 h 108"/>
                <a:gd name="T2" fmla="*/ 0 w 7"/>
                <a:gd name="T3" fmla="*/ 0 h 108"/>
                <a:gd name="T4" fmla="*/ 6 w 7"/>
                <a:gd name="T5" fmla="*/ 0 h 108"/>
                <a:gd name="T6" fmla="*/ 6 w 7"/>
                <a:gd name="T7" fmla="*/ 107 h 108"/>
                <a:gd name="T8" fmla="*/ 3 w 7"/>
                <a:gd name="T9" fmla="*/ 107 h 108"/>
                <a:gd name="T10" fmla="*/ 0 w 7"/>
                <a:gd name="T11" fmla="*/ 104 h 10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108">
                  <a:moveTo>
                    <a:pt x="0" y="104"/>
                  </a:moveTo>
                  <a:lnTo>
                    <a:pt x="0" y="0"/>
                  </a:lnTo>
                  <a:lnTo>
                    <a:pt x="6" y="0"/>
                  </a:lnTo>
                  <a:lnTo>
                    <a:pt x="6" y="107"/>
                  </a:lnTo>
                  <a:lnTo>
                    <a:pt x="3" y="107"/>
                  </a:lnTo>
                  <a:lnTo>
                    <a:pt x="0" y="104"/>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13" name="未知">
              <a:extLst>
                <a:ext uri="{FF2B5EF4-FFF2-40B4-BE49-F238E27FC236}">
                  <a16:creationId xmlns:a16="http://schemas.microsoft.com/office/drawing/2014/main" id="{257AD8B1-CCD7-4DC7-A20E-37065643D57A}"/>
                </a:ext>
              </a:extLst>
            </p:cNvPr>
            <p:cNvSpPr>
              <a:spLocks/>
            </p:cNvSpPr>
            <p:nvPr/>
          </p:nvSpPr>
          <p:spPr bwMode="auto">
            <a:xfrm>
              <a:off x="3577" y="1583"/>
              <a:ext cx="7" cy="112"/>
            </a:xfrm>
            <a:custGeom>
              <a:avLst/>
              <a:gdLst>
                <a:gd name="T0" fmla="*/ 0 w 7"/>
                <a:gd name="T1" fmla="*/ 108 h 112"/>
                <a:gd name="T2" fmla="*/ 0 w 7"/>
                <a:gd name="T3" fmla="*/ 88 h 112"/>
                <a:gd name="T4" fmla="*/ 3 w 7"/>
                <a:gd name="T5" fmla="*/ 84 h 112"/>
                <a:gd name="T6" fmla="*/ 0 w 7"/>
                <a:gd name="T7" fmla="*/ 81 h 112"/>
                <a:gd name="T8" fmla="*/ 0 w 7"/>
                <a:gd name="T9" fmla="*/ 3 h 112"/>
                <a:gd name="T10" fmla="*/ 3 w 7"/>
                <a:gd name="T11" fmla="*/ 0 h 112"/>
                <a:gd name="T12" fmla="*/ 6 w 7"/>
                <a:gd name="T13" fmla="*/ 3 h 112"/>
                <a:gd name="T14" fmla="*/ 6 w 7"/>
                <a:gd name="T15" fmla="*/ 111 h 112"/>
                <a:gd name="T16" fmla="*/ 3 w 7"/>
                <a:gd name="T17" fmla="*/ 111 h 112"/>
                <a:gd name="T18" fmla="*/ 0 w 7"/>
                <a:gd name="T19" fmla="*/ 108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 h="112">
                  <a:moveTo>
                    <a:pt x="0" y="108"/>
                  </a:moveTo>
                  <a:lnTo>
                    <a:pt x="0" y="88"/>
                  </a:lnTo>
                  <a:lnTo>
                    <a:pt x="3" y="84"/>
                  </a:lnTo>
                  <a:lnTo>
                    <a:pt x="0" y="81"/>
                  </a:lnTo>
                  <a:lnTo>
                    <a:pt x="0" y="3"/>
                  </a:lnTo>
                  <a:lnTo>
                    <a:pt x="3" y="0"/>
                  </a:lnTo>
                  <a:lnTo>
                    <a:pt x="6" y="3"/>
                  </a:lnTo>
                  <a:lnTo>
                    <a:pt x="6" y="111"/>
                  </a:lnTo>
                  <a:lnTo>
                    <a:pt x="3" y="111"/>
                  </a:lnTo>
                  <a:lnTo>
                    <a:pt x="0" y="108"/>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14" name="未知">
              <a:extLst>
                <a:ext uri="{FF2B5EF4-FFF2-40B4-BE49-F238E27FC236}">
                  <a16:creationId xmlns:a16="http://schemas.microsoft.com/office/drawing/2014/main" id="{0C0EF57D-A661-44D9-B92A-F23C568A1513}"/>
                </a:ext>
              </a:extLst>
            </p:cNvPr>
            <p:cNvSpPr>
              <a:spLocks/>
            </p:cNvSpPr>
            <p:nvPr/>
          </p:nvSpPr>
          <p:spPr bwMode="auto">
            <a:xfrm>
              <a:off x="3577" y="1303"/>
              <a:ext cx="7" cy="110"/>
            </a:xfrm>
            <a:custGeom>
              <a:avLst/>
              <a:gdLst>
                <a:gd name="T0" fmla="*/ 0 w 7"/>
                <a:gd name="T1" fmla="*/ 106 h 110"/>
                <a:gd name="T2" fmla="*/ 0 w 7"/>
                <a:gd name="T3" fmla="*/ 3 h 110"/>
                <a:gd name="T4" fmla="*/ 6 w 7"/>
                <a:gd name="T5" fmla="*/ 0 h 110"/>
                <a:gd name="T6" fmla="*/ 6 w 7"/>
                <a:gd name="T7" fmla="*/ 109 h 110"/>
                <a:gd name="T8" fmla="*/ 3 w 7"/>
                <a:gd name="T9" fmla="*/ 109 h 110"/>
                <a:gd name="T10" fmla="*/ 0 w 7"/>
                <a:gd name="T11" fmla="*/ 106 h 1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110">
                  <a:moveTo>
                    <a:pt x="0" y="106"/>
                  </a:moveTo>
                  <a:lnTo>
                    <a:pt x="0" y="3"/>
                  </a:lnTo>
                  <a:lnTo>
                    <a:pt x="6" y="0"/>
                  </a:lnTo>
                  <a:lnTo>
                    <a:pt x="6" y="109"/>
                  </a:lnTo>
                  <a:lnTo>
                    <a:pt x="3" y="109"/>
                  </a:lnTo>
                  <a:lnTo>
                    <a:pt x="0" y="106"/>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15" name="未知">
              <a:extLst>
                <a:ext uri="{FF2B5EF4-FFF2-40B4-BE49-F238E27FC236}">
                  <a16:creationId xmlns:a16="http://schemas.microsoft.com/office/drawing/2014/main" id="{A4824745-8E21-44AA-9090-3A21698072E9}"/>
                </a:ext>
              </a:extLst>
            </p:cNvPr>
            <p:cNvSpPr>
              <a:spLocks/>
            </p:cNvSpPr>
            <p:nvPr/>
          </p:nvSpPr>
          <p:spPr bwMode="auto">
            <a:xfrm>
              <a:off x="3577" y="1163"/>
              <a:ext cx="7" cy="112"/>
            </a:xfrm>
            <a:custGeom>
              <a:avLst/>
              <a:gdLst>
                <a:gd name="T0" fmla="*/ 0 w 7"/>
                <a:gd name="T1" fmla="*/ 108 h 112"/>
                <a:gd name="T2" fmla="*/ 0 w 7"/>
                <a:gd name="T3" fmla="*/ 3 h 112"/>
                <a:gd name="T4" fmla="*/ 6 w 7"/>
                <a:gd name="T5" fmla="*/ 0 h 112"/>
                <a:gd name="T6" fmla="*/ 6 w 7"/>
                <a:gd name="T7" fmla="*/ 111 h 112"/>
                <a:gd name="T8" fmla="*/ 3 w 7"/>
                <a:gd name="T9" fmla="*/ 111 h 112"/>
                <a:gd name="T10" fmla="*/ 0 w 7"/>
                <a:gd name="T11" fmla="*/ 108 h 1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112">
                  <a:moveTo>
                    <a:pt x="0" y="108"/>
                  </a:moveTo>
                  <a:lnTo>
                    <a:pt x="0" y="3"/>
                  </a:lnTo>
                  <a:lnTo>
                    <a:pt x="6" y="0"/>
                  </a:lnTo>
                  <a:lnTo>
                    <a:pt x="6" y="111"/>
                  </a:lnTo>
                  <a:lnTo>
                    <a:pt x="3" y="111"/>
                  </a:lnTo>
                  <a:lnTo>
                    <a:pt x="0" y="108"/>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16" name="未知">
              <a:extLst>
                <a:ext uri="{FF2B5EF4-FFF2-40B4-BE49-F238E27FC236}">
                  <a16:creationId xmlns:a16="http://schemas.microsoft.com/office/drawing/2014/main" id="{EFA9E1C7-F7D7-4952-A9F1-E7936C0E8C9F}"/>
                </a:ext>
              </a:extLst>
            </p:cNvPr>
            <p:cNvSpPr>
              <a:spLocks/>
            </p:cNvSpPr>
            <p:nvPr/>
          </p:nvSpPr>
          <p:spPr bwMode="auto">
            <a:xfrm>
              <a:off x="3896" y="1862"/>
              <a:ext cx="7" cy="103"/>
            </a:xfrm>
            <a:custGeom>
              <a:avLst/>
              <a:gdLst>
                <a:gd name="T0" fmla="*/ 0 w 7"/>
                <a:gd name="T1" fmla="*/ 99 h 103"/>
                <a:gd name="T2" fmla="*/ 3 w 7"/>
                <a:gd name="T3" fmla="*/ 96 h 103"/>
                <a:gd name="T4" fmla="*/ 0 w 7"/>
                <a:gd name="T5" fmla="*/ 90 h 103"/>
                <a:gd name="T6" fmla="*/ 0 w 7"/>
                <a:gd name="T7" fmla="*/ 80 h 103"/>
                <a:gd name="T8" fmla="*/ 3 w 7"/>
                <a:gd name="T9" fmla="*/ 77 h 103"/>
                <a:gd name="T10" fmla="*/ 0 w 7"/>
                <a:gd name="T11" fmla="*/ 74 h 103"/>
                <a:gd name="T12" fmla="*/ 3 w 7"/>
                <a:gd name="T13" fmla="*/ 71 h 103"/>
                <a:gd name="T14" fmla="*/ 0 w 7"/>
                <a:gd name="T15" fmla="*/ 60 h 103"/>
                <a:gd name="T16" fmla="*/ 3 w 7"/>
                <a:gd name="T17" fmla="*/ 54 h 103"/>
                <a:gd name="T18" fmla="*/ 0 w 7"/>
                <a:gd name="T19" fmla="*/ 48 h 103"/>
                <a:gd name="T20" fmla="*/ 0 w 7"/>
                <a:gd name="T21" fmla="*/ 3 h 103"/>
                <a:gd name="T22" fmla="*/ 3 w 7"/>
                <a:gd name="T23" fmla="*/ 0 h 103"/>
                <a:gd name="T24" fmla="*/ 6 w 7"/>
                <a:gd name="T25" fmla="*/ 3 h 103"/>
                <a:gd name="T26" fmla="*/ 6 w 7"/>
                <a:gd name="T27" fmla="*/ 99 h 103"/>
                <a:gd name="T28" fmla="*/ 3 w 7"/>
                <a:gd name="T29" fmla="*/ 102 h 103"/>
                <a:gd name="T30" fmla="*/ 0 w 7"/>
                <a:gd name="T31" fmla="*/ 99 h 10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 h="103">
                  <a:moveTo>
                    <a:pt x="0" y="99"/>
                  </a:moveTo>
                  <a:lnTo>
                    <a:pt x="3" y="96"/>
                  </a:lnTo>
                  <a:lnTo>
                    <a:pt x="0" y="90"/>
                  </a:lnTo>
                  <a:lnTo>
                    <a:pt x="0" y="80"/>
                  </a:lnTo>
                  <a:lnTo>
                    <a:pt x="3" y="77"/>
                  </a:lnTo>
                  <a:lnTo>
                    <a:pt x="0" y="74"/>
                  </a:lnTo>
                  <a:lnTo>
                    <a:pt x="3" y="71"/>
                  </a:lnTo>
                  <a:lnTo>
                    <a:pt x="0" y="60"/>
                  </a:lnTo>
                  <a:lnTo>
                    <a:pt x="3" y="54"/>
                  </a:lnTo>
                  <a:lnTo>
                    <a:pt x="0" y="48"/>
                  </a:lnTo>
                  <a:lnTo>
                    <a:pt x="0" y="3"/>
                  </a:lnTo>
                  <a:lnTo>
                    <a:pt x="3" y="0"/>
                  </a:lnTo>
                  <a:lnTo>
                    <a:pt x="6" y="3"/>
                  </a:lnTo>
                  <a:lnTo>
                    <a:pt x="6" y="99"/>
                  </a:lnTo>
                  <a:lnTo>
                    <a:pt x="3" y="102"/>
                  </a:lnTo>
                  <a:lnTo>
                    <a:pt x="0" y="99"/>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17" name="未知">
              <a:extLst>
                <a:ext uri="{FF2B5EF4-FFF2-40B4-BE49-F238E27FC236}">
                  <a16:creationId xmlns:a16="http://schemas.microsoft.com/office/drawing/2014/main" id="{37837BF6-861A-410D-BB1B-17BC89DD10FA}"/>
                </a:ext>
              </a:extLst>
            </p:cNvPr>
            <p:cNvSpPr>
              <a:spLocks/>
            </p:cNvSpPr>
            <p:nvPr/>
          </p:nvSpPr>
          <p:spPr bwMode="auto">
            <a:xfrm>
              <a:off x="3896" y="1720"/>
              <a:ext cx="7" cy="111"/>
            </a:xfrm>
            <a:custGeom>
              <a:avLst/>
              <a:gdLst>
                <a:gd name="T0" fmla="*/ 0 w 7"/>
                <a:gd name="T1" fmla="*/ 110 h 111"/>
                <a:gd name="T2" fmla="*/ 0 w 7"/>
                <a:gd name="T3" fmla="*/ 3 h 111"/>
                <a:gd name="T4" fmla="*/ 3 w 7"/>
                <a:gd name="T5" fmla="*/ 0 h 111"/>
                <a:gd name="T6" fmla="*/ 6 w 7"/>
                <a:gd name="T7" fmla="*/ 3 h 111"/>
                <a:gd name="T8" fmla="*/ 6 w 7"/>
                <a:gd name="T9" fmla="*/ 110 h 111"/>
                <a:gd name="T10" fmla="*/ 0 w 7"/>
                <a:gd name="T11" fmla="*/ 110 h 1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111">
                  <a:moveTo>
                    <a:pt x="0" y="110"/>
                  </a:moveTo>
                  <a:lnTo>
                    <a:pt x="0" y="3"/>
                  </a:lnTo>
                  <a:lnTo>
                    <a:pt x="3" y="0"/>
                  </a:lnTo>
                  <a:lnTo>
                    <a:pt x="6" y="3"/>
                  </a:lnTo>
                  <a:lnTo>
                    <a:pt x="6" y="110"/>
                  </a:lnTo>
                  <a:lnTo>
                    <a:pt x="0" y="110"/>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18" name="未知">
              <a:extLst>
                <a:ext uri="{FF2B5EF4-FFF2-40B4-BE49-F238E27FC236}">
                  <a16:creationId xmlns:a16="http://schemas.microsoft.com/office/drawing/2014/main" id="{F52BA2DD-1F6D-4DA2-AF24-897B98A74F72}"/>
                </a:ext>
              </a:extLst>
            </p:cNvPr>
            <p:cNvSpPr>
              <a:spLocks/>
            </p:cNvSpPr>
            <p:nvPr/>
          </p:nvSpPr>
          <p:spPr bwMode="auto">
            <a:xfrm>
              <a:off x="4033" y="2011"/>
              <a:ext cx="4" cy="4"/>
            </a:xfrm>
            <a:custGeom>
              <a:avLst/>
              <a:gdLst>
                <a:gd name="T0" fmla="*/ 0 w 4"/>
                <a:gd name="T1" fmla="*/ 3 h 4"/>
                <a:gd name="T2" fmla="*/ 0 w 4"/>
                <a:gd name="T3" fmla="*/ 0 h 4"/>
                <a:gd name="T4" fmla="*/ 3 w 4"/>
                <a:gd name="T5" fmla="*/ 3 h 4"/>
                <a:gd name="T6" fmla="*/ 0 w 4"/>
                <a:gd name="T7" fmla="*/ 3 h 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 h="4">
                  <a:moveTo>
                    <a:pt x="0" y="3"/>
                  </a:moveTo>
                  <a:lnTo>
                    <a:pt x="0" y="0"/>
                  </a:lnTo>
                  <a:lnTo>
                    <a:pt x="3" y="3"/>
                  </a:lnTo>
                  <a:lnTo>
                    <a:pt x="0" y="3"/>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19" name="未知">
              <a:extLst>
                <a:ext uri="{FF2B5EF4-FFF2-40B4-BE49-F238E27FC236}">
                  <a16:creationId xmlns:a16="http://schemas.microsoft.com/office/drawing/2014/main" id="{D3FD3C88-5F81-4CD0-9DAD-1D3756A568AF}"/>
                </a:ext>
              </a:extLst>
            </p:cNvPr>
            <p:cNvSpPr>
              <a:spLocks/>
            </p:cNvSpPr>
            <p:nvPr/>
          </p:nvSpPr>
          <p:spPr bwMode="auto">
            <a:xfrm>
              <a:off x="4210" y="1720"/>
              <a:ext cx="8" cy="111"/>
            </a:xfrm>
            <a:custGeom>
              <a:avLst/>
              <a:gdLst>
                <a:gd name="T0" fmla="*/ 0 w 8"/>
                <a:gd name="T1" fmla="*/ 107 h 111"/>
                <a:gd name="T2" fmla="*/ 0 w 8"/>
                <a:gd name="T3" fmla="*/ 36 h 111"/>
                <a:gd name="T4" fmla="*/ 4 w 8"/>
                <a:gd name="T5" fmla="*/ 33 h 111"/>
                <a:gd name="T6" fmla="*/ 0 w 8"/>
                <a:gd name="T7" fmla="*/ 29 h 111"/>
                <a:gd name="T8" fmla="*/ 4 w 8"/>
                <a:gd name="T9" fmla="*/ 28 h 111"/>
                <a:gd name="T10" fmla="*/ 0 w 8"/>
                <a:gd name="T11" fmla="*/ 19 h 111"/>
                <a:gd name="T12" fmla="*/ 4 w 8"/>
                <a:gd name="T13" fmla="*/ 15 h 111"/>
                <a:gd name="T14" fmla="*/ 0 w 8"/>
                <a:gd name="T15" fmla="*/ 9 h 111"/>
                <a:gd name="T16" fmla="*/ 4 w 8"/>
                <a:gd name="T17" fmla="*/ 0 h 111"/>
                <a:gd name="T18" fmla="*/ 7 w 8"/>
                <a:gd name="T19" fmla="*/ 3 h 111"/>
                <a:gd name="T20" fmla="*/ 7 w 8"/>
                <a:gd name="T21" fmla="*/ 110 h 111"/>
                <a:gd name="T22" fmla="*/ 4 w 8"/>
                <a:gd name="T23" fmla="*/ 110 h 111"/>
                <a:gd name="T24" fmla="*/ 0 w 8"/>
                <a:gd name="T25" fmla="*/ 107 h 1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 h="111">
                  <a:moveTo>
                    <a:pt x="0" y="107"/>
                  </a:moveTo>
                  <a:lnTo>
                    <a:pt x="0" y="36"/>
                  </a:lnTo>
                  <a:lnTo>
                    <a:pt x="4" y="33"/>
                  </a:lnTo>
                  <a:lnTo>
                    <a:pt x="0" y="29"/>
                  </a:lnTo>
                  <a:lnTo>
                    <a:pt x="4" y="28"/>
                  </a:lnTo>
                  <a:lnTo>
                    <a:pt x="0" y="19"/>
                  </a:lnTo>
                  <a:lnTo>
                    <a:pt x="4" y="15"/>
                  </a:lnTo>
                  <a:lnTo>
                    <a:pt x="0" y="9"/>
                  </a:lnTo>
                  <a:lnTo>
                    <a:pt x="4" y="0"/>
                  </a:lnTo>
                  <a:lnTo>
                    <a:pt x="7" y="3"/>
                  </a:lnTo>
                  <a:lnTo>
                    <a:pt x="7" y="110"/>
                  </a:lnTo>
                  <a:lnTo>
                    <a:pt x="4" y="110"/>
                  </a:lnTo>
                  <a:lnTo>
                    <a:pt x="0" y="107"/>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20" name="未知">
              <a:extLst>
                <a:ext uri="{FF2B5EF4-FFF2-40B4-BE49-F238E27FC236}">
                  <a16:creationId xmlns:a16="http://schemas.microsoft.com/office/drawing/2014/main" id="{7F4EF219-E1E4-43D5-8529-9187C108B142}"/>
                </a:ext>
              </a:extLst>
            </p:cNvPr>
            <p:cNvSpPr>
              <a:spLocks/>
            </p:cNvSpPr>
            <p:nvPr/>
          </p:nvSpPr>
          <p:spPr bwMode="auto">
            <a:xfrm>
              <a:off x="4210" y="1583"/>
              <a:ext cx="8" cy="109"/>
            </a:xfrm>
            <a:custGeom>
              <a:avLst/>
              <a:gdLst>
                <a:gd name="T0" fmla="*/ 0 w 8"/>
                <a:gd name="T1" fmla="*/ 108 h 109"/>
                <a:gd name="T2" fmla="*/ 0 w 8"/>
                <a:gd name="T3" fmla="*/ 3 h 109"/>
                <a:gd name="T4" fmla="*/ 7 w 8"/>
                <a:gd name="T5" fmla="*/ 0 h 109"/>
                <a:gd name="T6" fmla="*/ 7 w 8"/>
                <a:gd name="T7" fmla="*/ 108 h 109"/>
                <a:gd name="T8" fmla="*/ 0 w 8"/>
                <a:gd name="T9" fmla="*/ 108 h 1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09">
                  <a:moveTo>
                    <a:pt x="0" y="108"/>
                  </a:moveTo>
                  <a:lnTo>
                    <a:pt x="0" y="3"/>
                  </a:lnTo>
                  <a:lnTo>
                    <a:pt x="7" y="0"/>
                  </a:lnTo>
                  <a:lnTo>
                    <a:pt x="7" y="108"/>
                  </a:lnTo>
                  <a:lnTo>
                    <a:pt x="0" y="108"/>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21" name="未知">
              <a:extLst>
                <a:ext uri="{FF2B5EF4-FFF2-40B4-BE49-F238E27FC236}">
                  <a16:creationId xmlns:a16="http://schemas.microsoft.com/office/drawing/2014/main" id="{1DB0748A-5947-43BC-980B-9771E4765045}"/>
                </a:ext>
              </a:extLst>
            </p:cNvPr>
            <p:cNvSpPr>
              <a:spLocks/>
            </p:cNvSpPr>
            <p:nvPr/>
          </p:nvSpPr>
          <p:spPr bwMode="auto">
            <a:xfrm>
              <a:off x="4210" y="1441"/>
              <a:ext cx="8" cy="114"/>
            </a:xfrm>
            <a:custGeom>
              <a:avLst/>
              <a:gdLst>
                <a:gd name="T0" fmla="*/ 0 w 8"/>
                <a:gd name="T1" fmla="*/ 107 h 114"/>
                <a:gd name="T2" fmla="*/ 0 w 8"/>
                <a:gd name="T3" fmla="*/ 85 h 114"/>
                <a:gd name="T4" fmla="*/ 4 w 8"/>
                <a:gd name="T5" fmla="*/ 83 h 114"/>
                <a:gd name="T6" fmla="*/ 0 w 8"/>
                <a:gd name="T7" fmla="*/ 80 h 114"/>
                <a:gd name="T8" fmla="*/ 0 w 8"/>
                <a:gd name="T9" fmla="*/ 6 h 114"/>
                <a:gd name="T10" fmla="*/ 4 w 8"/>
                <a:gd name="T11" fmla="*/ 0 h 114"/>
                <a:gd name="T12" fmla="*/ 7 w 8"/>
                <a:gd name="T13" fmla="*/ 0 h 114"/>
                <a:gd name="T14" fmla="*/ 7 w 8"/>
                <a:gd name="T15" fmla="*/ 113 h 114"/>
                <a:gd name="T16" fmla="*/ 4 w 8"/>
                <a:gd name="T17" fmla="*/ 113 h 114"/>
                <a:gd name="T18" fmla="*/ 0 w 8"/>
                <a:gd name="T19" fmla="*/ 107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 h="114">
                  <a:moveTo>
                    <a:pt x="0" y="107"/>
                  </a:moveTo>
                  <a:lnTo>
                    <a:pt x="0" y="85"/>
                  </a:lnTo>
                  <a:lnTo>
                    <a:pt x="4" y="83"/>
                  </a:lnTo>
                  <a:lnTo>
                    <a:pt x="0" y="80"/>
                  </a:lnTo>
                  <a:lnTo>
                    <a:pt x="0" y="6"/>
                  </a:lnTo>
                  <a:lnTo>
                    <a:pt x="4" y="0"/>
                  </a:lnTo>
                  <a:lnTo>
                    <a:pt x="7" y="0"/>
                  </a:lnTo>
                  <a:lnTo>
                    <a:pt x="7" y="113"/>
                  </a:lnTo>
                  <a:lnTo>
                    <a:pt x="4" y="113"/>
                  </a:lnTo>
                  <a:lnTo>
                    <a:pt x="0" y="107"/>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22" name="未知">
              <a:extLst>
                <a:ext uri="{FF2B5EF4-FFF2-40B4-BE49-F238E27FC236}">
                  <a16:creationId xmlns:a16="http://schemas.microsoft.com/office/drawing/2014/main" id="{07F48F52-41B1-49DA-BB81-5850EABAE4B0}"/>
                </a:ext>
              </a:extLst>
            </p:cNvPr>
            <p:cNvSpPr>
              <a:spLocks/>
            </p:cNvSpPr>
            <p:nvPr/>
          </p:nvSpPr>
          <p:spPr bwMode="auto">
            <a:xfrm>
              <a:off x="4210" y="1302"/>
              <a:ext cx="8" cy="111"/>
            </a:xfrm>
            <a:custGeom>
              <a:avLst/>
              <a:gdLst>
                <a:gd name="T0" fmla="*/ 0 w 8"/>
                <a:gd name="T1" fmla="*/ 107 h 111"/>
                <a:gd name="T2" fmla="*/ 4 w 8"/>
                <a:gd name="T3" fmla="*/ 104 h 111"/>
                <a:gd name="T4" fmla="*/ 0 w 8"/>
                <a:gd name="T5" fmla="*/ 101 h 111"/>
                <a:gd name="T6" fmla="*/ 0 w 8"/>
                <a:gd name="T7" fmla="*/ 14 h 111"/>
                <a:gd name="T8" fmla="*/ 4 w 8"/>
                <a:gd name="T9" fmla="*/ 11 h 111"/>
                <a:gd name="T10" fmla="*/ 0 w 8"/>
                <a:gd name="T11" fmla="*/ 2 h 111"/>
                <a:gd name="T12" fmla="*/ 4 w 8"/>
                <a:gd name="T13" fmla="*/ 0 h 111"/>
                <a:gd name="T14" fmla="*/ 7 w 8"/>
                <a:gd name="T15" fmla="*/ 2 h 111"/>
                <a:gd name="T16" fmla="*/ 7 w 8"/>
                <a:gd name="T17" fmla="*/ 110 h 111"/>
                <a:gd name="T18" fmla="*/ 4 w 8"/>
                <a:gd name="T19" fmla="*/ 110 h 111"/>
                <a:gd name="T20" fmla="*/ 0 w 8"/>
                <a:gd name="T21" fmla="*/ 107 h 1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 h="111">
                  <a:moveTo>
                    <a:pt x="0" y="107"/>
                  </a:moveTo>
                  <a:lnTo>
                    <a:pt x="4" y="104"/>
                  </a:lnTo>
                  <a:lnTo>
                    <a:pt x="0" y="101"/>
                  </a:lnTo>
                  <a:lnTo>
                    <a:pt x="0" y="14"/>
                  </a:lnTo>
                  <a:lnTo>
                    <a:pt x="4" y="11"/>
                  </a:lnTo>
                  <a:lnTo>
                    <a:pt x="0" y="2"/>
                  </a:lnTo>
                  <a:lnTo>
                    <a:pt x="4" y="0"/>
                  </a:lnTo>
                  <a:lnTo>
                    <a:pt x="7" y="2"/>
                  </a:lnTo>
                  <a:lnTo>
                    <a:pt x="7" y="110"/>
                  </a:lnTo>
                  <a:lnTo>
                    <a:pt x="4" y="110"/>
                  </a:lnTo>
                  <a:lnTo>
                    <a:pt x="0" y="107"/>
                  </a:lnTo>
                </a:path>
              </a:pathLst>
            </a:custGeom>
            <a:solidFill>
              <a:srgbClr val="000000"/>
            </a:solidFill>
            <a:ln w="12700" cap="rnd"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923" name="Line 175">
              <a:extLst>
                <a:ext uri="{FF2B5EF4-FFF2-40B4-BE49-F238E27FC236}">
                  <a16:creationId xmlns:a16="http://schemas.microsoft.com/office/drawing/2014/main" id="{12152213-FE34-4D3F-B708-CCC8012386FE}"/>
                </a:ext>
              </a:extLst>
            </p:cNvPr>
            <p:cNvSpPr>
              <a:spLocks noChangeShapeType="1"/>
            </p:cNvSpPr>
            <p:nvPr/>
          </p:nvSpPr>
          <p:spPr bwMode="auto">
            <a:xfrm>
              <a:off x="857" y="1158"/>
              <a:ext cx="0" cy="32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24" name="Line 176">
              <a:extLst>
                <a:ext uri="{FF2B5EF4-FFF2-40B4-BE49-F238E27FC236}">
                  <a16:creationId xmlns:a16="http://schemas.microsoft.com/office/drawing/2014/main" id="{3F012AA8-4851-4B73-AEA8-FCD95475D1CA}"/>
                </a:ext>
              </a:extLst>
            </p:cNvPr>
            <p:cNvSpPr>
              <a:spLocks noChangeShapeType="1"/>
            </p:cNvSpPr>
            <p:nvPr/>
          </p:nvSpPr>
          <p:spPr bwMode="auto">
            <a:xfrm>
              <a:off x="1481" y="1158"/>
              <a:ext cx="0" cy="32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25" name="Line 177">
              <a:extLst>
                <a:ext uri="{FF2B5EF4-FFF2-40B4-BE49-F238E27FC236}">
                  <a16:creationId xmlns:a16="http://schemas.microsoft.com/office/drawing/2014/main" id="{7AB096B2-3A9C-4358-A994-4755A18DC9F3}"/>
                </a:ext>
              </a:extLst>
            </p:cNvPr>
            <p:cNvSpPr>
              <a:spLocks noChangeShapeType="1"/>
            </p:cNvSpPr>
            <p:nvPr/>
          </p:nvSpPr>
          <p:spPr bwMode="auto">
            <a:xfrm>
              <a:off x="1817" y="1158"/>
              <a:ext cx="0" cy="32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26" name="Line 178">
              <a:extLst>
                <a:ext uri="{FF2B5EF4-FFF2-40B4-BE49-F238E27FC236}">
                  <a16:creationId xmlns:a16="http://schemas.microsoft.com/office/drawing/2014/main" id="{39358638-2613-4FC8-9C82-06986D54DFCC}"/>
                </a:ext>
              </a:extLst>
            </p:cNvPr>
            <p:cNvSpPr>
              <a:spLocks noChangeShapeType="1"/>
            </p:cNvSpPr>
            <p:nvPr/>
          </p:nvSpPr>
          <p:spPr bwMode="auto">
            <a:xfrm>
              <a:off x="2297" y="1158"/>
              <a:ext cx="0" cy="32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27" name="Line 179">
              <a:extLst>
                <a:ext uri="{FF2B5EF4-FFF2-40B4-BE49-F238E27FC236}">
                  <a16:creationId xmlns:a16="http://schemas.microsoft.com/office/drawing/2014/main" id="{0A3CDAFC-D5AF-46AF-9F64-89D87E1EBEBC}"/>
                </a:ext>
              </a:extLst>
            </p:cNvPr>
            <p:cNvSpPr>
              <a:spLocks noChangeShapeType="1"/>
            </p:cNvSpPr>
            <p:nvPr/>
          </p:nvSpPr>
          <p:spPr bwMode="auto">
            <a:xfrm>
              <a:off x="2777" y="1158"/>
              <a:ext cx="0" cy="32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28" name="Line 180">
              <a:extLst>
                <a:ext uri="{FF2B5EF4-FFF2-40B4-BE49-F238E27FC236}">
                  <a16:creationId xmlns:a16="http://schemas.microsoft.com/office/drawing/2014/main" id="{315B96C9-652A-4EBC-BD1A-FD7334EC27BC}"/>
                </a:ext>
              </a:extLst>
            </p:cNvPr>
            <p:cNvSpPr>
              <a:spLocks noChangeShapeType="1"/>
            </p:cNvSpPr>
            <p:nvPr/>
          </p:nvSpPr>
          <p:spPr bwMode="auto">
            <a:xfrm>
              <a:off x="3113" y="1158"/>
              <a:ext cx="0" cy="32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29" name="Line 181">
              <a:extLst>
                <a:ext uri="{FF2B5EF4-FFF2-40B4-BE49-F238E27FC236}">
                  <a16:creationId xmlns:a16="http://schemas.microsoft.com/office/drawing/2014/main" id="{03C0CBDE-CE3B-4AA7-87CE-12D2AA86B536}"/>
                </a:ext>
              </a:extLst>
            </p:cNvPr>
            <p:cNvSpPr>
              <a:spLocks noChangeShapeType="1"/>
            </p:cNvSpPr>
            <p:nvPr/>
          </p:nvSpPr>
          <p:spPr bwMode="auto">
            <a:xfrm>
              <a:off x="3401" y="1158"/>
              <a:ext cx="0" cy="32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30" name="Line 182">
              <a:extLst>
                <a:ext uri="{FF2B5EF4-FFF2-40B4-BE49-F238E27FC236}">
                  <a16:creationId xmlns:a16="http://schemas.microsoft.com/office/drawing/2014/main" id="{9D10F313-A494-4ADB-A9C2-5C9201B0BF26}"/>
                </a:ext>
              </a:extLst>
            </p:cNvPr>
            <p:cNvSpPr>
              <a:spLocks noChangeShapeType="1"/>
            </p:cNvSpPr>
            <p:nvPr/>
          </p:nvSpPr>
          <p:spPr bwMode="auto">
            <a:xfrm>
              <a:off x="3881" y="1158"/>
              <a:ext cx="0" cy="32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31" name="Line 183">
              <a:extLst>
                <a:ext uri="{FF2B5EF4-FFF2-40B4-BE49-F238E27FC236}">
                  <a16:creationId xmlns:a16="http://schemas.microsoft.com/office/drawing/2014/main" id="{ABCB573E-00BF-464E-B443-F91DBCA81638}"/>
                </a:ext>
              </a:extLst>
            </p:cNvPr>
            <p:cNvSpPr>
              <a:spLocks noChangeShapeType="1"/>
            </p:cNvSpPr>
            <p:nvPr/>
          </p:nvSpPr>
          <p:spPr bwMode="auto">
            <a:xfrm flipV="1">
              <a:off x="1193" y="1142"/>
              <a:ext cx="0" cy="35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32" name="Line 184">
              <a:extLst>
                <a:ext uri="{FF2B5EF4-FFF2-40B4-BE49-F238E27FC236}">
                  <a16:creationId xmlns:a16="http://schemas.microsoft.com/office/drawing/2014/main" id="{94719A97-C41B-4F5A-AF38-4E6C5A9B4314}"/>
                </a:ext>
              </a:extLst>
            </p:cNvPr>
            <p:cNvSpPr>
              <a:spLocks noChangeShapeType="1"/>
            </p:cNvSpPr>
            <p:nvPr/>
          </p:nvSpPr>
          <p:spPr bwMode="auto">
            <a:xfrm flipV="1">
              <a:off x="4217" y="1142"/>
              <a:ext cx="0" cy="35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33" name="Line 185">
              <a:extLst>
                <a:ext uri="{FF2B5EF4-FFF2-40B4-BE49-F238E27FC236}">
                  <a16:creationId xmlns:a16="http://schemas.microsoft.com/office/drawing/2014/main" id="{E9D8EE0B-3451-4315-B0E8-ABF142BFBD6A}"/>
                </a:ext>
              </a:extLst>
            </p:cNvPr>
            <p:cNvSpPr>
              <a:spLocks noChangeShapeType="1"/>
            </p:cNvSpPr>
            <p:nvPr/>
          </p:nvSpPr>
          <p:spPr bwMode="auto">
            <a:xfrm flipV="1">
              <a:off x="2153" y="1142"/>
              <a:ext cx="0" cy="35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34" name="Line 186">
              <a:extLst>
                <a:ext uri="{FF2B5EF4-FFF2-40B4-BE49-F238E27FC236}">
                  <a16:creationId xmlns:a16="http://schemas.microsoft.com/office/drawing/2014/main" id="{901F2A19-7AB1-4060-9F7B-2D707E96C4C8}"/>
                </a:ext>
              </a:extLst>
            </p:cNvPr>
            <p:cNvSpPr>
              <a:spLocks noChangeShapeType="1"/>
            </p:cNvSpPr>
            <p:nvPr/>
          </p:nvSpPr>
          <p:spPr bwMode="auto">
            <a:xfrm flipV="1">
              <a:off x="2441" y="1142"/>
              <a:ext cx="0" cy="35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35" name="Line 187">
              <a:extLst>
                <a:ext uri="{FF2B5EF4-FFF2-40B4-BE49-F238E27FC236}">
                  <a16:creationId xmlns:a16="http://schemas.microsoft.com/office/drawing/2014/main" id="{E5D8E518-CEC9-4CFE-A7F0-152DA779B2AC}"/>
                </a:ext>
              </a:extLst>
            </p:cNvPr>
            <p:cNvSpPr>
              <a:spLocks noChangeShapeType="1"/>
            </p:cNvSpPr>
            <p:nvPr/>
          </p:nvSpPr>
          <p:spPr bwMode="auto">
            <a:xfrm flipV="1">
              <a:off x="3737" y="1142"/>
              <a:ext cx="0" cy="35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36" name="Line 188">
              <a:extLst>
                <a:ext uri="{FF2B5EF4-FFF2-40B4-BE49-F238E27FC236}">
                  <a16:creationId xmlns:a16="http://schemas.microsoft.com/office/drawing/2014/main" id="{556B65F6-016E-4CD3-A9B3-E8874E19D6D1}"/>
                </a:ext>
              </a:extLst>
            </p:cNvPr>
            <p:cNvSpPr>
              <a:spLocks noChangeShapeType="1"/>
            </p:cNvSpPr>
            <p:nvPr/>
          </p:nvSpPr>
          <p:spPr bwMode="auto">
            <a:xfrm flipV="1">
              <a:off x="4073" y="1142"/>
              <a:ext cx="0" cy="35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37" name="Line 189">
              <a:extLst>
                <a:ext uri="{FF2B5EF4-FFF2-40B4-BE49-F238E27FC236}">
                  <a16:creationId xmlns:a16="http://schemas.microsoft.com/office/drawing/2014/main" id="{24DDF920-7B6D-47CB-A906-E54B5065E88E}"/>
                </a:ext>
              </a:extLst>
            </p:cNvPr>
            <p:cNvSpPr>
              <a:spLocks noChangeShapeType="1"/>
            </p:cNvSpPr>
            <p:nvPr/>
          </p:nvSpPr>
          <p:spPr bwMode="auto">
            <a:xfrm>
              <a:off x="673" y="1294"/>
              <a:ext cx="3632" cy="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38" name="Line 190">
              <a:extLst>
                <a:ext uri="{FF2B5EF4-FFF2-40B4-BE49-F238E27FC236}">
                  <a16:creationId xmlns:a16="http://schemas.microsoft.com/office/drawing/2014/main" id="{B7F0419E-90A1-4087-9B3C-593B625152FE}"/>
                </a:ext>
              </a:extLst>
            </p:cNvPr>
            <p:cNvSpPr>
              <a:spLocks noChangeShapeType="1"/>
            </p:cNvSpPr>
            <p:nvPr/>
          </p:nvSpPr>
          <p:spPr bwMode="auto">
            <a:xfrm>
              <a:off x="673" y="1822"/>
              <a:ext cx="3632" cy="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39" name="Line 191">
              <a:extLst>
                <a:ext uri="{FF2B5EF4-FFF2-40B4-BE49-F238E27FC236}">
                  <a16:creationId xmlns:a16="http://schemas.microsoft.com/office/drawing/2014/main" id="{364ECE67-9FAC-470E-8E58-3126F04FE143}"/>
                </a:ext>
              </a:extLst>
            </p:cNvPr>
            <p:cNvSpPr>
              <a:spLocks noChangeShapeType="1"/>
            </p:cNvSpPr>
            <p:nvPr/>
          </p:nvSpPr>
          <p:spPr bwMode="auto">
            <a:xfrm>
              <a:off x="713" y="1638"/>
              <a:ext cx="0" cy="32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40" name="Line 192">
              <a:extLst>
                <a:ext uri="{FF2B5EF4-FFF2-40B4-BE49-F238E27FC236}">
                  <a16:creationId xmlns:a16="http://schemas.microsoft.com/office/drawing/2014/main" id="{3863AED9-873D-4E20-BFA1-C63F712AF3EF}"/>
                </a:ext>
              </a:extLst>
            </p:cNvPr>
            <p:cNvSpPr>
              <a:spLocks noChangeShapeType="1"/>
            </p:cNvSpPr>
            <p:nvPr/>
          </p:nvSpPr>
          <p:spPr bwMode="auto">
            <a:xfrm flipV="1">
              <a:off x="1337" y="1622"/>
              <a:ext cx="0" cy="35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41" name="Line 193">
              <a:extLst>
                <a:ext uri="{FF2B5EF4-FFF2-40B4-BE49-F238E27FC236}">
                  <a16:creationId xmlns:a16="http://schemas.microsoft.com/office/drawing/2014/main" id="{57A050CC-BFF5-405A-BA40-1BAB47357C6A}"/>
                </a:ext>
              </a:extLst>
            </p:cNvPr>
            <p:cNvSpPr>
              <a:spLocks noChangeShapeType="1"/>
            </p:cNvSpPr>
            <p:nvPr/>
          </p:nvSpPr>
          <p:spPr bwMode="auto">
            <a:xfrm flipV="1">
              <a:off x="1673" y="1622"/>
              <a:ext cx="0" cy="35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42" name="Line 194">
              <a:extLst>
                <a:ext uri="{FF2B5EF4-FFF2-40B4-BE49-F238E27FC236}">
                  <a16:creationId xmlns:a16="http://schemas.microsoft.com/office/drawing/2014/main" id="{F8814903-13FD-4B04-9F30-CAF0B5FA0020}"/>
                </a:ext>
              </a:extLst>
            </p:cNvPr>
            <p:cNvSpPr>
              <a:spLocks noChangeShapeType="1"/>
            </p:cNvSpPr>
            <p:nvPr/>
          </p:nvSpPr>
          <p:spPr bwMode="auto">
            <a:xfrm flipV="1">
              <a:off x="2633" y="1622"/>
              <a:ext cx="0" cy="35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43" name="Line 195">
              <a:extLst>
                <a:ext uri="{FF2B5EF4-FFF2-40B4-BE49-F238E27FC236}">
                  <a16:creationId xmlns:a16="http://schemas.microsoft.com/office/drawing/2014/main" id="{99A9E242-4EF8-427E-836C-E0DD9FA96294}"/>
                </a:ext>
              </a:extLst>
            </p:cNvPr>
            <p:cNvSpPr>
              <a:spLocks noChangeShapeType="1"/>
            </p:cNvSpPr>
            <p:nvPr/>
          </p:nvSpPr>
          <p:spPr bwMode="auto">
            <a:xfrm flipV="1">
              <a:off x="2969" y="1622"/>
              <a:ext cx="0" cy="35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44" name="Line 196">
              <a:extLst>
                <a:ext uri="{FF2B5EF4-FFF2-40B4-BE49-F238E27FC236}">
                  <a16:creationId xmlns:a16="http://schemas.microsoft.com/office/drawing/2014/main" id="{B4B055C5-3976-4891-A532-AA8CE8697490}"/>
                </a:ext>
              </a:extLst>
            </p:cNvPr>
            <p:cNvSpPr>
              <a:spLocks noChangeShapeType="1"/>
            </p:cNvSpPr>
            <p:nvPr/>
          </p:nvSpPr>
          <p:spPr bwMode="auto">
            <a:xfrm flipV="1">
              <a:off x="3257" y="1622"/>
              <a:ext cx="0" cy="35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3989" name="AutoShape 197">
            <a:extLst>
              <a:ext uri="{FF2B5EF4-FFF2-40B4-BE49-F238E27FC236}">
                <a16:creationId xmlns:a16="http://schemas.microsoft.com/office/drawing/2014/main" id="{4C5B1554-A180-45B0-87DB-863FD85D0987}"/>
              </a:ext>
            </a:extLst>
          </p:cNvPr>
          <p:cNvSpPr>
            <a:spLocks noChangeArrowheads="1"/>
          </p:cNvSpPr>
          <p:nvPr/>
        </p:nvSpPr>
        <p:spPr bwMode="auto">
          <a:xfrm>
            <a:off x="2679700" y="3514725"/>
            <a:ext cx="3900488" cy="960438"/>
          </a:xfrm>
          <a:prstGeom prst="wedgeRoundRectCallout">
            <a:avLst>
              <a:gd name="adj1" fmla="val -5801"/>
              <a:gd name="adj2" fmla="val 81403"/>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81000" indent="-381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
                <a:schemeClr val="hlink"/>
              </a:buClr>
              <a:buSzPct val="75000"/>
              <a:buFont typeface="Wingdings" panose="05000000000000000000" pitchFamily="2" charset="2"/>
              <a:buNone/>
            </a:pPr>
            <a:r>
              <a:rPr lang="zh-CN" altLang="zh-CN" sz="2000">
                <a:solidFill>
                  <a:schemeClr val="tx2"/>
                </a:solidFill>
                <a:latin typeface="华文楷体" panose="02010600040101010101" pitchFamily="2" charset="-122"/>
                <a:ea typeface="华文楷体" panose="02010600040101010101" pitchFamily="2" charset="-122"/>
              </a:rPr>
              <a:t>曼彻斯特编码</a:t>
            </a:r>
          </a:p>
          <a:p>
            <a:pPr>
              <a:spcBef>
                <a:spcPct val="0"/>
              </a:spcBef>
              <a:buClr>
                <a:schemeClr val="hlink"/>
              </a:buClr>
              <a:buSzPct val="75000"/>
              <a:buFont typeface="Wingdings" panose="05000000000000000000" pitchFamily="2" charset="2"/>
              <a:buChar char="q"/>
            </a:pPr>
            <a:r>
              <a:rPr lang="zh-CN" altLang="zh-CN" sz="2000">
                <a:latin typeface="华文楷体" panose="02010600040101010101" pitchFamily="2" charset="-122"/>
                <a:ea typeface="华文楷体" panose="02010600040101010101" pitchFamily="2" charset="-122"/>
              </a:rPr>
              <a:t>前半部分与数据一致</a:t>
            </a:r>
          </a:p>
          <a:p>
            <a:pPr>
              <a:spcBef>
                <a:spcPct val="0"/>
              </a:spcBef>
              <a:buClr>
                <a:schemeClr val="hlink"/>
              </a:buClr>
              <a:buSzPct val="75000"/>
              <a:buFont typeface="Wingdings" panose="05000000000000000000" pitchFamily="2" charset="2"/>
              <a:buChar char="q"/>
            </a:pPr>
            <a:r>
              <a:rPr lang="zh-CN" altLang="zh-CN" sz="2000">
                <a:latin typeface="华文楷体" panose="02010600040101010101" pitchFamily="2" charset="-122"/>
                <a:ea typeface="华文楷体" panose="02010600040101010101" pitchFamily="2" charset="-122"/>
              </a:rPr>
              <a:t>中间跳变</a:t>
            </a:r>
          </a:p>
        </p:txBody>
      </p:sp>
      <p:sp>
        <p:nvSpPr>
          <p:cNvPr id="33990" name="AutoShape 198">
            <a:extLst>
              <a:ext uri="{FF2B5EF4-FFF2-40B4-BE49-F238E27FC236}">
                <a16:creationId xmlns:a16="http://schemas.microsoft.com/office/drawing/2014/main" id="{8013578A-1F27-4A4B-A25D-FA43864B59CE}"/>
              </a:ext>
            </a:extLst>
          </p:cNvPr>
          <p:cNvSpPr>
            <a:spLocks noChangeArrowheads="1"/>
          </p:cNvSpPr>
          <p:nvPr/>
        </p:nvSpPr>
        <p:spPr bwMode="auto">
          <a:xfrm>
            <a:off x="5738813" y="4935538"/>
            <a:ext cx="2647950" cy="1346200"/>
          </a:xfrm>
          <a:prstGeom prst="wedgeRoundRectCallout">
            <a:avLst>
              <a:gd name="adj1" fmla="val -97361"/>
              <a:gd name="adj2" fmla="val 54009"/>
              <a:gd name="adj3" fmla="val 16667"/>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90500" indent="-1905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
                <a:schemeClr val="hlink"/>
              </a:buClr>
              <a:buSzPct val="75000"/>
              <a:buFont typeface="Wingdings" panose="05000000000000000000" pitchFamily="2" charset="2"/>
              <a:buNone/>
            </a:pPr>
            <a:r>
              <a:rPr lang="zh-CN" altLang="zh-CN" sz="2000">
                <a:solidFill>
                  <a:schemeClr val="tx2"/>
                </a:solidFill>
                <a:latin typeface="华文楷体" panose="02010600040101010101" pitchFamily="2" charset="-122"/>
                <a:ea typeface="华文楷体" panose="02010600040101010101" pitchFamily="2" charset="-122"/>
              </a:rPr>
              <a:t>差分曼彻斯特编码</a:t>
            </a:r>
          </a:p>
          <a:p>
            <a:pPr>
              <a:spcBef>
                <a:spcPct val="0"/>
              </a:spcBef>
              <a:buClr>
                <a:schemeClr val="hlink"/>
              </a:buClr>
              <a:buSzPct val="75000"/>
              <a:buFont typeface="Wingdings" panose="05000000000000000000" pitchFamily="2" charset="2"/>
              <a:buChar char="§"/>
            </a:pPr>
            <a:r>
              <a:rPr lang="zh-CN" altLang="zh-CN" sz="2000">
                <a:latin typeface="华文楷体" panose="02010600040101010101" pitchFamily="2" charset="-122"/>
                <a:ea typeface="华文楷体" panose="02010600040101010101" pitchFamily="2" charset="-122"/>
              </a:rPr>
              <a:t>0= 交接处有跳变</a:t>
            </a:r>
          </a:p>
          <a:p>
            <a:pPr>
              <a:spcBef>
                <a:spcPct val="0"/>
              </a:spcBef>
              <a:buClr>
                <a:schemeClr val="hlink"/>
              </a:buClr>
              <a:buSzPct val="75000"/>
              <a:buFont typeface="Wingdings" panose="05000000000000000000" pitchFamily="2" charset="2"/>
              <a:buChar char="§"/>
            </a:pPr>
            <a:r>
              <a:rPr lang="zh-CN" altLang="zh-CN" sz="2000">
                <a:latin typeface="华文楷体" panose="02010600040101010101" pitchFamily="2" charset="-122"/>
                <a:ea typeface="华文楷体" panose="02010600040101010101" pitchFamily="2" charset="-122"/>
              </a:rPr>
              <a:t>1=交接处无跳变</a:t>
            </a:r>
          </a:p>
          <a:p>
            <a:pPr>
              <a:spcBef>
                <a:spcPct val="0"/>
              </a:spcBef>
              <a:buClr>
                <a:schemeClr val="hlink"/>
              </a:buClr>
              <a:buSzPct val="75000"/>
              <a:buFont typeface="Wingdings" panose="05000000000000000000" pitchFamily="2" charset="2"/>
              <a:buChar char="§"/>
            </a:pPr>
            <a:r>
              <a:rPr lang="zh-CN" altLang="zh-CN" sz="2000">
                <a:latin typeface="华文楷体" panose="02010600040101010101" pitchFamily="2" charset="-122"/>
                <a:ea typeface="华文楷体" panose="02010600040101010101" pitchFamily="2" charset="-122"/>
              </a:rPr>
              <a:t>中间跳变</a:t>
            </a:r>
          </a:p>
        </p:txBody>
      </p:sp>
      <p:sp>
        <p:nvSpPr>
          <p:cNvPr id="33991" name="AutoShape 199">
            <a:extLst>
              <a:ext uri="{FF2B5EF4-FFF2-40B4-BE49-F238E27FC236}">
                <a16:creationId xmlns:a16="http://schemas.microsoft.com/office/drawing/2014/main" id="{29A939C7-E507-49E3-9A85-14702F2C92FA}"/>
              </a:ext>
            </a:extLst>
          </p:cNvPr>
          <p:cNvSpPr>
            <a:spLocks noChangeArrowheads="1"/>
          </p:cNvSpPr>
          <p:nvPr/>
        </p:nvSpPr>
        <p:spPr bwMode="auto">
          <a:xfrm>
            <a:off x="8045450" y="1177925"/>
            <a:ext cx="2141538" cy="963613"/>
          </a:xfrm>
          <a:prstGeom prst="wedgeRoundRectCallout">
            <a:avLst>
              <a:gd name="adj1" fmla="val -56153"/>
              <a:gd name="adj2" fmla="val 79981"/>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
                <a:schemeClr val="hlink"/>
              </a:buClr>
              <a:buSzPct val="75000"/>
              <a:buFont typeface="Wingdings" panose="05000000000000000000" pitchFamily="2" charset="2"/>
              <a:buChar char="q"/>
            </a:pPr>
            <a:r>
              <a:rPr lang="zh-CN" altLang="zh-CN" sz="2000" b="1">
                <a:solidFill>
                  <a:schemeClr val="folHlink"/>
                </a:solidFill>
                <a:latin typeface="华文楷体" panose="02010600040101010101" pitchFamily="2" charset="-122"/>
                <a:ea typeface="华文楷体" panose="02010600040101010101" pitchFamily="2" charset="-122"/>
              </a:rPr>
              <a:t>非归零码 </a:t>
            </a:r>
          </a:p>
          <a:p>
            <a:pPr>
              <a:spcBef>
                <a:spcPct val="0"/>
              </a:spcBef>
              <a:buClr>
                <a:schemeClr val="hlink"/>
              </a:buClr>
              <a:buSzPct val="75000"/>
              <a:buFont typeface="Wingdings" panose="05000000000000000000" pitchFamily="2" charset="2"/>
              <a:buNone/>
            </a:pPr>
            <a:r>
              <a:rPr lang="zh-CN" altLang="zh-CN" sz="2000" b="1">
                <a:latin typeface="华文楷体" panose="02010600040101010101" pitchFamily="2" charset="-122"/>
                <a:ea typeface="华文楷体" panose="02010600040101010101" pitchFamily="2" charset="-122"/>
              </a:rPr>
              <a:t>    0</a:t>
            </a:r>
            <a:r>
              <a:rPr lang="zh-CN" altLang="zh-CN" sz="2000">
                <a:latin typeface="华文楷体" panose="02010600040101010101" pitchFamily="2" charset="-122"/>
                <a:ea typeface="华文楷体" panose="02010600040101010101" pitchFamily="2" charset="-122"/>
              </a:rPr>
              <a:t>= </a:t>
            </a:r>
            <a:r>
              <a:rPr lang="zh-CN" altLang="zh-CN" sz="2000" b="1">
                <a:latin typeface="华文楷体" panose="02010600040101010101" pitchFamily="2" charset="-122"/>
                <a:ea typeface="华文楷体" panose="02010600040101010101" pitchFamily="2" charset="-122"/>
              </a:rPr>
              <a:t>high</a:t>
            </a:r>
            <a:r>
              <a:rPr lang="zh-CN" altLang="zh-CN" sz="2000">
                <a:latin typeface="华文楷体" panose="02010600040101010101" pitchFamily="2" charset="-122"/>
                <a:ea typeface="华文楷体" panose="02010600040101010101" pitchFamily="2" charset="-122"/>
              </a:rPr>
              <a:t> level</a:t>
            </a:r>
            <a:br>
              <a:rPr lang="zh-CN" altLang="zh-CN" sz="2000">
                <a:latin typeface="华文楷体" panose="02010600040101010101" pitchFamily="2" charset="-122"/>
                <a:ea typeface="华文楷体" panose="02010600040101010101" pitchFamily="2" charset="-122"/>
              </a:rPr>
            </a:br>
            <a:r>
              <a:rPr lang="zh-CN" altLang="zh-CN" sz="2000">
                <a:latin typeface="华文楷体" panose="02010600040101010101" pitchFamily="2" charset="-122"/>
                <a:ea typeface="华文楷体" panose="02010600040101010101" pitchFamily="2" charset="-122"/>
              </a:rPr>
              <a:t>    </a:t>
            </a:r>
            <a:r>
              <a:rPr lang="zh-CN" altLang="zh-CN" sz="2000" b="1">
                <a:latin typeface="华文楷体" panose="02010600040101010101" pitchFamily="2" charset="-122"/>
                <a:ea typeface="华文楷体" panose="02010600040101010101" pitchFamily="2" charset="-122"/>
              </a:rPr>
              <a:t>1</a:t>
            </a:r>
            <a:r>
              <a:rPr lang="zh-CN" altLang="zh-CN" sz="2000">
                <a:latin typeface="华文楷体" panose="02010600040101010101" pitchFamily="2" charset="-122"/>
                <a:ea typeface="华文楷体" panose="02010600040101010101" pitchFamily="2" charset="-122"/>
              </a:rPr>
              <a:t>= </a:t>
            </a:r>
            <a:r>
              <a:rPr lang="zh-CN" altLang="zh-CN" sz="2000" b="1">
                <a:latin typeface="华文楷体" panose="02010600040101010101" pitchFamily="2" charset="-122"/>
                <a:ea typeface="华文楷体" panose="02010600040101010101" pitchFamily="2" charset="-122"/>
              </a:rPr>
              <a:t>low</a:t>
            </a:r>
            <a:r>
              <a:rPr lang="zh-CN" altLang="zh-CN" sz="2000">
                <a:latin typeface="华文楷体" panose="02010600040101010101" pitchFamily="2" charset="-122"/>
                <a:ea typeface="华文楷体" panose="02010600040101010101" pitchFamily="2" charset="-122"/>
              </a:rPr>
              <a:t> level</a:t>
            </a:r>
          </a:p>
        </p:txBody>
      </p:sp>
      <p:sp>
        <p:nvSpPr>
          <p:cNvPr id="33992" name="AutoShape 200">
            <a:extLst>
              <a:ext uri="{FF2B5EF4-FFF2-40B4-BE49-F238E27FC236}">
                <a16:creationId xmlns:a16="http://schemas.microsoft.com/office/drawing/2014/main" id="{5ACCE101-5D80-4948-AE47-013709486B1D}"/>
              </a:ext>
            </a:extLst>
          </p:cNvPr>
          <p:cNvSpPr>
            <a:spLocks noChangeArrowheads="1"/>
          </p:cNvSpPr>
          <p:nvPr/>
        </p:nvSpPr>
        <p:spPr bwMode="auto">
          <a:xfrm>
            <a:off x="8045450" y="2671763"/>
            <a:ext cx="2335213" cy="1011237"/>
          </a:xfrm>
          <a:prstGeom prst="wedgeRoundRectCallout">
            <a:avLst>
              <a:gd name="adj1" fmla="val -43741"/>
              <a:gd name="adj2" fmla="val 64130"/>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
                <a:schemeClr val="hlink"/>
              </a:buClr>
              <a:buSzPct val="75000"/>
              <a:buFont typeface="Wingdings" panose="05000000000000000000" pitchFamily="2" charset="2"/>
              <a:buChar char="q"/>
            </a:pPr>
            <a:r>
              <a:rPr lang="zh-CN" altLang="zh-CN" sz="2000" b="1">
                <a:latin typeface="华文楷体" panose="02010600040101010101" pitchFamily="2" charset="-122"/>
                <a:ea typeface="华文楷体" panose="02010600040101010101" pitchFamily="2" charset="-122"/>
              </a:rPr>
              <a:t> </a:t>
            </a:r>
            <a:r>
              <a:rPr lang="zh-CN" altLang="zh-CN" sz="2000" b="1">
                <a:solidFill>
                  <a:schemeClr val="folHlink"/>
                </a:solidFill>
                <a:latin typeface="华文楷体" panose="02010600040101010101" pitchFamily="2" charset="-122"/>
                <a:ea typeface="华文楷体" panose="02010600040101010101" pitchFamily="2" charset="-122"/>
              </a:rPr>
              <a:t>非归零翻转码 </a:t>
            </a:r>
            <a:r>
              <a:rPr lang="zh-CN" altLang="zh-CN" sz="2000" b="1">
                <a:latin typeface="华文楷体" panose="02010600040101010101" pitchFamily="2" charset="-122"/>
                <a:ea typeface="华文楷体" panose="02010600040101010101" pitchFamily="2" charset="-122"/>
              </a:rPr>
              <a:t>0</a:t>
            </a:r>
            <a:r>
              <a:rPr lang="zh-CN" altLang="zh-CN" sz="2000">
                <a:latin typeface="华文楷体" panose="02010600040101010101" pitchFamily="2" charset="-122"/>
                <a:ea typeface="华文楷体" panose="02010600040101010101" pitchFamily="2" charset="-122"/>
              </a:rPr>
              <a:t>= 交界处</a:t>
            </a:r>
            <a:r>
              <a:rPr lang="zh-CN" altLang="zh-CN" sz="2000" i="1">
                <a:latin typeface="华文楷体" panose="02010600040101010101" pitchFamily="2" charset="-122"/>
                <a:ea typeface="华文楷体" panose="02010600040101010101" pitchFamily="2" charset="-122"/>
              </a:rPr>
              <a:t>无</a:t>
            </a:r>
            <a:r>
              <a:rPr lang="zh-CN" altLang="zh-CN" sz="2000">
                <a:latin typeface="华文楷体" panose="02010600040101010101" pitchFamily="2" charset="-122"/>
                <a:ea typeface="华文楷体" panose="02010600040101010101" pitchFamily="2" charset="-122"/>
              </a:rPr>
              <a:t> 跳变</a:t>
            </a:r>
          </a:p>
          <a:p>
            <a:pPr>
              <a:spcBef>
                <a:spcPct val="0"/>
              </a:spcBef>
              <a:buClr>
                <a:schemeClr val="hlink"/>
              </a:buClr>
              <a:buSzPct val="75000"/>
              <a:buFont typeface="Wingdings" panose="05000000000000000000" pitchFamily="2" charset="2"/>
              <a:buNone/>
            </a:pPr>
            <a:r>
              <a:rPr lang="zh-CN" altLang="zh-CN" sz="2000">
                <a:latin typeface="华文楷体" panose="02010600040101010101" pitchFamily="2" charset="-122"/>
                <a:ea typeface="华文楷体" panose="02010600040101010101" pitchFamily="2" charset="-122"/>
              </a:rPr>
              <a:t> </a:t>
            </a:r>
            <a:r>
              <a:rPr lang="zh-CN" altLang="zh-CN" sz="2000" b="1">
                <a:latin typeface="华文楷体" panose="02010600040101010101" pitchFamily="2" charset="-122"/>
                <a:ea typeface="华文楷体" panose="02010600040101010101" pitchFamily="2" charset="-122"/>
              </a:rPr>
              <a:t>1</a:t>
            </a:r>
            <a:r>
              <a:rPr lang="zh-CN" altLang="zh-CN" sz="2000">
                <a:latin typeface="华文楷体" panose="02010600040101010101" pitchFamily="2" charset="-122"/>
                <a:ea typeface="华文楷体" panose="02010600040101010101" pitchFamily="2" charset="-122"/>
              </a:rPr>
              <a:t>=交界处 有跳变</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3991"/>
                                        </p:tgtEl>
                                        <p:attrNameLst>
                                          <p:attrName>style.visibility</p:attrName>
                                        </p:attrNameLst>
                                      </p:cBhvr>
                                      <p:to>
                                        <p:strVal val="visible"/>
                                      </p:to>
                                    </p:set>
                                    <p:anim calcmode="lin" valueType="num">
                                      <p:cBhvr additive="base">
                                        <p:cTn id="7" dur="500" fill="hold"/>
                                        <p:tgtEl>
                                          <p:spTgt spid="33991"/>
                                        </p:tgtEl>
                                        <p:attrNameLst>
                                          <p:attrName>ppt_x</p:attrName>
                                        </p:attrNameLst>
                                      </p:cBhvr>
                                      <p:tavLst>
                                        <p:tav tm="0">
                                          <p:val>
                                            <p:strVal val="1+#ppt_w/2"/>
                                          </p:val>
                                        </p:tav>
                                        <p:tav tm="100000">
                                          <p:val>
                                            <p:strVal val="#ppt_x"/>
                                          </p:val>
                                        </p:tav>
                                      </p:tavLst>
                                    </p:anim>
                                    <p:anim calcmode="lin" valueType="num">
                                      <p:cBhvr additive="base">
                                        <p:cTn id="8" dur="500" fill="hold"/>
                                        <p:tgtEl>
                                          <p:spTgt spid="33991"/>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33991"/>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3992"/>
                                        </p:tgtEl>
                                        <p:attrNameLst>
                                          <p:attrName>style.visibility</p:attrName>
                                        </p:attrNameLst>
                                      </p:cBhvr>
                                      <p:to>
                                        <p:strVal val="visible"/>
                                      </p:to>
                                    </p:set>
                                    <p:anim calcmode="lin" valueType="num">
                                      <p:cBhvr additive="base">
                                        <p:cTn id="13" dur="500" fill="hold"/>
                                        <p:tgtEl>
                                          <p:spTgt spid="33992"/>
                                        </p:tgtEl>
                                        <p:attrNameLst>
                                          <p:attrName>ppt_x</p:attrName>
                                        </p:attrNameLst>
                                      </p:cBhvr>
                                      <p:tavLst>
                                        <p:tav tm="0">
                                          <p:val>
                                            <p:strVal val="1+#ppt_w/2"/>
                                          </p:val>
                                        </p:tav>
                                        <p:tav tm="100000">
                                          <p:val>
                                            <p:strVal val="#ppt_x"/>
                                          </p:val>
                                        </p:tav>
                                      </p:tavLst>
                                    </p:anim>
                                    <p:anim calcmode="lin" valueType="num">
                                      <p:cBhvr additive="base">
                                        <p:cTn id="14" dur="500" fill="hold"/>
                                        <p:tgtEl>
                                          <p:spTgt spid="33992"/>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33992"/>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3989"/>
                                        </p:tgtEl>
                                        <p:attrNameLst>
                                          <p:attrName>style.visibility</p:attrName>
                                        </p:attrNameLst>
                                      </p:cBhvr>
                                      <p:to>
                                        <p:strVal val="visible"/>
                                      </p:to>
                                    </p:set>
                                    <p:anim calcmode="lin" valueType="num">
                                      <p:cBhvr additive="base">
                                        <p:cTn id="19" dur="500" fill="hold"/>
                                        <p:tgtEl>
                                          <p:spTgt spid="33989"/>
                                        </p:tgtEl>
                                        <p:attrNameLst>
                                          <p:attrName>ppt_x</p:attrName>
                                        </p:attrNameLst>
                                      </p:cBhvr>
                                      <p:tavLst>
                                        <p:tav tm="0">
                                          <p:val>
                                            <p:strVal val="1+#ppt_w/2"/>
                                          </p:val>
                                        </p:tav>
                                        <p:tav tm="100000">
                                          <p:val>
                                            <p:strVal val="#ppt_x"/>
                                          </p:val>
                                        </p:tav>
                                      </p:tavLst>
                                    </p:anim>
                                    <p:anim calcmode="lin" valueType="num">
                                      <p:cBhvr additive="base">
                                        <p:cTn id="20" dur="500" fill="hold"/>
                                        <p:tgtEl>
                                          <p:spTgt spid="33989"/>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33989"/>
                                        </p:tgtEl>
                                        <p:attrNameLst>
                                          <p:attrName>style.visibility</p:attrName>
                                        </p:attrNameLst>
                                      </p:cBhvr>
                                      <p:to>
                                        <p:strVal val="hidden"/>
                                      </p:to>
                                    </p:set>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3990"/>
                                        </p:tgtEl>
                                        <p:attrNameLst>
                                          <p:attrName>style.visibility</p:attrName>
                                        </p:attrNameLst>
                                      </p:cBhvr>
                                      <p:to>
                                        <p:strVal val="visible"/>
                                      </p:to>
                                    </p:set>
                                    <p:anim calcmode="lin" valueType="num">
                                      <p:cBhvr additive="base">
                                        <p:cTn id="25" dur="500" fill="hold"/>
                                        <p:tgtEl>
                                          <p:spTgt spid="33990"/>
                                        </p:tgtEl>
                                        <p:attrNameLst>
                                          <p:attrName>ppt_x</p:attrName>
                                        </p:attrNameLst>
                                      </p:cBhvr>
                                      <p:tavLst>
                                        <p:tav tm="0">
                                          <p:val>
                                            <p:strVal val="1+#ppt_w/2"/>
                                          </p:val>
                                        </p:tav>
                                        <p:tav tm="100000">
                                          <p:val>
                                            <p:strVal val="#ppt_x"/>
                                          </p:val>
                                        </p:tav>
                                      </p:tavLst>
                                    </p:anim>
                                    <p:anim calcmode="lin" valueType="num">
                                      <p:cBhvr additive="base">
                                        <p:cTn id="26" dur="500" fill="hold"/>
                                        <p:tgtEl>
                                          <p:spTgt spid="33990"/>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3399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89" grpId="0" animBg="1" autoUpdateAnimBg="0"/>
      <p:bldP spid="33990" grpId="0" animBg="1" autoUpdateAnimBg="0"/>
      <p:bldP spid="33991" grpId="0" animBg="1" autoUpdateAnimBg="0"/>
      <p:bldP spid="33992"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D8776F29-7179-4F01-B9C8-2158E808C104}"/>
              </a:ext>
            </a:extLst>
          </p:cNvPr>
          <p:cNvSpPr>
            <a:spLocks noGrp="1" noChangeArrowheads="1"/>
          </p:cNvSpPr>
          <p:nvPr>
            <p:ph type="title"/>
          </p:nvPr>
        </p:nvSpPr>
        <p:spPr>
          <a:xfrm>
            <a:off x="2222500" y="258763"/>
            <a:ext cx="7772400" cy="473075"/>
          </a:xfrm>
          <a:noFill/>
        </p:spPr>
        <p:txBody>
          <a:bodyPr/>
          <a:lstStyle/>
          <a:p>
            <a:pPr eaLnBrk="1" hangingPunct="1"/>
            <a:r>
              <a:rPr lang="zh-CN" altLang="zh-CN">
                <a:ea typeface="华文楷体" panose="02010600040101010101" pitchFamily="2" charset="-122"/>
              </a:rPr>
              <a:t>曼彻斯特编码的特点</a:t>
            </a:r>
          </a:p>
        </p:txBody>
      </p:sp>
      <p:sp>
        <p:nvSpPr>
          <p:cNvPr id="34819" name="Text Box 3">
            <a:extLst>
              <a:ext uri="{FF2B5EF4-FFF2-40B4-BE49-F238E27FC236}">
                <a16:creationId xmlns:a16="http://schemas.microsoft.com/office/drawing/2014/main" id="{68521A9C-76E1-4A80-A14D-E17F82F2AB35}"/>
              </a:ext>
            </a:extLst>
          </p:cNvPr>
          <p:cNvSpPr txBox="1">
            <a:spLocks noChangeArrowheads="1"/>
          </p:cNvSpPr>
          <p:nvPr/>
        </p:nvSpPr>
        <p:spPr bwMode="auto">
          <a:xfrm>
            <a:off x="2801938" y="1571625"/>
            <a:ext cx="7121525"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ClrTx/>
              <a:buSzTx/>
              <a:buFontTx/>
              <a:buNone/>
            </a:pPr>
            <a:r>
              <a:rPr lang="zh-CN" altLang="zh-CN" sz="3600">
                <a:solidFill>
                  <a:schemeClr val="hlink"/>
                </a:solidFill>
                <a:latin typeface="华文楷体" panose="02010600040101010101" pitchFamily="2" charset="-122"/>
                <a:ea typeface="华文楷体" panose="02010600040101010101" pitchFamily="2" charset="-122"/>
              </a:rPr>
              <a:t>优点：</a:t>
            </a:r>
          </a:p>
          <a:p>
            <a:pPr eaLnBrk="1" hangingPunct="1">
              <a:buClrTx/>
              <a:buSzTx/>
              <a:buFontTx/>
              <a:buAutoNum type="arabicParenR"/>
            </a:pPr>
            <a:r>
              <a:rPr lang="zh-CN" altLang="zh-CN" sz="3600">
                <a:latin typeface="华文楷体" panose="02010600040101010101" pitchFamily="2" charset="-122"/>
                <a:ea typeface="华文楷体" panose="02010600040101010101" pitchFamily="2" charset="-122"/>
              </a:rPr>
              <a:t>自含时钟</a:t>
            </a:r>
          </a:p>
          <a:p>
            <a:pPr eaLnBrk="1" hangingPunct="1">
              <a:buClrTx/>
              <a:buSzTx/>
              <a:buFontTx/>
              <a:buAutoNum type="arabicParenR"/>
            </a:pPr>
            <a:r>
              <a:rPr lang="zh-CN" altLang="zh-CN" sz="3600">
                <a:latin typeface="华文楷体" panose="02010600040101010101" pitchFamily="2" charset="-122"/>
                <a:ea typeface="华文楷体" panose="02010600040101010101" pitchFamily="2" charset="-122"/>
              </a:rPr>
              <a:t>不含直流成分</a:t>
            </a:r>
          </a:p>
          <a:p>
            <a:pPr eaLnBrk="1" hangingPunct="1">
              <a:buClrTx/>
              <a:buSzTx/>
              <a:buFontTx/>
              <a:buNone/>
            </a:pPr>
            <a:r>
              <a:rPr lang="zh-CN" altLang="zh-CN" sz="3600">
                <a:solidFill>
                  <a:schemeClr val="folHlink"/>
                </a:solidFill>
                <a:latin typeface="华文楷体" panose="02010600040101010101" pitchFamily="2" charset="-122"/>
                <a:ea typeface="华文楷体" panose="02010600040101010101" pitchFamily="2" charset="-122"/>
              </a:rPr>
              <a:t>缺点：</a:t>
            </a:r>
          </a:p>
          <a:p>
            <a:pPr eaLnBrk="1" hangingPunct="1">
              <a:buClrTx/>
              <a:buSzTx/>
              <a:buFontTx/>
              <a:buNone/>
            </a:pPr>
            <a:r>
              <a:rPr lang="zh-CN" altLang="zh-CN" sz="3600">
                <a:latin typeface="华文楷体" panose="02010600040101010101" pitchFamily="2" charset="-122"/>
                <a:ea typeface="华文楷体" panose="02010600040101010101" pitchFamily="2" charset="-122"/>
              </a:rPr>
              <a:t>编码效率低（信号周期=2倍码速）</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 calcmode="lin" valueType="num">
                                      <p:cBhvr additive="base">
                                        <p:cTn id="7" dur="500" fill="hold"/>
                                        <p:tgtEl>
                                          <p:spTgt spid="3481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48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4819">
                                            <p:txEl>
                                              <p:pRg st="1" end="1"/>
                                            </p:txEl>
                                          </p:spTgt>
                                        </p:tgtEl>
                                        <p:attrNameLst>
                                          <p:attrName>style.visibility</p:attrName>
                                        </p:attrNameLst>
                                      </p:cBhvr>
                                      <p:to>
                                        <p:strVal val="visible"/>
                                      </p:to>
                                    </p:set>
                                    <p:anim calcmode="lin" valueType="num">
                                      <p:cBhvr additive="base">
                                        <p:cTn id="13" dur="500" fill="hold"/>
                                        <p:tgtEl>
                                          <p:spTgt spid="3481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48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4819">
                                            <p:txEl>
                                              <p:pRg st="2" end="2"/>
                                            </p:txEl>
                                          </p:spTgt>
                                        </p:tgtEl>
                                        <p:attrNameLst>
                                          <p:attrName>style.visibility</p:attrName>
                                        </p:attrNameLst>
                                      </p:cBhvr>
                                      <p:to>
                                        <p:strVal val="visible"/>
                                      </p:to>
                                    </p:set>
                                    <p:anim calcmode="lin" valueType="num">
                                      <p:cBhvr additive="base">
                                        <p:cTn id="19" dur="500" fill="hold"/>
                                        <p:tgtEl>
                                          <p:spTgt spid="3481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481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4819">
                                            <p:txEl>
                                              <p:pRg st="3" end="3"/>
                                            </p:txEl>
                                          </p:spTgt>
                                        </p:tgtEl>
                                        <p:attrNameLst>
                                          <p:attrName>style.visibility</p:attrName>
                                        </p:attrNameLst>
                                      </p:cBhvr>
                                      <p:to>
                                        <p:strVal val="visible"/>
                                      </p:to>
                                    </p:set>
                                    <p:anim calcmode="lin" valueType="num">
                                      <p:cBhvr additive="base">
                                        <p:cTn id="25" dur="500" fill="hold"/>
                                        <p:tgtEl>
                                          <p:spTgt spid="34819">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481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4819">
                                            <p:txEl>
                                              <p:pRg st="4" end="4"/>
                                            </p:txEl>
                                          </p:spTgt>
                                        </p:tgtEl>
                                        <p:attrNameLst>
                                          <p:attrName>style.visibility</p:attrName>
                                        </p:attrNameLst>
                                      </p:cBhvr>
                                      <p:to>
                                        <p:strVal val="visible"/>
                                      </p:to>
                                    </p:set>
                                    <p:anim calcmode="lin" valueType="num">
                                      <p:cBhvr additive="base">
                                        <p:cTn id="31" dur="500" fill="hold"/>
                                        <p:tgtEl>
                                          <p:spTgt spid="34819">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481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2" name="Group 2">
            <a:extLst>
              <a:ext uri="{FF2B5EF4-FFF2-40B4-BE49-F238E27FC236}">
                <a16:creationId xmlns:a16="http://schemas.microsoft.com/office/drawing/2014/main" id="{7872C615-92D9-422B-809A-3B1ECFB721B0}"/>
              </a:ext>
            </a:extLst>
          </p:cNvPr>
          <p:cNvGrpSpPr>
            <a:grpSpLocks/>
          </p:cNvGrpSpPr>
          <p:nvPr/>
        </p:nvGrpSpPr>
        <p:grpSpPr bwMode="auto">
          <a:xfrm>
            <a:off x="2030413" y="1711325"/>
            <a:ext cx="6848475" cy="428625"/>
            <a:chOff x="0" y="0"/>
            <a:chExt cx="4314" cy="270"/>
          </a:xfrm>
        </p:grpSpPr>
        <p:sp>
          <p:nvSpPr>
            <p:cNvPr id="34215" name="Rectangle 3">
              <a:extLst>
                <a:ext uri="{FF2B5EF4-FFF2-40B4-BE49-F238E27FC236}">
                  <a16:creationId xmlns:a16="http://schemas.microsoft.com/office/drawing/2014/main" id="{4EA8CA7F-69AB-43A5-B9B5-3776F1C053E8}"/>
                </a:ext>
              </a:extLst>
            </p:cNvPr>
            <p:cNvSpPr>
              <a:spLocks noChangeArrowheads="1"/>
            </p:cNvSpPr>
            <p:nvPr/>
          </p:nvSpPr>
          <p:spPr bwMode="auto">
            <a:xfrm>
              <a:off x="0" y="22"/>
              <a:ext cx="993"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000">
                  <a:latin typeface="华文楷体" panose="02010600040101010101" pitchFamily="2" charset="-122"/>
                  <a:ea typeface="华文楷体" panose="02010600040101010101" pitchFamily="2" charset="-122"/>
                </a:rPr>
                <a:t>Information</a:t>
              </a:r>
            </a:p>
          </p:txBody>
        </p:sp>
        <p:grpSp>
          <p:nvGrpSpPr>
            <p:cNvPr id="34216" name="Group 4">
              <a:extLst>
                <a:ext uri="{FF2B5EF4-FFF2-40B4-BE49-F238E27FC236}">
                  <a16:creationId xmlns:a16="http://schemas.microsoft.com/office/drawing/2014/main" id="{E3B07663-FD2D-4132-B775-967EC231BEC7}"/>
                </a:ext>
              </a:extLst>
            </p:cNvPr>
            <p:cNvGrpSpPr>
              <a:grpSpLocks/>
            </p:cNvGrpSpPr>
            <p:nvPr/>
          </p:nvGrpSpPr>
          <p:grpSpPr bwMode="auto">
            <a:xfrm>
              <a:off x="1667" y="0"/>
              <a:ext cx="2647" cy="250"/>
              <a:chOff x="0" y="0"/>
              <a:chExt cx="2647" cy="250"/>
            </a:xfrm>
          </p:grpSpPr>
          <p:sp>
            <p:nvSpPr>
              <p:cNvPr id="34217" name="Rectangle 5">
                <a:extLst>
                  <a:ext uri="{FF2B5EF4-FFF2-40B4-BE49-F238E27FC236}">
                    <a16:creationId xmlns:a16="http://schemas.microsoft.com/office/drawing/2014/main" id="{17890866-F8F2-42C2-BBB4-A1D12D4DA083}"/>
                  </a:ext>
                </a:extLst>
              </p:cNvPr>
              <p:cNvSpPr>
                <a:spLocks noChangeArrowheads="1"/>
              </p:cNvSpPr>
              <p:nvPr/>
            </p:nvSpPr>
            <p:spPr bwMode="auto">
              <a:xfrm>
                <a:off x="0" y="0"/>
                <a:ext cx="19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000">
                    <a:latin typeface="华文楷体" panose="02010600040101010101" pitchFamily="2" charset="-122"/>
                    <a:ea typeface="华文楷体" panose="02010600040101010101" pitchFamily="2" charset="-122"/>
                  </a:rPr>
                  <a:t>1</a:t>
                </a:r>
              </a:p>
            </p:txBody>
          </p:sp>
          <p:sp>
            <p:nvSpPr>
              <p:cNvPr id="34218" name="Rectangle 6">
                <a:extLst>
                  <a:ext uri="{FF2B5EF4-FFF2-40B4-BE49-F238E27FC236}">
                    <a16:creationId xmlns:a16="http://schemas.microsoft.com/office/drawing/2014/main" id="{28BB7C59-9170-4937-A850-CB1DE205D7C4}"/>
                  </a:ext>
                </a:extLst>
              </p:cNvPr>
              <p:cNvSpPr>
                <a:spLocks noChangeArrowheads="1"/>
              </p:cNvSpPr>
              <p:nvPr/>
            </p:nvSpPr>
            <p:spPr bwMode="auto">
              <a:xfrm>
                <a:off x="984" y="0"/>
                <a:ext cx="19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000">
                    <a:latin typeface="华文楷体" panose="02010600040101010101" pitchFamily="2" charset="-122"/>
                    <a:ea typeface="华文楷体" panose="02010600040101010101" pitchFamily="2" charset="-122"/>
                  </a:rPr>
                  <a:t>1</a:t>
                </a:r>
              </a:p>
            </p:txBody>
          </p:sp>
          <p:sp>
            <p:nvSpPr>
              <p:cNvPr id="34219" name="Rectangle 7">
                <a:extLst>
                  <a:ext uri="{FF2B5EF4-FFF2-40B4-BE49-F238E27FC236}">
                    <a16:creationId xmlns:a16="http://schemas.microsoft.com/office/drawing/2014/main" id="{9DE7249B-163A-42E3-8139-1BD7D1C14E92}"/>
                  </a:ext>
                </a:extLst>
              </p:cNvPr>
              <p:cNvSpPr>
                <a:spLocks noChangeArrowheads="1"/>
              </p:cNvSpPr>
              <p:nvPr/>
            </p:nvSpPr>
            <p:spPr bwMode="auto">
              <a:xfrm>
                <a:off x="1504" y="0"/>
                <a:ext cx="19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000">
                    <a:latin typeface="华文楷体" panose="02010600040101010101" pitchFamily="2" charset="-122"/>
                    <a:ea typeface="华文楷体" panose="02010600040101010101" pitchFamily="2" charset="-122"/>
                  </a:rPr>
                  <a:t>1</a:t>
                </a:r>
              </a:p>
            </p:txBody>
          </p:sp>
          <p:sp>
            <p:nvSpPr>
              <p:cNvPr id="34220" name="Rectangle 8">
                <a:extLst>
                  <a:ext uri="{FF2B5EF4-FFF2-40B4-BE49-F238E27FC236}">
                    <a16:creationId xmlns:a16="http://schemas.microsoft.com/office/drawing/2014/main" id="{0003F440-0EEF-4FBD-BB5E-CA9BBD6A4DFC}"/>
                  </a:ext>
                </a:extLst>
              </p:cNvPr>
              <p:cNvSpPr>
                <a:spLocks noChangeArrowheads="1"/>
              </p:cNvSpPr>
              <p:nvPr/>
            </p:nvSpPr>
            <p:spPr bwMode="auto">
              <a:xfrm>
                <a:off x="2456" y="0"/>
                <a:ext cx="19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000">
                    <a:latin typeface="华文楷体" panose="02010600040101010101" pitchFamily="2" charset="-122"/>
                    <a:ea typeface="华文楷体" panose="02010600040101010101" pitchFamily="2" charset="-122"/>
                  </a:rPr>
                  <a:t>1</a:t>
                </a:r>
              </a:p>
            </p:txBody>
          </p:sp>
          <p:sp>
            <p:nvSpPr>
              <p:cNvPr id="34221" name="Rectangle 9">
                <a:extLst>
                  <a:ext uri="{FF2B5EF4-FFF2-40B4-BE49-F238E27FC236}">
                    <a16:creationId xmlns:a16="http://schemas.microsoft.com/office/drawing/2014/main" id="{CE37CE68-6CAC-44A9-9677-999D25CFA93D}"/>
                  </a:ext>
                </a:extLst>
              </p:cNvPr>
              <p:cNvSpPr>
                <a:spLocks noChangeArrowheads="1"/>
              </p:cNvSpPr>
              <p:nvPr/>
            </p:nvSpPr>
            <p:spPr bwMode="auto">
              <a:xfrm>
                <a:off x="496" y="0"/>
                <a:ext cx="19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000">
                    <a:latin typeface="华文楷体" panose="02010600040101010101" pitchFamily="2" charset="-122"/>
                    <a:ea typeface="华文楷体" panose="02010600040101010101" pitchFamily="2" charset="-122"/>
                  </a:rPr>
                  <a:t>0</a:t>
                </a:r>
              </a:p>
            </p:txBody>
          </p:sp>
          <p:sp>
            <p:nvSpPr>
              <p:cNvPr id="34222" name="Rectangle 10">
                <a:extLst>
                  <a:ext uri="{FF2B5EF4-FFF2-40B4-BE49-F238E27FC236}">
                    <a16:creationId xmlns:a16="http://schemas.microsoft.com/office/drawing/2014/main" id="{99674E6F-3F41-43D2-9C6A-2A7D046ACE8D}"/>
                  </a:ext>
                </a:extLst>
              </p:cNvPr>
              <p:cNvSpPr>
                <a:spLocks noChangeArrowheads="1"/>
              </p:cNvSpPr>
              <p:nvPr/>
            </p:nvSpPr>
            <p:spPr bwMode="auto">
              <a:xfrm>
                <a:off x="2018" y="0"/>
                <a:ext cx="19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000">
                    <a:latin typeface="华文楷体" panose="02010600040101010101" pitchFamily="2" charset="-122"/>
                    <a:ea typeface="华文楷体" panose="02010600040101010101" pitchFamily="2" charset="-122"/>
                  </a:rPr>
                  <a:t>0</a:t>
                </a:r>
              </a:p>
            </p:txBody>
          </p:sp>
        </p:grpSp>
      </p:grpSp>
      <p:grpSp>
        <p:nvGrpSpPr>
          <p:cNvPr id="35851" name="Group 11">
            <a:extLst>
              <a:ext uri="{FF2B5EF4-FFF2-40B4-BE49-F238E27FC236}">
                <a16:creationId xmlns:a16="http://schemas.microsoft.com/office/drawing/2014/main" id="{085E7514-8AA0-42FE-9A4F-C3D9778E4B1C}"/>
              </a:ext>
            </a:extLst>
          </p:cNvPr>
          <p:cNvGrpSpPr>
            <a:grpSpLocks/>
          </p:cNvGrpSpPr>
          <p:nvPr/>
        </p:nvGrpSpPr>
        <p:grpSpPr bwMode="auto">
          <a:xfrm>
            <a:off x="1538288" y="2162175"/>
            <a:ext cx="8532812" cy="1398588"/>
            <a:chOff x="0" y="0"/>
            <a:chExt cx="5375" cy="1039"/>
          </a:xfrm>
        </p:grpSpPr>
        <p:sp>
          <p:nvSpPr>
            <p:cNvPr id="34102" name="Line 12">
              <a:extLst>
                <a:ext uri="{FF2B5EF4-FFF2-40B4-BE49-F238E27FC236}">
                  <a16:creationId xmlns:a16="http://schemas.microsoft.com/office/drawing/2014/main" id="{1CBD7EED-AEB2-412A-B27C-1EEDEA188616}"/>
                </a:ext>
              </a:extLst>
            </p:cNvPr>
            <p:cNvSpPr>
              <a:spLocks noChangeShapeType="1"/>
            </p:cNvSpPr>
            <p:nvPr/>
          </p:nvSpPr>
          <p:spPr bwMode="auto">
            <a:xfrm>
              <a:off x="1691" y="569"/>
              <a:ext cx="3448" cy="1"/>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03" name="Rectangle 13">
              <a:extLst>
                <a:ext uri="{FF2B5EF4-FFF2-40B4-BE49-F238E27FC236}">
                  <a16:creationId xmlns:a16="http://schemas.microsoft.com/office/drawing/2014/main" id="{1436B446-72BD-4E3B-BCB5-709490B7AB52}"/>
                </a:ext>
              </a:extLst>
            </p:cNvPr>
            <p:cNvSpPr>
              <a:spLocks noChangeArrowheads="1"/>
            </p:cNvSpPr>
            <p:nvPr/>
          </p:nvSpPr>
          <p:spPr bwMode="auto">
            <a:xfrm>
              <a:off x="1386" y="0"/>
              <a:ext cx="299"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000">
                  <a:latin typeface="华文楷体" panose="02010600040101010101" pitchFamily="2" charset="-122"/>
                  <a:ea typeface="华文楷体" panose="02010600040101010101" pitchFamily="2" charset="-122"/>
                </a:rPr>
                <a:t>+1</a:t>
              </a:r>
            </a:p>
          </p:txBody>
        </p:sp>
        <p:sp>
          <p:nvSpPr>
            <p:cNvPr id="34104" name="Rectangle 14">
              <a:extLst>
                <a:ext uri="{FF2B5EF4-FFF2-40B4-BE49-F238E27FC236}">
                  <a16:creationId xmlns:a16="http://schemas.microsoft.com/office/drawing/2014/main" id="{0291EAD6-DE37-4D25-AEB6-3F01C4F5FCE3}"/>
                </a:ext>
              </a:extLst>
            </p:cNvPr>
            <p:cNvSpPr>
              <a:spLocks noChangeArrowheads="1"/>
            </p:cNvSpPr>
            <p:nvPr/>
          </p:nvSpPr>
          <p:spPr bwMode="auto">
            <a:xfrm>
              <a:off x="1426" y="744"/>
              <a:ext cx="241"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000">
                  <a:latin typeface="华文楷体" panose="02010600040101010101" pitchFamily="2" charset="-122"/>
                  <a:ea typeface="华文楷体" panose="02010600040101010101" pitchFamily="2" charset="-122"/>
                </a:rPr>
                <a:t>-1</a:t>
              </a:r>
            </a:p>
          </p:txBody>
        </p:sp>
        <p:grpSp>
          <p:nvGrpSpPr>
            <p:cNvPr id="34105" name="Group 15">
              <a:extLst>
                <a:ext uri="{FF2B5EF4-FFF2-40B4-BE49-F238E27FC236}">
                  <a16:creationId xmlns:a16="http://schemas.microsoft.com/office/drawing/2014/main" id="{574F987C-5CFA-45D9-AC2B-810456070EC8}"/>
                </a:ext>
              </a:extLst>
            </p:cNvPr>
            <p:cNvGrpSpPr>
              <a:grpSpLocks/>
            </p:cNvGrpSpPr>
            <p:nvPr/>
          </p:nvGrpSpPr>
          <p:grpSpPr bwMode="auto">
            <a:xfrm>
              <a:off x="1730" y="509"/>
              <a:ext cx="3148" cy="351"/>
              <a:chOff x="0" y="0"/>
              <a:chExt cx="3148" cy="351"/>
            </a:xfrm>
          </p:grpSpPr>
          <p:sp>
            <p:nvSpPr>
              <p:cNvPr id="34201" name="Line 16">
                <a:extLst>
                  <a:ext uri="{FF2B5EF4-FFF2-40B4-BE49-F238E27FC236}">
                    <a16:creationId xmlns:a16="http://schemas.microsoft.com/office/drawing/2014/main" id="{B363602B-B7A8-4212-A085-8A81ABF5A6CA}"/>
                  </a:ext>
                </a:extLst>
              </p:cNvPr>
              <p:cNvSpPr>
                <a:spLocks noChangeShapeType="1"/>
              </p:cNvSpPr>
              <p:nvPr/>
            </p:nvSpPr>
            <p:spPr bwMode="auto">
              <a:xfrm>
                <a:off x="57" y="8"/>
                <a:ext cx="0" cy="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202" name="Line 17">
                <a:extLst>
                  <a:ext uri="{FF2B5EF4-FFF2-40B4-BE49-F238E27FC236}">
                    <a16:creationId xmlns:a16="http://schemas.microsoft.com/office/drawing/2014/main" id="{46FAD8A7-ED1C-4C78-9DCB-2ED37D662BB5}"/>
                  </a:ext>
                </a:extLst>
              </p:cNvPr>
              <p:cNvSpPr>
                <a:spLocks noChangeShapeType="1"/>
              </p:cNvSpPr>
              <p:nvPr/>
            </p:nvSpPr>
            <p:spPr bwMode="auto">
              <a:xfrm>
                <a:off x="553" y="0"/>
                <a:ext cx="0" cy="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203" name="Line 18">
                <a:extLst>
                  <a:ext uri="{FF2B5EF4-FFF2-40B4-BE49-F238E27FC236}">
                    <a16:creationId xmlns:a16="http://schemas.microsoft.com/office/drawing/2014/main" id="{6065A275-6E1F-41E3-BED2-54A5C640AE87}"/>
                  </a:ext>
                </a:extLst>
              </p:cNvPr>
              <p:cNvSpPr>
                <a:spLocks noChangeShapeType="1"/>
              </p:cNvSpPr>
              <p:nvPr/>
            </p:nvSpPr>
            <p:spPr bwMode="auto">
              <a:xfrm>
                <a:off x="1049" y="0"/>
                <a:ext cx="0" cy="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204" name="Line 19">
                <a:extLst>
                  <a:ext uri="{FF2B5EF4-FFF2-40B4-BE49-F238E27FC236}">
                    <a16:creationId xmlns:a16="http://schemas.microsoft.com/office/drawing/2014/main" id="{40A905DD-87A0-4E7A-961E-576790B90ABD}"/>
                  </a:ext>
                </a:extLst>
              </p:cNvPr>
              <p:cNvSpPr>
                <a:spLocks noChangeShapeType="1"/>
              </p:cNvSpPr>
              <p:nvPr/>
            </p:nvSpPr>
            <p:spPr bwMode="auto">
              <a:xfrm>
                <a:off x="1545" y="0"/>
                <a:ext cx="0" cy="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205" name="Line 20">
                <a:extLst>
                  <a:ext uri="{FF2B5EF4-FFF2-40B4-BE49-F238E27FC236}">
                    <a16:creationId xmlns:a16="http://schemas.microsoft.com/office/drawing/2014/main" id="{4D04EF79-EB47-4685-943E-319D204AC530}"/>
                  </a:ext>
                </a:extLst>
              </p:cNvPr>
              <p:cNvSpPr>
                <a:spLocks noChangeShapeType="1"/>
              </p:cNvSpPr>
              <p:nvPr/>
            </p:nvSpPr>
            <p:spPr bwMode="auto">
              <a:xfrm>
                <a:off x="2041" y="0"/>
                <a:ext cx="0" cy="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206" name="Line 21">
                <a:extLst>
                  <a:ext uri="{FF2B5EF4-FFF2-40B4-BE49-F238E27FC236}">
                    <a16:creationId xmlns:a16="http://schemas.microsoft.com/office/drawing/2014/main" id="{E04DB427-AE36-47C3-B2BC-8C48938BF4CD}"/>
                  </a:ext>
                </a:extLst>
              </p:cNvPr>
              <p:cNvSpPr>
                <a:spLocks noChangeShapeType="1"/>
              </p:cNvSpPr>
              <p:nvPr/>
            </p:nvSpPr>
            <p:spPr bwMode="auto">
              <a:xfrm>
                <a:off x="2537" y="0"/>
                <a:ext cx="0" cy="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207" name="Line 22">
                <a:extLst>
                  <a:ext uri="{FF2B5EF4-FFF2-40B4-BE49-F238E27FC236}">
                    <a16:creationId xmlns:a16="http://schemas.microsoft.com/office/drawing/2014/main" id="{00ECD19B-58DE-4A37-AF09-BEF0545C81AF}"/>
                  </a:ext>
                </a:extLst>
              </p:cNvPr>
              <p:cNvSpPr>
                <a:spLocks noChangeShapeType="1"/>
              </p:cNvSpPr>
              <p:nvPr/>
            </p:nvSpPr>
            <p:spPr bwMode="auto">
              <a:xfrm>
                <a:off x="3033" y="0"/>
                <a:ext cx="0" cy="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208" name="Rectangle 23">
                <a:extLst>
                  <a:ext uri="{FF2B5EF4-FFF2-40B4-BE49-F238E27FC236}">
                    <a16:creationId xmlns:a16="http://schemas.microsoft.com/office/drawing/2014/main" id="{56806E12-6B67-44B8-B526-7E6078B9812C}"/>
                  </a:ext>
                </a:extLst>
              </p:cNvPr>
              <p:cNvSpPr>
                <a:spLocks noChangeArrowheads="1"/>
              </p:cNvSpPr>
              <p:nvPr/>
            </p:nvSpPr>
            <p:spPr bwMode="auto">
              <a:xfrm>
                <a:off x="0" y="78"/>
                <a:ext cx="184" cy="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1800">
                    <a:latin typeface="华文楷体" panose="02010600040101010101" pitchFamily="2" charset="-122"/>
                    <a:ea typeface="华文楷体" panose="02010600040101010101" pitchFamily="2" charset="-122"/>
                  </a:rPr>
                  <a:t>0</a:t>
                </a:r>
              </a:p>
            </p:txBody>
          </p:sp>
          <p:sp>
            <p:nvSpPr>
              <p:cNvPr id="34209" name="Rectangle 24">
                <a:extLst>
                  <a:ext uri="{FF2B5EF4-FFF2-40B4-BE49-F238E27FC236}">
                    <a16:creationId xmlns:a16="http://schemas.microsoft.com/office/drawing/2014/main" id="{E846AC81-E6BE-42D6-800D-D1D8EDAC3017}"/>
                  </a:ext>
                </a:extLst>
              </p:cNvPr>
              <p:cNvSpPr>
                <a:spLocks noChangeArrowheads="1"/>
              </p:cNvSpPr>
              <p:nvPr/>
            </p:nvSpPr>
            <p:spPr bwMode="auto">
              <a:xfrm>
                <a:off x="376" y="64"/>
                <a:ext cx="205" cy="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1800" i="1">
                    <a:latin typeface="华文楷体" panose="02010600040101010101" pitchFamily="2" charset="-122"/>
                    <a:ea typeface="华文楷体" panose="02010600040101010101" pitchFamily="2" charset="-122"/>
                  </a:rPr>
                  <a:t>T</a:t>
                </a:r>
                <a:endParaRPr lang="zh-CN" altLang="zh-CN" sz="1800">
                  <a:latin typeface="华文楷体" panose="02010600040101010101" pitchFamily="2" charset="-122"/>
                  <a:ea typeface="华文楷体" panose="02010600040101010101" pitchFamily="2" charset="-122"/>
                </a:endParaRPr>
              </a:p>
            </p:txBody>
          </p:sp>
          <p:sp>
            <p:nvSpPr>
              <p:cNvPr id="34210" name="Rectangle 25">
                <a:extLst>
                  <a:ext uri="{FF2B5EF4-FFF2-40B4-BE49-F238E27FC236}">
                    <a16:creationId xmlns:a16="http://schemas.microsoft.com/office/drawing/2014/main" id="{C325B552-3BB6-4AC5-8617-D64996C2D100}"/>
                  </a:ext>
                </a:extLst>
              </p:cNvPr>
              <p:cNvSpPr>
                <a:spLocks noChangeArrowheads="1"/>
              </p:cNvSpPr>
              <p:nvPr/>
            </p:nvSpPr>
            <p:spPr bwMode="auto">
              <a:xfrm>
                <a:off x="808" y="55"/>
                <a:ext cx="274" cy="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1800">
                    <a:latin typeface="华文楷体" panose="02010600040101010101" pitchFamily="2" charset="-122"/>
                    <a:ea typeface="华文楷体" panose="02010600040101010101" pitchFamily="2" charset="-122"/>
                  </a:rPr>
                  <a:t>2</a:t>
                </a:r>
                <a:r>
                  <a:rPr lang="zh-CN" altLang="zh-CN" sz="1800" i="1">
                    <a:latin typeface="华文楷体" panose="02010600040101010101" pitchFamily="2" charset="-122"/>
                    <a:ea typeface="华文楷体" panose="02010600040101010101" pitchFamily="2" charset="-122"/>
                  </a:rPr>
                  <a:t>T</a:t>
                </a:r>
                <a:endParaRPr lang="zh-CN" altLang="zh-CN" sz="1800">
                  <a:latin typeface="华文楷体" panose="02010600040101010101" pitchFamily="2" charset="-122"/>
                  <a:ea typeface="华文楷体" panose="02010600040101010101" pitchFamily="2" charset="-122"/>
                </a:endParaRPr>
              </a:p>
            </p:txBody>
          </p:sp>
          <p:sp>
            <p:nvSpPr>
              <p:cNvPr id="34211" name="Rectangle 26">
                <a:extLst>
                  <a:ext uri="{FF2B5EF4-FFF2-40B4-BE49-F238E27FC236}">
                    <a16:creationId xmlns:a16="http://schemas.microsoft.com/office/drawing/2014/main" id="{D673499D-2778-4558-A5B1-7DA0038C265E}"/>
                  </a:ext>
                </a:extLst>
              </p:cNvPr>
              <p:cNvSpPr>
                <a:spLocks noChangeArrowheads="1"/>
              </p:cNvSpPr>
              <p:nvPr/>
            </p:nvSpPr>
            <p:spPr bwMode="auto">
              <a:xfrm>
                <a:off x="1400" y="61"/>
                <a:ext cx="274" cy="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1800">
                    <a:latin typeface="华文楷体" panose="02010600040101010101" pitchFamily="2" charset="-122"/>
                    <a:ea typeface="华文楷体" panose="02010600040101010101" pitchFamily="2" charset="-122"/>
                  </a:rPr>
                  <a:t>3</a:t>
                </a:r>
                <a:r>
                  <a:rPr lang="zh-CN" altLang="zh-CN" sz="1800" i="1">
                    <a:latin typeface="华文楷体" panose="02010600040101010101" pitchFamily="2" charset="-122"/>
                    <a:ea typeface="华文楷体" panose="02010600040101010101" pitchFamily="2" charset="-122"/>
                  </a:rPr>
                  <a:t>T</a:t>
                </a:r>
                <a:endParaRPr lang="zh-CN" altLang="zh-CN" sz="1800">
                  <a:latin typeface="华文楷体" panose="02010600040101010101" pitchFamily="2" charset="-122"/>
                  <a:ea typeface="华文楷体" panose="02010600040101010101" pitchFamily="2" charset="-122"/>
                </a:endParaRPr>
              </a:p>
            </p:txBody>
          </p:sp>
          <p:sp>
            <p:nvSpPr>
              <p:cNvPr id="34212" name="Rectangle 27">
                <a:extLst>
                  <a:ext uri="{FF2B5EF4-FFF2-40B4-BE49-F238E27FC236}">
                    <a16:creationId xmlns:a16="http://schemas.microsoft.com/office/drawing/2014/main" id="{59534686-CAB3-447F-BB31-314A752C374A}"/>
                  </a:ext>
                </a:extLst>
              </p:cNvPr>
              <p:cNvSpPr>
                <a:spLocks noChangeArrowheads="1"/>
              </p:cNvSpPr>
              <p:nvPr/>
            </p:nvSpPr>
            <p:spPr bwMode="auto">
              <a:xfrm>
                <a:off x="1816" y="55"/>
                <a:ext cx="274" cy="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1800">
                    <a:latin typeface="华文楷体" panose="02010600040101010101" pitchFamily="2" charset="-122"/>
                    <a:ea typeface="华文楷体" panose="02010600040101010101" pitchFamily="2" charset="-122"/>
                  </a:rPr>
                  <a:t>4</a:t>
                </a:r>
                <a:r>
                  <a:rPr lang="zh-CN" altLang="zh-CN" sz="1800" i="1">
                    <a:latin typeface="华文楷体" panose="02010600040101010101" pitchFamily="2" charset="-122"/>
                    <a:ea typeface="华文楷体" panose="02010600040101010101" pitchFamily="2" charset="-122"/>
                  </a:rPr>
                  <a:t>T</a:t>
                </a:r>
                <a:endParaRPr lang="zh-CN" altLang="zh-CN" sz="1800">
                  <a:latin typeface="华文楷体" panose="02010600040101010101" pitchFamily="2" charset="-122"/>
                  <a:ea typeface="华文楷体" panose="02010600040101010101" pitchFamily="2" charset="-122"/>
                </a:endParaRPr>
              </a:p>
            </p:txBody>
          </p:sp>
          <p:sp>
            <p:nvSpPr>
              <p:cNvPr id="34213" name="Rectangle 28">
                <a:extLst>
                  <a:ext uri="{FF2B5EF4-FFF2-40B4-BE49-F238E27FC236}">
                    <a16:creationId xmlns:a16="http://schemas.microsoft.com/office/drawing/2014/main" id="{719F967F-84ED-4968-93B7-3FFB10849C1C}"/>
                  </a:ext>
                </a:extLst>
              </p:cNvPr>
              <p:cNvSpPr>
                <a:spLocks noChangeArrowheads="1"/>
              </p:cNvSpPr>
              <p:nvPr/>
            </p:nvSpPr>
            <p:spPr bwMode="auto">
              <a:xfrm>
                <a:off x="2256" y="55"/>
                <a:ext cx="274" cy="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1800">
                    <a:latin typeface="华文楷体" panose="02010600040101010101" pitchFamily="2" charset="-122"/>
                    <a:ea typeface="华文楷体" panose="02010600040101010101" pitchFamily="2" charset="-122"/>
                  </a:rPr>
                  <a:t>5</a:t>
                </a:r>
                <a:r>
                  <a:rPr lang="zh-CN" altLang="zh-CN" sz="1800" i="1">
                    <a:latin typeface="华文楷体" panose="02010600040101010101" pitchFamily="2" charset="-122"/>
                    <a:ea typeface="华文楷体" panose="02010600040101010101" pitchFamily="2" charset="-122"/>
                  </a:rPr>
                  <a:t>T</a:t>
                </a:r>
                <a:endParaRPr lang="zh-CN" altLang="zh-CN" sz="1800">
                  <a:latin typeface="华文楷体" panose="02010600040101010101" pitchFamily="2" charset="-122"/>
                  <a:ea typeface="华文楷体" panose="02010600040101010101" pitchFamily="2" charset="-122"/>
                </a:endParaRPr>
              </a:p>
            </p:txBody>
          </p:sp>
          <p:sp>
            <p:nvSpPr>
              <p:cNvPr id="34214" name="Rectangle 29">
                <a:extLst>
                  <a:ext uri="{FF2B5EF4-FFF2-40B4-BE49-F238E27FC236}">
                    <a16:creationId xmlns:a16="http://schemas.microsoft.com/office/drawing/2014/main" id="{EFD65E9A-31DD-4F3B-B1B3-A10FAA7B2B1A}"/>
                  </a:ext>
                </a:extLst>
              </p:cNvPr>
              <p:cNvSpPr>
                <a:spLocks noChangeArrowheads="1"/>
              </p:cNvSpPr>
              <p:nvPr/>
            </p:nvSpPr>
            <p:spPr bwMode="auto">
              <a:xfrm>
                <a:off x="2872" y="52"/>
                <a:ext cx="276"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1800">
                    <a:latin typeface="华文楷体" panose="02010600040101010101" pitchFamily="2" charset="-122"/>
                    <a:ea typeface="华文楷体" panose="02010600040101010101" pitchFamily="2" charset="-122"/>
                  </a:rPr>
                  <a:t>6</a:t>
                </a:r>
                <a:r>
                  <a:rPr lang="zh-CN" altLang="zh-CN" sz="1800" i="1">
                    <a:latin typeface="华文楷体" panose="02010600040101010101" pitchFamily="2" charset="-122"/>
                    <a:ea typeface="华文楷体" panose="02010600040101010101" pitchFamily="2" charset="-122"/>
                  </a:rPr>
                  <a:t>T</a:t>
                </a:r>
                <a:endParaRPr lang="zh-CN" altLang="zh-CN" sz="1800">
                  <a:latin typeface="华文楷体" panose="02010600040101010101" pitchFamily="2" charset="-122"/>
                  <a:ea typeface="华文楷体" panose="02010600040101010101" pitchFamily="2" charset="-122"/>
                </a:endParaRPr>
              </a:p>
            </p:txBody>
          </p:sp>
        </p:grpSp>
        <p:grpSp>
          <p:nvGrpSpPr>
            <p:cNvPr id="34106" name="Group 30">
              <a:extLst>
                <a:ext uri="{FF2B5EF4-FFF2-40B4-BE49-F238E27FC236}">
                  <a16:creationId xmlns:a16="http://schemas.microsoft.com/office/drawing/2014/main" id="{99B397F8-A776-4D16-9805-48DF01B29BF2}"/>
                </a:ext>
              </a:extLst>
            </p:cNvPr>
            <p:cNvGrpSpPr>
              <a:grpSpLocks/>
            </p:cNvGrpSpPr>
            <p:nvPr/>
          </p:nvGrpSpPr>
          <p:grpSpPr bwMode="auto">
            <a:xfrm>
              <a:off x="2804" y="210"/>
              <a:ext cx="463" cy="743"/>
              <a:chOff x="0" y="0"/>
              <a:chExt cx="463" cy="743"/>
            </a:xfrm>
          </p:grpSpPr>
          <p:grpSp>
            <p:nvGrpSpPr>
              <p:cNvPr id="34179" name="Group 31">
                <a:extLst>
                  <a:ext uri="{FF2B5EF4-FFF2-40B4-BE49-F238E27FC236}">
                    <a16:creationId xmlns:a16="http://schemas.microsoft.com/office/drawing/2014/main" id="{DF800DDF-B83F-4A86-A9D5-69471D733B6D}"/>
                  </a:ext>
                </a:extLst>
              </p:cNvPr>
              <p:cNvGrpSpPr>
                <a:grpSpLocks/>
              </p:cNvGrpSpPr>
              <p:nvPr/>
            </p:nvGrpSpPr>
            <p:grpSpPr bwMode="auto">
              <a:xfrm>
                <a:off x="0" y="0"/>
                <a:ext cx="304" cy="743"/>
                <a:chOff x="0" y="0"/>
                <a:chExt cx="304" cy="743"/>
              </a:xfrm>
            </p:grpSpPr>
            <p:grpSp>
              <p:nvGrpSpPr>
                <p:cNvPr id="34187" name="Group 32">
                  <a:extLst>
                    <a:ext uri="{FF2B5EF4-FFF2-40B4-BE49-F238E27FC236}">
                      <a16:creationId xmlns:a16="http://schemas.microsoft.com/office/drawing/2014/main" id="{ED83390F-20D2-4514-8D28-6952B77E82D0}"/>
                    </a:ext>
                  </a:extLst>
                </p:cNvPr>
                <p:cNvGrpSpPr>
                  <a:grpSpLocks/>
                </p:cNvGrpSpPr>
                <p:nvPr/>
              </p:nvGrpSpPr>
              <p:grpSpPr bwMode="auto">
                <a:xfrm>
                  <a:off x="0" y="8"/>
                  <a:ext cx="143" cy="735"/>
                  <a:chOff x="0" y="0"/>
                  <a:chExt cx="143" cy="735"/>
                </a:xfrm>
              </p:grpSpPr>
              <p:grpSp>
                <p:nvGrpSpPr>
                  <p:cNvPr id="34195" name="Group 33">
                    <a:extLst>
                      <a:ext uri="{FF2B5EF4-FFF2-40B4-BE49-F238E27FC236}">
                        <a16:creationId xmlns:a16="http://schemas.microsoft.com/office/drawing/2014/main" id="{1C00F446-DC99-4580-A8C6-B61696FF1D0B}"/>
                      </a:ext>
                    </a:extLst>
                  </p:cNvPr>
                  <p:cNvGrpSpPr>
                    <a:grpSpLocks/>
                  </p:cNvGrpSpPr>
                  <p:nvPr/>
                </p:nvGrpSpPr>
                <p:grpSpPr bwMode="auto">
                  <a:xfrm>
                    <a:off x="0" y="0"/>
                    <a:ext cx="68" cy="376"/>
                    <a:chOff x="0" y="0"/>
                    <a:chExt cx="68" cy="376"/>
                  </a:xfrm>
                </p:grpSpPr>
                <p:sp>
                  <p:nvSpPr>
                    <p:cNvPr id="34199" name="Arc 34">
                      <a:extLst>
                        <a:ext uri="{FF2B5EF4-FFF2-40B4-BE49-F238E27FC236}">
                          <a16:creationId xmlns:a16="http://schemas.microsoft.com/office/drawing/2014/main" id="{ACD868B3-A184-4FA0-92A6-29A98AAE286E}"/>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200" name="Arc 35">
                      <a:extLst>
                        <a:ext uri="{FF2B5EF4-FFF2-40B4-BE49-F238E27FC236}">
                          <a16:creationId xmlns:a16="http://schemas.microsoft.com/office/drawing/2014/main" id="{F175AFB3-F747-4E6B-AFB0-3FF1F4BB8E8E}"/>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196" name="Group 36">
                    <a:extLst>
                      <a:ext uri="{FF2B5EF4-FFF2-40B4-BE49-F238E27FC236}">
                        <a16:creationId xmlns:a16="http://schemas.microsoft.com/office/drawing/2014/main" id="{8F7FFDF8-AEF6-41EB-AA6D-FB3AF9E5D423}"/>
                      </a:ext>
                    </a:extLst>
                  </p:cNvPr>
                  <p:cNvGrpSpPr>
                    <a:grpSpLocks/>
                  </p:cNvGrpSpPr>
                  <p:nvPr/>
                </p:nvGrpSpPr>
                <p:grpSpPr bwMode="auto">
                  <a:xfrm>
                    <a:off x="76" y="359"/>
                    <a:ext cx="67" cy="376"/>
                    <a:chOff x="0" y="0"/>
                    <a:chExt cx="67" cy="376"/>
                  </a:xfrm>
                </p:grpSpPr>
                <p:sp>
                  <p:nvSpPr>
                    <p:cNvPr id="34197" name="Arc 37">
                      <a:extLst>
                        <a:ext uri="{FF2B5EF4-FFF2-40B4-BE49-F238E27FC236}">
                          <a16:creationId xmlns:a16="http://schemas.microsoft.com/office/drawing/2014/main" id="{185ABC08-59B8-4BCD-B2D1-5F97ED8A8FE7}"/>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98" name="Arc 38">
                      <a:extLst>
                        <a:ext uri="{FF2B5EF4-FFF2-40B4-BE49-F238E27FC236}">
                          <a16:creationId xmlns:a16="http://schemas.microsoft.com/office/drawing/2014/main" id="{B08AC7F3-1370-4EA9-A015-9C93B6A6175F}"/>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4188" name="Group 39">
                  <a:extLst>
                    <a:ext uri="{FF2B5EF4-FFF2-40B4-BE49-F238E27FC236}">
                      <a16:creationId xmlns:a16="http://schemas.microsoft.com/office/drawing/2014/main" id="{BB7ACA79-6CB0-420C-A95C-092E91CE70BE}"/>
                    </a:ext>
                  </a:extLst>
                </p:cNvPr>
                <p:cNvGrpSpPr>
                  <a:grpSpLocks/>
                </p:cNvGrpSpPr>
                <p:nvPr/>
              </p:nvGrpSpPr>
              <p:grpSpPr bwMode="auto">
                <a:xfrm>
                  <a:off x="159" y="0"/>
                  <a:ext cx="145" cy="735"/>
                  <a:chOff x="0" y="0"/>
                  <a:chExt cx="145" cy="735"/>
                </a:xfrm>
              </p:grpSpPr>
              <p:grpSp>
                <p:nvGrpSpPr>
                  <p:cNvPr id="34189" name="Group 40">
                    <a:extLst>
                      <a:ext uri="{FF2B5EF4-FFF2-40B4-BE49-F238E27FC236}">
                        <a16:creationId xmlns:a16="http://schemas.microsoft.com/office/drawing/2014/main" id="{5E69BD6A-FDCC-4A22-A362-685C4C20F7CC}"/>
                      </a:ext>
                    </a:extLst>
                  </p:cNvPr>
                  <p:cNvGrpSpPr>
                    <a:grpSpLocks/>
                  </p:cNvGrpSpPr>
                  <p:nvPr/>
                </p:nvGrpSpPr>
                <p:grpSpPr bwMode="auto">
                  <a:xfrm>
                    <a:off x="0" y="0"/>
                    <a:ext cx="68" cy="376"/>
                    <a:chOff x="0" y="0"/>
                    <a:chExt cx="68" cy="376"/>
                  </a:xfrm>
                </p:grpSpPr>
                <p:sp>
                  <p:nvSpPr>
                    <p:cNvPr id="34193" name="Arc 41">
                      <a:extLst>
                        <a:ext uri="{FF2B5EF4-FFF2-40B4-BE49-F238E27FC236}">
                          <a16:creationId xmlns:a16="http://schemas.microsoft.com/office/drawing/2014/main" id="{C038E918-995B-4766-9EDB-A6EF125E5AFD}"/>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94" name="Arc 42">
                      <a:extLst>
                        <a:ext uri="{FF2B5EF4-FFF2-40B4-BE49-F238E27FC236}">
                          <a16:creationId xmlns:a16="http://schemas.microsoft.com/office/drawing/2014/main" id="{99D146AA-6C4F-4075-835B-3E8E95AC6C79}"/>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190" name="Group 43">
                    <a:extLst>
                      <a:ext uri="{FF2B5EF4-FFF2-40B4-BE49-F238E27FC236}">
                        <a16:creationId xmlns:a16="http://schemas.microsoft.com/office/drawing/2014/main" id="{7B28F4F8-9F89-4DE1-9CCE-723609E963C7}"/>
                      </a:ext>
                    </a:extLst>
                  </p:cNvPr>
                  <p:cNvGrpSpPr>
                    <a:grpSpLocks/>
                  </p:cNvGrpSpPr>
                  <p:nvPr/>
                </p:nvGrpSpPr>
                <p:grpSpPr bwMode="auto">
                  <a:xfrm>
                    <a:off x="78" y="359"/>
                    <a:ext cx="67" cy="376"/>
                    <a:chOff x="0" y="0"/>
                    <a:chExt cx="67" cy="376"/>
                  </a:xfrm>
                </p:grpSpPr>
                <p:sp>
                  <p:nvSpPr>
                    <p:cNvPr id="34191" name="Arc 44">
                      <a:extLst>
                        <a:ext uri="{FF2B5EF4-FFF2-40B4-BE49-F238E27FC236}">
                          <a16:creationId xmlns:a16="http://schemas.microsoft.com/office/drawing/2014/main" id="{BDC17F9B-4F34-474F-BB47-9CF9E98ABD70}"/>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92" name="Arc 45">
                      <a:extLst>
                        <a:ext uri="{FF2B5EF4-FFF2-40B4-BE49-F238E27FC236}">
                          <a16:creationId xmlns:a16="http://schemas.microsoft.com/office/drawing/2014/main" id="{282D0630-F007-436B-BED4-958209A4D76D}"/>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4180" name="Group 46">
                <a:extLst>
                  <a:ext uri="{FF2B5EF4-FFF2-40B4-BE49-F238E27FC236}">
                    <a16:creationId xmlns:a16="http://schemas.microsoft.com/office/drawing/2014/main" id="{1C5A8715-D128-4BD7-903F-6C598F46F8B8}"/>
                  </a:ext>
                </a:extLst>
              </p:cNvPr>
              <p:cNvGrpSpPr>
                <a:grpSpLocks/>
              </p:cNvGrpSpPr>
              <p:nvPr/>
            </p:nvGrpSpPr>
            <p:grpSpPr bwMode="auto">
              <a:xfrm>
                <a:off x="320" y="0"/>
                <a:ext cx="143" cy="735"/>
                <a:chOff x="0" y="0"/>
                <a:chExt cx="143" cy="735"/>
              </a:xfrm>
            </p:grpSpPr>
            <p:grpSp>
              <p:nvGrpSpPr>
                <p:cNvPr id="34181" name="Group 47">
                  <a:extLst>
                    <a:ext uri="{FF2B5EF4-FFF2-40B4-BE49-F238E27FC236}">
                      <a16:creationId xmlns:a16="http://schemas.microsoft.com/office/drawing/2014/main" id="{9E8A087D-97C6-4438-9D1D-262B081B077B}"/>
                    </a:ext>
                  </a:extLst>
                </p:cNvPr>
                <p:cNvGrpSpPr>
                  <a:grpSpLocks/>
                </p:cNvGrpSpPr>
                <p:nvPr/>
              </p:nvGrpSpPr>
              <p:grpSpPr bwMode="auto">
                <a:xfrm>
                  <a:off x="0" y="0"/>
                  <a:ext cx="67" cy="376"/>
                  <a:chOff x="0" y="0"/>
                  <a:chExt cx="67" cy="376"/>
                </a:xfrm>
              </p:grpSpPr>
              <p:sp>
                <p:nvSpPr>
                  <p:cNvPr id="34185" name="Arc 48">
                    <a:extLst>
                      <a:ext uri="{FF2B5EF4-FFF2-40B4-BE49-F238E27FC236}">
                        <a16:creationId xmlns:a16="http://schemas.microsoft.com/office/drawing/2014/main" id="{221C654B-0557-44F3-B2EF-CAE96EA6CCD1}"/>
                      </a:ext>
                    </a:extLst>
                  </p:cNvPr>
                  <p:cNvSpPr>
                    <a:spLocks/>
                  </p:cNvSpPr>
                  <p:nvPr/>
                </p:nvSpPr>
                <p:spPr bwMode="auto">
                  <a:xfrm>
                    <a:off x="0" y="0"/>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0" y="21590"/>
                        </a:moveTo>
                        <a:cubicBezTo>
                          <a:pt x="0" y="9911"/>
                          <a:pt x="9282" y="347"/>
                          <a:pt x="20955" y="-1"/>
                        </a:cubicBezTo>
                      </a:path>
                      <a:path w="21600" h="21590" stroke="0" extrusionOk="0">
                        <a:moveTo>
                          <a:pt x="0" y="21590"/>
                        </a:moveTo>
                        <a:cubicBezTo>
                          <a:pt x="0" y="9911"/>
                          <a:pt x="9282" y="347"/>
                          <a:pt x="20955" y="-1"/>
                        </a:cubicBezTo>
                        <a:lnTo>
                          <a:pt x="21600" y="21590"/>
                        </a:lnTo>
                        <a:lnTo>
                          <a:pt x="0"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86" name="Arc 49">
                    <a:extLst>
                      <a:ext uri="{FF2B5EF4-FFF2-40B4-BE49-F238E27FC236}">
                        <a16:creationId xmlns:a16="http://schemas.microsoft.com/office/drawing/2014/main" id="{2E085E88-175C-424C-9AE4-37C6158495F7}"/>
                      </a:ext>
                    </a:extLst>
                  </p:cNvPr>
                  <p:cNvSpPr>
                    <a:spLocks/>
                  </p:cNvSpPr>
                  <p:nvPr/>
                </p:nvSpPr>
                <p:spPr bwMode="auto">
                  <a:xfrm>
                    <a:off x="33" y="8"/>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1" y="9"/>
                        </a:moveTo>
                        <a:cubicBezTo>
                          <a:pt x="214" y="3"/>
                          <a:pt x="429" y="-1"/>
                          <a:pt x="644" y="0"/>
                        </a:cubicBezTo>
                        <a:cubicBezTo>
                          <a:pt x="12573" y="0"/>
                          <a:pt x="22244" y="9670"/>
                          <a:pt x="22244" y="21600"/>
                        </a:cubicBezTo>
                      </a:path>
                      <a:path w="22244" h="21600" stroke="0" extrusionOk="0">
                        <a:moveTo>
                          <a:pt x="-1" y="9"/>
                        </a:moveTo>
                        <a:cubicBezTo>
                          <a:pt x="214" y="3"/>
                          <a:pt x="429" y="-1"/>
                          <a:pt x="644" y="0"/>
                        </a:cubicBezTo>
                        <a:cubicBezTo>
                          <a:pt x="12573" y="0"/>
                          <a:pt x="22244" y="9670"/>
                          <a:pt x="22244" y="21600"/>
                        </a:cubicBezTo>
                        <a:lnTo>
                          <a:pt x="644" y="21600"/>
                        </a:lnTo>
                        <a:lnTo>
                          <a:pt x="-1"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182" name="Group 50">
                  <a:extLst>
                    <a:ext uri="{FF2B5EF4-FFF2-40B4-BE49-F238E27FC236}">
                      <a16:creationId xmlns:a16="http://schemas.microsoft.com/office/drawing/2014/main" id="{1DD9CB15-1B05-46AC-AD5C-49732C11BC9B}"/>
                    </a:ext>
                  </a:extLst>
                </p:cNvPr>
                <p:cNvGrpSpPr>
                  <a:grpSpLocks/>
                </p:cNvGrpSpPr>
                <p:nvPr/>
              </p:nvGrpSpPr>
              <p:grpSpPr bwMode="auto">
                <a:xfrm>
                  <a:off x="76" y="359"/>
                  <a:ext cx="67" cy="376"/>
                  <a:chOff x="0" y="0"/>
                  <a:chExt cx="67" cy="376"/>
                </a:xfrm>
              </p:grpSpPr>
              <p:sp>
                <p:nvSpPr>
                  <p:cNvPr id="34183" name="Arc 51">
                    <a:extLst>
                      <a:ext uri="{FF2B5EF4-FFF2-40B4-BE49-F238E27FC236}">
                        <a16:creationId xmlns:a16="http://schemas.microsoft.com/office/drawing/2014/main" id="{1F114E73-AA4F-4DA4-891C-13992EEF12F1}"/>
                      </a:ext>
                    </a:extLst>
                  </p:cNvPr>
                  <p:cNvSpPr>
                    <a:spLocks/>
                  </p:cNvSpPr>
                  <p:nvPr/>
                </p:nvSpPr>
                <p:spPr bwMode="auto">
                  <a:xfrm>
                    <a:off x="0" y="8"/>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84" name="Arc 52">
                    <a:extLst>
                      <a:ext uri="{FF2B5EF4-FFF2-40B4-BE49-F238E27FC236}">
                        <a16:creationId xmlns:a16="http://schemas.microsoft.com/office/drawing/2014/main" id="{27C914B8-798F-41C2-819D-808F33FDDD8F}"/>
                      </a:ext>
                    </a:extLst>
                  </p:cNvPr>
                  <p:cNvSpPr>
                    <a:spLocks/>
                  </p:cNvSpPr>
                  <p:nvPr/>
                </p:nvSpPr>
                <p:spPr bwMode="auto">
                  <a:xfrm>
                    <a:off x="33" y="0"/>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4107" name="Group 53">
              <a:extLst>
                <a:ext uri="{FF2B5EF4-FFF2-40B4-BE49-F238E27FC236}">
                  <a16:creationId xmlns:a16="http://schemas.microsoft.com/office/drawing/2014/main" id="{60554B9C-D966-49FE-BE69-AEDA97008E07}"/>
                </a:ext>
              </a:extLst>
            </p:cNvPr>
            <p:cNvGrpSpPr>
              <a:grpSpLocks/>
            </p:cNvGrpSpPr>
            <p:nvPr/>
          </p:nvGrpSpPr>
          <p:grpSpPr bwMode="auto">
            <a:xfrm>
              <a:off x="1820" y="202"/>
              <a:ext cx="463" cy="743"/>
              <a:chOff x="0" y="0"/>
              <a:chExt cx="463" cy="743"/>
            </a:xfrm>
          </p:grpSpPr>
          <p:grpSp>
            <p:nvGrpSpPr>
              <p:cNvPr id="34157" name="Group 54">
                <a:extLst>
                  <a:ext uri="{FF2B5EF4-FFF2-40B4-BE49-F238E27FC236}">
                    <a16:creationId xmlns:a16="http://schemas.microsoft.com/office/drawing/2014/main" id="{221A70BA-E780-4B30-9BC8-CC398FED1D88}"/>
                  </a:ext>
                </a:extLst>
              </p:cNvPr>
              <p:cNvGrpSpPr>
                <a:grpSpLocks/>
              </p:cNvGrpSpPr>
              <p:nvPr/>
            </p:nvGrpSpPr>
            <p:grpSpPr bwMode="auto">
              <a:xfrm>
                <a:off x="0" y="0"/>
                <a:ext cx="304" cy="743"/>
                <a:chOff x="0" y="0"/>
                <a:chExt cx="304" cy="743"/>
              </a:xfrm>
            </p:grpSpPr>
            <p:grpSp>
              <p:nvGrpSpPr>
                <p:cNvPr id="34165" name="Group 55">
                  <a:extLst>
                    <a:ext uri="{FF2B5EF4-FFF2-40B4-BE49-F238E27FC236}">
                      <a16:creationId xmlns:a16="http://schemas.microsoft.com/office/drawing/2014/main" id="{17A94206-6312-4880-A157-0445B9886220}"/>
                    </a:ext>
                  </a:extLst>
                </p:cNvPr>
                <p:cNvGrpSpPr>
                  <a:grpSpLocks/>
                </p:cNvGrpSpPr>
                <p:nvPr/>
              </p:nvGrpSpPr>
              <p:grpSpPr bwMode="auto">
                <a:xfrm>
                  <a:off x="0" y="8"/>
                  <a:ext cx="143" cy="735"/>
                  <a:chOff x="0" y="0"/>
                  <a:chExt cx="143" cy="735"/>
                </a:xfrm>
              </p:grpSpPr>
              <p:grpSp>
                <p:nvGrpSpPr>
                  <p:cNvPr id="34173" name="Group 56">
                    <a:extLst>
                      <a:ext uri="{FF2B5EF4-FFF2-40B4-BE49-F238E27FC236}">
                        <a16:creationId xmlns:a16="http://schemas.microsoft.com/office/drawing/2014/main" id="{2F0F16B9-FAC7-4A93-95D9-DAFE8E6E3607}"/>
                      </a:ext>
                    </a:extLst>
                  </p:cNvPr>
                  <p:cNvGrpSpPr>
                    <a:grpSpLocks/>
                  </p:cNvGrpSpPr>
                  <p:nvPr/>
                </p:nvGrpSpPr>
                <p:grpSpPr bwMode="auto">
                  <a:xfrm>
                    <a:off x="0" y="0"/>
                    <a:ext cx="68" cy="376"/>
                    <a:chOff x="0" y="0"/>
                    <a:chExt cx="68" cy="376"/>
                  </a:xfrm>
                </p:grpSpPr>
                <p:sp>
                  <p:nvSpPr>
                    <p:cNvPr id="34177" name="Arc 57">
                      <a:extLst>
                        <a:ext uri="{FF2B5EF4-FFF2-40B4-BE49-F238E27FC236}">
                          <a16:creationId xmlns:a16="http://schemas.microsoft.com/office/drawing/2014/main" id="{BD077299-7B26-4D2C-8D8C-1981A21E3482}"/>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78" name="Arc 58">
                      <a:extLst>
                        <a:ext uri="{FF2B5EF4-FFF2-40B4-BE49-F238E27FC236}">
                          <a16:creationId xmlns:a16="http://schemas.microsoft.com/office/drawing/2014/main" id="{C93F54E7-9AE9-443C-998B-ABBDD5B43FCE}"/>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174" name="Group 59">
                    <a:extLst>
                      <a:ext uri="{FF2B5EF4-FFF2-40B4-BE49-F238E27FC236}">
                        <a16:creationId xmlns:a16="http://schemas.microsoft.com/office/drawing/2014/main" id="{C3E48F4F-8F52-4E1E-80F6-01211A569DDC}"/>
                      </a:ext>
                    </a:extLst>
                  </p:cNvPr>
                  <p:cNvGrpSpPr>
                    <a:grpSpLocks/>
                  </p:cNvGrpSpPr>
                  <p:nvPr/>
                </p:nvGrpSpPr>
                <p:grpSpPr bwMode="auto">
                  <a:xfrm>
                    <a:off x="76" y="359"/>
                    <a:ext cx="67" cy="376"/>
                    <a:chOff x="0" y="0"/>
                    <a:chExt cx="67" cy="376"/>
                  </a:xfrm>
                </p:grpSpPr>
                <p:sp>
                  <p:nvSpPr>
                    <p:cNvPr id="34175" name="Arc 60">
                      <a:extLst>
                        <a:ext uri="{FF2B5EF4-FFF2-40B4-BE49-F238E27FC236}">
                          <a16:creationId xmlns:a16="http://schemas.microsoft.com/office/drawing/2014/main" id="{E79A76B7-7AE8-4630-B5AB-11ECFBECEC49}"/>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76" name="Arc 61">
                      <a:extLst>
                        <a:ext uri="{FF2B5EF4-FFF2-40B4-BE49-F238E27FC236}">
                          <a16:creationId xmlns:a16="http://schemas.microsoft.com/office/drawing/2014/main" id="{157DEB74-D8F7-4CAF-BE91-34E6B288FAFE}"/>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4166" name="Group 62">
                  <a:extLst>
                    <a:ext uri="{FF2B5EF4-FFF2-40B4-BE49-F238E27FC236}">
                      <a16:creationId xmlns:a16="http://schemas.microsoft.com/office/drawing/2014/main" id="{85FC32F4-9CD6-4E6B-8789-60A0787070B7}"/>
                    </a:ext>
                  </a:extLst>
                </p:cNvPr>
                <p:cNvGrpSpPr>
                  <a:grpSpLocks/>
                </p:cNvGrpSpPr>
                <p:nvPr/>
              </p:nvGrpSpPr>
              <p:grpSpPr bwMode="auto">
                <a:xfrm>
                  <a:off x="159" y="0"/>
                  <a:ext cx="145" cy="735"/>
                  <a:chOff x="0" y="0"/>
                  <a:chExt cx="145" cy="735"/>
                </a:xfrm>
              </p:grpSpPr>
              <p:grpSp>
                <p:nvGrpSpPr>
                  <p:cNvPr id="34167" name="Group 63">
                    <a:extLst>
                      <a:ext uri="{FF2B5EF4-FFF2-40B4-BE49-F238E27FC236}">
                        <a16:creationId xmlns:a16="http://schemas.microsoft.com/office/drawing/2014/main" id="{9A8F442E-D501-4DBF-8887-53C33CF99A85}"/>
                      </a:ext>
                    </a:extLst>
                  </p:cNvPr>
                  <p:cNvGrpSpPr>
                    <a:grpSpLocks/>
                  </p:cNvGrpSpPr>
                  <p:nvPr/>
                </p:nvGrpSpPr>
                <p:grpSpPr bwMode="auto">
                  <a:xfrm>
                    <a:off x="0" y="0"/>
                    <a:ext cx="68" cy="376"/>
                    <a:chOff x="0" y="0"/>
                    <a:chExt cx="68" cy="376"/>
                  </a:xfrm>
                </p:grpSpPr>
                <p:sp>
                  <p:nvSpPr>
                    <p:cNvPr id="34171" name="Arc 64">
                      <a:extLst>
                        <a:ext uri="{FF2B5EF4-FFF2-40B4-BE49-F238E27FC236}">
                          <a16:creationId xmlns:a16="http://schemas.microsoft.com/office/drawing/2014/main" id="{97174AE1-6CC5-469F-94F5-B288526DEC56}"/>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72" name="Arc 65">
                      <a:extLst>
                        <a:ext uri="{FF2B5EF4-FFF2-40B4-BE49-F238E27FC236}">
                          <a16:creationId xmlns:a16="http://schemas.microsoft.com/office/drawing/2014/main" id="{2CE1557F-0FAD-477C-B12F-2FED789061D4}"/>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168" name="Group 66">
                    <a:extLst>
                      <a:ext uri="{FF2B5EF4-FFF2-40B4-BE49-F238E27FC236}">
                        <a16:creationId xmlns:a16="http://schemas.microsoft.com/office/drawing/2014/main" id="{CF51AA30-DB8D-4C99-A4A3-B1769B8CC749}"/>
                      </a:ext>
                    </a:extLst>
                  </p:cNvPr>
                  <p:cNvGrpSpPr>
                    <a:grpSpLocks/>
                  </p:cNvGrpSpPr>
                  <p:nvPr/>
                </p:nvGrpSpPr>
                <p:grpSpPr bwMode="auto">
                  <a:xfrm>
                    <a:off x="78" y="359"/>
                    <a:ext cx="67" cy="376"/>
                    <a:chOff x="0" y="0"/>
                    <a:chExt cx="67" cy="376"/>
                  </a:xfrm>
                </p:grpSpPr>
                <p:sp>
                  <p:nvSpPr>
                    <p:cNvPr id="34169" name="Arc 67">
                      <a:extLst>
                        <a:ext uri="{FF2B5EF4-FFF2-40B4-BE49-F238E27FC236}">
                          <a16:creationId xmlns:a16="http://schemas.microsoft.com/office/drawing/2014/main" id="{70245600-6684-4BC7-8D57-D3CF53BF300D}"/>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70" name="Arc 68">
                      <a:extLst>
                        <a:ext uri="{FF2B5EF4-FFF2-40B4-BE49-F238E27FC236}">
                          <a16:creationId xmlns:a16="http://schemas.microsoft.com/office/drawing/2014/main" id="{33BB6273-F831-432D-9087-3F522DB506D1}"/>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4158" name="Group 69">
                <a:extLst>
                  <a:ext uri="{FF2B5EF4-FFF2-40B4-BE49-F238E27FC236}">
                    <a16:creationId xmlns:a16="http://schemas.microsoft.com/office/drawing/2014/main" id="{E924A7A7-C595-4EC6-963F-0363C93939C3}"/>
                  </a:ext>
                </a:extLst>
              </p:cNvPr>
              <p:cNvGrpSpPr>
                <a:grpSpLocks/>
              </p:cNvGrpSpPr>
              <p:nvPr/>
            </p:nvGrpSpPr>
            <p:grpSpPr bwMode="auto">
              <a:xfrm>
                <a:off x="320" y="0"/>
                <a:ext cx="143" cy="735"/>
                <a:chOff x="0" y="0"/>
                <a:chExt cx="143" cy="735"/>
              </a:xfrm>
            </p:grpSpPr>
            <p:grpSp>
              <p:nvGrpSpPr>
                <p:cNvPr id="34159" name="Group 70">
                  <a:extLst>
                    <a:ext uri="{FF2B5EF4-FFF2-40B4-BE49-F238E27FC236}">
                      <a16:creationId xmlns:a16="http://schemas.microsoft.com/office/drawing/2014/main" id="{22FDCBE0-1F2B-4C68-B289-98634B14E80D}"/>
                    </a:ext>
                  </a:extLst>
                </p:cNvPr>
                <p:cNvGrpSpPr>
                  <a:grpSpLocks/>
                </p:cNvGrpSpPr>
                <p:nvPr/>
              </p:nvGrpSpPr>
              <p:grpSpPr bwMode="auto">
                <a:xfrm>
                  <a:off x="0" y="0"/>
                  <a:ext cx="67" cy="376"/>
                  <a:chOff x="0" y="0"/>
                  <a:chExt cx="67" cy="376"/>
                </a:xfrm>
              </p:grpSpPr>
              <p:sp>
                <p:nvSpPr>
                  <p:cNvPr id="34163" name="Arc 71">
                    <a:extLst>
                      <a:ext uri="{FF2B5EF4-FFF2-40B4-BE49-F238E27FC236}">
                        <a16:creationId xmlns:a16="http://schemas.microsoft.com/office/drawing/2014/main" id="{53CE323F-3928-4DD4-A62A-6822EBAEB7DF}"/>
                      </a:ext>
                    </a:extLst>
                  </p:cNvPr>
                  <p:cNvSpPr>
                    <a:spLocks/>
                  </p:cNvSpPr>
                  <p:nvPr/>
                </p:nvSpPr>
                <p:spPr bwMode="auto">
                  <a:xfrm>
                    <a:off x="0" y="0"/>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0" y="21590"/>
                        </a:moveTo>
                        <a:cubicBezTo>
                          <a:pt x="0" y="9911"/>
                          <a:pt x="9282" y="347"/>
                          <a:pt x="20955" y="-1"/>
                        </a:cubicBezTo>
                      </a:path>
                      <a:path w="21600" h="21590" stroke="0" extrusionOk="0">
                        <a:moveTo>
                          <a:pt x="0" y="21590"/>
                        </a:moveTo>
                        <a:cubicBezTo>
                          <a:pt x="0" y="9911"/>
                          <a:pt x="9282" y="347"/>
                          <a:pt x="20955" y="-1"/>
                        </a:cubicBezTo>
                        <a:lnTo>
                          <a:pt x="21600" y="21590"/>
                        </a:lnTo>
                        <a:lnTo>
                          <a:pt x="0"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64" name="Arc 72">
                    <a:extLst>
                      <a:ext uri="{FF2B5EF4-FFF2-40B4-BE49-F238E27FC236}">
                        <a16:creationId xmlns:a16="http://schemas.microsoft.com/office/drawing/2014/main" id="{300B6060-78A9-4058-894B-D54F23648FC0}"/>
                      </a:ext>
                    </a:extLst>
                  </p:cNvPr>
                  <p:cNvSpPr>
                    <a:spLocks/>
                  </p:cNvSpPr>
                  <p:nvPr/>
                </p:nvSpPr>
                <p:spPr bwMode="auto">
                  <a:xfrm>
                    <a:off x="33" y="8"/>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1" y="9"/>
                        </a:moveTo>
                        <a:cubicBezTo>
                          <a:pt x="214" y="3"/>
                          <a:pt x="429" y="-1"/>
                          <a:pt x="644" y="0"/>
                        </a:cubicBezTo>
                        <a:cubicBezTo>
                          <a:pt x="12573" y="0"/>
                          <a:pt x="22244" y="9670"/>
                          <a:pt x="22244" y="21600"/>
                        </a:cubicBezTo>
                      </a:path>
                      <a:path w="22244" h="21600" stroke="0" extrusionOk="0">
                        <a:moveTo>
                          <a:pt x="-1" y="9"/>
                        </a:moveTo>
                        <a:cubicBezTo>
                          <a:pt x="214" y="3"/>
                          <a:pt x="429" y="-1"/>
                          <a:pt x="644" y="0"/>
                        </a:cubicBezTo>
                        <a:cubicBezTo>
                          <a:pt x="12573" y="0"/>
                          <a:pt x="22244" y="9670"/>
                          <a:pt x="22244" y="21600"/>
                        </a:cubicBezTo>
                        <a:lnTo>
                          <a:pt x="644" y="21600"/>
                        </a:lnTo>
                        <a:lnTo>
                          <a:pt x="-1"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160" name="Group 73">
                  <a:extLst>
                    <a:ext uri="{FF2B5EF4-FFF2-40B4-BE49-F238E27FC236}">
                      <a16:creationId xmlns:a16="http://schemas.microsoft.com/office/drawing/2014/main" id="{2842F18B-FC35-4A04-97CE-7E480181F5DE}"/>
                    </a:ext>
                  </a:extLst>
                </p:cNvPr>
                <p:cNvGrpSpPr>
                  <a:grpSpLocks/>
                </p:cNvGrpSpPr>
                <p:nvPr/>
              </p:nvGrpSpPr>
              <p:grpSpPr bwMode="auto">
                <a:xfrm>
                  <a:off x="76" y="359"/>
                  <a:ext cx="67" cy="376"/>
                  <a:chOff x="0" y="0"/>
                  <a:chExt cx="67" cy="376"/>
                </a:xfrm>
              </p:grpSpPr>
              <p:sp>
                <p:nvSpPr>
                  <p:cNvPr id="34161" name="Arc 74">
                    <a:extLst>
                      <a:ext uri="{FF2B5EF4-FFF2-40B4-BE49-F238E27FC236}">
                        <a16:creationId xmlns:a16="http://schemas.microsoft.com/office/drawing/2014/main" id="{E1C1AAF3-AB2A-4CDF-AB52-2B96D415FACA}"/>
                      </a:ext>
                    </a:extLst>
                  </p:cNvPr>
                  <p:cNvSpPr>
                    <a:spLocks/>
                  </p:cNvSpPr>
                  <p:nvPr/>
                </p:nvSpPr>
                <p:spPr bwMode="auto">
                  <a:xfrm>
                    <a:off x="0" y="8"/>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62" name="Arc 75">
                    <a:extLst>
                      <a:ext uri="{FF2B5EF4-FFF2-40B4-BE49-F238E27FC236}">
                        <a16:creationId xmlns:a16="http://schemas.microsoft.com/office/drawing/2014/main" id="{EE0D4F73-6E62-4CD4-B9E5-A25314DFA9C8}"/>
                      </a:ext>
                    </a:extLst>
                  </p:cNvPr>
                  <p:cNvSpPr>
                    <a:spLocks/>
                  </p:cNvSpPr>
                  <p:nvPr/>
                </p:nvSpPr>
                <p:spPr bwMode="auto">
                  <a:xfrm>
                    <a:off x="33" y="0"/>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4108" name="Group 76">
              <a:extLst>
                <a:ext uri="{FF2B5EF4-FFF2-40B4-BE49-F238E27FC236}">
                  <a16:creationId xmlns:a16="http://schemas.microsoft.com/office/drawing/2014/main" id="{5982F979-DE21-49EE-9E51-9F64BAC0483E}"/>
                </a:ext>
              </a:extLst>
            </p:cNvPr>
            <p:cNvGrpSpPr>
              <a:grpSpLocks/>
            </p:cNvGrpSpPr>
            <p:nvPr/>
          </p:nvGrpSpPr>
          <p:grpSpPr bwMode="auto">
            <a:xfrm>
              <a:off x="3284" y="202"/>
              <a:ext cx="463" cy="743"/>
              <a:chOff x="0" y="0"/>
              <a:chExt cx="463" cy="743"/>
            </a:xfrm>
          </p:grpSpPr>
          <p:grpSp>
            <p:nvGrpSpPr>
              <p:cNvPr id="34135" name="Group 77">
                <a:extLst>
                  <a:ext uri="{FF2B5EF4-FFF2-40B4-BE49-F238E27FC236}">
                    <a16:creationId xmlns:a16="http://schemas.microsoft.com/office/drawing/2014/main" id="{AAEB8DE1-26D1-4AE0-A6CE-3588D6AC4AC0}"/>
                  </a:ext>
                </a:extLst>
              </p:cNvPr>
              <p:cNvGrpSpPr>
                <a:grpSpLocks/>
              </p:cNvGrpSpPr>
              <p:nvPr/>
            </p:nvGrpSpPr>
            <p:grpSpPr bwMode="auto">
              <a:xfrm>
                <a:off x="0" y="0"/>
                <a:ext cx="304" cy="743"/>
                <a:chOff x="0" y="0"/>
                <a:chExt cx="304" cy="743"/>
              </a:xfrm>
            </p:grpSpPr>
            <p:grpSp>
              <p:nvGrpSpPr>
                <p:cNvPr id="34143" name="Group 78">
                  <a:extLst>
                    <a:ext uri="{FF2B5EF4-FFF2-40B4-BE49-F238E27FC236}">
                      <a16:creationId xmlns:a16="http://schemas.microsoft.com/office/drawing/2014/main" id="{FCF3F07F-F3D7-47A9-90D7-301A2E0E78C7}"/>
                    </a:ext>
                  </a:extLst>
                </p:cNvPr>
                <p:cNvGrpSpPr>
                  <a:grpSpLocks/>
                </p:cNvGrpSpPr>
                <p:nvPr/>
              </p:nvGrpSpPr>
              <p:grpSpPr bwMode="auto">
                <a:xfrm>
                  <a:off x="0" y="8"/>
                  <a:ext cx="143" cy="735"/>
                  <a:chOff x="0" y="0"/>
                  <a:chExt cx="143" cy="735"/>
                </a:xfrm>
              </p:grpSpPr>
              <p:grpSp>
                <p:nvGrpSpPr>
                  <p:cNvPr id="34151" name="Group 79">
                    <a:extLst>
                      <a:ext uri="{FF2B5EF4-FFF2-40B4-BE49-F238E27FC236}">
                        <a16:creationId xmlns:a16="http://schemas.microsoft.com/office/drawing/2014/main" id="{0E0005EB-06AD-4610-84CA-3D0A29ECA4B8}"/>
                      </a:ext>
                    </a:extLst>
                  </p:cNvPr>
                  <p:cNvGrpSpPr>
                    <a:grpSpLocks/>
                  </p:cNvGrpSpPr>
                  <p:nvPr/>
                </p:nvGrpSpPr>
                <p:grpSpPr bwMode="auto">
                  <a:xfrm>
                    <a:off x="0" y="0"/>
                    <a:ext cx="68" cy="376"/>
                    <a:chOff x="0" y="0"/>
                    <a:chExt cx="68" cy="376"/>
                  </a:xfrm>
                </p:grpSpPr>
                <p:sp>
                  <p:nvSpPr>
                    <p:cNvPr id="34155" name="Arc 80">
                      <a:extLst>
                        <a:ext uri="{FF2B5EF4-FFF2-40B4-BE49-F238E27FC236}">
                          <a16:creationId xmlns:a16="http://schemas.microsoft.com/office/drawing/2014/main" id="{7B4BFD33-B04A-4152-A93E-B4D38B531712}"/>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56" name="Arc 81">
                      <a:extLst>
                        <a:ext uri="{FF2B5EF4-FFF2-40B4-BE49-F238E27FC236}">
                          <a16:creationId xmlns:a16="http://schemas.microsoft.com/office/drawing/2014/main" id="{CF41E5DD-75C2-4739-A232-0F1EBD793BAB}"/>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152" name="Group 82">
                    <a:extLst>
                      <a:ext uri="{FF2B5EF4-FFF2-40B4-BE49-F238E27FC236}">
                        <a16:creationId xmlns:a16="http://schemas.microsoft.com/office/drawing/2014/main" id="{BD85BB3B-E70C-4EDD-8BDC-29B137B3AA73}"/>
                      </a:ext>
                    </a:extLst>
                  </p:cNvPr>
                  <p:cNvGrpSpPr>
                    <a:grpSpLocks/>
                  </p:cNvGrpSpPr>
                  <p:nvPr/>
                </p:nvGrpSpPr>
                <p:grpSpPr bwMode="auto">
                  <a:xfrm>
                    <a:off x="76" y="359"/>
                    <a:ext cx="67" cy="376"/>
                    <a:chOff x="0" y="0"/>
                    <a:chExt cx="67" cy="376"/>
                  </a:xfrm>
                </p:grpSpPr>
                <p:sp>
                  <p:nvSpPr>
                    <p:cNvPr id="34153" name="Arc 83">
                      <a:extLst>
                        <a:ext uri="{FF2B5EF4-FFF2-40B4-BE49-F238E27FC236}">
                          <a16:creationId xmlns:a16="http://schemas.microsoft.com/office/drawing/2014/main" id="{F9AE4E8A-1949-4BC3-8E1D-E5AEDC632B8B}"/>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54" name="Arc 84">
                      <a:extLst>
                        <a:ext uri="{FF2B5EF4-FFF2-40B4-BE49-F238E27FC236}">
                          <a16:creationId xmlns:a16="http://schemas.microsoft.com/office/drawing/2014/main" id="{678A450E-665D-4B9E-855E-D092D7531071}"/>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4144" name="Group 85">
                  <a:extLst>
                    <a:ext uri="{FF2B5EF4-FFF2-40B4-BE49-F238E27FC236}">
                      <a16:creationId xmlns:a16="http://schemas.microsoft.com/office/drawing/2014/main" id="{FF8F0672-AF22-4077-9F23-5445AC3B93AF}"/>
                    </a:ext>
                  </a:extLst>
                </p:cNvPr>
                <p:cNvGrpSpPr>
                  <a:grpSpLocks/>
                </p:cNvGrpSpPr>
                <p:nvPr/>
              </p:nvGrpSpPr>
              <p:grpSpPr bwMode="auto">
                <a:xfrm>
                  <a:off x="159" y="0"/>
                  <a:ext cx="145" cy="735"/>
                  <a:chOff x="0" y="0"/>
                  <a:chExt cx="145" cy="735"/>
                </a:xfrm>
              </p:grpSpPr>
              <p:grpSp>
                <p:nvGrpSpPr>
                  <p:cNvPr id="34145" name="Group 86">
                    <a:extLst>
                      <a:ext uri="{FF2B5EF4-FFF2-40B4-BE49-F238E27FC236}">
                        <a16:creationId xmlns:a16="http://schemas.microsoft.com/office/drawing/2014/main" id="{9B17C2B4-0A5E-481D-9180-E4DA6D0A2926}"/>
                      </a:ext>
                    </a:extLst>
                  </p:cNvPr>
                  <p:cNvGrpSpPr>
                    <a:grpSpLocks/>
                  </p:cNvGrpSpPr>
                  <p:nvPr/>
                </p:nvGrpSpPr>
                <p:grpSpPr bwMode="auto">
                  <a:xfrm>
                    <a:off x="0" y="0"/>
                    <a:ext cx="68" cy="376"/>
                    <a:chOff x="0" y="0"/>
                    <a:chExt cx="68" cy="376"/>
                  </a:xfrm>
                </p:grpSpPr>
                <p:sp>
                  <p:nvSpPr>
                    <p:cNvPr id="34149" name="Arc 87">
                      <a:extLst>
                        <a:ext uri="{FF2B5EF4-FFF2-40B4-BE49-F238E27FC236}">
                          <a16:creationId xmlns:a16="http://schemas.microsoft.com/office/drawing/2014/main" id="{51511B05-6885-43EE-B7C1-74F9BA5B3180}"/>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50" name="Arc 88">
                      <a:extLst>
                        <a:ext uri="{FF2B5EF4-FFF2-40B4-BE49-F238E27FC236}">
                          <a16:creationId xmlns:a16="http://schemas.microsoft.com/office/drawing/2014/main" id="{9C76B118-42EA-424F-96B7-164F2ACACB64}"/>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146" name="Group 89">
                    <a:extLst>
                      <a:ext uri="{FF2B5EF4-FFF2-40B4-BE49-F238E27FC236}">
                        <a16:creationId xmlns:a16="http://schemas.microsoft.com/office/drawing/2014/main" id="{BEA8A336-B939-421B-AC2F-1C232247AEB7}"/>
                      </a:ext>
                    </a:extLst>
                  </p:cNvPr>
                  <p:cNvGrpSpPr>
                    <a:grpSpLocks/>
                  </p:cNvGrpSpPr>
                  <p:nvPr/>
                </p:nvGrpSpPr>
                <p:grpSpPr bwMode="auto">
                  <a:xfrm>
                    <a:off x="78" y="359"/>
                    <a:ext cx="67" cy="376"/>
                    <a:chOff x="0" y="0"/>
                    <a:chExt cx="67" cy="376"/>
                  </a:xfrm>
                </p:grpSpPr>
                <p:sp>
                  <p:nvSpPr>
                    <p:cNvPr id="34147" name="Arc 90">
                      <a:extLst>
                        <a:ext uri="{FF2B5EF4-FFF2-40B4-BE49-F238E27FC236}">
                          <a16:creationId xmlns:a16="http://schemas.microsoft.com/office/drawing/2014/main" id="{ABE16665-AF46-476A-9A3F-3F8BE43F3948}"/>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48" name="Arc 91">
                      <a:extLst>
                        <a:ext uri="{FF2B5EF4-FFF2-40B4-BE49-F238E27FC236}">
                          <a16:creationId xmlns:a16="http://schemas.microsoft.com/office/drawing/2014/main" id="{609121F9-E602-422C-94AF-997C7E43CA81}"/>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4136" name="Group 92">
                <a:extLst>
                  <a:ext uri="{FF2B5EF4-FFF2-40B4-BE49-F238E27FC236}">
                    <a16:creationId xmlns:a16="http://schemas.microsoft.com/office/drawing/2014/main" id="{B23E647F-AD37-40F1-9D67-022E9B049B2E}"/>
                  </a:ext>
                </a:extLst>
              </p:cNvPr>
              <p:cNvGrpSpPr>
                <a:grpSpLocks/>
              </p:cNvGrpSpPr>
              <p:nvPr/>
            </p:nvGrpSpPr>
            <p:grpSpPr bwMode="auto">
              <a:xfrm>
                <a:off x="320" y="0"/>
                <a:ext cx="143" cy="735"/>
                <a:chOff x="0" y="0"/>
                <a:chExt cx="143" cy="735"/>
              </a:xfrm>
            </p:grpSpPr>
            <p:grpSp>
              <p:nvGrpSpPr>
                <p:cNvPr id="34137" name="Group 93">
                  <a:extLst>
                    <a:ext uri="{FF2B5EF4-FFF2-40B4-BE49-F238E27FC236}">
                      <a16:creationId xmlns:a16="http://schemas.microsoft.com/office/drawing/2014/main" id="{43C9D25F-BB7E-4A03-8B31-0D33CFC528A5}"/>
                    </a:ext>
                  </a:extLst>
                </p:cNvPr>
                <p:cNvGrpSpPr>
                  <a:grpSpLocks/>
                </p:cNvGrpSpPr>
                <p:nvPr/>
              </p:nvGrpSpPr>
              <p:grpSpPr bwMode="auto">
                <a:xfrm>
                  <a:off x="0" y="0"/>
                  <a:ext cx="67" cy="376"/>
                  <a:chOff x="0" y="0"/>
                  <a:chExt cx="67" cy="376"/>
                </a:xfrm>
              </p:grpSpPr>
              <p:sp>
                <p:nvSpPr>
                  <p:cNvPr id="34141" name="Arc 94">
                    <a:extLst>
                      <a:ext uri="{FF2B5EF4-FFF2-40B4-BE49-F238E27FC236}">
                        <a16:creationId xmlns:a16="http://schemas.microsoft.com/office/drawing/2014/main" id="{6101269C-7D22-415C-B748-357C0EB43A20}"/>
                      </a:ext>
                    </a:extLst>
                  </p:cNvPr>
                  <p:cNvSpPr>
                    <a:spLocks/>
                  </p:cNvSpPr>
                  <p:nvPr/>
                </p:nvSpPr>
                <p:spPr bwMode="auto">
                  <a:xfrm>
                    <a:off x="0" y="0"/>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0" y="21590"/>
                        </a:moveTo>
                        <a:cubicBezTo>
                          <a:pt x="0" y="9911"/>
                          <a:pt x="9282" y="347"/>
                          <a:pt x="20955" y="-1"/>
                        </a:cubicBezTo>
                      </a:path>
                      <a:path w="21600" h="21590" stroke="0" extrusionOk="0">
                        <a:moveTo>
                          <a:pt x="0" y="21590"/>
                        </a:moveTo>
                        <a:cubicBezTo>
                          <a:pt x="0" y="9911"/>
                          <a:pt x="9282" y="347"/>
                          <a:pt x="20955" y="-1"/>
                        </a:cubicBezTo>
                        <a:lnTo>
                          <a:pt x="21600" y="21590"/>
                        </a:lnTo>
                        <a:lnTo>
                          <a:pt x="0"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42" name="Arc 95">
                    <a:extLst>
                      <a:ext uri="{FF2B5EF4-FFF2-40B4-BE49-F238E27FC236}">
                        <a16:creationId xmlns:a16="http://schemas.microsoft.com/office/drawing/2014/main" id="{2BD97230-AE7D-48B0-B5F4-591DBA8C977A}"/>
                      </a:ext>
                    </a:extLst>
                  </p:cNvPr>
                  <p:cNvSpPr>
                    <a:spLocks/>
                  </p:cNvSpPr>
                  <p:nvPr/>
                </p:nvSpPr>
                <p:spPr bwMode="auto">
                  <a:xfrm>
                    <a:off x="33" y="8"/>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1" y="9"/>
                        </a:moveTo>
                        <a:cubicBezTo>
                          <a:pt x="214" y="3"/>
                          <a:pt x="429" y="-1"/>
                          <a:pt x="644" y="0"/>
                        </a:cubicBezTo>
                        <a:cubicBezTo>
                          <a:pt x="12573" y="0"/>
                          <a:pt x="22244" y="9670"/>
                          <a:pt x="22244" y="21600"/>
                        </a:cubicBezTo>
                      </a:path>
                      <a:path w="22244" h="21600" stroke="0" extrusionOk="0">
                        <a:moveTo>
                          <a:pt x="-1" y="9"/>
                        </a:moveTo>
                        <a:cubicBezTo>
                          <a:pt x="214" y="3"/>
                          <a:pt x="429" y="-1"/>
                          <a:pt x="644" y="0"/>
                        </a:cubicBezTo>
                        <a:cubicBezTo>
                          <a:pt x="12573" y="0"/>
                          <a:pt x="22244" y="9670"/>
                          <a:pt x="22244" y="21600"/>
                        </a:cubicBezTo>
                        <a:lnTo>
                          <a:pt x="644" y="21600"/>
                        </a:lnTo>
                        <a:lnTo>
                          <a:pt x="-1"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138" name="Group 96">
                  <a:extLst>
                    <a:ext uri="{FF2B5EF4-FFF2-40B4-BE49-F238E27FC236}">
                      <a16:creationId xmlns:a16="http://schemas.microsoft.com/office/drawing/2014/main" id="{D0BA5506-C408-4AB3-8EB3-8AF41278824C}"/>
                    </a:ext>
                  </a:extLst>
                </p:cNvPr>
                <p:cNvGrpSpPr>
                  <a:grpSpLocks/>
                </p:cNvGrpSpPr>
                <p:nvPr/>
              </p:nvGrpSpPr>
              <p:grpSpPr bwMode="auto">
                <a:xfrm>
                  <a:off x="76" y="359"/>
                  <a:ext cx="67" cy="376"/>
                  <a:chOff x="0" y="0"/>
                  <a:chExt cx="67" cy="376"/>
                </a:xfrm>
              </p:grpSpPr>
              <p:sp>
                <p:nvSpPr>
                  <p:cNvPr id="34139" name="Arc 97">
                    <a:extLst>
                      <a:ext uri="{FF2B5EF4-FFF2-40B4-BE49-F238E27FC236}">
                        <a16:creationId xmlns:a16="http://schemas.microsoft.com/office/drawing/2014/main" id="{CC0F2B48-FFA7-41C7-9E56-ED78E7EA5483}"/>
                      </a:ext>
                    </a:extLst>
                  </p:cNvPr>
                  <p:cNvSpPr>
                    <a:spLocks/>
                  </p:cNvSpPr>
                  <p:nvPr/>
                </p:nvSpPr>
                <p:spPr bwMode="auto">
                  <a:xfrm>
                    <a:off x="0" y="8"/>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40" name="Arc 98">
                    <a:extLst>
                      <a:ext uri="{FF2B5EF4-FFF2-40B4-BE49-F238E27FC236}">
                        <a16:creationId xmlns:a16="http://schemas.microsoft.com/office/drawing/2014/main" id="{E722E047-A688-486E-972E-430D5B512A0C}"/>
                      </a:ext>
                    </a:extLst>
                  </p:cNvPr>
                  <p:cNvSpPr>
                    <a:spLocks/>
                  </p:cNvSpPr>
                  <p:nvPr/>
                </p:nvSpPr>
                <p:spPr bwMode="auto">
                  <a:xfrm>
                    <a:off x="33" y="0"/>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4109" name="Group 99">
              <a:extLst>
                <a:ext uri="{FF2B5EF4-FFF2-40B4-BE49-F238E27FC236}">
                  <a16:creationId xmlns:a16="http://schemas.microsoft.com/office/drawing/2014/main" id="{9C9605A6-2CF9-45C3-9434-B7757A9CE51A}"/>
                </a:ext>
              </a:extLst>
            </p:cNvPr>
            <p:cNvGrpSpPr>
              <a:grpSpLocks/>
            </p:cNvGrpSpPr>
            <p:nvPr/>
          </p:nvGrpSpPr>
          <p:grpSpPr bwMode="auto">
            <a:xfrm>
              <a:off x="4300" y="218"/>
              <a:ext cx="463" cy="743"/>
              <a:chOff x="0" y="0"/>
              <a:chExt cx="463" cy="743"/>
            </a:xfrm>
          </p:grpSpPr>
          <p:grpSp>
            <p:nvGrpSpPr>
              <p:cNvPr id="34113" name="Group 100">
                <a:extLst>
                  <a:ext uri="{FF2B5EF4-FFF2-40B4-BE49-F238E27FC236}">
                    <a16:creationId xmlns:a16="http://schemas.microsoft.com/office/drawing/2014/main" id="{CB62DA13-479E-499D-8B20-A32A34375E16}"/>
                  </a:ext>
                </a:extLst>
              </p:cNvPr>
              <p:cNvGrpSpPr>
                <a:grpSpLocks/>
              </p:cNvGrpSpPr>
              <p:nvPr/>
            </p:nvGrpSpPr>
            <p:grpSpPr bwMode="auto">
              <a:xfrm>
                <a:off x="0" y="0"/>
                <a:ext cx="304" cy="743"/>
                <a:chOff x="0" y="0"/>
                <a:chExt cx="304" cy="743"/>
              </a:xfrm>
            </p:grpSpPr>
            <p:grpSp>
              <p:nvGrpSpPr>
                <p:cNvPr id="34121" name="Group 101">
                  <a:extLst>
                    <a:ext uri="{FF2B5EF4-FFF2-40B4-BE49-F238E27FC236}">
                      <a16:creationId xmlns:a16="http://schemas.microsoft.com/office/drawing/2014/main" id="{A0F91A67-007F-4E38-8483-CCC279B567A9}"/>
                    </a:ext>
                  </a:extLst>
                </p:cNvPr>
                <p:cNvGrpSpPr>
                  <a:grpSpLocks/>
                </p:cNvGrpSpPr>
                <p:nvPr/>
              </p:nvGrpSpPr>
              <p:grpSpPr bwMode="auto">
                <a:xfrm>
                  <a:off x="0" y="8"/>
                  <a:ext cx="143" cy="735"/>
                  <a:chOff x="0" y="0"/>
                  <a:chExt cx="143" cy="735"/>
                </a:xfrm>
              </p:grpSpPr>
              <p:grpSp>
                <p:nvGrpSpPr>
                  <p:cNvPr id="34129" name="Group 102">
                    <a:extLst>
                      <a:ext uri="{FF2B5EF4-FFF2-40B4-BE49-F238E27FC236}">
                        <a16:creationId xmlns:a16="http://schemas.microsoft.com/office/drawing/2014/main" id="{C74F43F3-9E00-40B9-A7F6-1060FC8E6A39}"/>
                      </a:ext>
                    </a:extLst>
                  </p:cNvPr>
                  <p:cNvGrpSpPr>
                    <a:grpSpLocks/>
                  </p:cNvGrpSpPr>
                  <p:nvPr/>
                </p:nvGrpSpPr>
                <p:grpSpPr bwMode="auto">
                  <a:xfrm>
                    <a:off x="0" y="0"/>
                    <a:ext cx="68" cy="376"/>
                    <a:chOff x="0" y="0"/>
                    <a:chExt cx="68" cy="376"/>
                  </a:xfrm>
                </p:grpSpPr>
                <p:sp>
                  <p:nvSpPr>
                    <p:cNvPr id="34133" name="Arc 103">
                      <a:extLst>
                        <a:ext uri="{FF2B5EF4-FFF2-40B4-BE49-F238E27FC236}">
                          <a16:creationId xmlns:a16="http://schemas.microsoft.com/office/drawing/2014/main" id="{32E8C891-7D7A-4DC4-9278-A1F3B71F814E}"/>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34" name="Arc 104">
                      <a:extLst>
                        <a:ext uri="{FF2B5EF4-FFF2-40B4-BE49-F238E27FC236}">
                          <a16:creationId xmlns:a16="http://schemas.microsoft.com/office/drawing/2014/main" id="{EB44560C-C6F0-4334-B4C3-93970C263D64}"/>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130" name="Group 105">
                    <a:extLst>
                      <a:ext uri="{FF2B5EF4-FFF2-40B4-BE49-F238E27FC236}">
                        <a16:creationId xmlns:a16="http://schemas.microsoft.com/office/drawing/2014/main" id="{DB8A62A7-FADF-4D4F-B937-DFED07BD73BA}"/>
                      </a:ext>
                    </a:extLst>
                  </p:cNvPr>
                  <p:cNvGrpSpPr>
                    <a:grpSpLocks/>
                  </p:cNvGrpSpPr>
                  <p:nvPr/>
                </p:nvGrpSpPr>
                <p:grpSpPr bwMode="auto">
                  <a:xfrm>
                    <a:off x="76" y="359"/>
                    <a:ext cx="67" cy="376"/>
                    <a:chOff x="0" y="0"/>
                    <a:chExt cx="67" cy="376"/>
                  </a:xfrm>
                </p:grpSpPr>
                <p:sp>
                  <p:nvSpPr>
                    <p:cNvPr id="34131" name="Arc 106">
                      <a:extLst>
                        <a:ext uri="{FF2B5EF4-FFF2-40B4-BE49-F238E27FC236}">
                          <a16:creationId xmlns:a16="http://schemas.microsoft.com/office/drawing/2014/main" id="{0B7BF1C3-B40D-488C-BA2A-DDA2098CE18A}"/>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32" name="Arc 107">
                      <a:extLst>
                        <a:ext uri="{FF2B5EF4-FFF2-40B4-BE49-F238E27FC236}">
                          <a16:creationId xmlns:a16="http://schemas.microsoft.com/office/drawing/2014/main" id="{5047BC59-5E1C-4F07-9917-A37AA9D9B689}"/>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4122" name="Group 108">
                  <a:extLst>
                    <a:ext uri="{FF2B5EF4-FFF2-40B4-BE49-F238E27FC236}">
                      <a16:creationId xmlns:a16="http://schemas.microsoft.com/office/drawing/2014/main" id="{FE0EEFF9-85FF-4067-8D2F-BD78D842C700}"/>
                    </a:ext>
                  </a:extLst>
                </p:cNvPr>
                <p:cNvGrpSpPr>
                  <a:grpSpLocks/>
                </p:cNvGrpSpPr>
                <p:nvPr/>
              </p:nvGrpSpPr>
              <p:grpSpPr bwMode="auto">
                <a:xfrm>
                  <a:off x="159" y="0"/>
                  <a:ext cx="145" cy="735"/>
                  <a:chOff x="0" y="0"/>
                  <a:chExt cx="145" cy="735"/>
                </a:xfrm>
              </p:grpSpPr>
              <p:grpSp>
                <p:nvGrpSpPr>
                  <p:cNvPr id="34123" name="Group 109">
                    <a:extLst>
                      <a:ext uri="{FF2B5EF4-FFF2-40B4-BE49-F238E27FC236}">
                        <a16:creationId xmlns:a16="http://schemas.microsoft.com/office/drawing/2014/main" id="{AC1D58C0-0148-49BA-B319-0C7D61830847}"/>
                      </a:ext>
                    </a:extLst>
                  </p:cNvPr>
                  <p:cNvGrpSpPr>
                    <a:grpSpLocks/>
                  </p:cNvGrpSpPr>
                  <p:nvPr/>
                </p:nvGrpSpPr>
                <p:grpSpPr bwMode="auto">
                  <a:xfrm>
                    <a:off x="0" y="0"/>
                    <a:ext cx="68" cy="376"/>
                    <a:chOff x="0" y="0"/>
                    <a:chExt cx="68" cy="376"/>
                  </a:xfrm>
                </p:grpSpPr>
                <p:sp>
                  <p:nvSpPr>
                    <p:cNvPr id="34127" name="Arc 110">
                      <a:extLst>
                        <a:ext uri="{FF2B5EF4-FFF2-40B4-BE49-F238E27FC236}">
                          <a16:creationId xmlns:a16="http://schemas.microsoft.com/office/drawing/2014/main" id="{B74772E4-7637-4EF9-958C-A031CEDCD00A}"/>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28" name="Arc 111">
                      <a:extLst>
                        <a:ext uri="{FF2B5EF4-FFF2-40B4-BE49-F238E27FC236}">
                          <a16:creationId xmlns:a16="http://schemas.microsoft.com/office/drawing/2014/main" id="{1098F853-8E5B-4BDE-AC67-D5E1FC745DA6}"/>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124" name="Group 112">
                    <a:extLst>
                      <a:ext uri="{FF2B5EF4-FFF2-40B4-BE49-F238E27FC236}">
                        <a16:creationId xmlns:a16="http://schemas.microsoft.com/office/drawing/2014/main" id="{92332A55-41B1-46AB-A63B-3A6FDCCE69D8}"/>
                      </a:ext>
                    </a:extLst>
                  </p:cNvPr>
                  <p:cNvGrpSpPr>
                    <a:grpSpLocks/>
                  </p:cNvGrpSpPr>
                  <p:nvPr/>
                </p:nvGrpSpPr>
                <p:grpSpPr bwMode="auto">
                  <a:xfrm>
                    <a:off x="78" y="359"/>
                    <a:ext cx="67" cy="376"/>
                    <a:chOff x="0" y="0"/>
                    <a:chExt cx="67" cy="376"/>
                  </a:xfrm>
                </p:grpSpPr>
                <p:sp>
                  <p:nvSpPr>
                    <p:cNvPr id="34125" name="Arc 113">
                      <a:extLst>
                        <a:ext uri="{FF2B5EF4-FFF2-40B4-BE49-F238E27FC236}">
                          <a16:creationId xmlns:a16="http://schemas.microsoft.com/office/drawing/2014/main" id="{82B0CAE5-0E73-4E75-BFD8-D17303288381}"/>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26" name="Arc 114">
                      <a:extLst>
                        <a:ext uri="{FF2B5EF4-FFF2-40B4-BE49-F238E27FC236}">
                          <a16:creationId xmlns:a16="http://schemas.microsoft.com/office/drawing/2014/main" id="{B8C5F213-D2BC-4A88-A18F-F6D035C4101E}"/>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4114" name="Group 115">
                <a:extLst>
                  <a:ext uri="{FF2B5EF4-FFF2-40B4-BE49-F238E27FC236}">
                    <a16:creationId xmlns:a16="http://schemas.microsoft.com/office/drawing/2014/main" id="{D9F6F5B9-C1EC-4A3A-9D94-00FD78BB0B4F}"/>
                  </a:ext>
                </a:extLst>
              </p:cNvPr>
              <p:cNvGrpSpPr>
                <a:grpSpLocks/>
              </p:cNvGrpSpPr>
              <p:nvPr/>
            </p:nvGrpSpPr>
            <p:grpSpPr bwMode="auto">
              <a:xfrm>
                <a:off x="320" y="0"/>
                <a:ext cx="143" cy="735"/>
                <a:chOff x="0" y="0"/>
                <a:chExt cx="143" cy="735"/>
              </a:xfrm>
            </p:grpSpPr>
            <p:grpSp>
              <p:nvGrpSpPr>
                <p:cNvPr id="34115" name="Group 116">
                  <a:extLst>
                    <a:ext uri="{FF2B5EF4-FFF2-40B4-BE49-F238E27FC236}">
                      <a16:creationId xmlns:a16="http://schemas.microsoft.com/office/drawing/2014/main" id="{BD355B47-0B6B-4860-B1C0-430767019276}"/>
                    </a:ext>
                  </a:extLst>
                </p:cNvPr>
                <p:cNvGrpSpPr>
                  <a:grpSpLocks/>
                </p:cNvGrpSpPr>
                <p:nvPr/>
              </p:nvGrpSpPr>
              <p:grpSpPr bwMode="auto">
                <a:xfrm>
                  <a:off x="0" y="0"/>
                  <a:ext cx="67" cy="376"/>
                  <a:chOff x="0" y="0"/>
                  <a:chExt cx="67" cy="376"/>
                </a:xfrm>
              </p:grpSpPr>
              <p:sp>
                <p:nvSpPr>
                  <p:cNvPr id="34119" name="Arc 117">
                    <a:extLst>
                      <a:ext uri="{FF2B5EF4-FFF2-40B4-BE49-F238E27FC236}">
                        <a16:creationId xmlns:a16="http://schemas.microsoft.com/office/drawing/2014/main" id="{703ED380-5F97-4BA8-8F44-94E53F04677E}"/>
                      </a:ext>
                    </a:extLst>
                  </p:cNvPr>
                  <p:cNvSpPr>
                    <a:spLocks/>
                  </p:cNvSpPr>
                  <p:nvPr/>
                </p:nvSpPr>
                <p:spPr bwMode="auto">
                  <a:xfrm>
                    <a:off x="0" y="0"/>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0" y="21590"/>
                        </a:moveTo>
                        <a:cubicBezTo>
                          <a:pt x="0" y="9911"/>
                          <a:pt x="9282" y="347"/>
                          <a:pt x="20955" y="-1"/>
                        </a:cubicBezTo>
                      </a:path>
                      <a:path w="21600" h="21590" stroke="0" extrusionOk="0">
                        <a:moveTo>
                          <a:pt x="0" y="21590"/>
                        </a:moveTo>
                        <a:cubicBezTo>
                          <a:pt x="0" y="9911"/>
                          <a:pt x="9282" y="347"/>
                          <a:pt x="20955" y="-1"/>
                        </a:cubicBezTo>
                        <a:lnTo>
                          <a:pt x="21600" y="21590"/>
                        </a:lnTo>
                        <a:lnTo>
                          <a:pt x="0"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20" name="Arc 118">
                    <a:extLst>
                      <a:ext uri="{FF2B5EF4-FFF2-40B4-BE49-F238E27FC236}">
                        <a16:creationId xmlns:a16="http://schemas.microsoft.com/office/drawing/2014/main" id="{DA337584-B2A2-48AA-B475-99A834119D24}"/>
                      </a:ext>
                    </a:extLst>
                  </p:cNvPr>
                  <p:cNvSpPr>
                    <a:spLocks/>
                  </p:cNvSpPr>
                  <p:nvPr/>
                </p:nvSpPr>
                <p:spPr bwMode="auto">
                  <a:xfrm>
                    <a:off x="33" y="8"/>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1" y="9"/>
                        </a:moveTo>
                        <a:cubicBezTo>
                          <a:pt x="214" y="3"/>
                          <a:pt x="429" y="-1"/>
                          <a:pt x="644" y="0"/>
                        </a:cubicBezTo>
                        <a:cubicBezTo>
                          <a:pt x="12573" y="0"/>
                          <a:pt x="22244" y="9670"/>
                          <a:pt x="22244" y="21600"/>
                        </a:cubicBezTo>
                      </a:path>
                      <a:path w="22244" h="21600" stroke="0" extrusionOk="0">
                        <a:moveTo>
                          <a:pt x="-1" y="9"/>
                        </a:moveTo>
                        <a:cubicBezTo>
                          <a:pt x="214" y="3"/>
                          <a:pt x="429" y="-1"/>
                          <a:pt x="644" y="0"/>
                        </a:cubicBezTo>
                        <a:cubicBezTo>
                          <a:pt x="12573" y="0"/>
                          <a:pt x="22244" y="9670"/>
                          <a:pt x="22244" y="21600"/>
                        </a:cubicBezTo>
                        <a:lnTo>
                          <a:pt x="644" y="21600"/>
                        </a:lnTo>
                        <a:lnTo>
                          <a:pt x="-1"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116" name="Group 119">
                  <a:extLst>
                    <a:ext uri="{FF2B5EF4-FFF2-40B4-BE49-F238E27FC236}">
                      <a16:creationId xmlns:a16="http://schemas.microsoft.com/office/drawing/2014/main" id="{76728E79-5CAB-4495-978E-DD1F95E36FAC}"/>
                    </a:ext>
                  </a:extLst>
                </p:cNvPr>
                <p:cNvGrpSpPr>
                  <a:grpSpLocks/>
                </p:cNvGrpSpPr>
                <p:nvPr/>
              </p:nvGrpSpPr>
              <p:grpSpPr bwMode="auto">
                <a:xfrm>
                  <a:off x="76" y="359"/>
                  <a:ext cx="67" cy="376"/>
                  <a:chOff x="0" y="0"/>
                  <a:chExt cx="67" cy="376"/>
                </a:xfrm>
              </p:grpSpPr>
              <p:sp>
                <p:nvSpPr>
                  <p:cNvPr id="34117" name="Arc 120">
                    <a:extLst>
                      <a:ext uri="{FF2B5EF4-FFF2-40B4-BE49-F238E27FC236}">
                        <a16:creationId xmlns:a16="http://schemas.microsoft.com/office/drawing/2014/main" id="{28BADABD-8370-4966-A2E6-3FCB1CEC98CE}"/>
                      </a:ext>
                    </a:extLst>
                  </p:cNvPr>
                  <p:cNvSpPr>
                    <a:spLocks/>
                  </p:cNvSpPr>
                  <p:nvPr/>
                </p:nvSpPr>
                <p:spPr bwMode="auto">
                  <a:xfrm>
                    <a:off x="0" y="8"/>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18" name="Arc 121">
                    <a:extLst>
                      <a:ext uri="{FF2B5EF4-FFF2-40B4-BE49-F238E27FC236}">
                        <a16:creationId xmlns:a16="http://schemas.microsoft.com/office/drawing/2014/main" id="{E6223B1D-1CAB-4F43-A484-1B9359A21FE0}"/>
                      </a:ext>
                    </a:extLst>
                  </p:cNvPr>
                  <p:cNvSpPr>
                    <a:spLocks/>
                  </p:cNvSpPr>
                  <p:nvPr/>
                </p:nvSpPr>
                <p:spPr bwMode="auto">
                  <a:xfrm>
                    <a:off x="33" y="0"/>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sp>
          <p:nvSpPr>
            <p:cNvPr id="34110" name="Rectangle 122">
              <a:extLst>
                <a:ext uri="{FF2B5EF4-FFF2-40B4-BE49-F238E27FC236}">
                  <a16:creationId xmlns:a16="http://schemas.microsoft.com/office/drawing/2014/main" id="{5A7395E9-DFB9-4880-9F49-26D71BC6A5BB}"/>
                </a:ext>
              </a:extLst>
            </p:cNvPr>
            <p:cNvSpPr>
              <a:spLocks noChangeArrowheads="1"/>
            </p:cNvSpPr>
            <p:nvPr/>
          </p:nvSpPr>
          <p:spPr bwMode="auto">
            <a:xfrm>
              <a:off x="349" y="197"/>
              <a:ext cx="713" cy="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a:spcBef>
                  <a:spcPct val="0"/>
                </a:spcBef>
                <a:buClrTx/>
                <a:buSzTx/>
                <a:buFontTx/>
                <a:buNone/>
              </a:pPr>
              <a:r>
                <a:rPr lang="zh-CN" altLang="zh-CN" sz="1800">
                  <a:latin typeface="华文楷体" panose="02010600040101010101" pitchFamily="2" charset="-122"/>
                  <a:ea typeface="华文楷体" panose="02010600040101010101" pitchFamily="2" charset="-122"/>
                </a:rPr>
                <a:t>Amplitude</a:t>
              </a:r>
            </a:p>
            <a:p>
              <a:pPr algn="r">
                <a:spcBef>
                  <a:spcPct val="0"/>
                </a:spcBef>
                <a:buClrTx/>
                <a:buSzTx/>
                <a:buFontTx/>
                <a:buNone/>
              </a:pPr>
              <a:r>
                <a:rPr lang="zh-CN" altLang="zh-CN" sz="1800">
                  <a:latin typeface="华文楷体" panose="02010600040101010101" pitchFamily="2" charset="-122"/>
                  <a:ea typeface="华文楷体" panose="02010600040101010101" pitchFamily="2" charset="-122"/>
                </a:rPr>
                <a:t>Shift</a:t>
              </a:r>
            </a:p>
            <a:p>
              <a:pPr algn="r">
                <a:spcBef>
                  <a:spcPct val="0"/>
                </a:spcBef>
                <a:buClrTx/>
                <a:buSzTx/>
                <a:buFontTx/>
                <a:buNone/>
              </a:pPr>
              <a:r>
                <a:rPr lang="zh-CN" altLang="zh-CN" sz="1800">
                  <a:latin typeface="华文楷体" panose="02010600040101010101" pitchFamily="2" charset="-122"/>
                  <a:ea typeface="华文楷体" panose="02010600040101010101" pitchFamily="2" charset="-122"/>
                </a:rPr>
                <a:t>Keying</a:t>
              </a:r>
            </a:p>
          </p:txBody>
        </p:sp>
        <p:sp>
          <p:nvSpPr>
            <p:cNvPr id="34111" name="Text Box 123">
              <a:extLst>
                <a:ext uri="{FF2B5EF4-FFF2-40B4-BE49-F238E27FC236}">
                  <a16:creationId xmlns:a16="http://schemas.microsoft.com/office/drawing/2014/main" id="{C0EE48BE-330D-43BA-81E8-F9FDE674BBA4}"/>
                </a:ext>
              </a:extLst>
            </p:cNvPr>
            <p:cNvSpPr txBox="1">
              <a:spLocks noChangeArrowheads="1"/>
            </p:cNvSpPr>
            <p:nvPr/>
          </p:nvSpPr>
          <p:spPr bwMode="auto">
            <a:xfrm>
              <a:off x="0" y="120"/>
              <a:ext cx="275" cy="2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50000"/>
                </a:spcBef>
                <a:buClrTx/>
                <a:buSzTx/>
                <a:buFontTx/>
                <a:buNone/>
              </a:pPr>
              <a:r>
                <a:rPr lang="zh-CN" altLang="zh-CN" sz="2000">
                  <a:latin typeface="华文楷体" panose="02010600040101010101" pitchFamily="2" charset="-122"/>
                  <a:ea typeface="华文楷体" panose="02010600040101010101" pitchFamily="2" charset="-122"/>
                </a:rPr>
                <a:t>(a)</a:t>
              </a:r>
              <a:endParaRPr lang="zh-CN" altLang="zh-CN" sz="1800">
                <a:latin typeface="华文楷体" panose="02010600040101010101" pitchFamily="2" charset="-122"/>
                <a:ea typeface="华文楷体" panose="02010600040101010101" pitchFamily="2" charset="-122"/>
              </a:endParaRPr>
            </a:p>
          </p:txBody>
        </p:sp>
        <p:sp>
          <p:nvSpPr>
            <p:cNvPr id="34112" name="Text Box 124">
              <a:extLst>
                <a:ext uri="{FF2B5EF4-FFF2-40B4-BE49-F238E27FC236}">
                  <a16:creationId xmlns:a16="http://schemas.microsoft.com/office/drawing/2014/main" id="{253480AA-6D6F-4B32-A62F-22D981C5D702}"/>
                </a:ext>
              </a:extLst>
            </p:cNvPr>
            <p:cNvSpPr txBox="1">
              <a:spLocks noChangeArrowheads="1"/>
            </p:cNvSpPr>
            <p:nvPr/>
          </p:nvSpPr>
          <p:spPr bwMode="auto">
            <a:xfrm>
              <a:off x="5175" y="468"/>
              <a:ext cx="200" cy="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zh-CN" sz="2000" i="1">
                  <a:latin typeface="华文楷体" panose="02010600040101010101" pitchFamily="2" charset="-122"/>
                  <a:ea typeface="华文楷体" panose="02010600040101010101" pitchFamily="2" charset="-122"/>
                </a:rPr>
                <a:t>t</a:t>
              </a:r>
            </a:p>
          </p:txBody>
        </p:sp>
      </p:grpSp>
      <p:grpSp>
        <p:nvGrpSpPr>
          <p:cNvPr id="35965" name="Group 125">
            <a:extLst>
              <a:ext uri="{FF2B5EF4-FFF2-40B4-BE49-F238E27FC236}">
                <a16:creationId xmlns:a16="http://schemas.microsoft.com/office/drawing/2014/main" id="{FC89E799-ED6E-4791-8F01-9E8C90B18EF8}"/>
              </a:ext>
            </a:extLst>
          </p:cNvPr>
          <p:cNvGrpSpPr>
            <a:grpSpLocks/>
          </p:cNvGrpSpPr>
          <p:nvPr/>
        </p:nvGrpSpPr>
        <p:grpSpPr bwMode="auto">
          <a:xfrm>
            <a:off x="1531938" y="3544888"/>
            <a:ext cx="8493125" cy="1489075"/>
            <a:chOff x="0" y="0"/>
            <a:chExt cx="5349" cy="1015"/>
          </a:xfrm>
        </p:grpSpPr>
        <p:grpSp>
          <p:nvGrpSpPr>
            <p:cNvPr id="33959" name="Group 126">
              <a:extLst>
                <a:ext uri="{FF2B5EF4-FFF2-40B4-BE49-F238E27FC236}">
                  <a16:creationId xmlns:a16="http://schemas.microsoft.com/office/drawing/2014/main" id="{EC0D267B-8CD6-4BD0-B0C5-D97D647404F3}"/>
                </a:ext>
              </a:extLst>
            </p:cNvPr>
            <p:cNvGrpSpPr>
              <a:grpSpLocks/>
            </p:cNvGrpSpPr>
            <p:nvPr/>
          </p:nvGrpSpPr>
          <p:grpSpPr bwMode="auto">
            <a:xfrm>
              <a:off x="3743" y="234"/>
              <a:ext cx="495" cy="703"/>
              <a:chOff x="0" y="0"/>
              <a:chExt cx="495" cy="703"/>
            </a:xfrm>
          </p:grpSpPr>
          <p:grpSp>
            <p:nvGrpSpPr>
              <p:cNvPr id="34088" name="Group 127">
                <a:extLst>
                  <a:ext uri="{FF2B5EF4-FFF2-40B4-BE49-F238E27FC236}">
                    <a16:creationId xmlns:a16="http://schemas.microsoft.com/office/drawing/2014/main" id="{99A71A2E-4D92-40B6-A6E3-1998E4536F5C}"/>
                  </a:ext>
                </a:extLst>
              </p:cNvPr>
              <p:cNvGrpSpPr>
                <a:grpSpLocks/>
              </p:cNvGrpSpPr>
              <p:nvPr/>
            </p:nvGrpSpPr>
            <p:grpSpPr bwMode="auto">
              <a:xfrm>
                <a:off x="0" y="0"/>
                <a:ext cx="243" cy="703"/>
                <a:chOff x="0" y="0"/>
                <a:chExt cx="243" cy="703"/>
              </a:xfrm>
            </p:grpSpPr>
            <p:grpSp>
              <p:nvGrpSpPr>
                <p:cNvPr id="34096" name="Group 128">
                  <a:extLst>
                    <a:ext uri="{FF2B5EF4-FFF2-40B4-BE49-F238E27FC236}">
                      <a16:creationId xmlns:a16="http://schemas.microsoft.com/office/drawing/2014/main" id="{29EB0588-13A4-42A7-AF19-E2C8F1E1B051}"/>
                    </a:ext>
                  </a:extLst>
                </p:cNvPr>
                <p:cNvGrpSpPr>
                  <a:grpSpLocks/>
                </p:cNvGrpSpPr>
                <p:nvPr/>
              </p:nvGrpSpPr>
              <p:grpSpPr bwMode="auto">
                <a:xfrm>
                  <a:off x="0" y="0"/>
                  <a:ext cx="113" cy="360"/>
                  <a:chOff x="0" y="0"/>
                  <a:chExt cx="113" cy="360"/>
                </a:xfrm>
              </p:grpSpPr>
              <p:sp>
                <p:nvSpPr>
                  <p:cNvPr id="34100" name="Arc 129">
                    <a:extLst>
                      <a:ext uri="{FF2B5EF4-FFF2-40B4-BE49-F238E27FC236}">
                        <a16:creationId xmlns:a16="http://schemas.microsoft.com/office/drawing/2014/main" id="{331B0924-9B5E-4F06-9DD3-0D52CEF266B3}"/>
                      </a:ext>
                    </a:extLst>
                  </p:cNvPr>
                  <p:cNvSpPr>
                    <a:spLocks/>
                  </p:cNvSpPr>
                  <p:nvPr/>
                </p:nvSpPr>
                <p:spPr bwMode="auto">
                  <a:xfrm>
                    <a:off x="0" y="0"/>
                    <a:ext cx="57" cy="360"/>
                  </a:xfrm>
                  <a:custGeom>
                    <a:avLst/>
                    <a:gdLst>
                      <a:gd name="T0" fmla="*/ 0 w 21600"/>
                      <a:gd name="T1" fmla="*/ 0 h 21597"/>
                      <a:gd name="T2" fmla="*/ 0 w 21600"/>
                      <a:gd name="T3" fmla="*/ 0 h 21597"/>
                      <a:gd name="T4" fmla="*/ 0 w 21600"/>
                      <a:gd name="T5" fmla="*/ 0 h 21597"/>
                      <a:gd name="T6" fmla="*/ 0 60000 65536"/>
                      <a:gd name="T7" fmla="*/ 0 60000 65536"/>
                      <a:gd name="T8" fmla="*/ 0 60000 65536"/>
                    </a:gdLst>
                    <a:ahLst/>
                    <a:cxnLst>
                      <a:cxn ang="T6">
                        <a:pos x="T0" y="T1"/>
                      </a:cxn>
                      <a:cxn ang="T7">
                        <a:pos x="T2" y="T3"/>
                      </a:cxn>
                      <a:cxn ang="T8">
                        <a:pos x="T4" y="T5"/>
                      </a:cxn>
                    </a:cxnLst>
                    <a:rect l="0" t="0" r="r" b="b"/>
                    <a:pathLst>
                      <a:path w="21600" h="21597" fill="none" extrusionOk="0">
                        <a:moveTo>
                          <a:pt x="0" y="21597"/>
                        </a:moveTo>
                        <a:cubicBezTo>
                          <a:pt x="0" y="9815"/>
                          <a:pt x="9441" y="207"/>
                          <a:pt x="21221" y="0"/>
                        </a:cubicBezTo>
                      </a:path>
                      <a:path w="21600" h="21597" stroke="0" extrusionOk="0">
                        <a:moveTo>
                          <a:pt x="0" y="21597"/>
                        </a:moveTo>
                        <a:cubicBezTo>
                          <a:pt x="0" y="9815"/>
                          <a:pt x="9441" y="207"/>
                          <a:pt x="21221" y="0"/>
                        </a:cubicBezTo>
                        <a:lnTo>
                          <a:pt x="21600" y="21597"/>
                        </a:lnTo>
                        <a:lnTo>
                          <a:pt x="0" y="21597"/>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01" name="Arc 130">
                    <a:extLst>
                      <a:ext uri="{FF2B5EF4-FFF2-40B4-BE49-F238E27FC236}">
                        <a16:creationId xmlns:a16="http://schemas.microsoft.com/office/drawing/2014/main" id="{F47BD1E4-2507-4E4C-9AA3-C58E5AA41774}"/>
                      </a:ext>
                    </a:extLst>
                  </p:cNvPr>
                  <p:cNvSpPr>
                    <a:spLocks/>
                  </p:cNvSpPr>
                  <p:nvPr/>
                </p:nvSpPr>
                <p:spPr bwMode="auto">
                  <a:xfrm>
                    <a:off x="55" y="0"/>
                    <a:ext cx="58" cy="360"/>
                  </a:xfrm>
                  <a:custGeom>
                    <a:avLst/>
                    <a:gdLst>
                      <a:gd name="T0" fmla="*/ 0 w 21979"/>
                      <a:gd name="T1" fmla="*/ 0 h 21600"/>
                      <a:gd name="T2" fmla="*/ 0 w 21979"/>
                      <a:gd name="T3" fmla="*/ 0 h 21600"/>
                      <a:gd name="T4" fmla="*/ 0 w 21979"/>
                      <a:gd name="T5" fmla="*/ 0 h 21600"/>
                      <a:gd name="T6" fmla="*/ 0 60000 65536"/>
                      <a:gd name="T7" fmla="*/ 0 60000 65536"/>
                      <a:gd name="T8" fmla="*/ 0 60000 65536"/>
                    </a:gdLst>
                    <a:ahLst/>
                    <a:cxnLst>
                      <a:cxn ang="T6">
                        <a:pos x="T0" y="T1"/>
                      </a:cxn>
                      <a:cxn ang="T7">
                        <a:pos x="T2" y="T3"/>
                      </a:cxn>
                      <a:cxn ang="T8">
                        <a:pos x="T4" y="T5"/>
                      </a:cxn>
                    </a:cxnLst>
                    <a:rect l="0" t="0" r="r" b="b"/>
                    <a:pathLst>
                      <a:path w="21979" h="21600" fill="none" extrusionOk="0">
                        <a:moveTo>
                          <a:pt x="0" y="3"/>
                        </a:moveTo>
                        <a:cubicBezTo>
                          <a:pt x="126" y="1"/>
                          <a:pt x="252" y="-1"/>
                          <a:pt x="379" y="0"/>
                        </a:cubicBezTo>
                        <a:cubicBezTo>
                          <a:pt x="12308" y="0"/>
                          <a:pt x="21979" y="9670"/>
                          <a:pt x="21979" y="21600"/>
                        </a:cubicBezTo>
                      </a:path>
                      <a:path w="21979" h="21600" stroke="0" extrusionOk="0">
                        <a:moveTo>
                          <a:pt x="0" y="3"/>
                        </a:moveTo>
                        <a:cubicBezTo>
                          <a:pt x="126" y="1"/>
                          <a:pt x="252" y="-1"/>
                          <a:pt x="379" y="0"/>
                        </a:cubicBezTo>
                        <a:cubicBezTo>
                          <a:pt x="12308" y="0"/>
                          <a:pt x="21979" y="9670"/>
                          <a:pt x="21979" y="21600"/>
                        </a:cubicBezTo>
                        <a:lnTo>
                          <a:pt x="379" y="21600"/>
                        </a:lnTo>
                        <a:lnTo>
                          <a:pt x="0" y="3"/>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097" name="Group 131">
                  <a:extLst>
                    <a:ext uri="{FF2B5EF4-FFF2-40B4-BE49-F238E27FC236}">
                      <a16:creationId xmlns:a16="http://schemas.microsoft.com/office/drawing/2014/main" id="{4376C0C7-170C-4430-9F7A-A0A264EF42B1}"/>
                    </a:ext>
                  </a:extLst>
                </p:cNvPr>
                <p:cNvGrpSpPr>
                  <a:grpSpLocks/>
                </p:cNvGrpSpPr>
                <p:nvPr/>
              </p:nvGrpSpPr>
              <p:grpSpPr bwMode="auto">
                <a:xfrm>
                  <a:off x="130" y="343"/>
                  <a:ext cx="113" cy="360"/>
                  <a:chOff x="0" y="0"/>
                  <a:chExt cx="113" cy="360"/>
                </a:xfrm>
              </p:grpSpPr>
              <p:sp>
                <p:nvSpPr>
                  <p:cNvPr id="34098" name="Arc 132">
                    <a:extLst>
                      <a:ext uri="{FF2B5EF4-FFF2-40B4-BE49-F238E27FC236}">
                        <a16:creationId xmlns:a16="http://schemas.microsoft.com/office/drawing/2014/main" id="{7FEAEEE5-95D2-4FF6-80CD-7094B0C461B0}"/>
                      </a:ext>
                    </a:extLst>
                  </p:cNvPr>
                  <p:cNvSpPr>
                    <a:spLocks/>
                  </p:cNvSpPr>
                  <p:nvPr/>
                </p:nvSpPr>
                <p:spPr bwMode="auto">
                  <a:xfrm>
                    <a:off x="0" y="0"/>
                    <a:ext cx="57" cy="360"/>
                  </a:xfrm>
                  <a:custGeom>
                    <a:avLst/>
                    <a:gdLst>
                      <a:gd name="T0" fmla="*/ 0 w 21600"/>
                      <a:gd name="T1" fmla="*/ 0 h 21597"/>
                      <a:gd name="T2" fmla="*/ 0 w 21600"/>
                      <a:gd name="T3" fmla="*/ 0 h 21597"/>
                      <a:gd name="T4" fmla="*/ 0 w 21600"/>
                      <a:gd name="T5" fmla="*/ 0 h 21597"/>
                      <a:gd name="T6" fmla="*/ 0 60000 65536"/>
                      <a:gd name="T7" fmla="*/ 0 60000 65536"/>
                      <a:gd name="T8" fmla="*/ 0 60000 65536"/>
                    </a:gdLst>
                    <a:ahLst/>
                    <a:cxnLst>
                      <a:cxn ang="T6">
                        <a:pos x="T0" y="T1"/>
                      </a:cxn>
                      <a:cxn ang="T7">
                        <a:pos x="T2" y="T3"/>
                      </a:cxn>
                      <a:cxn ang="T8">
                        <a:pos x="T4" y="T5"/>
                      </a:cxn>
                    </a:cxnLst>
                    <a:rect l="0" t="0" r="r" b="b"/>
                    <a:pathLst>
                      <a:path w="21600" h="21597" fill="none" extrusionOk="0">
                        <a:moveTo>
                          <a:pt x="21218" y="21596"/>
                        </a:moveTo>
                        <a:cubicBezTo>
                          <a:pt x="9439" y="21388"/>
                          <a:pt x="0" y="11780"/>
                          <a:pt x="0" y="0"/>
                        </a:cubicBezTo>
                      </a:path>
                      <a:path w="21600" h="21597" stroke="0" extrusionOk="0">
                        <a:moveTo>
                          <a:pt x="21218" y="21596"/>
                        </a:moveTo>
                        <a:cubicBezTo>
                          <a:pt x="9439" y="21388"/>
                          <a:pt x="0" y="11780"/>
                          <a:pt x="0" y="0"/>
                        </a:cubicBezTo>
                        <a:lnTo>
                          <a:pt x="21600" y="0"/>
                        </a:lnTo>
                        <a:lnTo>
                          <a:pt x="21218" y="21596"/>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99" name="Arc 133">
                    <a:extLst>
                      <a:ext uri="{FF2B5EF4-FFF2-40B4-BE49-F238E27FC236}">
                        <a16:creationId xmlns:a16="http://schemas.microsoft.com/office/drawing/2014/main" id="{CF7CFE34-313C-4FA6-9FEF-6FFE8B0F3E8F}"/>
                      </a:ext>
                    </a:extLst>
                  </p:cNvPr>
                  <p:cNvSpPr>
                    <a:spLocks/>
                  </p:cNvSpPr>
                  <p:nvPr/>
                </p:nvSpPr>
                <p:spPr bwMode="auto">
                  <a:xfrm>
                    <a:off x="56" y="0"/>
                    <a:ext cx="57" cy="360"/>
                  </a:xfrm>
                  <a:custGeom>
                    <a:avLst/>
                    <a:gdLst>
                      <a:gd name="T0" fmla="*/ 0 w 21982"/>
                      <a:gd name="T1" fmla="*/ 0 h 21600"/>
                      <a:gd name="T2" fmla="*/ 0 w 21982"/>
                      <a:gd name="T3" fmla="*/ 0 h 21600"/>
                      <a:gd name="T4" fmla="*/ 0 w 21982"/>
                      <a:gd name="T5" fmla="*/ 0 h 21600"/>
                      <a:gd name="T6" fmla="*/ 0 60000 65536"/>
                      <a:gd name="T7" fmla="*/ 0 60000 65536"/>
                      <a:gd name="T8" fmla="*/ 0 60000 65536"/>
                    </a:gdLst>
                    <a:ahLst/>
                    <a:cxnLst>
                      <a:cxn ang="T6">
                        <a:pos x="T0" y="T1"/>
                      </a:cxn>
                      <a:cxn ang="T7">
                        <a:pos x="T2" y="T3"/>
                      </a:cxn>
                      <a:cxn ang="T8">
                        <a:pos x="T4" y="T5"/>
                      </a:cxn>
                    </a:cxnLst>
                    <a:rect l="0" t="0" r="r" b="b"/>
                    <a:pathLst>
                      <a:path w="21982" h="21600" fill="none" extrusionOk="0">
                        <a:moveTo>
                          <a:pt x="21982" y="0"/>
                        </a:moveTo>
                        <a:cubicBezTo>
                          <a:pt x="21982" y="11929"/>
                          <a:pt x="12311" y="21600"/>
                          <a:pt x="382" y="21600"/>
                        </a:cubicBezTo>
                        <a:cubicBezTo>
                          <a:pt x="254" y="21600"/>
                          <a:pt x="127" y="21598"/>
                          <a:pt x="0" y="21596"/>
                        </a:cubicBezTo>
                      </a:path>
                      <a:path w="21982" h="21600" stroke="0" extrusionOk="0">
                        <a:moveTo>
                          <a:pt x="21982" y="0"/>
                        </a:moveTo>
                        <a:cubicBezTo>
                          <a:pt x="21982" y="11929"/>
                          <a:pt x="12311" y="21600"/>
                          <a:pt x="382" y="21600"/>
                        </a:cubicBezTo>
                        <a:cubicBezTo>
                          <a:pt x="254" y="21600"/>
                          <a:pt x="127" y="21598"/>
                          <a:pt x="0" y="21596"/>
                        </a:cubicBezTo>
                        <a:lnTo>
                          <a:pt x="382" y="0"/>
                        </a:lnTo>
                        <a:lnTo>
                          <a:pt x="21982"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4089" name="Group 134">
                <a:extLst>
                  <a:ext uri="{FF2B5EF4-FFF2-40B4-BE49-F238E27FC236}">
                    <a16:creationId xmlns:a16="http://schemas.microsoft.com/office/drawing/2014/main" id="{D8E03077-DF34-4E14-BB6E-15875F9C7B01}"/>
                  </a:ext>
                </a:extLst>
              </p:cNvPr>
              <p:cNvGrpSpPr>
                <a:grpSpLocks/>
              </p:cNvGrpSpPr>
              <p:nvPr/>
            </p:nvGrpSpPr>
            <p:grpSpPr bwMode="auto">
              <a:xfrm>
                <a:off x="253" y="0"/>
                <a:ext cx="242" cy="703"/>
                <a:chOff x="0" y="0"/>
                <a:chExt cx="242" cy="703"/>
              </a:xfrm>
            </p:grpSpPr>
            <p:grpSp>
              <p:nvGrpSpPr>
                <p:cNvPr id="34090" name="Group 135">
                  <a:extLst>
                    <a:ext uri="{FF2B5EF4-FFF2-40B4-BE49-F238E27FC236}">
                      <a16:creationId xmlns:a16="http://schemas.microsoft.com/office/drawing/2014/main" id="{FFED073D-FB05-4114-8AB8-1A3ABCC32EAC}"/>
                    </a:ext>
                  </a:extLst>
                </p:cNvPr>
                <p:cNvGrpSpPr>
                  <a:grpSpLocks/>
                </p:cNvGrpSpPr>
                <p:nvPr/>
              </p:nvGrpSpPr>
              <p:grpSpPr bwMode="auto">
                <a:xfrm>
                  <a:off x="0" y="0"/>
                  <a:ext cx="113" cy="360"/>
                  <a:chOff x="0" y="0"/>
                  <a:chExt cx="113" cy="360"/>
                </a:xfrm>
              </p:grpSpPr>
              <p:sp>
                <p:nvSpPr>
                  <p:cNvPr id="34094" name="Arc 136">
                    <a:extLst>
                      <a:ext uri="{FF2B5EF4-FFF2-40B4-BE49-F238E27FC236}">
                        <a16:creationId xmlns:a16="http://schemas.microsoft.com/office/drawing/2014/main" id="{5FC19A01-96DD-41E9-942A-EF3C33384A31}"/>
                      </a:ext>
                    </a:extLst>
                  </p:cNvPr>
                  <p:cNvSpPr>
                    <a:spLocks/>
                  </p:cNvSpPr>
                  <p:nvPr/>
                </p:nvSpPr>
                <p:spPr bwMode="auto">
                  <a:xfrm>
                    <a:off x="0" y="0"/>
                    <a:ext cx="57" cy="360"/>
                  </a:xfrm>
                  <a:custGeom>
                    <a:avLst/>
                    <a:gdLst>
                      <a:gd name="T0" fmla="*/ 0 w 21600"/>
                      <a:gd name="T1" fmla="*/ 0 h 21597"/>
                      <a:gd name="T2" fmla="*/ 0 w 21600"/>
                      <a:gd name="T3" fmla="*/ 0 h 21597"/>
                      <a:gd name="T4" fmla="*/ 0 w 21600"/>
                      <a:gd name="T5" fmla="*/ 0 h 21597"/>
                      <a:gd name="T6" fmla="*/ 0 60000 65536"/>
                      <a:gd name="T7" fmla="*/ 0 60000 65536"/>
                      <a:gd name="T8" fmla="*/ 0 60000 65536"/>
                    </a:gdLst>
                    <a:ahLst/>
                    <a:cxnLst>
                      <a:cxn ang="T6">
                        <a:pos x="T0" y="T1"/>
                      </a:cxn>
                      <a:cxn ang="T7">
                        <a:pos x="T2" y="T3"/>
                      </a:cxn>
                      <a:cxn ang="T8">
                        <a:pos x="T4" y="T5"/>
                      </a:cxn>
                    </a:cxnLst>
                    <a:rect l="0" t="0" r="r" b="b"/>
                    <a:pathLst>
                      <a:path w="21600" h="21597" fill="none" extrusionOk="0">
                        <a:moveTo>
                          <a:pt x="0" y="21597"/>
                        </a:moveTo>
                        <a:cubicBezTo>
                          <a:pt x="0" y="9816"/>
                          <a:pt x="9439" y="208"/>
                          <a:pt x="21218" y="0"/>
                        </a:cubicBezTo>
                      </a:path>
                      <a:path w="21600" h="21597" stroke="0" extrusionOk="0">
                        <a:moveTo>
                          <a:pt x="0" y="21597"/>
                        </a:moveTo>
                        <a:cubicBezTo>
                          <a:pt x="0" y="9816"/>
                          <a:pt x="9439" y="208"/>
                          <a:pt x="21218" y="0"/>
                        </a:cubicBezTo>
                        <a:lnTo>
                          <a:pt x="21600" y="21597"/>
                        </a:lnTo>
                        <a:lnTo>
                          <a:pt x="0" y="21597"/>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95" name="Arc 137">
                    <a:extLst>
                      <a:ext uri="{FF2B5EF4-FFF2-40B4-BE49-F238E27FC236}">
                        <a16:creationId xmlns:a16="http://schemas.microsoft.com/office/drawing/2014/main" id="{1DBA242C-EF41-4851-A0AE-C818CD18D08C}"/>
                      </a:ext>
                    </a:extLst>
                  </p:cNvPr>
                  <p:cNvSpPr>
                    <a:spLocks/>
                  </p:cNvSpPr>
                  <p:nvPr/>
                </p:nvSpPr>
                <p:spPr bwMode="auto">
                  <a:xfrm>
                    <a:off x="56" y="0"/>
                    <a:ext cx="57" cy="360"/>
                  </a:xfrm>
                  <a:custGeom>
                    <a:avLst/>
                    <a:gdLst>
                      <a:gd name="T0" fmla="*/ 0 w 21982"/>
                      <a:gd name="T1" fmla="*/ 0 h 21600"/>
                      <a:gd name="T2" fmla="*/ 0 w 21982"/>
                      <a:gd name="T3" fmla="*/ 0 h 21600"/>
                      <a:gd name="T4" fmla="*/ 0 w 21982"/>
                      <a:gd name="T5" fmla="*/ 0 h 21600"/>
                      <a:gd name="T6" fmla="*/ 0 60000 65536"/>
                      <a:gd name="T7" fmla="*/ 0 60000 65536"/>
                      <a:gd name="T8" fmla="*/ 0 60000 65536"/>
                    </a:gdLst>
                    <a:ahLst/>
                    <a:cxnLst>
                      <a:cxn ang="T6">
                        <a:pos x="T0" y="T1"/>
                      </a:cxn>
                      <a:cxn ang="T7">
                        <a:pos x="T2" y="T3"/>
                      </a:cxn>
                      <a:cxn ang="T8">
                        <a:pos x="T4" y="T5"/>
                      </a:cxn>
                    </a:cxnLst>
                    <a:rect l="0" t="0" r="r" b="b"/>
                    <a:pathLst>
                      <a:path w="21982" h="21600" fill="none" extrusionOk="0">
                        <a:moveTo>
                          <a:pt x="0" y="3"/>
                        </a:moveTo>
                        <a:cubicBezTo>
                          <a:pt x="127" y="1"/>
                          <a:pt x="254" y="-1"/>
                          <a:pt x="382" y="0"/>
                        </a:cubicBezTo>
                        <a:cubicBezTo>
                          <a:pt x="12311" y="0"/>
                          <a:pt x="21982" y="9670"/>
                          <a:pt x="21982" y="21600"/>
                        </a:cubicBezTo>
                      </a:path>
                      <a:path w="21982" h="21600" stroke="0" extrusionOk="0">
                        <a:moveTo>
                          <a:pt x="0" y="3"/>
                        </a:moveTo>
                        <a:cubicBezTo>
                          <a:pt x="127" y="1"/>
                          <a:pt x="254" y="-1"/>
                          <a:pt x="382" y="0"/>
                        </a:cubicBezTo>
                        <a:cubicBezTo>
                          <a:pt x="12311" y="0"/>
                          <a:pt x="21982" y="9670"/>
                          <a:pt x="21982" y="21600"/>
                        </a:cubicBezTo>
                        <a:lnTo>
                          <a:pt x="382" y="21600"/>
                        </a:lnTo>
                        <a:lnTo>
                          <a:pt x="0" y="3"/>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091" name="Group 138">
                  <a:extLst>
                    <a:ext uri="{FF2B5EF4-FFF2-40B4-BE49-F238E27FC236}">
                      <a16:creationId xmlns:a16="http://schemas.microsoft.com/office/drawing/2014/main" id="{8C060A6F-9E81-4F99-B244-3CF2AF6B4D98}"/>
                    </a:ext>
                  </a:extLst>
                </p:cNvPr>
                <p:cNvGrpSpPr>
                  <a:grpSpLocks/>
                </p:cNvGrpSpPr>
                <p:nvPr/>
              </p:nvGrpSpPr>
              <p:grpSpPr bwMode="auto">
                <a:xfrm>
                  <a:off x="129" y="343"/>
                  <a:ext cx="113" cy="360"/>
                  <a:chOff x="0" y="0"/>
                  <a:chExt cx="113" cy="360"/>
                </a:xfrm>
              </p:grpSpPr>
              <p:sp>
                <p:nvSpPr>
                  <p:cNvPr id="34092" name="Arc 139">
                    <a:extLst>
                      <a:ext uri="{FF2B5EF4-FFF2-40B4-BE49-F238E27FC236}">
                        <a16:creationId xmlns:a16="http://schemas.microsoft.com/office/drawing/2014/main" id="{9C24EA72-B456-4540-BC68-721786018386}"/>
                      </a:ext>
                    </a:extLst>
                  </p:cNvPr>
                  <p:cNvSpPr>
                    <a:spLocks/>
                  </p:cNvSpPr>
                  <p:nvPr/>
                </p:nvSpPr>
                <p:spPr bwMode="auto">
                  <a:xfrm>
                    <a:off x="0" y="0"/>
                    <a:ext cx="57"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93" name="Arc 140">
                    <a:extLst>
                      <a:ext uri="{FF2B5EF4-FFF2-40B4-BE49-F238E27FC236}">
                        <a16:creationId xmlns:a16="http://schemas.microsoft.com/office/drawing/2014/main" id="{D1EE1B44-3B2E-49A0-84D2-8C796A1D40DA}"/>
                      </a:ext>
                    </a:extLst>
                  </p:cNvPr>
                  <p:cNvSpPr>
                    <a:spLocks/>
                  </p:cNvSpPr>
                  <p:nvPr/>
                </p:nvSpPr>
                <p:spPr bwMode="auto">
                  <a:xfrm>
                    <a:off x="56" y="0"/>
                    <a:ext cx="57"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3960" name="Group 141">
              <a:extLst>
                <a:ext uri="{FF2B5EF4-FFF2-40B4-BE49-F238E27FC236}">
                  <a16:creationId xmlns:a16="http://schemas.microsoft.com/office/drawing/2014/main" id="{78C1738F-0216-4137-BC63-7C8499D355AB}"/>
                </a:ext>
              </a:extLst>
            </p:cNvPr>
            <p:cNvGrpSpPr>
              <a:grpSpLocks/>
            </p:cNvGrpSpPr>
            <p:nvPr/>
          </p:nvGrpSpPr>
          <p:grpSpPr bwMode="auto">
            <a:xfrm>
              <a:off x="2271" y="226"/>
              <a:ext cx="495" cy="703"/>
              <a:chOff x="0" y="0"/>
              <a:chExt cx="495" cy="703"/>
            </a:xfrm>
          </p:grpSpPr>
          <p:grpSp>
            <p:nvGrpSpPr>
              <p:cNvPr id="34074" name="Group 142">
                <a:extLst>
                  <a:ext uri="{FF2B5EF4-FFF2-40B4-BE49-F238E27FC236}">
                    <a16:creationId xmlns:a16="http://schemas.microsoft.com/office/drawing/2014/main" id="{FFFAB7D0-5B8D-44C4-8280-D20D0586CD9B}"/>
                  </a:ext>
                </a:extLst>
              </p:cNvPr>
              <p:cNvGrpSpPr>
                <a:grpSpLocks/>
              </p:cNvGrpSpPr>
              <p:nvPr/>
            </p:nvGrpSpPr>
            <p:grpSpPr bwMode="auto">
              <a:xfrm>
                <a:off x="0" y="0"/>
                <a:ext cx="243" cy="703"/>
                <a:chOff x="0" y="0"/>
                <a:chExt cx="243" cy="703"/>
              </a:xfrm>
            </p:grpSpPr>
            <p:grpSp>
              <p:nvGrpSpPr>
                <p:cNvPr id="34082" name="Group 143">
                  <a:extLst>
                    <a:ext uri="{FF2B5EF4-FFF2-40B4-BE49-F238E27FC236}">
                      <a16:creationId xmlns:a16="http://schemas.microsoft.com/office/drawing/2014/main" id="{606D1FDA-A8FB-4CEF-A2D1-C141644E4483}"/>
                    </a:ext>
                  </a:extLst>
                </p:cNvPr>
                <p:cNvGrpSpPr>
                  <a:grpSpLocks/>
                </p:cNvGrpSpPr>
                <p:nvPr/>
              </p:nvGrpSpPr>
              <p:grpSpPr bwMode="auto">
                <a:xfrm>
                  <a:off x="0" y="0"/>
                  <a:ext cx="113" cy="360"/>
                  <a:chOff x="0" y="0"/>
                  <a:chExt cx="113" cy="360"/>
                </a:xfrm>
              </p:grpSpPr>
              <p:sp>
                <p:nvSpPr>
                  <p:cNvPr id="34086" name="Arc 144">
                    <a:extLst>
                      <a:ext uri="{FF2B5EF4-FFF2-40B4-BE49-F238E27FC236}">
                        <a16:creationId xmlns:a16="http://schemas.microsoft.com/office/drawing/2014/main" id="{F75C0BA8-8069-4079-9101-E5B4B5B98E97}"/>
                      </a:ext>
                    </a:extLst>
                  </p:cNvPr>
                  <p:cNvSpPr>
                    <a:spLocks/>
                  </p:cNvSpPr>
                  <p:nvPr/>
                </p:nvSpPr>
                <p:spPr bwMode="auto">
                  <a:xfrm>
                    <a:off x="0" y="0"/>
                    <a:ext cx="57" cy="360"/>
                  </a:xfrm>
                  <a:custGeom>
                    <a:avLst/>
                    <a:gdLst>
                      <a:gd name="T0" fmla="*/ 0 w 21600"/>
                      <a:gd name="T1" fmla="*/ 0 h 21597"/>
                      <a:gd name="T2" fmla="*/ 0 w 21600"/>
                      <a:gd name="T3" fmla="*/ 0 h 21597"/>
                      <a:gd name="T4" fmla="*/ 0 w 21600"/>
                      <a:gd name="T5" fmla="*/ 0 h 21597"/>
                      <a:gd name="T6" fmla="*/ 0 60000 65536"/>
                      <a:gd name="T7" fmla="*/ 0 60000 65536"/>
                      <a:gd name="T8" fmla="*/ 0 60000 65536"/>
                    </a:gdLst>
                    <a:ahLst/>
                    <a:cxnLst>
                      <a:cxn ang="T6">
                        <a:pos x="T0" y="T1"/>
                      </a:cxn>
                      <a:cxn ang="T7">
                        <a:pos x="T2" y="T3"/>
                      </a:cxn>
                      <a:cxn ang="T8">
                        <a:pos x="T4" y="T5"/>
                      </a:cxn>
                    </a:cxnLst>
                    <a:rect l="0" t="0" r="r" b="b"/>
                    <a:pathLst>
                      <a:path w="21600" h="21597" fill="none" extrusionOk="0">
                        <a:moveTo>
                          <a:pt x="0" y="21597"/>
                        </a:moveTo>
                        <a:cubicBezTo>
                          <a:pt x="0" y="9815"/>
                          <a:pt x="9441" y="207"/>
                          <a:pt x="21221" y="0"/>
                        </a:cubicBezTo>
                      </a:path>
                      <a:path w="21600" h="21597" stroke="0" extrusionOk="0">
                        <a:moveTo>
                          <a:pt x="0" y="21597"/>
                        </a:moveTo>
                        <a:cubicBezTo>
                          <a:pt x="0" y="9815"/>
                          <a:pt x="9441" y="207"/>
                          <a:pt x="21221" y="0"/>
                        </a:cubicBezTo>
                        <a:lnTo>
                          <a:pt x="21600" y="21597"/>
                        </a:lnTo>
                        <a:lnTo>
                          <a:pt x="0" y="21597"/>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87" name="Arc 145">
                    <a:extLst>
                      <a:ext uri="{FF2B5EF4-FFF2-40B4-BE49-F238E27FC236}">
                        <a16:creationId xmlns:a16="http://schemas.microsoft.com/office/drawing/2014/main" id="{A35151BF-1383-44A9-AB58-6B1B99526C15}"/>
                      </a:ext>
                    </a:extLst>
                  </p:cNvPr>
                  <p:cNvSpPr>
                    <a:spLocks/>
                  </p:cNvSpPr>
                  <p:nvPr/>
                </p:nvSpPr>
                <p:spPr bwMode="auto">
                  <a:xfrm>
                    <a:off x="55" y="0"/>
                    <a:ext cx="58" cy="360"/>
                  </a:xfrm>
                  <a:custGeom>
                    <a:avLst/>
                    <a:gdLst>
                      <a:gd name="T0" fmla="*/ 0 w 21979"/>
                      <a:gd name="T1" fmla="*/ 0 h 21600"/>
                      <a:gd name="T2" fmla="*/ 0 w 21979"/>
                      <a:gd name="T3" fmla="*/ 0 h 21600"/>
                      <a:gd name="T4" fmla="*/ 0 w 21979"/>
                      <a:gd name="T5" fmla="*/ 0 h 21600"/>
                      <a:gd name="T6" fmla="*/ 0 60000 65536"/>
                      <a:gd name="T7" fmla="*/ 0 60000 65536"/>
                      <a:gd name="T8" fmla="*/ 0 60000 65536"/>
                    </a:gdLst>
                    <a:ahLst/>
                    <a:cxnLst>
                      <a:cxn ang="T6">
                        <a:pos x="T0" y="T1"/>
                      </a:cxn>
                      <a:cxn ang="T7">
                        <a:pos x="T2" y="T3"/>
                      </a:cxn>
                      <a:cxn ang="T8">
                        <a:pos x="T4" y="T5"/>
                      </a:cxn>
                    </a:cxnLst>
                    <a:rect l="0" t="0" r="r" b="b"/>
                    <a:pathLst>
                      <a:path w="21979" h="21600" fill="none" extrusionOk="0">
                        <a:moveTo>
                          <a:pt x="0" y="3"/>
                        </a:moveTo>
                        <a:cubicBezTo>
                          <a:pt x="126" y="1"/>
                          <a:pt x="252" y="-1"/>
                          <a:pt x="379" y="0"/>
                        </a:cubicBezTo>
                        <a:cubicBezTo>
                          <a:pt x="12308" y="0"/>
                          <a:pt x="21979" y="9670"/>
                          <a:pt x="21979" y="21600"/>
                        </a:cubicBezTo>
                      </a:path>
                      <a:path w="21979" h="21600" stroke="0" extrusionOk="0">
                        <a:moveTo>
                          <a:pt x="0" y="3"/>
                        </a:moveTo>
                        <a:cubicBezTo>
                          <a:pt x="126" y="1"/>
                          <a:pt x="252" y="-1"/>
                          <a:pt x="379" y="0"/>
                        </a:cubicBezTo>
                        <a:cubicBezTo>
                          <a:pt x="12308" y="0"/>
                          <a:pt x="21979" y="9670"/>
                          <a:pt x="21979" y="21600"/>
                        </a:cubicBezTo>
                        <a:lnTo>
                          <a:pt x="379" y="21600"/>
                        </a:lnTo>
                        <a:lnTo>
                          <a:pt x="0" y="3"/>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083" name="Group 146">
                  <a:extLst>
                    <a:ext uri="{FF2B5EF4-FFF2-40B4-BE49-F238E27FC236}">
                      <a16:creationId xmlns:a16="http://schemas.microsoft.com/office/drawing/2014/main" id="{B043BF24-A281-4BAA-8740-3EDDA288D0C2}"/>
                    </a:ext>
                  </a:extLst>
                </p:cNvPr>
                <p:cNvGrpSpPr>
                  <a:grpSpLocks/>
                </p:cNvGrpSpPr>
                <p:nvPr/>
              </p:nvGrpSpPr>
              <p:grpSpPr bwMode="auto">
                <a:xfrm>
                  <a:off x="130" y="343"/>
                  <a:ext cx="113" cy="360"/>
                  <a:chOff x="0" y="0"/>
                  <a:chExt cx="113" cy="360"/>
                </a:xfrm>
              </p:grpSpPr>
              <p:sp>
                <p:nvSpPr>
                  <p:cNvPr id="34084" name="Arc 147">
                    <a:extLst>
                      <a:ext uri="{FF2B5EF4-FFF2-40B4-BE49-F238E27FC236}">
                        <a16:creationId xmlns:a16="http://schemas.microsoft.com/office/drawing/2014/main" id="{77CFD90B-5B14-427C-B4E6-EE1925551527}"/>
                      </a:ext>
                    </a:extLst>
                  </p:cNvPr>
                  <p:cNvSpPr>
                    <a:spLocks/>
                  </p:cNvSpPr>
                  <p:nvPr/>
                </p:nvSpPr>
                <p:spPr bwMode="auto">
                  <a:xfrm>
                    <a:off x="0" y="0"/>
                    <a:ext cx="57" cy="360"/>
                  </a:xfrm>
                  <a:custGeom>
                    <a:avLst/>
                    <a:gdLst>
                      <a:gd name="T0" fmla="*/ 0 w 21600"/>
                      <a:gd name="T1" fmla="*/ 0 h 21597"/>
                      <a:gd name="T2" fmla="*/ 0 w 21600"/>
                      <a:gd name="T3" fmla="*/ 0 h 21597"/>
                      <a:gd name="T4" fmla="*/ 0 w 21600"/>
                      <a:gd name="T5" fmla="*/ 0 h 21597"/>
                      <a:gd name="T6" fmla="*/ 0 60000 65536"/>
                      <a:gd name="T7" fmla="*/ 0 60000 65536"/>
                      <a:gd name="T8" fmla="*/ 0 60000 65536"/>
                    </a:gdLst>
                    <a:ahLst/>
                    <a:cxnLst>
                      <a:cxn ang="T6">
                        <a:pos x="T0" y="T1"/>
                      </a:cxn>
                      <a:cxn ang="T7">
                        <a:pos x="T2" y="T3"/>
                      </a:cxn>
                      <a:cxn ang="T8">
                        <a:pos x="T4" y="T5"/>
                      </a:cxn>
                    </a:cxnLst>
                    <a:rect l="0" t="0" r="r" b="b"/>
                    <a:pathLst>
                      <a:path w="21600" h="21597" fill="none" extrusionOk="0">
                        <a:moveTo>
                          <a:pt x="21218" y="21596"/>
                        </a:moveTo>
                        <a:cubicBezTo>
                          <a:pt x="9439" y="21388"/>
                          <a:pt x="0" y="11780"/>
                          <a:pt x="0" y="0"/>
                        </a:cubicBezTo>
                      </a:path>
                      <a:path w="21600" h="21597" stroke="0" extrusionOk="0">
                        <a:moveTo>
                          <a:pt x="21218" y="21596"/>
                        </a:moveTo>
                        <a:cubicBezTo>
                          <a:pt x="9439" y="21388"/>
                          <a:pt x="0" y="11780"/>
                          <a:pt x="0" y="0"/>
                        </a:cubicBezTo>
                        <a:lnTo>
                          <a:pt x="21600" y="0"/>
                        </a:lnTo>
                        <a:lnTo>
                          <a:pt x="21218" y="21596"/>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85" name="Arc 148">
                    <a:extLst>
                      <a:ext uri="{FF2B5EF4-FFF2-40B4-BE49-F238E27FC236}">
                        <a16:creationId xmlns:a16="http://schemas.microsoft.com/office/drawing/2014/main" id="{3EDA5A70-8244-4816-ADDF-05079AC721D0}"/>
                      </a:ext>
                    </a:extLst>
                  </p:cNvPr>
                  <p:cNvSpPr>
                    <a:spLocks/>
                  </p:cNvSpPr>
                  <p:nvPr/>
                </p:nvSpPr>
                <p:spPr bwMode="auto">
                  <a:xfrm>
                    <a:off x="56" y="0"/>
                    <a:ext cx="57" cy="360"/>
                  </a:xfrm>
                  <a:custGeom>
                    <a:avLst/>
                    <a:gdLst>
                      <a:gd name="T0" fmla="*/ 0 w 21982"/>
                      <a:gd name="T1" fmla="*/ 0 h 21600"/>
                      <a:gd name="T2" fmla="*/ 0 w 21982"/>
                      <a:gd name="T3" fmla="*/ 0 h 21600"/>
                      <a:gd name="T4" fmla="*/ 0 w 21982"/>
                      <a:gd name="T5" fmla="*/ 0 h 21600"/>
                      <a:gd name="T6" fmla="*/ 0 60000 65536"/>
                      <a:gd name="T7" fmla="*/ 0 60000 65536"/>
                      <a:gd name="T8" fmla="*/ 0 60000 65536"/>
                    </a:gdLst>
                    <a:ahLst/>
                    <a:cxnLst>
                      <a:cxn ang="T6">
                        <a:pos x="T0" y="T1"/>
                      </a:cxn>
                      <a:cxn ang="T7">
                        <a:pos x="T2" y="T3"/>
                      </a:cxn>
                      <a:cxn ang="T8">
                        <a:pos x="T4" y="T5"/>
                      </a:cxn>
                    </a:cxnLst>
                    <a:rect l="0" t="0" r="r" b="b"/>
                    <a:pathLst>
                      <a:path w="21982" h="21600" fill="none" extrusionOk="0">
                        <a:moveTo>
                          <a:pt x="21982" y="0"/>
                        </a:moveTo>
                        <a:cubicBezTo>
                          <a:pt x="21982" y="11929"/>
                          <a:pt x="12311" y="21600"/>
                          <a:pt x="382" y="21600"/>
                        </a:cubicBezTo>
                        <a:cubicBezTo>
                          <a:pt x="254" y="21600"/>
                          <a:pt x="127" y="21598"/>
                          <a:pt x="0" y="21596"/>
                        </a:cubicBezTo>
                      </a:path>
                      <a:path w="21982" h="21600" stroke="0" extrusionOk="0">
                        <a:moveTo>
                          <a:pt x="21982" y="0"/>
                        </a:moveTo>
                        <a:cubicBezTo>
                          <a:pt x="21982" y="11929"/>
                          <a:pt x="12311" y="21600"/>
                          <a:pt x="382" y="21600"/>
                        </a:cubicBezTo>
                        <a:cubicBezTo>
                          <a:pt x="254" y="21600"/>
                          <a:pt x="127" y="21598"/>
                          <a:pt x="0" y="21596"/>
                        </a:cubicBezTo>
                        <a:lnTo>
                          <a:pt x="382" y="0"/>
                        </a:lnTo>
                        <a:lnTo>
                          <a:pt x="21982"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4075" name="Group 149">
                <a:extLst>
                  <a:ext uri="{FF2B5EF4-FFF2-40B4-BE49-F238E27FC236}">
                    <a16:creationId xmlns:a16="http://schemas.microsoft.com/office/drawing/2014/main" id="{51BB8E20-AE92-4689-A448-A9C852F4FB31}"/>
                  </a:ext>
                </a:extLst>
              </p:cNvPr>
              <p:cNvGrpSpPr>
                <a:grpSpLocks/>
              </p:cNvGrpSpPr>
              <p:nvPr/>
            </p:nvGrpSpPr>
            <p:grpSpPr bwMode="auto">
              <a:xfrm>
                <a:off x="253" y="0"/>
                <a:ext cx="242" cy="703"/>
                <a:chOff x="0" y="0"/>
                <a:chExt cx="242" cy="703"/>
              </a:xfrm>
            </p:grpSpPr>
            <p:grpSp>
              <p:nvGrpSpPr>
                <p:cNvPr id="34076" name="Group 150">
                  <a:extLst>
                    <a:ext uri="{FF2B5EF4-FFF2-40B4-BE49-F238E27FC236}">
                      <a16:creationId xmlns:a16="http://schemas.microsoft.com/office/drawing/2014/main" id="{AEA3E176-DB5C-4F70-B214-F93B415AA226}"/>
                    </a:ext>
                  </a:extLst>
                </p:cNvPr>
                <p:cNvGrpSpPr>
                  <a:grpSpLocks/>
                </p:cNvGrpSpPr>
                <p:nvPr/>
              </p:nvGrpSpPr>
              <p:grpSpPr bwMode="auto">
                <a:xfrm>
                  <a:off x="0" y="0"/>
                  <a:ext cx="113" cy="360"/>
                  <a:chOff x="0" y="0"/>
                  <a:chExt cx="113" cy="360"/>
                </a:xfrm>
              </p:grpSpPr>
              <p:sp>
                <p:nvSpPr>
                  <p:cNvPr id="34080" name="Arc 151">
                    <a:extLst>
                      <a:ext uri="{FF2B5EF4-FFF2-40B4-BE49-F238E27FC236}">
                        <a16:creationId xmlns:a16="http://schemas.microsoft.com/office/drawing/2014/main" id="{66EB3C12-A9E7-4922-8C21-8BA1D54B0CD1}"/>
                      </a:ext>
                    </a:extLst>
                  </p:cNvPr>
                  <p:cNvSpPr>
                    <a:spLocks/>
                  </p:cNvSpPr>
                  <p:nvPr/>
                </p:nvSpPr>
                <p:spPr bwMode="auto">
                  <a:xfrm>
                    <a:off x="0" y="0"/>
                    <a:ext cx="57" cy="360"/>
                  </a:xfrm>
                  <a:custGeom>
                    <a:avLst/>
                    <a:gdLst>
                      <a:gd name="T0" fmla="*/ 0 w 21600"/>
                      <a:gd name="T1" fmla="*/ 0 h 21597"/>
                      <a:gd name="T2" fmla="*/ 0 w 21600"/>
                      <a:gd name="T3" fmla="*/ 0 h 21597"/>
                      <a:gd name="T4" fmla="*/ 0 w 21600"/>
                      <a:gd name="T5" fmla="*/ 0 h 21597"/>
                      <a:gd name="T6" fmla="*/ 0 60000 65536"/>
                      <a:gd name="T7" fmla="*/ 0 60000 65536"/>
                      <a:gd name="T8" fmla="*/ 0 60000 65536"/>
                    </a:gdLst>
                    <a:ahLst/>
                    <a:cxnLst>
                      <a:cxn ang="T6">
                        <a:pos x="T0" y="T1"/>
                      </a:cxn>
                      <a:cxn ang="T7">
                        <a:pos x="T2" y="T3"/>
                      </a:cxn>
                      <a:cxn ang="T8">
                        <a:pos x="T4" y="T5"/>
                      </a:cxn>
                    </a:cxnLst>
                    <a:rect l="0" t="0" r="r" b="b"/>
                    <a:pathLst>
                      <a:path w="21600" h="21597" fill="none" extrusionOk="0">
                        <a:moveTo>
                          <a:pt x="0" y="21597"/>
                        </a:moveTo>
                        <a:cubicBezTo>
                          <a:pt x="0" y="9816"/>
                          <a:pt x="9439" y="208"/>
                          <a:pt x="21218" y="0"/>
                        </a:cubicBezTo>
                      </a:path>
                      <a:path w="21600" h="21597" stroke="0" extrusionOk="0">
                        <a:moveTo>
                          <a:pt x="0" y="21597"/>
                        </a:moveTo>
                        <a:cubicBezTo>
                          <a:pt x="0" y="9816"/>
                          <a:pt x="9439" y="208"/>
                          <a:pt x="21218" y="0"/>
                        </a:cubicBezTo>
                        <a:lnTo>
                          <a:pt x="21600" y="21597"/>
                        </a:lnTo>
                        <a:lnTo>
                          <a:pt x="0" y="21597"/>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81" name="Arc 152">
                    <a:extLst>
                      <a:ext uri="{FF2B5EF4-FFF2-40B4-BE49-F238E27FC236}">
                        <a16:creationId xmlns:a16="http://schemas.microsoft.com/office/drawing/2014/main" id="{5D2066F5-7647-4E19-A9A8-C5ACC9CBD178}"/>
                      </a:ext>
                    </a:extLst>
                  </p:cNvPr>
                  <p:cNvSpPr>
                    <a:spLocks/>
                  </p:cNvSpPr>
                  <p:nvPr/>
                </p:nvSpPr>
                <p:spPr bwMode="auto">
                  <a:xfrm>
                    <a:off x="56" y="0"/>
                    <a:ext cx="57" cy="360"/>
                  </a:xfrm>
                  <a:custGeom>
                    <a:avLst/>
                    <a:gdLst>
                      <a:gd name="T0" fmla="*/ 0 w 21982"/>
                      <a:gd name="T1" fmla="*/ 0 h 21600"/>
                      <a:gd name="T2" fmla="*/ 0 w 21982"/>
                      <a:gd name="T3" fmla="*/ 0 h 21600"/>
                      <a:gd name="T4" fmla="*/ 0 w 21982"/>
                      <a:gd name="T5" fmla="*/ 0 h 21600"/>
                      <a:gd name="T6" fmla="*/ 0 60000 65536"/>
                      <a:gd name="T7" fmla="*/ 0 60000 65536"/>
                      <a:gd name="T8" fmla="*/ 0 60000 65536"/>
                    </a:gdLst>
                    <a:ahLst/>
                    <a:cxnLst>
                      <a:cxn ang="T6">
                        <a:pos x="T0" y="T1"/>
                      </a:cxn>
                      <a:cxn ang="T7">
                        <a:pos x="T2" y="T3"/>
                      </a:cxn>
                      <a:cxn ang="T8">
                        <a:pos x="T4" y="T5"/>
                      </a:cxn>
                    </a:cxnLst>
                    <a:rect l="0" t="0" r="r" b="b"/>
                    <a:pathLst>
                      <a:path w="21982" h="21600" fill="none" extrusionOk="0">
                        <a:moveTo>
                          <a:pt x="0" y="3"/>
                        </a:moveTo>
                        <a:cubicBezTo>
                          <a:pt x="127" y="1"/>
                          <a:pt x="254" y="-1"/>
                          <a:pt x="382" y="0"/>
                        </a:cubicBezTo>
                        <a:cubicBezTo>
                          <a:pt x="12311" y="0"/>
                          <a:pt x="21982" y="9670"/>
                          <a:pt x="21982" y="21600"/>
                        </a:cubicBezTo>
                      </a:path>
                      <a:path w="21982" h="21600" stroke="0" extrusionOk="0">
                        <a:moveTo>
                          <a:pt x="0" y="3"/>
                        </a:moveTo>
                        <a:cubicBezTo>
                          <a:pt x="127" y="1"/>
                          <a:pt x="254" y="-1"/>
                          <a:pt x="382" y="0"/>
                        </a:cubicBezTo>
                        <a:cubicBezTo>
                          <a:pt x="12311" y="0"/>
                          <a:pt x="21982" y="9670"/>
                          <a:pt x="21982" y="21600"/>
                        </a:cubicBezTo>
                        <a:lnTo>
                          <a:pt x="382" y="21600"/>
                        </a:lnTo>
                        <a:lnTo>
                          <a:pt x="0" y="3"/>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077" name="Group 153">
                  <a:extLst>
                    <a:ext uri="{FF2B5EF4-FFF2-40B4-BE49-F238E27FC236}">
                      <a16:creationId xmlns:a16="http://schemas.microsoft.com/office/drawing/2014/main" id="{83D6D580-1639-4990-A62D-B666A613C446}"/>
                    </a:ext>
                  </a:extLst>
                </p:cNvPr>
                <p:cNvGrpSpPr>
                  <a:grpSpLocks/>
                </p:cNvGrpSpPr>
                <p:nvPr/>
              </p:nvGrpSpPr>
              <p:grpSpPr bwMode="auto">
                <a:xfrm>
                  <a:off x="129" y="343"/>
                  <a:ext cx="113" cy="360"/>
                  <a:chOff x="0" y="0"/>
                  <a:chExt cx="113" cy="360"/>
                </a:xfrm>
              </p:grpSpPr>
              <p:sp>
                <p:nvSpPr>
                  <p:cNvPr id="34078" name="Arc 154">
                    <a:extLst>
                      <a:ext uri="{FF2B5EF4-FFF2-40B4-BE49-F238E27FC236}">
                        <a16:creationId xmlns:a16="http://schemas.microsoft.com/office/drawing/2014/main" id="{8188B19E-FD96-4AB9-BE51-934E53411930}"/>
                      </a:ext>
                    </a:extLst>
                  </p:cNvPr>
                  <p:cNvSpPr>
                    <a:spLocks/>
                  </p:cNvSpPr>
                  <p:nvPr/>
                </p:nvSpPr>
                <p:spPr bwMode="auto">
                  <a:xfrm>
                    <a:off x="0" y="0"/>
                    <a:ext cx="57"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79" name="Arc 155">
                    <a:extLst>
                      <a:ext uri="{FF2B5EF4-FFF2-40B4-BE49-F238E27FC236}">
                        <a16:creationId xmlns:a16="http://schemas.microsoft.com/office/drawing/2014/main" id="{AC2DDA9D-A3A3-4A2F-A010-C1449AEB946B}"/>
                      </a:ext>
                    </a:extLst>
                  </p:cNvPr>
                  <p:cNvSpPr>
                    <a:spLocks/>
                  </p:cNvSpPr>
                  <p:nvPr/>
                </p:nvSpPr>
                <p:spPr bwMode="auto">
                  <a:xfrm>
                    <a:off x="56" y="0"/>
                    <a:ext cx="57"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sp>
          <p:nvSpPr>
            <p:cNvPr id="33961" name="Line 156">
              <a:extLst>
                <a:ext uri="{FF2B5EF4-FFF2-40B4-BE49-F238E27FC236}">
                  <a16:creationId xmlns:a16="http://schemas.microsoft.com/office/drawing/2014/main" id="{95EAA9C2-3785-48CF-98D0-4067EF8D046E}"/>
                </a:ext>
              </a:extLst>
            </p:cNvPr>
            <p:cNvSpPr>
              <a:spLocks noChangeShapeType="1"/>
            </p:cNvSpPr>
            <p:nvPr/>
          </p:nvSpPr>
          <p:spPr bwMode="auto">
            <a:xfrm>
              <a:off x="1662" y="569"/>
              <a:ext cx="3448" cy="1"/>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62" name="Rectangle 157">
              <a:extLst>
                <a:ext uri="{FF2B5EF4-FFF2-40B4-BE49-F238E27FC236}">
                  <a16:creationId xmlns:a16="http://schemas.microsoft.com/office/drawing/2014/main" id="{FE5B738A-363B-4574-A0FE-FE6A0AD01E8E}"/>
                </a:ext>
              </a:extLst>
            </p:cNvPr>
            <p:cNvSpPr>
              <a:spLocks noChangeArrowheads="1"/>
            </p:cNvSpPr>
            <p:nvPr/>
          </p:nvSpPr>
          <p:spPr bwMode="auto">
            <a:xfrm>
              <a:off x="1357" y="0"/>
              <a:ext cx="299"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000">
                  <a:latin typeface="华文楷体" panose="02010600040101010101" pitchFamily="2" charset="-122"/>
                  <a:ea typeface="华文楷体" panose="02010600040101010101" pitchFamily="2" charset="-122"/>
                </a:rPr>
                <a:t>+1</a:t>
              </a:r>
            </a:p>
          </p:txBody>
        </p:sp>
        <p:sp>
          <p:nvSpPr>
            <p:cNvPr id="33963" name="Rectangle 158">
              <a:extLst>
                <a:ext uri="{FF2B5EF4-FFF2-40B4-BE49-F238E27FC236}">
                  <a16:creationId xmlns:a16="http://schemas.microsoft.com/office/drawing/2014/main" id="{CEB36F63-C5A1-4CAF-AB90-9D6940212B5B}"/>
                </a:ext>
              </a:extLst>
            </p:cNvPr>
            <p:cNvSpPr>
              <a:spLocks noChangeArrowheads="1"/>
            </p:cNvSpPr>
            <p:nvPr/>
          </p:nvSpPr>
          <p:spPr bwMode="auto">
            <a:xfrm>
              <a:off x="1397" y="744"/>
              <a:ext cx="241"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000">
                  <a:latin typeface="华文楷体" panose="02010600040101010101" pitchFamily="2" charset="-122"/>
                  <a:ea typeface="华文楷体" panose="02010600040101010101" pitchFamily="2" charset="-122"/>
                </a:rPr>
                <a:t>-1</a:t>
              </a:r>
            </a:p>
          </p:txBody>
        </p:sp>
        <p:grpSp>
          <p:nvGrpSpPr>
            <p:cNvPr id="33964" name="Group 159">
              <a:extLst>
                <a:ext uri="{FF2B5EF4-FFF2-40B4-BE49-F238E27FC236}">
                  <a16:creationId xmlns:a16="http://schemas.microsoft.com/office/drawing/2014/main" id="{A75E489A-0B6C-454E-893D-A43FD6ECAB1C}"/>
                </a:ext>
              </a:extLst>
            </p:cNvPr>
            <p:cNvGrpSpPr>
              <a:grpSpLocks/>
            </p:cNvGrpSpPr>
            <p:nvPr/>
          </p:nvGrpSpPr>
          <p:grpSpPr bwMode="auto">
            <a:xfrm>
              <a:off x="2775" y="210"/>
              <a:ext cx="463" cy="743"/>
              <a:chOff x="0" y="0"/>
              <a:chExt cx="463" cy="743"/>
            </a:xfrm>
          </p:grpSpPr>
          <p:grpSp>
            <p:nvGrpSpPr>
              <p:cNvPr id="34052" name="Group 160">
                <a:extLst>
                  <a:ext uri="{FF2B5EF4-FFF2-40B4-BE49-F238E27FC236}">
                    <a16:creationId xmlns:a16="http://schemas.microsoft.com/office/drawing/2014/main" id="{7E0AA01D-DDF1-42EE-9E1A-25FF8548BB5E}"/>
                  </a:ext>
                </a:extLst>
              </p:cNvPr>
              <p:cNvGrpSpPr>
                <a:grpSpLocks/>
              </p:cNvGrpSpPr>
              <p:nvPr/>
            </p:nvGrpSpPr>
            <p:grpSpPr bwMode="auto">
              <a:xfrm>
                <a:off x="0" y="0"/>
                <a:ext cx="304" cy="743"/>
                <a:chOff x="0" y="0"/>
                <a:chExt cx="304" cy="743"/>
              </a:xfrm>
            </p:grpSpPr>
            <p:grpSp>
              <p:nvGrpSpPr>
                <p:cNvPr id="34060" name="Group 161">
                  <a:extLst>
                    <a:ext uri="{FF2B5EF4-FFF2-40B4-BE49-F238E27FC236}">
                      <a16:creationId xmlns:a16="http://schemas.microsoft.com/office/drawing/2014/main" id="{D8B7F538-0F82-486D-BED6-853A7728F7C0}"/>
                    </a:ext>
                  </a:extLst>
                </p:cNvPr>
                <p:cNvGrpSpPr>
                  <a:grpSpLocks/>
                </p:cNvGrpSpPr>
                <p:nvPr/>
              </p:nvGrpSpPr>
              <p:grpSpPr bwMode="auto">
                <a:xfrm>
                  <a:off x="0" y="8"/>
                  <a:ext cx="143" cy="735"/>
                  <a:chOff x="0" y="0"/>
                  <a:chExt cx="143" cy="735"/>
                </a:xfrm>
              </p:grpSpPr>
              <p:grpSp>
                <p:nvGrpSpPr>
                  <p:cNvPr id="34068" name="Group 162">
                    <a:extLst>
                      <a:ext uri="{FF2B5EF4-FFF2-40B4-BE49-F238E27FC236}">
                        <a16:creationId xmlns:a16="http://schemas.microsoft.com/office/drawing/2014/main" id="{2DB3F938-45F6-48C8-AF4B-0699216259C9}"/>
                      </a:ext>
                    </a:extLst>
                  </p:cNvPr>
                  <p:cNvGrpSpPr>
                    <a:grpSpLocks/>
                  </p:cNvGrpSpPr>
                  <p:nvPr/>
                </p:nvGrpSpPr>
                <p:grpSpPr bwMode="auto">
                  <a:xfrm>
                    <a:off x="0" y="0"/>
                    <a:ext cx="68" cy="376"/>
                    <a:chOff x="0" y="0"/>
                    <a:chExt cx="68" cy="376"/>
                  </a:xfrm>
                </p:grpSpPr>
                <p:sp>
                  <p:nvSpPr>
                    <p:cNvPr id="34072" name="Arc 163">
                      <a:extLst>
                        <a:ext uri="{FF2B5EF4-FFF2-40B4-BE49-F238E27FC236}">
                          <a16:creationId xmlns:a16="http://schemas.microsoft.com/office/drawing/2014/main" id="{5D6AEE3C-F6C5-49B6-A4E5-9F8B6764BB39}"/>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73" name="Arc 164">
                      <a:extLst>
                        <a:ext uri="{FF2B5EF4-FFF2-40B4-BE49-F238E27FC236}">
                          <a16:creationId xmlns:a16="http://schemas.microsoft.com/office/drawing/2014/main" id="{8C784ADC-D320-4D41-93A2-26ADE45D7A6A}"/>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069" name="Group 165">
                    <a:extLst>
                      <a:ext uri="{FF2B5EF4-FFF2-40B4-BE49-F238E27FC236}">
                        <a16:creationId xmlns:a16="http://schemas.microsoft.com/office/drawing/2014/main" id="{C48DE279-2896-4E3F-BE76-214E22DB61C2}"/>
                      </a:ext>
                    </a:extLst>
                  </p:cNvPr>
                  <p:cNvGrpSpPr>
                    <a:grpSpLocks/>
                  </p:cNvGrpSpPr>
                  <p:nvPr/>
                </p:nvGrpSpPr>
                <p:grpSpPr bwMode="auto">
                  <a:xfrm>
                    <a:off x="76" y="359"/>
                    <a:ext cx="67" cy="376"/>
                    <a:chOff x="0" y="0"/>
                    <a:chExt cx="67" cy="376"/>
                  </a:xfrm>
                </p:grpSpPr>
                <p:sp>
                  <p:nvSpPr>
                    <p:cNvPr id="34070" name="Arc 166">
                      <a:extLst>
                        <a:ext uri="{FF2B5EF4-FFF2-40B4-BE49-F238E27FC236}">
                          <a16:creationId xmlns:a16="http://schemas.microsoft.com/office/drawing/2014/main" id="{85C20D60-C99C-4881-B2E1-B36291BCD314}"/>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71" name="Arc 167">
                      <a:extLst>
                        <a:ext uri="{FF2B5EF4-FFF2-40B4-BE49-F238E27FC236}">
                          <a16:creationId xmlns:a16="http://schemas.microsoft.com/office/drawing/2014/main" id="{A5C7A6C7-0F10-4A77-A201-5AA542D0D050}"/>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4061" name="Group 168">
                  <a:extLst>
                    <a:ext uri="{FF2B5EF4-FFF2-40B4-BE49-F238E27FC236}">
                      <a16:creationId xmlns:a16="http://schemas.microsoft.com/office/drawing/2014/main" id="{C67E4491-1DE3-4EAD-B614-FD7F96D7C16E}"/>
                    </a:ext>
                  </a:extLst>
                </p:cNvPr>
                <p:cNvGrpSpPr>
                  <a:grpSpLocks/>
                </p:cNvGrpSpPr>
                <p:nvPr/>
              </p:nvGrpSpPr>
              <p:grpSpPr bwMode="auto">
                <a:xfrm>
                  <a:off x="159" y="0"/>
                  <a:ext cx="145" cy="735"/>
                  <a:chOff x="0" y="0"/>
                  <a:chExt cx="145" cy="735"/>
                </a:xfrm>
              </p:grpSpPr>
              <p:grpSp>
                <p:nvGrpSpPr>
                  <p:cNvPr id="34062" name="Group 169">
                    <a:extLst>
                      <a:ext uri="{FF2B5EF4-FFF2-40B4-BE49-F238E27FC236}">
                        <a16:creationId xmlns:a16="http://schemas.microsoft.com/office/drawing/2014/main" id="{605AD9A9-A124-4B6B-8CD0-257CF236973B}"/>
                      </a:ext>
                    </a:extLst>
                  </p:cNvPr>
                  <p:cNvGrpSpPr>
                    <a:grpSpLocks/>
                  </p:cNvGrpSpPr>
                  <p:nvPr/>
                </p:nvGrpSpPr>
                <p:grpSpPr bwMode="auto">
                  <a:xfrm>
                    <a:off x="0" y="0"/>
                    <a:ext cx="68" cy="376"/>
                    <a:chOff x="0" y="0"/>
                    <a:chExt cx="68" cy="376"/>
                  </a:xfrm>
                </p:grpSpPr>
                <p:sp>
                  <p:nvSpPr>
                    <p:cNvPr id="34066" name="Arc 170">
                      <a:extLst>
                        <a:ext uri="{FF2B5EF4-FFF2-40B4-BE49-F238E27FC236}">
                          <a16:creationId xmlns:a16="http://schemas.microsoft.com/office/drawing/2014/main" id="{749DD671-7ED1-4F83-8E98-C14E31D9D593}"/>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67" name="Arc 171">
                      <a:extLst>
                        <a:ext uri="{FF2B5EF4-FFF2-40B4-BE49-F238E27FC236}">
                          <a16:creationId xmlns:a16="http://schemas.microsoft.com/office/drawing/2014/main" id="{BC447AA0-C53E-451E-8A73-2840E8933117}"/>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063" name="Group 172">
                    <a:extLst>
                      <a:ext uri="{FF2B5EF4-FFF2-40B4-BE49-F238E27FC236}">
                        <a16:creationId xmlns:a16="http://schemas.microsoft.com/office/drawing/2014/main" id="{D59BB452-9BB5-4DD2-A9FD-E67B3E04C539}"/>
                      </a:ext>
                    </a:extLst>
                  </p:cNvPr>
                  <p:cNvGrpSpPr>
                    <a:grpSpLocks/>
                  </p:cNvGrpSpPr>
                  <p:nvPr/>
                </p:nvGrpSpPr>
                <p:grpSpPr bwMode="auto">
                  <a:xfrm>
                    <a:off x="78" y="359"/>
                    <a:ext cx="67" cy="376"/>
                    <a:chOff x="0" y="0"/>
                    <a:chExt cx="67" cy="376"/>
                  </a:xfrm>
                </p:grpSpPr>
                <p:sp>
                  <p:nvSpPr>
                    <p:cNvPr id="34064" name="Arc 173">
                      <a:extLst>
                        <a:ext uri="{FF2B5EF4-FFF2-40B4-BE49-F238E27FC236}">
                          <a16:creationId xmlns:a16="http://schemas.microsoft.com/office/drawing/2014/main" id="{E0A1670A-1516-413E-9EAB-7AEE0C95D7AD}"/>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65" name="Arc 174">
                      <a:extLst>
                        <a:ext uri="{FF2B5EF4-FFF2-40B4-BE49-F238E27FC236}">
                          <a16:creationId xmlns:a16="http://schemas.microsoft.com/office/drawing/2014/main" id="{885CCFAF-06B6-4E32-A9D5-036F6A174F61}"/>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4053" name="Group 175">
                <a:extLst>
                  <a:ext uri="{FF2B5EF4-FFF2-40B4-BE49-F238E27FC236}">
                    <a16:creationId xmlns:a16="http://schemas.microsoft.com/office/drawing/2014/main" id="{BE62DCF9-2D2C-4DC6-995F-AED08A724B09}"/>
                  </a:ext>
                </a:extLst>
              </p:cNvPr>
              <p:cNvGrpSpPr>
                <a:grpSpLocks/>
              </p:cNvGrpSpPr>
              <p:nvPr/>
            </p:nvGrpSpPr>
            <p:grpSpPr bwMode="auto">
              <a:xfrm>
                <a:off x="320" y="0"/>
                <a:ext cx="143" cy="735"/>
                <a:chOff x="0" y="0"/>
                <a:chExt cx="143" cy="735"/>
              </a:xfrm>
            </p:grpSpPr>
            <p:grpSp>
              <p:nvGrpSpPr>
                <p:cNvPr id="34054" name="Group 176">
                  <a:extLst>
                    <a:ext uri="{FF2B5EF4-FFF2-40B4-BE49-F238E27FC236}">
                      <a16:creationId xmlns:a16="http://schemas.microsoft.com/office/drawing/2014/main" id="{5E887297-1D4D-4DA0-ACCF-62ADA90752BA}"/>
                    </a:ext>
                  </a:extLst>
                </p:cNvPr>
                <p:cNvGrpSpPr>
                  <a:grpSpLocks/>
                </p:cNvGrpSpPr>
                <p:nvPr/>
              </p:nvGrpSpPr>
              <p:grpSpPr bwMode="auto">
                <a:xfrm>
                  <a:off x="0" y="0"/>
                  <a:ext cx="67" cy="376"/>
                  <a:chOff x="0" y="0"/>
                  <a:chExt cx="67" cy="376"/>
                </a:xfrm>
              </p:grpSpPr>
              <p:sp>
                <p:nvSpPr>
                  <p:cNvPr id="34058" name="Arc 177">
                    <a:extLst>
                      <a:ext uri="{FF2B5EF4-FFF2-40B4-BE49-F238E27FC236}">
                        <a16:creationId xmlns:a16="http://schemas.microsoft.com/office/drawing/2014/main" id="{7227B091-26A8-439F-868C-FA0BBBFD77D8}"/>
                      </a:ext>
                    </a:extLst>
                  </p:cNvPr>
                  <p:cNvSpPr>
                    <a:spLocks/>
                  </p:cNvSpPr>
                  <p:nvPr/>
                </p:nvSpPr>
                <p:spPr bwMode="auto">
                  <a:xfrm>
                    <a:off x="0" y="0"/>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0" y="21590"/>
                        </a:moveTo>
                        <a:cubicBezTo>
                          <a:pt x="0" y="9911"/>
                          <a:pt x="9282" y="347"/>
                          <a:pt x="20955" y="-1"/>
                        </a:cubicBezTo>
                      </a:path>
                      <a:path w="21600" h="21590" stroke="0" extrusionOk="0">
                        <a:moveTo>
                          <a:pt x="0" y="21590"/>
                        </a:moveTo>
                        <a:cubicBezTo>
                          <a:pt x="0" y="9911"/>
                          <a:pt x="9282" y="347"/>
                          <a:pt x="20955" y="-1"/>
                        </a:cubicBezTo>
                        <a:lnTo>
                          <a:pt x="21600" y="21590"/>
                        </a:lnTo>
                        <a:lnTo>
                          <a:pt x="0"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59" name="Arc 178">
                    <a:extLst>
                      <a:ext uri="{FF2B5EF4-FFF2-40B4-BE49-F238E27FC236}">
                        <a16:creationId xmlns:a16="http://schemas.microsoft.com/office/drawing/2014/main" id="{CC46E8CC-7A2F-40EB-92BB-EFE813C2B989}"/>
                      </a:ext>
                    </a:extLst>
                  </p:cNvPr>
                  <p:cNvSpPr>
                    <a:spLocks/>
                  </p:cNvSpPr>
                  <p:nvPr/>
                </p:nvSpPr>
                <p:spPr bwMode="auto">
                  <a:xfrm>
                    <a:off x="33" y="8"/>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1" y="9"/>
                        </a:moveTo>
                        <a:cubicBezTo>
                          <a:pt x="214" y="3"/>
                          <a:pt x="429" y="-1"/>
                          <a:pt x="644" y="0"/>
                        </a:cubicBezTo>
                        <a:cubicBezTo>
                          <a:pt x="12573" y="0"/>
                          <a:pt x="22244" y="9670"/>
                          <a:pt x="22244" y="21600"/>
                        </a:cubicBezTo>
                      </a:path>
                      <a:path w="22244" h="21600" stroke="0" extrusionOk="0">
                        <a:moveTo>
                          <a:pt x="-1" y="9"/>
                        </a:moveTo>
                        <a:cubicBezTo>
                          <a:pt x="214" y="3"/>
                          <a:pt x="429" y="-1"/>
                          <a:pt x="644" y="0"/>
                        </a:cubicBezTo>
                        <a:cubicBezTo>
                          <a:pt x="12573" y="0"/>
                          <a:pt x="22244" y="9670"/>
                          <a:pt x="22244" y="21600"/>
                        </a:cubicBezTo>
                        <a:lnTo>
                          <a:pt x="644" y="21600"/>
                        </a:lnTo>
                        <a:lnTo>
                          <a:pt x="-1"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055" name="Group 179">
                  <a:extLst>
                    <a:ext uri="{FF2B5EF4-FFF2-40B4-BE49-F238E27FC236}">
                      <a16:creationId xmlns:a16="http://schemas.microsoft.com/office/drawing/2014/main" id="{DEF4E657-41CB-4181-84C3-ECDD5A581E29}"/>
                    </a:ext>
                  </a:extLst>
                </p:cNvPr>
                <p:cNvGrpSpPr>
                  <a:grpSpLocks/>
                </p:cNvGrpSpPr>
                <p:nvPr/>
              </p:nvGrpSpPr>
              <p:grpSpPr bwMode="auto">
                <a:xfrm>
                  <a:off x="76" y="359"/>
                  <a:ext cx="67" cy="376"/>
                  <a:chOff x="0" y="0"/>
                  <a:chExt cx="67" cy="376"/>
                </a:xfrm>
              </p:grpSpPr>
              <p:sp>
                <p:nvSpPr>
                  <p:cNvPr id="34056" name="Arc 180">
                    <a:extLst>
                      <a:ext uri="{FF2B5EF4-FFF2-40B4-BE49-F238E27FC236}">
                        <a16:creationId xmlns:a16="http://schemas.microsoft.com/office/drawing/2014/main" id="{524301F1-577C-4603-9919-09F976E47757}"/>
                      </a:ext>
                    </a:extLst>
                  </p:cNvPr>
                  <p:cNvSpPr>
                    <a:spLocks/>
                  </p:cNvSpPr>
                  <p:nvPr/>
                </p:nvSpPr>
                <p:spPr bwMode="auto">
                  <a:xfrm>
                    <a:off x="0" y="8"/>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57" name="Arc 181">
                    <a:extLst>
                      <a:ext uri="{FF2B5EF4-FFF2-40B4-BE49-F238E27FC236}">
                        <a16:creationId xmlns:a16="http://schemas.microsoft.com/office/drawing/2014/main" id="{FA7E41E6-257F-4659-8B2F-C54CE601963E}"/>
                      </a:ext>
                    </a:extLst>
                  </p:cNvPr>
                  <p:cNvSpPr>
                    <a:spLocks/>
                  </p:cNvSpPr>
                  <p:nvPr/>
                </p:nvSpPr>
                <p:spPr bwMode="auto">
                  <a:xfrm>
                    <a:off x="33" y="0"/>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3965" name="Group 182">
              <a:extLst>
                <a:ext uri="{FF2B5EF4-FFF2-40B4-BE49-F238E27FC236}">
                  <a16:creationId xmlns:a16="http://schemas.microsoft.com/office/drawing/2014/main" id="{6D41CB1B-A672-4ADB-A4B6-5C2E7464EEB8}"/>
                </a:ext>
              </a:extLst>
            </p:cNvPr>
            <p:cNvGrpSpPr>
              <a:grpSpLocks/>
            </p:cNvGrpSpPr>
            <p:nvPr/>
          </p:nvGrpSpPr>
          <p:grpSpPr bwMode="auto">
            <a:xfrm>
              <a:off x="1791" y="202"/>
              <a:ext cx="463" cy="743"/>
              <a:chOff x="0" y="0"/>
              <a:chExt cx="463" cy="743"/>
            </a:xfrm>
          </p:grpSpPr>
          <p:grpSp>
            <p:nvGrpSpPr>
              <p:cNvPr id="34030" name="Group 183">
                <a:extLst>
                  <a:ext uri="{FF2B5EF4-FFF2-40B4-BE49-F238E27FC236}">
                    <a16:creationId xmlns:a16="http://schemas.microsoft.com/office/drawing/2014/main" id="{CB77C070-7A5F-4FAF-9B59-A8C770BD15DD}"/>
                  </a:ext>
                </a:extLst>
              </p:cNvPr>
              <p:cNvGrpSpPr>
                <a:grpSpLocks/>
              </p:cNvGrpSpPr>
              <p:nvPr/>
            </p:nvGrpSpPr>
            <p:grpSpPr bwMode="auto">
              <a:xfrm>
                <a:off x="0" y="0"/>
                <a:ext cx="304" cy="743"/>
                <a:chOff x="0" y="0"/>
                <a:chExt cx="304" cy="743"/>
              </a:xfrm>
            </p:grpSpPr>
            <p:grpSp>
              <p:nvGrpSpPr>
                <p:cNvPr id="34038" name="Group 184">
                  <a:extLst>
                    <a:ext uri="{FF2B5EF4-FFF2-40B4-BE49-F238E27FC236}">
                      <a16:creationId xmlns:a16="http://schemas.microsoft.com/office/drawing/2014/main" id="{B4EEF30F-32A6-4850-83AD-D22AD404D50E}"/>
                    </a:ext>
                  </a:extLst>
                </p:cNvPr>
                <p:cNvGrpSpPr>
                  <a:grpSpLocks/>
                </p:cNvGrpSpPr>
                <p:nvPr/>
              </p:nvGrpSpPr>
              <p:grpSpPr bwMode="auto">
                <a:xfrm>
                  <a:off x="0" y="8"/>
                  <a:ext cx="143" cy="735"/>
                  <a:chOff x="0" y="0"/>
                  <a:chExt cx="143" cy="735"/>
                </a:xfrm>
              </p:grpSpPr>
              <p:grpSp>
                <p:nvGrpSpPr>
                  <p:cNvPr id="34046" name="Group 185">
                    <a:extLst>
                      <a:ext uri="{FF2B5EF4-FFF2-40B4-BE49-F238E27FC236}">
                        <a16:creationId xmlns:a16="http://schemas.microsoft.com/office/drawing/2014/main" id="{3AA3CB8F-D8B2-4620-8F42-C6A3471AA473}"/>
                      </a:ext>
                    </a:extLst>
                  </p:cNvPr>
                  <p:cNvGrpSpPr>
                    <a:grpSpLocks/>
                  </p:cNvGrpSpPr>
                  <p:nvPr/>
                </p:nvGrpSpPr>
                <p:grpSpPr bwMode="auto">
                  <a:xfrm>
                    <a:off x="0" y="0"/>
                    <a:ext cx="68" cy="376"/>
                    <a:chOff x="0" y="0"/>
                    <a:chExt cx="68" cy="376"/>
                  </a:xfrm>
                </p:grpSpPr>
                <p:sp>
                  <p:nvSpPr>
                    <p:cNvPr id="34050" name="Arc 186">
                      <a:extLst>
                        <a:ext uri="{FF2B5EF4-FFF2-40B4-BE49-F238E27FC236}">
                          <a16:creationId xmlns:a16="http://schemas.microsoft.com/office/drawing/2014/main" id="{6D85989B-4AE6-4945-A88A-FAD572271EED}"/>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51" name="Arc 187">
                      <a:extLst>
                        <a:ext uri="{FF2B5EF4-FFF2-40B4-BE49-F238E27FC236}">
                          <a16:creationId xmlns:a16="http://schemas.microsoft.com/office/drawing/2014/main" id="{B38D1B26-2DC5-4829-B5AF-D1BADEA59E61}"/>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047" name="Group 188">
                    <a:extLst>
                      <a:ext uri="{FF2B5EF4-FFF2-40B4-BE49-F238E27FC236}">
                        <a16:creationId xmlns:a16="http://schemas.microsoft.com/office/drawing/2014/main" id="{297A4B42-6933-4BE3-B5F4-97A2A74E7246}"/>
                      </a:ext>
                    </a:extLst>
                  </p:cNvPr>
                  <p:cNvGrpSpPr>
                    <a:grpSpLocks/>
                  </p:cNvGrpSpPr>
                  <p:nvPr/>
                </p:nvGrpSpPr>
                <p:grpSpPr bwMode="auto">
                  <a:xfrm>
                    <a:off x="76" y="359"/>
                    <a:ext cx="67" cy="376"/>
                    <a:chOff x="0" y="0"/>
                    <a:chExt cx="67" cy="376"/>
                  </a:xfrm>
                </p:grpSpPr>
                <p:sp>
                  <p:nvSpPr>
                    <p:cNvPr id="34048" name="Arc 189">
                      <a:extLst>
                        <a:ext uri="{FF2B5EF4-FFF2-40B4-BE49-F238E27FC236}">
                          <a16:creationId xmlns:a16="http://schemas.microsoft.com/office/drawing/2014/main" id="{0384C426-C85C-43BF-8458-F6414B3491E8}"/>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49" name="Arc 190">
                      <a:extLst>
                        <a:ext uri="{FF2B5EF4-FFF2-40B4-BE49-F238E27FC236}">
                          <a16:creationId xmlns:a16="http://schemas.microsoft.com/office/drawing/2014/main" id="{5F021947-7DC1-4441-A46A-D01D96327034}"/>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4039" name="Group 191">
                  <a:extLst>
                    <a:ext uri="{FF2B5EF4-FFF2-40B4-BE49-F238E27FC236}">
                      <a16:creationId xmlns:a16="http://schemas.microsoft.com/office/drawing/2014/main" id="{4DFF49ED-FDF6-4AAB-9194-03F591E64BBB}"/>
                    </a:ext>
                  </a:extLst>
                </p:cNvPr>
                <p:cNvGrpSpPr>
                  <a:grpSpLocks/>
                </p:cNvGrpSpPr>
                <p:nvPr/>
              </p:nvGrpSpPr>
              <p:grpSpPr bwMode="auto">
                <a:xfrm>
                  <a:off x="159" y="0"/>
                  <a:ext cx="145" cy="735"/>
                  <a:chOff x="0" y="0"/>
                  <a:chExt cx="145" cy="735"/>
                </a:xfrm>
              </p:grpSpPr>
              <p:grpSp>
                <p:nvGrpSpPr>
                  <p:cNvPr id="34040" name="Group 192">
                    <a:extLst>
                      <a:ext uri="{FF2B5EF4-FFF2-40B4-BE49-F238E27FC236}">
                        <a16:creationId xmlns:a16="http://schemas.microsoft.com/office/drawing/2014/main" id="{2F5938B4-FF3A-4898-B5D5-E7F81A00636B}"/>
                      </a:ext>
                    </a:extLst>
                  </p:cNvPr>
                  <p:cNvGrpSpPr>
                    <a:grpSpLocks/>
                  </p:cNvGrpSpPr>
                  <p:nvPr/>
                </p:nvGrpSpPr>
                <p:grpSpPr bwMode="auto">
                  <a:xfrm>
                    <a:off x="0" y="0"/>
                    <a:ext cx="68" cy="376"/>
                    <a:chOff x="0" y="0"/>
                    <a:chExt cx="68" cy="376"/>
                  </a:xfrm>
                </p:grpSpPr>
                <p:sp>
                  <p:nvSpPr>
                    <p:cNvPr id="34044" name="Arc 193">
                      <a:extLst>
                        <a:ext uri="{FF2B5EF4-FFF2-40B4-BE49-F238E27FC236}">
                          <a16:creationId xmlns:a16="http://schemas.microsoft.com/office/drawing/2014/main" id="{69167E13-AA34-438E-9E7C-02E710BB379A}"/>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45" name="Arc 194">
                      <a:extLst>
                        <a:ext uri="{FF2B5EF4-FFF2-40B4-BE49-F238E27FC236}">
                          <a16:creationId xmlns:a16="http://schemas.microsoft.com/office/drawing/2014/main" id="{435B9147-DB46-499C-AB59-94BC9379DAFC}"/>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041" name="Group 195">
                    <a:extLst>
                      <a:ext uri="{FF2B5EF4-FFF2-40B4-BE49-F238E27FC236}">
                        <a16:creationId xmlns:a16="http://schemas.microsoft.com/office/drawing/2014/main" id="{101279C9-B304-4C8D-980E-F313D6869598}"/>
                      </a:ext>
                    </a:extLst>
                  </p:cNvPr>
                  <p:cNvGrpSpPr>
                    <a:grpSpLocks/>
                  </p:cNvGrpSpPr>
                  <p:nvPr/>
                </p:nvGrpSpPr>
                <p:grpSpPr bwMode="auto">
                  <a:xfrm>
                    <a:off x="78" y="359"/>
                    <a:ext cx="67" cy="376"/>
                    <a:chOff x="0" y="0"/>
                    <a:chExt cx="67" cy="376"/>
                  </a:xfrm>
                </p:grpSpPr>
                <p:sp>
                  <p:nvSpPr>
                    <p:cNvPr id="34042" name="Arc 196">
                      <a:extLst>
                        <a:ext uri="{FF2B5EF4-FFF2-40B4-BE49-F238E27FC236}">
                          <a16:creationId xmlns:a16="http://schemas.microsoft.com/office/drawing/2014/main" id="{6572265A-5C27-4259-8286-601CB5CF2CF4}"/>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43" name="Arc 197">
                      <a:extLst>
                        <a:ext uri="{FF2B5EF4-FFF2-40B4-BE49-F238E27FC236}">
                          <a16:creationId xmlns:a16="http://schemas.microsoft.com/office/drawing/2014/main" id="{E8D54EEF-31E6-4E4D-BA15-671C3EF4E034}"/>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4031" name="Group 198">
                <a:extLst>
                  <a:ext uri="{FF2B5EF4-FFF2-40B4-BE49-F238E27FC236}">
                    <a16:creationId xmlns:a16="http://schemas.microsoft.com/office/drawing/2014/main" id="{DB85CBCA-DB3A-422A-BD42-62151D4FFB1C}"/>
                  </a:ext>
                </a:extLst>
              </p:cNvPr>
              <p:cNvGrpSpPr>
                <a:grpSpLocks/>
              </p:cNvGrpSpPr>
              <p:nvPr/>
            </p:nvGrpSpPr>
            <p:grpSpPr bwMode="auto">
              <a:xfrm>
                <a:off x="320" y="0"/>
                <a:ext cx="143" cy="735"/>
                <a:chOff x="0" y="0"/>
                <a:chExt cx="143" cy="735"/>
              </a:xfrm>
            </p:grpSpPr>
            <p:grpSp>
              <p:nvGrpSpPr>
                <p:cNvPr id="34032" name="Group 199">
                  <a:extLst>
                    <a:ext uri="{FF2B5EF4-FFF2-40B4-BE49-F238E27FC236}">
                      <a16:creationId xmlns:a16="http://schemas.microsoft.com/office/drawing/2014/main" id="{3227CD4D-CDAB-4799-9E4E-087797EA757E}"/>
                    </a:ext>
                  </a:extLst>
                </p:cNvPr>
                <p:cNvGrpSpPr>
                  <a:grpSpLocks/>
                </p:cNvGrpSpPr>
                <p:nvPr/>
              </p:nvGrpSpPr>
              <p:grpSpPr bwMode="auto">
                <a:xfrm>
                  <a:off x="0" y="0"/>
                  <a:ext cx="67" cy="376"/>
                  <a:chOff x="0" y="0"/>
                  <a:chExt cx="67" cy="376"/>
                </a:xfrm>
              </p:grpSpPr>
              <p:sp>
                <p:nvSpPr>
                  <p:cNvPr id="34036" name="Arc 200">
                    <a:extLst>
                      <a:ext uri="{FF2B5EF4-FFF2-40B4-BE49-F238E27FC236}">
                        <a16:creationId xmlns:a16="http://schemas.microsoft.com/office/drawing/2014/main" id="{E3617687-7DA3-495C-AEB7-6E40EB2BE082}"/>
                      </a:ext>
                    </a:extLst>
                  </p:cNvPr>
                  <p:cNvSpPr>
                    <a:spLocks/>
                  </p:cNvSpPr>
                  <p:nvPr/>
                </p:nvSpPr>
                <p:spPr bwMode="auto">
                  <a:xfrm>
                    <a:off x="0" y="0"/>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0" y="21590"/>
                        </a:moveTo>
                        <a:cubicBezTo>
                          <a:pt x="0" y="9911"/>
                          <a:pt x="9282" y="347"/>
                          <a:pt x="20955" y="-1"/>
                        </a:cubicBezTo>
                      </a:path>
                      <a:path w="21600" h="21590" stroke="0" extrusionOk="0">
                        <a:moveTo>
                          <a:pt x="0" y="21590"/>
                        </a:moveTo>
                        <a:cubicBezTo>
                          <a:pt x="0" y="9911"/>
                          <a:pt x="9282" y="347"/>
                          <a:pt x="20955" y="-1"/>
                        </a:cubicBezTo>
                        <a:lnTo>
                          <a:pt x="21600" y="21590"/>
                        </a:lnTo>
                        <a:lnTo>
                          <a:pt x="0"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37" name="Arc 201">
                    <a:extLst>
                      <a:ext uri="{FF2B5EF4-FFF2-40B4-BE49-F238E27FC236}">
                        <a16:creationId xmlns:a16="http://schemas.microsoft.com/office/drawing/2014/main" id="{13BF6305-4250-41D1-9DF0-B6E98C5BD051}"/>
                      </a:ext>
                    </a:extLst>
                  </p:cNvPr>
                  <p:cNvSpPr>
                    <a:spLocks/>
                  </p:cNvSpPr>
                  <p:nvPr/>
                </p:nvSpPr>
                <p:spPr bwMode="auto">
                  <a:xfrm>
                    <a:off x="33" y="8"/>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1" y="9"/>
                        </a:moveTo>
                        <a:cubicBezTo>
                          <a:pt x="214" y="3"/>
                          <a:pt x="429" y="-1"/>
                          <a:pt x="644" y="0"/>
                        </a:cubicBezTo>
                        <a:cubicBezTo>
                          <a:pt x="12573" y="0"/>
                          <a:pt x="22244" y="9670"/>
                          <a:pt x="22244" y="21600"/>
                        </a:cubicBezTo>
                      </a:path>
                      <a:path w="22244" h="21600" stroke="0" extrusionOk="0">
                        <a:moveTo>
                          <a:pt x="-1" y="9"/>
                        </a:moveTo>
                        <a:cubicBezTo>
                          <a:pt x="214" y="3"/>
                          <a:pt x="429" y="-1"/>
                          <a:pt x="644" y="0"/>
                        </a:cubicBezTo>
                        <a:cubicBezTo>
                          <a:pt x="12573" y="0"/>
                          <a:pt x="22244" y="9670"/>
                          <a:pt x="22244" y="21600"/>
                        </a:cubicBezTo>
                        <a:lnTo>
                          <a:pt x="644" y="21600"/>
                        </a:lnTo>
                        <a:lnTo>
                          <a:pt x="-1"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033" name="Group 202">
                  <a:extLst>
                    <a:ext uri="{FF2B5EF4-FFF2-40B4-BE49-F238E27FC236}">
                      <a16:creationId xmlns:a16="http://schemas.microsoft.com/office/drawing/2014/main" id="{8CC4BD3F-129B-407D-894C-DD295C82AA4B}"/>
                    </a:ext>
                  </a:extLst>
                </p:cNvPr>
                <p:cNvGrpSpPr>
                  <a:grpSpLocks/>
                </p:cNvGrpSpPr>
                <p:nvPr/>
              </p:nvGrpSpPr>
              <p:grpSpPr bwMode="auto">
                <a:xfrm>
                  <a:off x="76" y="359"/>
                  <a:ext cx="67" cy="376"/>
                  <a:chOff x="0" y="0"/>
                  <a:chExt cx="67" cy="376"/>
                </a:xfrm>
              </p:grpSpPr>
              <p:sp>
                <p:nvSpPr>
                  <p:cNvPr id="34034" name="Arc 203">
                    <a:extLst>
                      <a:ext uri="{FF2B5EF4-FFF2-40B4-BE49-F238E27FC236}">
                        <a16:creationId xmlns:a16="http://schemas.microsoft.com/office/drawing/2014/main" id="{4FFC697F-B548-4065-831A-B1D06CFC67D6}"/>
                      </a:ext>
                    </a:extLst>
                  </p:cNvPr>
                  <p:cNvSpPr>
                    <a:spLocks/>
                  </p:cNvSpPr>
                  <p:nvPr/>
                </p:nvSpPr>
                <p:spPr bwMode="auto">
                  <a:xfrm>
                    <a:off x="0" y="8"/>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35" name="Arc 204">
                    <a:extLst>
                      <a:ext uri="{FF2B5EF4-FFF2-40B4-BE49-F238E27FC236}">
                        <a16:creationId xmlns:a16="http://schemas.microsoft.com/office/drawing/2014/main" id="{533126B1-6068-4F7A-BECF-767553AF3BA1}"/>
                      </a:ext>
                    </a:extLst>
                  </p:cNvPr>
                  <p:cNvSpPr>
                    <a:spLocks/>
                  </p:cNvSpPr>
                  <p:nvPr/>
                </p:nvSpPr>
                <p:spPr bwMode="auto">
                  <a:xfrm>
                    <a:off x="33" y="0"/>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3966" name="Group 205">
              <a:extLst>
                <a:ext uri="{FF2B5EF4-FFF2-40B4-BE49-F238E27FC236}">
                  <a16:creationId xmlns:a16="http://schemas.microsoft.com/office/drawing/2014/main" id="{DD3266AE-FCA5-41BF-BA93-7B9201C66F37}"/>
                </a:ext>
              </a:extLst>
            </p:cNvPr>
            <p:cNvGrpSpPr>
              <a:grpSpLocks/>
            </p:cNvGrpSpPr>
            <p:nvPr/>
          </p:nvGrpSpPr>
          <p:grpSpPr bwMode="auto">
            <a:xfrm>
              <a:off x="3255" y="202"/>
              <a:ext cx="463" cy="743"/>
              <a:chOff x="0" y="0"/>
              <a:chExt cx="463" cy="743"/>
            </a:xfrm>
          </p:grpSpPr>
          <p:grpSp>
            <p:nvGrpSpPr>
              <p:cNvPr id="34008" name="Group 206">
                <a:extLst>
                  <a:ext uri="{FF2B5EF4-FFF2-40B4-BE49-F238E27FC236}">
                    <a16:creationId xmlns:a16="http://schemas.microsoft.com/office/drawing/2014/main" id="{7932CE8F-1CC5-4030-BF4A-0067F28CDF66}"/>
                  </a:ext>
                </a:extLst>
              </p:cNvPr>
              <p:cNvGrpSpPr>
                <a:grpSpLocks/>
              </p:cNvGrpSpPr>
              <p:nvPr/>
            </p:nvGrpSpPr>
            <p:grpSpPr bwMode="auto">
              <a:xfrm>
                <a:off x="0" y="0"/>
                <a:ext cx="304" cy="743"/>
                <a:chOff x="0" y="0"/>
                <a:chExt cx="304" cy="743"/>
              </a:xfrm>
            </p:grpSpPr>
            <p:grpSp>
              <p:nvGrpSpPr>
                <p:cNvPr id="34016" name="Group 207">
                  <a:extLst>
                    <a:ext uri="{FF2B5EF4-FFF2-40B4-BE49-F238E27FC236}">
                      <a16:creationId xmlns:a16="http://schemas.microsoft.com/office/drawing/2014/main" id="{7EC27335-9CF3-4BD5-B46C-5A192A695781}"/>
                    </a:ext>
                  </a:extLst>
                </p:cNvPr>
                <p:cNvGrpSpPr>
                  <a:grpSpLocks/>
                </p:cNvGrpSpPr>
                <p:nvPr/>
              </p:nvGrpSpPr>
              <p:grpSpPr bwMode="auto">
                <a:xfrm>
                  <a:off x="0" y="8"/>
                  <a:ext cx="143" cy="735"/>
                  <a:chOff x="0" y="0"/>
                  <a:chExt cx="143" cy="735"/>
                </a:xfrm>
              </p:grpSpPr>
              <p:grpSp>
                <p:nvGrpSpPr>
                  <p:cNvPr id="34024" name="Group 208">
                    <a:extLst>
                      <a:ext uri="{FF2B5EF4-FFF2-40B4-BE49-F238E27FC236}">
                        <a16:creationId xmlns:a16="http://schemas.microsoft.com/office/drawing/2014/main" id="{6F5BAFFA-B18B-4A29-B169-A972E21923FE}"/>
                      </a:ext>
                    </a:extLst>
                  </p:cNvPr>
                  <p:cNvGrpSpPr>
                    <a:grpSpLocks/>
                  </p:cNvGrpSpPr>
                  <p:nvPr/>
                </p:nvGrpSpPr>
                <p:grpSpPr bwMode="auto">
                  <a:xfrm>
                    <a:off x="0" y="0"/>
                    <a:ext cx="68" cy="376"/>
                    <a:chOff x="0" y="0"/>
                    <a:chExt cx="68" cy="376"/>
                  </a:xfrm>
                </p:grpSpPr>
                <p:sp>
                  <p:nvSpPr>
                    <p:cNvPr id="34028" name="Arc 209">
                      <a:extLst>
                        <a:ext uri="{FF2B5EF4-FFF2-40B4-BE49-F238E27FC236}">
                          <a16:creationId xmlns:a16="http://schemas.microsoft.com/office/drawing/2014/main" id="{7AFBB13C-F059-47DD-A84B-76CAA77B5C49}"/>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29" name="Arc 210">
                      <a:extLst>
                        <a:ext uri="{FF2B5EF4-FFF2-40B4-BE49-F238E27FC236}">
                          <a16:creationId xmlns:a16="http://schemas.microsoft.com/office/drawing/2014/main" id="{0C22CC48-A6C0-4B99-9484-5023DE221FAB}"/>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025" name="Group 211">
                    <a:extLst>
                      <a:ext uri="{FF2B5EF4-FFF2-40B4-BE49-F238E27FC236}">
                        <a16:creationId xmlns:a16="http://schemas.microsoft.com/office/drawing/2014/main" id="{490B233B-B8A8-4A51-8B27-56A3A331AD43}"/>
                      </a:ext>
                    </a:extLst>
                  </p:cNvPr>
                  <p:cNvGrpSpPr>
                    <a:grpSpLocks/>
                  </p:cNvGrpSpPr>
                  <p:nvPr/>
                </p:nvGrpSpPr>
                <p:grpSpPr bwMode="auto">
                  <a:xfrm>
                    <a:off x="76" y="359"/>
                    <a:ext cx="67" cy="376"/>
                    <a:chOff x="0" y="0"/>
                    <a:chExt cx="67" cy="376"/>
                  </a:xfrm>
                </p:grpSpPr>
                <p:sp>
                  <p:nvSpPr>
                    <p:cNvPr id="34026" name="Arc 212">
                      <a:extLst>
                        <a:ext uri="{FF2B5EF4-FFF2-40B4-BE49-F238E27FC236}">
                          <a16:creationId xmlns:a16="http://schemas.microsoft.com/office/drawing/2014/main" id="{5BA3FB72-53B1-4F43-B72C-3E5DB10F7AA5}"/>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27" name="Arc 213">
                      <a:extLst>
                        <a:ext uri="{FF2B5EF4-FFF2-40B4-BE49-F238E27FC236}">
                          <a16:creationId xmlns:a16="http://schemas.microsoft.com/office/drawing/2014/main" id="{BE250876-4732-4779-B4A4-41ACE790DC65}"/>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4017" name="Group 214">
                  <a:extLst>
                    <a:ext uri="{FF2B5EF4-FFF2-40B4-BE49-F238E27FC236}">
                      <a16:creationId xmlns:a16="http://schemas.microsoft.com/office/drawing/2014/main" id="{9193C699-981B-474F-8AA2-DDC7CA55D566}"/>
                    </a:ext>
                  </a:extLst>
                </p:cNvPr>
                <p:cNvGrpSpPr>
                  <a:grpSpLocks/>
                </p:cNvGrpSpPr>
                <p:nvPr/>
              </p:nvGrpSpPr>
              <p:grpSpPr bwMode="auto">
                <a:xfrm>
                  <a:off x="159" y="0"/>
                  <a:ext cx="145" cy="735"/>
                  <a:chOff x="0" y="0"/>
                  <a:chExt cx="145" cy="735"/>
                </a:xfrm>
              </p:grpSpPr>
              <p:grpSp>
                <p:nvGrpSpPr>
                  <p:cNvPr id="34018" name="Group 215">
                    <a:extLst>
                      <a:ext uri="{FF2B5EF4-FFF2-40B4-BE49-F238E27FC236}">
                        <a16:creationId xmlns:a16="http://schemas.microsoft.com/office/drawing/2014/main" id="{54F06FCF-5EBA-41A7-A426-70CE2FC61A76}"/>
                      </a:ext>
                    </a:extLst>
                  </p:cNvPr>
                  <p:cNvGrpSpPr>
                    <a:grpSpLocks/>
                  </p:cNvGrpSpPr>
                  <p:nvPr/>
                </p:nvGrpSpPr>
                <p:grpSpPr bwMode="auto">
                  <a:xfrm>
                    <a:off x="0" y="0"/>
                    <a:ext cx="68" cy="376"/>
                    <a:chOff x="0" y="0"/>
                    <a:chExt cx="68" cy="376"/>
                  </a:xfrm>
                </p:grpSpPr>
                <p:sp>
                  <p:nvSpPr>
                    <p:cNvPr id="34022" name="Arc 216">
                      <a:extLst>
                        <a:ext uri="{FF2B5EF4-FFF2-40B4-BE49-F238E27FC236}">
                          <a16:creationId xmlns:a16="http://schemas.microsoft.com/office/drawing/2014/main" id="{6AFE9B8E-1248-4585-A3CE-5FD6CFD70C78}"/>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23" name="Arc 217">
                      <a:extLst>
                        <a:ext uri="{FF2B5EF4-FFF2-40B4-BE49-F238E27FC236}">
                          <a16:creationId xmlns:a16="http://schemas.microsoft.com/office/drawing/2014/main" id="{5E09C9B0-49CE-41E9-9ACB-9ADF12E3986C}"/>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019" name="Group 218">
                    <a:extLst>
                      <a:ext uri="{FF2B5EF4-FFF2-40B4-BE49-F238E27FC236}">
                        <a16:creationId xmlns:a16="http://schemas.microsoft.com/office/drawing/2014/main" id="{41997E76-C6D9-4957-A3F0-E9E7B8C49466}"/>
                      </a:ext>
                    </a:extLst>
                  </p:cNvPr>
                  <p:cNvGrpSpPr>
                    <a:grpSpLocks/>
                  </p:cNvGrpSpPr>
                  <p:nvPr/>
                </p:nvGrpSpPr>
                <p:grpSpPr bwMode="auto">
                  <a:xfrm>
                    <a:off x="78" y="359"/>
                    <a:ext cx="67" cy="376"/>
                    <a:chOff x="0" y="0"/>
                    <a:chExt cx="67" cy="376"/>
                  </a:xfrm>
                </p:grpSpPr>
                <p:sp>
                  <p:nvSpPr>
                    <p:cNvPr id="34020" name="Arc 219">
                      <a:extLst>
                        <a:ext uri="{FF2B5EF4-FFF2-40B4-BE49-F238E27FC236}">
                          <a16:creationId xmlns:a16="http://schemas.microsoft.com/office/drawing/2014/main" id="{AA9F881C-EC30-4233-96AC-AA12B56A6525}"/>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21" name="Arc 220">
                      <a:extLst>
                        <a:ext uri="{FF2B5EF4-FFF2-40B4-BE49-F238E27FC236}">
                          <a16:creationId xmlns:a16="http://schemas.microsoft.com/office/drawing/2014/main" id="{A1F0626F-6D22-4D10-8BB1-744406BC010C}"/>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4009" name="Group 221">
                <a:extLst>
                  <a:ext uri="{FF2B5EF4-FFF2-40B4-BE49-F238E27FC236}">
                    <a16:creationId xmlns:a16="http://schemas.microsoft.com/office/drawing/2014/main" id="{25CC878A-97FA-413B-83B8-C43807B3B859}"/>
                  </a:ext>
                </a:extLst>
              </p:cNvPr>
              <p:cNvGrpSpPr>
                <a:grpSpLocks/>
              </p:cNvGrpSpPr>
              <p:nvPr/>
            </p:nvGrpSpPr>
            <p:grpSpPr bwMode="auto">
              <a:xfrm>
                <a:off x="320" y="0"/>
                <a:ext cx="143" cy="735"/>
                <a:chOff x="0" y="0"/>
                <a:chExt cx="143" cy="735"/>
              </a:xfrm>
            </p:grpSpPr>
            <p:grpSp>
              <p:nvGrpSpPr>
                <p:cNvPr id="34010" name="Group 222">
                  <a:extLst>
                    <a:ext uri="{FF2B5EF4-FFF2-40B4-BE49-F238E27FC236}">
                      <a16:creationId xmlns:a16="http://schemas.microsoft.com/office/drawing/2014/main" id="{5ADA2D64-BF11-44A2-AFCC-29736961F1FD}"/>
                    </a:ext>
                  </a:extLst>
                </p:cNvPr>
                <p:cNvGrpSpPr>
                  <a:grpSpLocks/>
                </p:cNvGrpSpPr>
                <p:nvPr/>
              </p:nvGrpSpPr>
              <p:grpSpPr bwMode="auto">
                <a:xfrm>
                  <a:off x="0" y="0"/>
                  <a:ext cx="67" cy="376"/>
                  <a:chOff x="0" y="0"/>
                  <a:chExt cx="67" cy="376"/>
                </a:xfrm>
              </p:grpSpPr>
              <p:sp>
                <p:nvSpPr>
                  <p:cNvPr id="34014" name="Arc 223">
                    <a:extLst>
                      <a:ext uri="{FF2B5EF4-FFF2-40B4-BE49-F238E27FC236}">
                        <a16:creationId xmlns:a16="http://schemas.microsoft.com/office/drawing/2014/main" id="{CAC898EA-E2F7-4D89-B992-A4BF48BE959C}"/>
                      </a:ext>
                    </a:extLst>
                  </p:cNvPr>
                  <p:cNvSpPr>
                    <a:spLocks/>
                  </p:cNvSpPr>
                  <p:nvPr/>
                </p:nvSpPr>
                <p:spPr bwMode="auto">
                  <a:xfrm>
                    <a:off x="0" y="0"/>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0" y="21590"/>
                        </a:moveTo>
                        <a:cubicBezTo>
                          <a:pt x="0" y="9911"/>
                          <a:pt x="9282" y="347"/>
                          <a:pt x="20955" y="-1"/>
                        </a:cubicBezTo>
                      </a:path>
                      <a:path w="21600" h="21590" stroke="0" extrusionOk="0">
                        <a:moveTo>
                          <a:pt x="0" y="21590"/>
                        </a:moveTo>
                        <a:cubicBezTo>
                          <a:pt x="0" y="9911"/>
                          <a:pt x="9282" y="347"/>
                          <a:pt x="20955" y="-1"/>
                        </a:cubicBezTo>
                        <a:lnTo>
                          <a:pt x="21600" y="21590"/>
                        </a:lnTo>
                        <a:lnTo>
                          <a:pt x="0"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15" name="Arc 224">
                    <a:extLst>
                      <a:ext uri="{FF2B5EF4-FFF2-40B4-BE49-F238E27FC236}">
                        <a16:creationId xmlns:a16="http://schemas.microsoft.com/office/drawing/2014/main" id="{CD252A23-5516-4CBF-8952-ABC4FDB350E1}"/>
                      </a:ext>
                    </a:extLst>
                  </p:cNvPr>
                  <p:cNvSpPr>
                    <a:spLocks/>
                  </p:cNvSpPr>
                  <p:nvPr/>
                </p:nvSpPr>
                <p:spPr bwMode="auto">
                  <a:xfrm>
                    <a:off x="33" y="8"/>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1" y="9"/>
                        </a:moveTo>
                        <a:cubicBezTo>
                          <a:pt x="214" y="3"/>
                          <a:pt x="429" y="-1"/>
                          <a:pt x="644" y="0"/>
                        </a:cubicBezTo>
                        <a:cubicBezTo>
                          <a:pt x="12573" y="0"/>
                          <a:pt x="22244" y="9670"/>
                          <a:pt x="22244" y="21600"/>
                        </a:cubicBezTo>
                      </a:path>
                      <a:path w="22244" h="21600" stroke="0" extrusionOk="0">
                        <a:moveTo>
                          <a:pt x="-1" y="9"/>
                        </a:moveTo>
                        <a:cubicBezTo>
                          <a:pt x="214" y="3"/>
                          <a:pt x="429" y="-1"/>
                          <a:pt x="644" y="0"/>
                        </a:cubicBezTo>
                        <a:cubicBezTo>
                          <a:pt x="12573" y="0"/>
                          <a:pt x="22244" y="9670"/>
                          <a:pt x="22244" y="21600"/>
                        </a:cubicBezTo>
                        <a:lnTo>
                          <a:pt x="644" y="21600"/>
                        </a:lnTo>
                        <a:lnTo>
                          <a:pt x="-1"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011" name="Group 225">
                  <a:extLst>
                    <a:ext uri="{FF2B5EF4-FFF2-40B4-BE49-F238E27FC236}">
                      <a16:creationId xmlns:a16="http://schemas.microsoft.com/office/drawing/2014/main" id="{D65172A9-E696-4132-8CB2-597BFC8075D0}"/>
                    </a:ext>
                  </a:extLst>
                </p:cNvPr>
                <p:cNvGrpSpPr>
                  <a:grpSpLocks/>
                </p:cNvGrpSpPr>
                <p:nvPr/>
              </p:nvGrpSpPr>
              <p:grpSpPr bwMode="auto">
                <a:xfrm>
                  <a:off x="76" y="359"/>
                  <a:ext cx="67" cy="376"/>
                  <a:chOff x="0" y="0"/>
                  <a:chExt cx="67" cy="376"/>
                </a:xfrm>
              </p:grpSpPr>
              <p:sp>
                <p:nvSpPr>
                  <p:cNvPr id="34012" name="Arc 226">
                    <a:extLst>
                      <a:ext uri="{FF2B5EF4-FFF2-40B4-BE49-F238E27FC236}">
                        <a16:creationId xmlns:a16="http://schemas.microsoft.com/office/drawing/2014/main" id="{84B25C3D-9468-4FDD-942E-C93D1BBC518B}"/>
                      </a:ext>
                    </a:extLst>
                  </p:cNvPr>
                  <p:cNvSpPr>
                    <a:spLocks/>
                  </p:cNvSpPr>
                  <p:nvPr/>
                </p:nvSpPr>
                <p:spPr bwMode="auto">
                  <a:xfrm>
                    <a:off x="0" y="8"/>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13" name="Arc 227">
                    <a:extLst>
                      <a:ext uri="{FF2B5EF4-FFF2-40B4-BE49-F238E27FC236}">
                        <a16:creationId xmlns:a16="http://schemas.microsoft.com/office/drawing/2014/main" id="{136ED5B2-B69A-4C8E-B0B9-CDDA908DE3C3}"/>
                      </a:ext>
                    </a:extLst>
                  </p:cNvPr>
                  <p:cNvSpPr>
                    <a:spLocks/>
                  </p:cNvSpPr>
                  <p:nvPr/>
                </p:nvSpPr>
                <p:spPr bwMode="auto">
                  <a:xfrm>
                    <a:off x="33" y="0"/>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3967" name="Group 228">
              <a:extLst>
                <a:ext uri="{FF2B5EF4-FFF2-40B4-BE49-F238E27FC236}">
                  <a16:creationId xmlns:a16="http://schemas.microsoft.com/office/drawing/2014/main" id="{AAF2BA7C-1878-498C-8C38-81261C2FE29F}"/>
                </a:ext>
              </a:extLst>
            </p:cNvPr>
            <p:cNvGrpSpPr>
              <a:grpSpLocks/>
            </p:cNvGrpSpPr>
            <p:nvPr/>
          </p:nvGrpSpPr>
          <p:grpSpPr bwMode="auto">
            <a:xfrm>
              <a:off x="4271" y="218"/>
              <a:ext cx="463" cy="743"/>
              <a:chOff x="0" y="0"/>
              <a:chExt cx="463" cy="743"/>
            </a:xfrm>
          </p:grpSpPr>
          <p:grpSp>
            <p:nvGrpSpPr>
              <p:cNvPr id="33986" name="Group 229">
                <a:extLst>
                  <a:ext uri="{FF2B5EF4-FFF2-40B4-BE49-F238E27FC236}">
                    <a16:creationId xmlns:a16="http://schemas.microsoft.com/office/drawing/2014/main" id="{543E03B0-49F4-472B-88A4-CFBFB0867072}"/>
                  </a:ext>
                </a:extLst>
              </p:cNvPr>
              <p:cNvGrpSpPr>
                <a:grpSpLocks/>
              </p:cNvGrpSpPr>
              <p:nvPr/>
            </p:nvGrpSpPr>
            <p:grpSpPr bwMode="auto">
              <a:xfrm>
                <a:off x="0" y="0"/>
                <a:ext cx="304" cy="743"/>
                <a:chOff x="0" y="0"/>
                <a:chExt cx="304" cy="743"/>
              </a:xfrm>
            </p:grpSpPr>
            <p:grpSp>
              <p:nvGrpSpPr>
                <p:cNvPr id="33994" name="Group 230">
                  <a:extLst>
                    <a:ext uri="{FF2B5EF4-FFF2-40B4-BE49-F238E27FC236}">
                      <a16:creationId xmlns:a16="http://schemas.microsoft.com/office/drawing/2014/main" id="{D9AA7074-5291-422A-A3D0-07E96B34A43C}"/>
                    </a:ext>
                  </a:extLst>
                </p:cNvPr>
                <p:cNvGrpSpPr>
                  <a:grpSpLocks/>
                </p:cNvGrpSpPr>
                <p:nvPr/>
              </p:nvGrpSpPr>
              <p:grpSpPr bwMode="auto">
                <a:xfrm>
                  <a:off x="0" y="8"/>
                  <a:ext cx="143" cy="735"/>
                  <a:chOff x="0" y="0"/>
                  <a:chExt cx="143" cy="735"/>
                </a:xfrm>
              </p:grpSpPr>
              <p:grpSp>
                <p:nvGrpSpPr>
                  <p:cNvPr id="34002" name="Group 231">
                    <a:extLst>
                      <a:ext uri="{FF2B5EF4-FFF2-40B4-BE49-F238E27FC236}">
                        <a16:creationId xmlns:a16="http://schemas.microsoft.com/office/drawing/2014/main" id="{F9DF6D73-2444-457E-ADA5-FC9C9AD82BB6}"/>
                      </a:ext>
                    </a:extLst>
                  </p:cNvPr>
                  <p:cNvGrpSpPr>
                    <a:grpSpLocks/>
                  </p:cNvGrpSpPr>
                  <p:nvPr/>
                </p:nvGrpSpPr>
                <p:grpSpPr bwMode="auto">
                  <a:xfrm>
                    <a:off x="0" y="0"/>
                    <a:ext cx="68" cy="376"/>
                    <a:chOff x="0" y="0"/>
                    <a:chExt cx="68" cy="376"/>
                  </a:xfrm>
                </p:grpSpPr>
                <p:sp>
                  <p:nvSpPr>
                    <p:cNvPr id="34006" name="Arc 232">
                      <a:extLst>
                        <a:ext uri="{FF2B5EF4-FFF2-40B4-BE49-F238E27FC236}">
                          <a16:creationId xmlns:a16="http://schemas.microsoft.com/office/drawing/2014/main" id="{43213345-CA9E-4534-905D-489998C49146}"/>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07" name="Arc 233">
                      <a:extLst>
                        <a:ext uri="{FF2B5EF4-FFF2-40B4-BE49-F238E27FC236}">
                          <a16:creationId xmlns:a16="http://schemas.microsoft.com/office/drawing/2014/main" id="{A65BB148-72A4-4A71-B39E-71B947D35B94}"/>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003" name="Group 234">
                    <a:extLst>
                      <a:ext uri="{FF2B5EF4-FFF2-40B4-BE49-F238E27FC236}">
                        <a16:creationId xmlns:a16="http://schemas.microsoft.com/office/drawing/2014/main" id="{61DA92E4-1107-476C-B207-59DF2BAF5052}"/>
                      </a:ext>
                    </a:extLst>
                  </p:cNvPr>
                  <p:cNvGrpSpPr>
                    <a:grpSpLocks/>
                  </p:cNvGrpSpPr>
                  <p:nvPr/>
                </p:nvGrpSpPr>
                <p:grpSpPr bwMode="auto">
                  <a:xfrm>
                    <a:off x="76" y="359"/>
                    <a:ext cx="67" cy="376"/>
                    <a:chOff x="0" y="0"/>
                    <a:chExt cx="67" cy="376"/>
                  </a:xfrm>
                </p:grpSpPr>
                <p:sp>
                  <p:nvSpPr>
                    <p:cNvPr id="34004" name="Arc 235">
                      <a:extLst>
                        <a:ext uri="{FF2B5EF4-FFF2-40B4-BE49-F238E27FC236}">
                          <a16:creationId xmlns:a16="http://schemas.microsoft.com/office/drawing/2014/main" id="{547D8BEF-1BD2-4950-89B6-736919DF90E9}"/>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05" name="Arc 236">
                      <a:extLst>
                        <a:ext uri="{FF2B5EF4-FFF2-40B4-BE49-F238E27FC236}">
                          <a16:creationId xmlns:a16="http://schemas.microsoft.com/office/drawing/2014/main" id="{0385A3DA-4F29-4DB3-A78F-597C6703EF53}"/>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3995" name="Group 237">
                  <a:extLst>
                    <a:ext uri="{FF2B5EF4-FFF2-40B4-BE49-F238E27FC236}">
                      <a16:creationId xmlns:a16="http://schemas.microsoft.com/office/drawing/2014/main" id="{017CBF7C-B586-4FB5-8C2B-1989232D2769}"/>
                    </a:ext>
                  </a:extLst>
                </p:cNvPr>
                <p:cNvGrpSpPr>
                  <a:grpSpLocks/>
                </p:cNvGrpSpPr>
                <p:nvPr/>
              </p:nvGrpSpPr>
              <p:grpSpPr bwMode="auto">
                <a:xfrm>
                  <a:off x="159" y="0"/>
                  <a:ext cx="145" cy="735"/>
                  <a:chOff x="0" y="0"/>
                  <a:chExt cx="145" cy="735"/>
                </a:xfrm>
              </p:grpSpPr>
              <p:grpSp>
                <p:nvGrpSpPr>
                  <p:cNvPr id="33996" name="Group 238">
                    <a:extLst>
                      <a:ext uri="{FF2B5EF4-FFF2-40B4-BE49-F238E27FC236}">
                        <a16:creationId xmlns:a16="http://schemas.microsoft.com/office/drawing/2014/main" id="{A29A8410-1CEE-4C7C-9711-4D2843F30693}"/>
                      </a:ext>
                    </a:extLst>
                  </p:cNvPr>
                  <p:cNvGrpSpPr>
                    <a:grpSpLocks/>
                  </p:cNvGrpSpPr>
                  <p:nvPr/>
                </p:nvGrpSpPr>
                <p:grpSpPr bwMode="auto">
                  <a:xfrm>
                    <a:off x="0" y="0"/>
                    <a:ext cx="68" cy="376"/>
                    <a:chOff x="0" y="0"/>
                    <a:chExt cx="68" cy="376"/>
                  </a:xfrm>
                </p:grpSpPr>
                <p:sp>
                  <p:nvSpPr>
                    <p:cNvPr id="34000" name="Arc 239">
                      <a:extLst>
                        <a:ext uri="{FF2B5EF4-FFF2-40B4-BE49-F238E27FC236}">
                          <a16:creationId xmlns:a16="http://schemas.microsoft.com/office/drawing/2014/main" id="{B0BF4418-669C-43D8-A14A-3DADDBCDFC78}"/>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01" name="Arc 240">
                      <a:extLst>
                        <a:ext uri="{FF2B5EF4-FFF2-40B4-BE49-F238E27FC236}">
                          <a16:creationId xmlns:a16="http://schemas.microsoft.com/office/drawing/2014/main" id="{B8CB28E2-F8CF-43A1-9567-F74AB530B868}"/>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997" name="Group 241">
                    <a:extLst>
                      <a:ext uri="{FF2B5EF4-FFF2-40B4-BE49-F238E27FC236}">
                        <a16:creationId xmlns:a16="http://schemas.microsoft.com/office/drawing/2014/main" id="{154B905D-E2F7-4C82-887D-A74B68B816B5}"/>
                      </a:ext>
                    </a:extLst>
                  </p:cNvPr>
                  <p:cNvGrpSpPr>
                    <a:grpSpLocks/>
                  </p:cNvGrpSpPr>
                  <p:nvPr/>
                </p:nvGrpSpPr>
                <p:grpSpPr bwMode="auto">
                  <a:xfrm>
                    <a:off x="78" y="359"/>
                    <a:ext cx="67" cy="376"/>
                    <a:chOff x="0" y="0"/>
                    <a:chExt cx="67" cy="376"/>
                  </a:xfrm>
                </p:grpSpPr>
                <p:sp>
                  <p:nvSpPr>
                    <p:cNvPr id="33998" name="Arc 242">
                      <a:extLst>
                        <a:ext uri="{FF2B5EF4-FFF2-40B4-BE49-F238E27FC236}">
                          <a16:creationId xmlns:a16="http://schemas.microsoft.com/office/drawing/2014/main" id="{A5FC0245-521B-4D7E-AF02-7CDB6E2305C3}"/>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99" name="Arc 243">
                      <a:extLst>
                        <a:ext uri="{FF2B5EF4-FFF2-40B4-BE49-F238E27FC236}">
                          <a16:creationId xmlns:a16="http://schemas.microsoft.com/office/drawing/2014/main" id="{6CF469E3-F6E8-4176-9DC4-55CEC4E65488}"/>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3987" name="Group 244">
                <a:extLst>
                  <a:ext uri="{FF2B5EF4-FFF2-40B4-BE49-F238E27FC236}">
                    <a16:creationId xmlns:a16="http://schemas.microsoft.com/office/drawing/2014/main" id="{A0E265C4-23B7-489F-A2C2-1B58F4232291}"/>
                  </a:ext>
                </a:extLst>
              </p:cNvPr>
              <p:cNvGrpSpPr>
                <a:grpSpLocks/>
              </p:cNvGrpSpPr>
              <p:nvPr/>
            </p:nvGrpSpPr>
            <p:grpSpPr bwMode="auto">
              <a:xfrm>
                <a:off x="320" y="0"/>
                <a:ext cx="143" cy="735"/>
                <a:chOff x="0" y="0"/>
                <a:chExt cx="143" cy="735"/>
              </a:xfrm>
            </p:grpSpPr>
            <p:grpSp>
              <p:nvGrpSpPr>
                <p:cNvPr id="33988" name="Group 245">
                  <a:extLst>
                    <a:ext uri="{FF2B5EF4-FFF2-40B4-BE49-F238E27FC236}">
                      <a16:creationId xmlns:a16="http://schemas.microsoft.com/office/drawing/2014/main" id="{C34F13D2-3B99-4CE7-93EB-6FB58DE1F047}"/>
                    </a:ext>
                  </a:extLst>
                </p:cNvPr>
                <p:cNvGrpSpPr>
                  <a:grpSpLocks/>
                </p:cNvGrpSpPr>
                <p:nvPr/>
              </p:nvGrpSpPr>
              <p:grpSpPr bwMode="auto">
                <a:xfrm>
                  <a:off x="0" y="0"/>
                  <a:ext cx="67" cy="376"/>
                  <a:chOff x="0" y="0"/>
                  <a:chExt cx="67" cy="376"/>
                </a:xfrm>
              </p:grpSpPr>
              <p:sp>
                <p:nvSpPr>
                  <p:cNvPr id="33992" name="Arc 246">
                    <a:extLst>
                      <a:ext uri="{FF2B5EF4-FFF2-40B4-BE49-F238E27FC236}">
                        <a16:creationId xmlns:a16="http://schemas.microsoft.com/office/drawing/2014/main" id="{F4334795-705A-4FCA-8D7D-37D528A11DC1}"/>
                      </a:ext>
                    </a:extLst>
                  </p:cNvPr>
                  <p:cNvSpPr>
                    <a:spLocks/>
                  </p:cNvSpPr>
                  <p:nvPr/>
                </p:nvSpPr>
                <p:spPr bwMode="auto">
                  <a:xfrm>
                    <a:off x="0" y="0"/>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0" y="21590"/>
                        </a:moveTo>
                        <a:cubicBezTo>
                          <a:pt x="0" y="9911"/>
                          <a:pt x="9282" y="347"/>
                          <a:pt x="20955" y="-1"/>
                        </a:cubicBezTo>
                      </a:path>
                      <a:path w="21600" h="21590" stroke="0" extrusionOk="0">
                        <a:moveTo>
                          <a:pt x="0" y="21590"/>
                        </a:moveTo>
                        <a:cubicBezTo>
                          <a:pt x="0" y="9911"/>
                          <a:pt x="9282" y="347"/>
                          <a:pt x="20955" y="-1"/>
                        </a:cubicBezTo>
                        <a:lnTo>
                          <a:pt x="21600" y="21590"/>
                        </a:lnTo>
                        <a:lnTo>
                          <a:pt x="0"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93" name="Arc 247">
                    <a:extLst>
                      <a:ext uri="{FF2B5EF4-FFF2-40B4-BE49-F238E27FC236}">
                        <a16:creationId xmlns:a16="http://schemas.microsoft.com/office/drawing/2014/main" id="{DABD8A39-8B48-453D-BE5E-1C37BCE27DF5}"/>
                      </a:ext>
                    </a:extLst>
                  </p:cNvPr>
                  <p:cNvSpPr>
                    <a:spLocks/>
                  </p:cNvSpPr>
                  <p:nvPr/>
                </p:nvSpPr>
                <p:spPr bwMode="auto">
                  <a:xfrm>
                    <a:off x="33" y="8"/>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1" y="9"/>
                        </a:moveTo>
                        <a:cubicBezTo>
                          <a:pt x="214" y="3"/>
                          <a:pt x="429" y="-1"/>
                          <a:pt x="644" y="0"/>
                        </a:cubicBezTo>
                        <a:cubicBezTo>
                          <a:pt x="12573" y="0"/>
                          <a:pt x="22244" y="9670"/>
                          <a:pt x="22244" y="21600"/>
                        </a:cubicBezTo>
                      </a:path>
                      <a:path w="22244" h="21600" stroke="0" extrusionOk="0">
                        <a:moveTo>
                          <a:pt x="-1" y="9"/>
                        </a:moveTo>
                        <a:cubicBezTo>
                          <a:pt x="214" y="3"/>
                          <a:pt x="429" y="-1"/>
                          <a:pt x="644" y="0"/>
                        </a:cubicBezTo>
                        <a:cubicBezTo>
                          <a:pt x="12573" y="0"/>
                          <a:pt x="22244" y="9670"/>
                          <a:pt x="22244" y="21600"/>
                        </a:cubicBezTo>
                        <a:lnTo>
                          <a:pt x="644" y="21600"/>
                        </a:lnTo>
                        <a:lnTo>
                          <a:pt x="-1"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989" name="Group 248">
                  <a:extLst>
                    <a:ext uri="{FF2B5EF4-FFF2-40B4-BE49-F238E27FC236}">
                      <a16:creationId xmlns:a16="http://schemas.microsoft.com/office/drawing/2014/main" id="{05D97C06-5DEC-455B-9665-D23504191403}"/>
                    </a:ext>
                  </a:extLst>
                </p:cNvPr>
                <p:cNvGrpSpPr>
                  <a:grpSpLocks/>
                </p:cNvGrpSpPr>
                <p:nvPr/>
              </p:nvGrpSpPr>
              <p:grpSpPr bwMode="auto">
                <a:xfrm>
                  <a:off x="76" y="359"/>
                  <a:ext cx="67" cy="376"/>
                  <a:chOff x="0" y="0"/>
                  <a:chExt cx="67" cy="376"/>
                </a:xfrm>
              </p:grpSpPr>
              <p:sp>
                <p:nvSpPr>
                  <p:cNvPr id="33990" name="Arc 249">
                    <a:extLst>
                      <a:ext uri="{FF2B5EF4-FFF2-40B4-BE49-F238E27FC236}">
                        <a16:creationId xmlns:a16="http://schemas.microsoft.com/office/drawing/2014/main" id="{26ADC588-C56D-4EE5-89DB-22BF8618E813}"/>
                      </a:ext>
                    </a:extLst>
                  </p:cNvPr>
                  <p:cNvSpPr>
                    <a:spLocks/>
                  </p:cNvSpPr>
                  <p:nvPr/>
                </p:nvSpPr>
                <p:spPr bwMode="auto">
                  <a:xfrm>
                    <a:off x="0" y="8"/>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91" name="Arc 250">
                    <a:extLst>
                      <a:ext uri="{FF2B5EF4-FFF2-40B4-BE49-F238E27FC236}">
                        <a16:creationId xmlns:a16="http://schemas.microsoft.com/office/drawing/2014/main" id="{64914614-F980-4766-8DAD-61C9A3732CB2}"/>
                      </a:ext>
                    </a:extLst>
                  </p:cNvPr>
                  <p:cNvSpPr>
                    <a:spLocks/>
                  </p:cNvSpPr>
                  <p:nvPr/>
                </p:nvSpPr>
                <p:spPr bwMode="auto">
                  <a:xfrm>
                    <a:off x="33" y="0"/>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sp>
          <p:nvSpPr>
            <p:cNvPr id="33968" name="Rectangle 251">
              <a:extLst>
                <a:ext uri="{FF2B5EF4-FFF2-40B4-BE49-F238E27FC236}">
                  <a16:creationId xmlns:a16="http://schemas.microsoft.com/office/drawing/2014/main" id="{4CB544E0-C272-4951-831D-F43208A46FBC}"/>
                </a:ext>
              </a:extLst>
            </p:cNvPr>
            <p:cNvSpPr>
              <a:spLocks noChangeArrowheads="1"/>
            </p:cNvSpPr>
            <p:nvPr/>
          </p:nvSpPr>
          <p:spPr bwMode="auto">
            <a:xfrm>
              <a:off x="384" y="237"/>
              <a:ext cx="698" cy="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a:spcBef>
                  <a:spcPct val="0"/>
                </a:spcBef>
                <a:buClrTx/>
                <a:buSzTx/>
                <a:buFontTx/>
                <a:buNone/>
              </a:pPr>
              <a:r>
                <a:rPr lang="zh-CN" altLang="zh-CN" sz="1800">
                  <a:latin typeface="华文楷体" panose="02010600040101010101" pitchFamily="2" charset="-122"/>
                  <a:ea typeface="华文楷体" panose="02010600040101010101" pitchFamily="2" charset="-122"/>
                </a:rPr>
                <a:t>Frequency</a:t>
              </a:r>
            </a:p>
            <a:p>
              <a:pPr algn="r">
                <a:spcBef>
                  <a:spcPct val="0"/>
                </a:spcBef>
                <a:buClrTx/>
                <a:buSzTx/>
                <a:buFontTx/>
                <a:buNone/>
              </a:pPr>
              <a:r>
                <a:rPr lang="zh-CN" altLang="zh-CN" sz="1800">
                  <a:latin typeface="华文楷体" panose="02010600040101010101" pitchFamily="2" charset="-122"/>
                  <a:ea typeface="华文楷体" panose="02010600040101010101" pitchFamily="2" charset="-122"/>
                </a:rPr>
                <a:t>Shift</a:t>
              </a:r>
            </a:p>
            <a:p>
              <a:pPr algn="r">
                <a:spcBef>
                  <a:spcPct val="0"/>
                </a:spcBef>
                <a:buClrTx/>
                <a:buSzTx/>
                <a:buFontTx/>
                <a:buNone/>
              </a:pPr>
              <a:r>
                <a:rPr lang="zh-CN" altLang="zh-CN" sz="1800">
                  <a:latin typeface="华文楷体" panose="02010600040101010101" pitchFamily="2" charset="-122"/>
                  <a:ea typeface="华文楷体" panose="02010600040101010101" pitchFamily="2" charset="-122"/>
                </a:rPr>
                <a:t>Keying</a:t>
              </a:r>
            </a:p>
          </p:txBody>
        </p:sp>
        <p:sp>
          <p:nvSpPr>
            <p:cNvPr id="33969" name="Text Box 252">
              <a:extLst>
                <a:ext uri="{FF2B5EF4-FFF2-40B4-BE49-F238E27FC236}">
                  <a16:creationId xmlns:a16="http://schemas.microsoft.com/office/drawing/2014/main" id="{63C41D9C-BAD6-4C49-B725-D2CB1F89DB78}"/>
                </a:ext>
              </a:extLst>
            </p:cNvPr>
            <p:cNvSpPr txBox="1">
              <a:spLocks noChangeArrowheads="1"/>
            </p:cNvSpPr>
            <p:nvPr/>
          </p:nvSpPr>
          <p:spPr bwMode="auto">
            <a:xfrm>
              <a:off x="0" y="203"/>
              <a:ext cx="273" cy="2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50000"/>
                </a:spcBef>
                <a:buClrTx/>
                <a:buSzTx/>
                <a:buFontTx/>
                <a:buNone/>
              </a:pPr>
              <a:r>
                <a:rPr lang="zh-CN" altLang="zh-CN" sz="1800">
                  <a:latin typeface="华文楷体" panose="02010600040101010101" pitchFamily="2" charset="-122"/>
                  <a:ea typeface="华文楷体" panose="02010600040101010101" pitchFamily="2" charset="-122"/>
                </a:rPr>
                <a:t>(b)</a:t>
              </a:r>
              <a:endParaRPr lang="zh-CN" altLang="zh-CN" sz="1600">
                <a:latin typeface="华文楷体" panose="02010600040101010101" pitchFamily="2" charset="-122"/>
                <a:ea typeface="华文楷体" panose="02010600040101010101" pitchFamily="2" charset="-122"/>
              </a:endParaRPr>
            </a:p>
          </p:txBody>
        </p:sp>
        <p:grpSp>
          <p:nvGrpSpPr>
            <p:cNvPr id="33970" name="Group 253">
              <a:extLst>
                <a:ext uri="{FF2B5EF4-FFF2-40B4-BE49-F238E27FC236}">
                  <a16:creationId xmlns:a16="http://schemas.microsoft.com/office/drawing/2014/main" id="{7D4C457C-9263-4086-86E5-2D83647523BF}"/>
                </a:ext>
              </a:extLst>
            </p:cNvPr>
            <p:cNvGrpSpPr>
              <a:grpSpLocks/>
            </p:cNvGrpSpPr>
            <p:nvPr/>
          </p:nvGrpSpPr>
          <p:grpSpPr bwMode="auto">
            <a:xfrm>
              <a:off x="1705" y="524"/>
              <a:ext cx="3148" cy="325"/>
              <a:chOff x="0" y="0"/>
              <a:chExt cx="3148" cy="325"/>
            </a:xfrm>
          </p:grpSpPr>
          <p:sp>
            <p:nvSpPr>
              <p:cNvPr id="33972" name="Line 254">
                <a:extLst>
                  <a:ext uri="{FF2B5EF4-FFF2-40B4-BE49-F238E27FC236}">
                    <a16:creationId xmlns:a16="http://schemas.microsoft.com/office/drawing/2014/main" id="{E49D7DCF-4153-4434-B8E9-6111B3CF1613}"/>
                  </a:ext>
                </a:extLst>
              </p:cNvPr>
              <p:cNvSpPr>
                <a:spLocks noChangeShapeType="1"/>
              </p:cNvSpPr>
              <p:nvPr/>
            </p:nvSpPr>
            <p:spPr bwMode="auto">
              <a:xfrm>
                <a:off x="57" y="8"/>
                <a:ext cx="0" cy="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73" name="Line 255">
                <a:extLst>
                  <a:ext uri="{FF2B5EF4-FFF2-40B4-BE49-F238E27FC236}">
                    <a16:creationId xmlns:a16="http://schemas.microsoft.com/office/drawing/2014/main" id="{9803E0E8-284F-4737-A83C-614BA0C4416F}"/>
                  </a:ext>
                </a:extLst>
              </p:cNvPr>
              <p:cNvSpPr>
                <a:spLocks noChangeShapeType="1"/>
              </p:cNvSpPr>
              <p:nvPr/>
            </p:nvSpPr>
            <p:spPr bwMode="auto">
              <a:xfrm>
                <a:off x="553" y="0"/>
                <a:ext cx="0" cy="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74" name="Line 256">
                <a:extLst>
                  <a:ext uri="{FF2B5EF4-FFF2-40B4-BE49-F238E27FC236}">
                    <a16:creationId xmlns:a16="http://schemas.microsoft.com/office/drawing/2014/main" id="{65E60B8D-AD17-4D65-B0A7-6AF9ED10EFAC}"/>
                  </a:ext>
                </a:extLst>
              </p:cNvPr>
              <p:cNvSpPr>
                <a:spLocks noChangeShapeType="1"/>
              </p:cNvSpPr>
              <p:nvPr/>
            </p:nvSpPr>
            <p:spPr bwMode="auto">
              <a:xfrm>
                <a:off x="1049" y="0"/>
                <a:ext cx="0" cy="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75" name="Line 257">
                <a:extLst>
                  <a:ext uri="{FF2B5EF4-FFF2-40B4-BE49-F238E27FC236}">
                    <a16:creationId xmlns:a16="http://schemas.microsoft.com/office/drawing/2014/main" id="{BB48B482-BED6-4065-AEBD-09F1ACE7C13C}"/>
                  </a:ext>
                </a:extLst>
              </p:cNvPr>
              <p:cNvSpPr>
                <a:spLocks noChangeShapeType="1"/>
              </p:cNvSpPr>
              <p:nvPr/>
            </p:nvSpPr>
            <p:spPr bwMode="auto">
              <a:xfrm>
                <a:off x="1545" y="0"/>
                <a:ext cx="0" cy="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76" name="Line 258">
                <a:extLst>
                  <a:ext uri="{FF2B5EF4-FFF2-40B4-BE49-F238E27FC236}">
                    <a16:creationId xmlns:a16="http://schemas.microsoft.com/office/drawing/2014/main" id="{20C0A27E-D4E6-4CDA-86C0-32B486914FB4}"/>
                  </a:ext>
                </a:extLst>
              </p:cNvPr>
              <p:cNvSpPr>
                <a:spLocks noChangeShapeType="1"/>
              </p:cNvSpPr>
              <p:nvPr/>
            </p:nvSpPr>
            <p:spPr bwMode="auto">
              <a:xfrm>
                <a:off x="2041" y="0"/>
                <a:ext cx="0" cy="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77" name="Line 259">
                <a:extLst>
                  <a:ext uri="{FF2B5EF4-FFF2-40B4-BE49-F238E27FC236}">
                    <a16:creationId xmlns:a16="http://schemas.microsoft.com/office/drawing/2014/main" id="{7FF468DE-2656-4040-B37F-AB98F5565CF0}"/>
                  </a:ext>
                </a:extLst>
              </p:cNvPr>
              <p:cNvSpPr>
                <a:spLocks noChangeShapeType="1"/>
              </p:cNvSpPr>
              <p:nvPr/>
            </p:nvSpPr>
            <p:spPr bwMode="auto">
              <a:xfrm>
                <a:off x="2537" y="0"/>
                <a:ext cx="0" cy="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78" name="Line 260">
                <a:extLst>
                  <a:ext uri="{FF2B5EF4-FFF2-40B4-BE49-F238E27FC236}">
                    <a16:creationId xmlns:a16="http://schemas.microsoft.com/office/drawing/2014/main" id="{CDBEB9E9-D4D4-44DF-A915-005A613ECA21}"/>
                  </a:ext>
                </a:extLst>
              </p:cNvPr>
              <p:cNvSpPr>
                <a:spLocks noChangeShapeType="1"/>
              </p:cNvSpPr>
              <p:nvPr/>
            </p:nvSpPr>
            <p:spPr bwMode="auto">
              <a:xfrm>
                <a:off x="3033" y="0"/>
                <a:ext cx="0" cy="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79" name="Rectangle 261">
                <a:extLst>
                  <a:ext uri="{FF2B5EF4-FFF2-40B4-BE49-F238E27FC236}">
                    <a16:creationId xmlns:a16="http://schemas.microsoft.com/office/drawing/2014/main" id="{398BFAA9-9E8E-40CD-9814-873A453409B9}"/>
                  </a:ext>
                </a:extLst>
              </p:cNvPr>
              <p:cNvSpPr>
                <a:spLocks noChangeArrowheads="1"/>
              </p:cNvSpPr>
              <p:nvPr/>
            </p:nvSpPr>
            <p:spPr bwMode="auto">
              <a:xfrm>
                <a:off x="0" y="77"/>
                <a:ext cx="182"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1800">
                    <a:latin typeface="华文楷体" panose="02010600040101010101" pitchFamily="2" charset="-122"/>
                    <a:ea typeface="华文楷体" panose="02010600040101010101" pitchFamily="2" charset="-122"/>
                  </a:rPr>
                  <a:t>0</a:t>
                </a:r>
              </a:p>
            </p:txBody>
          </p:sp>
          <p:sp>
            <p:nvSpPr>
              <p:cNvPr id="33980" name="Rectangle 262">
                <a:extLst>
                  <a:ext uri="{FF2B5EF4-FFF2-40B4-BE49-F238E27FC236}">
                    <a16:creationId xmlns:a16="http://schemas.microsoft.com/office/drawing/2014/main" id="{2452C30E-2C50-4932-809B-3464920554A5}"/>
                  </a:ext>
                </a:extLst>
              </p:cNvPr>
              <p:cNvSpPr>
                <a:spLocks noChangeArrowheads="1"/>
              </p:cNvSpPr>
              <p:nvPr/>
            </p:nvSpPr>
            <p:spPr bwMode="auto">
              <a:xfrm>
                <a:off x="376" y="63"/>
                <a:ext cx="203"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1800" i="1">
                    <a:latin typeface="华文楷体" panose="02010600040101010101" pitchFamily="2" charset="-122"/>
                    <a:ea typeface="华文楷体" panose="02010600040101010101" pitchFamily="2" charset="-122"/>
                  </a:rPr>
                  <a:t>T</a:t>
                </a:r>
                <a:endParaRPr lang="zh-CN" altLang="zh-CN" sz="1800">
                  <a:latin typeface="华文楷体" panose="02010600040101010101" pitchFamily="2" charset="-122"/>
                  <a:ea typeface="华文楷体" panose="02010600040101010101" pitchFamily="2" charset="-122"/>
                </a:endParaRPr>
              </a:p>
            </p:txBody>
          </p:sp>
          <p:sp>
            <p:nvSpPr>
              <p:cNvPr id="33981" name="Rectangle 263">
                <a:extLst>
                  <a:ext uri="{FF2B5EF4-FFF2-40B4-BE49-F238E27FC236}">
                    <a16:creationId xmlns:a16="http://schemas.microsoft.com/office/drawing/2014/main" id="{128E5BA6-A650-41A3-9572-5DD65838FF70}"/>
                  </a:ext>
                </a:extLst>
              </p:cNvPr>
              <p:cNvSpPr>
                <a:spLocks noChangeArrowheads="1"/>
              </p:cNvSpPr>
              <p:nvPr/>
            </p:nvSpPr>
            <p:spPr bwMode="auto">
              <a:xfrm>
                <a:off x="808" y="54"/>
                <a:ext cx="27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1800">
                    <a:latin typeface="华文楷体" panose="02010600040101010101" pitchFamily="2" charset="-122"/>
                    <a:ea typeface="华文楷体" panose="02010600040101010101" pitchFamily="2" charset="-122"/>
                  </a:rPr>
                  <a:t>2</a:t>
                </a:r>
                <a:r>
                  <a:rPr lang="zh-CN" altLang="zh-CN" sz="1800" i="1">
                    <a:latin typeface="华文楷体" panose="02010600040101010101" pitchFamily="2" charset="-122"/>
                    <a:ea typeface="华文楷体" panose="02010600040101010101" pitchFamily="2" charset="-122"/>
                  </a:rPr>
                  <a:t>T</a:t>
                </a:r>
                <a:endParaRPr lang="zh-CN" altLang="zh-CN" sz="1800">
                  <a:latin typeface="华文楷体" panose="02010600040101010101" pitchFamily="2" charset="-122"/>
                  <a:ea typeface="华文楷体" panose="02010600040101010101" pitchFamily="2" charset="-122"/>
                </a:endParaRPr>
              </a:p>
            </p:txBody>
          </p:sp>
          <p:sp>
            <p:nvSpPr>
              <p:cNvPr id="33982" name="Rectangle 264">
                <a:extLst>
                  <a:ext uri="{FF2B5EF4-FFF2-40B4-BE49-F238E27FC236}">
                    <a16:creationId xmlns:a16="http://schemas.microsoft.com/office/drawing/2014/main" id="{411AECB3-F3FD-4EE2-B74E-887BF12A2605}"/>
                  </a:ext>
                </a:extLst>
              </p:cNvPr>
              <p:cNvSpPr>
                <a:spLocks noChangeArrowheads="1"/>
              </p:cNvSpPr>
              <p:nvPr/>
            </p:nvSpPr>
            <p:spPr bwMode="auto">
              <a:xfrm>
                <a:off x="1400" y="60"/>
                <a:ext cx="27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1800">
                    <a:latin typeface="华文楷体" panose="02010600040101010101" pitchFamily="2" charset="-122"/>
                    <a:ea typeface="华文楷体" panose="02010600040101010101" pitchFamily="2" charset="-122"/>
                  </a:rPr>
                  <a:t>3</a:t>
                </a:r>
                <a:r>
                  <a:rPr lang="zh-CN" altLang="zh-CN" sz="1800" i="1">
                    <a:latin typeface="华文楷体" panose="02010600040101010101" pitchFamily="2" charset="-122"/>
                    <a:ea typeface="华文楷体" panose="02010600040101010101" pitchFamily="2" charset="-122"/>
                  </a:rPr>
                  <a:t>T</a:t>
                </a:r>
                <a:endParaRPr lang="zh-CN" altLang="zh-CN" sz="1800">
                  <a:latin typeface="华文楷体" panose="02010600040101010101" pitchFamily="2" charset="-122"/>
                  <a:ea typeface="华文楷体" panose="02010600040101010101" pitchFamily="2" charset="-122"/>
                </a:endParaRPr>
              </a:p>
            </p:txBody>
          </p:sp>
          <p:sp>
            <p:nvSpPr>
              <p:cNvPr id="33983" name="Rectangle 265">
                <a:extLst>
                  <a:ext uri="{FF2B5EF4-FFF2-40B4-BE49-F238E27FC236}">
                    <a16:creationId xmlns:a16="http://schemas.microsoft.com/office/drawing/2014/main" id="{246B2B00-C15F-4B87-86A1-BEAE2185E5BF}"/>
                  </a:ext>
                </a:extLst>
              </p:cNvPr>
              <p:cNvSpPr>
                <a:spLocks noChangeArrowheads="1"/>
              </p:cNvSpPr>
              <p:nvPr/>
            </p:nvSpPr>
            <p:spPr bwMode="auto">
              <a:xfrm>
                <a:off x="1816" y="54"/>
                <a:ext cx="27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1800">
                    <a:latin typeface="华文楷体" panose="02010600040101010101" pitchFamily="2" charset="-122"/>
                    <a:ea typeface="华文楷体" panose="02010600040101010101" pitchFamily="2" charset="-122"/>
                  </a:rPr>
                  <a:t>4</a:t>
                </a:r>
                <a:r>
                  <a:rPr lang="zh-CN" altLang="zh-CN" sz="1800" i="1">
                    <a:latin typeface="华文楷体" panose="02010600040101010101" pitchFamily="2" charset="-122"/>
                    <a:ea typeface="华文楷体" panose="02010600040101010101" pitchFamily="2" charset="-122"/>
                  </a:rPr>
                  <a:t>T</a:t>
                </a:r>
                <a:endParaRPr lang="zh-CN" altLang="zh-CN" sz="1800">
                  <a:latin typeface="华文楷体" panose="02010600040101010101" pitchFamily="2" charset="-122"/>
                  <a:ea typeface="华文楷体" panose="02010600040101010101" pitchFamily="2" charset="-122"/>
                </a:endParaRPr>
              </a:p>
            </p:txBody>
          </p:sp>
          <p:sp>
            <p:nvSpPr>
              <p:cNvPr id="33984" name="Rectangle 266">
                <a:extLst>
                  <a:ext uri="{FF2B5EF4-FFF2-40B4-BE49-F238E27FC236}">
                    <a16:creationId xmlns:a16="http://schemas.microsoft.com/office/drawing/2014/main" id="{AD20DE82-5C76-4D4D-8894-896ADE669D09}"/>
                  </a:ext>
                </a:extLst>
              </p:cNvPr>
              <p:cNvSpPr>
                <a:spLocks noChangeArrowheads="1"/>
              </p:cNvSpPr>
              <p:nvPr/>
            </p:nvSpPr>
            <p:spPr bwMode="auto">
              <a:xfrm>
                <a:off x="2256" y="54"/>
                <a:ext cx="27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1800">
                    <a:latin typeface="华文楷体" panose="02010600040101010101" pitchFamily="2" charset="-122"/>
                    <a:ea typeface="华文楷体" panose="02010600040101010101" pitchFamily="2" charset="-122"/>
                  </a:rPr>
                  <a:t>5</a:t>
                </a:r>
                <a:r>
                  <a:rPr lang="zh-CN" altLang="zh-CN" sz="1800" i="1">
                    <a:latin typeface="华文楷体" panose="02010600040101010101" pitchFamily="2" charset="-122"/>
                    <a:ea typeface="华文楷体" panose="02010600040101010101" pitchFamily="2" charset="-122"/>
                  </a:rPr>
                  <a:t>T</a:t>
                </a:r>
                <a:endParaRPr lang="zh-CN" altLang="zh-CN" sz="1800">
                  <a:latin typeface="华文楷体" panose="02010600040101010101" pitchFamily="2" charset="-122"/>
                  <a:ea typeface="华文楷体" panose="02010600040101010101" pitchFamily="2" charset="-122"/>
                </a:endParaRPr>
              </a:p>
            </p:txBody>
          </p:sp>
          <p:sp>
            <p:nvSpPr>
              <p:cNvPr id="33985" name="Rectangle 267">
                <a:extLst>
                  <a:ext uri="{FF2B5EF4-FFF2-40B4-BE49-F238E27FC236}">
                    <a16:creationId xmlns:a16="http://schemas.microsoft.com/office/drawing/2014/main" id="{30BBC708-45D9-441E-AC5E-4607B3D86328}"/>
                  </a:ext>
                </a:extLst>
              </p:cNvPr>
              <p:cNvSpPr>
                <a:spLocks noChangeArrowheads="1"/>
              </p:cNvSpPr>
              <p:nvPr/>
            </p:nvSpPr>
            <p:spPr bwMode="auto">
              <a:xfrm>
                <a:off x="2872" y="52"/>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1800">
                    <a:latin typeface="华文楷体" panose="02010600040101010101" pitchFamily="2" charset="-122"/>
                    <a:ea typeface="华文楷体" panose="02010600040101010101" pitchFamily="2" charset="-122"/>
                  </a:rPr>
                  <a:t>6</a:t>
                </a:r>
                <a:r>
                  <a:rPr lang="zh-CN" altLang="zh-CN" sz="1800" i="1">
                    <a:latin typeface="华文楷体" panose="02010600040101010101" pitchFamily="2" charset="-122"/>
                    <a:ea typeface="华文楷体" panose="02010600040101010101" pitchFamily="2" charset="-122"/>
                  </a:rPr>
                  <a:t>T</a:t>
                </a:r>
                <a:endParaRPr lang="zh-CN" altLang="zh-CN" sz="1800">
                  <a:latin typeface="华文楷体" panose="02010600040101010101" pitchFamily="2" charset="-122"/>
                  <a:ea typeface="华文楷体" panose="02010600040101010101" pitchFamily="2" charset="-122"/>
                </a:endParaRPr>
              </a:p>
            </p:txBody>
          </p:sp>
        </p:grpSp>
        <p:sp>
          <p:nvSpPr>
            <p:cNvPr id="33971" name="Text Box 268">
              <a:extLst>
                <a:ext uri="{FF2B5EF4-FFF2-40B4-BE49-F238E27FC236}">
                  <a16:creationId xmlns:a16="http://schemas.microsoft.com/office/drawing/2014/main" id="{A6AE600F-421E-49BD-9F51-90B9B36777D7}"/>
                </a:ext>
              </a:extLst>
            </p:cNvPr>
            <p:cNvSpPr txBox="1">
              <a:spLocks noChangeArrowheads="1"/>
            </p:cNvSpPr>
            <p:nvPr/>
          </p:nvSpPr>
          <p:spPr bwMode="auto">
            <a:xfrm>
              <a:off x="5149" y="476"/>
              <a:ext cx="200"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zh-CN" sz="2000" i="1">
                  <a:latin typeface="华文楷体" panose="02010600040101010101" pitchFamily="2" charset="-122"/>
                  <a:ea typeface="华文楷体" panose="02010600040101010101" pitchFamily="2" charset="-122"/>
                </a:rPr>
                <a:t>t</a:t>
              </a:r>
            </a:p>
          </p:txBody>
        </p:sp>
      </p:grpSp>
      <p:grpSp>
        <p:nvGrpSpPr>
          <p:cNvPr id="36109" name="Group 269">
            <a:extLst>
              <a:ext uri="{FF2B5EF4-FFF2-40B4-BE49-F238E27FC236}">
                <a16:creationId xmlns:a16="http://schemas.microsoft.com/office/drawing/2014/main" id="{CBF13D96-776B-4E72-A013-9CBE36AEC4FA}"/>
              </a:ext>
            </a:extLst>
          </p:cNvPr>
          <p:cNvGrpSpPr>
            <a:grpSpLocks/>
          </p:cNvGrpSpPr>
          <p:nvPr/>
        </p:nvGrpSpPr>
        <p:grpSpPr bwMode="auto">
          <a:xfrm>
            <a:off x="1687513" y="4862513"/>
            <a:ext cx="8426450" cy="1574800"/>
            <a:chOff x="0" y="0"/>
            <a:chExt cx="5307" cy="992"/>
          </a:xfrm>
        </p:grpSpPr>
        <p:sp>
          <p:nvSpPr>
            <p:cNvPr id="33800" name="Line 270">
              <a:extLst>
                <a:ext uri="{FF2B5EF4-FFF2-40B4-BE49-F238E27FC236}">
                  <a16:creationId xmlns:a16="http://schemas.microsoft.com/office/drawing/2014/main" id="{6F74381F-3861-4585-861E-693B8DB7858A}"/>
                </a:ext>
              </a:extLst>
            </p:cNvPr>
            <p:cNvSpPr>
              <a:spLocks noChangeShapeType="1"/>
            </p:cNvSpPr>
            <p:nvPr/>
          </p:nvSpPr>
          <p:spPr bwMode="auto">
            <a:xfrm>
              <a:off x="1645" y="569"/>
              <a:ext cx="3448" cy="1"/>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1" name="Rectangle 271">
              <a:extLst>
                <a:ext uri="{FF2B5EF4-FFF2-40B4-BE49-F238E27FC236}">
                  <a16:creationId xmlns:a16="http://schemas.microsoft.com/office/drawing/2014/main" id="{43C9EC35-8551-4A73-AA59-20DAF65A061D}"/>
                </a:ext>
              </a:extLst>
            </p:cNvPr>
            <p:cNvSpPr>
              <a:spLocks noChangeArrowheads="1"/>
            </p:cNvSpPr>
            <p:nvPr/>
          </p:nvSpPr>
          <p:spPr bwMode="auto">
            <a:xfrm>
              <a:off x="1340" y="0"/>
              <a:ext cx="296"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000">
                  <a:latin typeface="华文楷体" panose="02010600040101010101" pitchFamily="2" charset="-122"/>
                  <a:ea typeface="华文楷体" panose="02010600040101010101" pitchFamily="2" charset="-122"/>
                </a:rPr>
                <a:t>+1</a:t>
              </a:r>
            </a:p>
          </p:txBody>
        </p:sp>
        <p:sp>
          <p:nvSpPr>
            <p:cNvPr id="33802" name="Rectangle 272">
              <a:extLst>
                <a:ext uri="{FF2B5EF4-FFF2-40B4-BE49-F238E27FC236}">
                  <a16:creationId xmlns:a16="http://schemas.microsoft.com/office/drawing/2014/main" id="{E8168CD4-C558-48D8-9707-BF994E9A97DE}"/>
                </a:ext>
              </a:extLst>
            </p:cNvPr>
            <p:cNvSpPr>
              <a:spLocks noChangeArrowheads="1"/>
            </p:cNvSpPr>
            <p:nvPr/>
          </p:nvSpPr>
          <p:spPr bwMode="auto">
            <a:xfrm>
              <a:off x="1380" y="744"/>
              <a:ext cx="239"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000">
                  <a:latin typeface="华文楷体" panose="02010600040101010101" pitchFamily="2" charset="-122"/>
                  <a:ea typeface="华文楷体" panose="02010600040101010101" pitchFamily="2" charset="-122"/>
                </a:rPr>
                <a:t>-1</a:t>
              </a:r>
            </a:p>
          </p:txBody>
        </p:sp>
        <p:grpSp>
          <p:nvGrpSpPr>
            <p:cNvPr id="33803" name="Group 273">
              <a:extLst>
                <a:ext uri="{FF2B5EF4-FFF2-40B4-BE49-F238E27FC236}">
                  <a16:creationId xmlns:a16="http://schemas.microsoft.com/office/drawing/2014/main" id="{0D394A04-70AB-43F8-A74E-73F19CA405FD}"/>
                </a:ext>
              </a:extLst>
            </p:cNvPr>
            <p:cNvGrpSpPr>
              <a:grpSpLocks/>
            </p:cNvGrpSpPr>
            <p:nvPr/>
          </p:nvGrpSpPr>
          <p:grpSpPr bwMode="auto">
            <a:xfrm>
              <a:off x="2758" y="210"/>
              <a:ext cx="463" cy="743"/>
              <a:chOff x="0" y="0"/>
              <a:chExt cx="463" cy="743"/>
            </a:xfrm>
          </p:grpSpPr>
          <p:grpSp>
            <p:nvGrpSpPr>
              <p:cNvPr id="33937" name="Group 274">
                <a:extLst>
                  <a:ext uri="{FF2B5EF4-FFF2-40B4-BE49-F238E27FC236}">
                    <a16:creationId xmlns:a16="http://schemas.microsoft.com/office/drawing/2014/main" id="{137D5E2F-A07E-415D-A24B-7BAAFF443E67}"/>
                  </a:ext>
                </a:extLst>
              </p:cNvPr>
              <p:cNvGrpSpPr>
                <a:grpSpLocks/>
              </p:cNvGrpSpPr>
              <p:nvPr/>
            </p:nvGrpSpPr>
            <p:grpSpPr bwMode="auto">
              <a:xfrm>
                <a:off x="0" y="0"/>
                <a:ext cx="304" cy="743"/>
                <a:chOff x="0" y="0"/>
                <a:chExt cx="304" cy="743"/>
              </a:xfrm>
            </p:grpSpPr>
            <p:grpSp>
              <p:nvGrpSpPr>
                <p:cNvPr id="33945" name="Group 275">
                  <a:extLst>
                    <a:ext uri="{FF2B5EF4-FFF2-40B4-BE49-F238E27FC236}">
                      <a16:creationId xmlns:a16="http://schemas.microsoft.com/office/drawing/2014/main" id="{AAD67457-A4C7-4A9C-A2AF-551FDC86A6A6}"/>
                    </a:ext>
                  </a:extLst>
                </p:cNvPr>
                <p:cNvGrpSpPr>
                  <a:grpSpLocks/>
                </p:cNvGrpSpPr>
                <p:nvPr/>
              </p:nvGrpSpPr>
              <p:grpSpPr bwMode="auto">
                <a:xfrm>
                  <a:off x="0" y="8"/>
                  <a:ext cx="143" cy="735"/>
                  <a:chOff x="0" y="0"/>
                  <a:chExt cx="143" cy="735"/>
                </a:xfrm>
              </p:grpSpPr>
              <p:grpSp>
                <p:nvGrpSpPr>
                  <p:cNvPr id="33953" name="Group 276">
                    <a:extLst>
                      <a:ext uri="{FF2B5EF4-FFF2-40B4-BE49-F238E27FC236}">
                        <a16:creationId xmlns:a16="http://schemas.microsoft.com/office/drawing/2014/main" id="{1D6D1749-0EF4-4746-9B71-F59C4E36FE25}"/>
                      </a:ext>
                    </a:extLst>
                  </p:cNvPr>
                  <p:cNvGrpSpPr>
                    <a:grpSpLocks/>
                  </p:cNvGrpSpPr>
                  <p:nvPr/>
                </p:nvGrpSpPr>
                <p:grpSpPr bwMode="auto">
                  <a:xfrm>
                    <a:off x="0" y="0"/>
                    <a:ext cx="68" cy="376"/>
                    <a:chOff x="0" y="0"/>
                    <a:chExt cx="68" cy="376"/>
                  </a:xfrm>
                </p:grpSpPr>
                <p:sp>
                  <p:nvSpPr>
                    <p:cNvPr id="33957" name="Arc 277">
                      <a:extLst>
                        <a:ext uri="{FF2B5EF4-FFF2-40B4-BE49-F238E27FC236}">
                          <a16:creationId xmlns:a16="http://schemas.microsoft.com/office/drawing/2014/main" id="{5521BB36-1CBA-413B-9255-1495FF4C7D67}"/>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58" name="Arc 278">
                      <a:extLst>
                        <a:ext uri="{FF2B5EF4-FFF2-40B4-BE49-F238E27FC236}">
                          <a16:creationId xmlns:a16="http://schemas.microsoft.com/office/drawing/2014/main" id="{AC6C2B1F-3258-46ED-A8AA-F87032D84613}"/>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954" name="Group 279">
                    <a:extLst>
                      <a:ext uri="{FF2B5EF4-FFF2-40B4-BE49-F238E27FC236}">
                        <a16:creationId xmlns:a16="http://schemas.microsoft.com/office/drawing/2014/main" id="{CD468171-55F9-4F18-8E19-D53740FEBFF7}"/>
                      </a:ext>
                    </a:extLst>
                  </p:cNvPr>
                  <p:cNvGrpSpPr>
                    <a:grpSpLocks/>
                  </p:cNvGrpSpPr>
                  <p:nvPr/>
                </p:nvGrpSpPr>
                <p:grpSpPr bwMode="auto">
                  <a:xfrm>
                    <a:off x="76" y="359"/>
                    <a:ext cx="67" cy="376"/>
                    <a:chOff x="0" y="0"/>
                    <a:chExt cx="67" cy="376"/>
                  </a:xfrm>
                </p:grpSpPr>
                <p:sp>
                  <p:nvSpPr>
                    <p:cNvPr id="33955" name="Arc 280">
                      <a:extLst>
                        <a:ext uri="{FF2B5EF4-FFF2-40B4-BE49-F238E27FC236}">
                          <a16:creationId xmlns:a16="http://schemas.microsoft.com/office/drawing/2014/main" id="{76BD2C50-3F58-46C6-9B5E-CFC6D80AF3D0}"/>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56" name="Arc 281">
                      <a:extLst>
                        <a:ext uri="{FF2B5EF4-FFF2-40B4-BE49-F238E27FC236}">
                          <a16:creationId xmlns:a16="http://schemas.microsoft.com/office/drawing/2014/main" id="{840127BD-C3E4-444C-A8E6-1845E9358B09}"/>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3946" name="Group 282">
                  <a:extLst>
                    <a:ext uri="{FF2B5EF4-FFF2-40B4-BE49-F238E27FC236}">
                      <a16:creationId xmlns:a16="http://schemas.microsoft.com/office/drawing/2014/main" id="{0145F916-7C3C-416A-BC02-ADDEC33D5B8D}"/>
                    </a:ext>
                  </a:extLst>
                </p:cNvPr>
                <p:cNvGrpSpPr>
                  <a:grpSpLocks/>
                </p:cNvGrpSpPr>
                <p:nvPr/>
              </p:nvGrpSpPr>
              <p:grpSpPr bwMode="auto">
                <a:xfrm>
                  <a:off x="159" y="0"/>
                  <a:ext cx="145" cy="735"/>
                  <a:chOff x="0" y="0"/>
                  <a:chExt cx="145" cy="735"/>
                </a:xfrm>
              </p:grpSpPr>
              <p:grpSp>
                <p:nvGrpSpPr>
                  <p:cNvPr id="33947" name="Group 283">
                    <a:extLst>
                      <a:ext uri="{FF2B5EF4-FFF2-40B4-BE49-F238E27FC236}">
                        <a16:creationId xmlns:a16="http://schemas.microsoft.com/office/drawing/2014/main" id="{F9EB9D24-F6B9-454F-9FC4-7FC105C13D00}"/>
                      </a:ext>
                    </a:extLst>
                  </p:cNvPr>
                  <p:cNvGrpSpPr>
                    <a:grpSpLocks/>
                  </p:cNvGrpSpPr>
                  <p:nvPr/>
                </p:nvGrpSpPr>
                <p:grpSpPr bwMode="auto">
                  <a:xfrm>
                    <a:off x="0" y="0"/>
                    <a:ext cx="68" cy="376"/>
                    <a:chOff x="0" y="0"/>
                    <a:chExt cx="68" cy="376"/>
                  </a:xfrm>
                </p:grpSpPr>
                <p:sp>
                  <p:nvSpPr>
                    <p:cNvPr id="33951" name="Arc 284">
                      <a:extLst>
                        <a:ext uri="{FF2B5EF4-FFF2-40B4-BE49-F238E27FC236}">
                          <a16:creationId xmlns:a16="http://schemas.microsoft.com/office/drawing/2014/main" id="{FC8D62F1-6F5C-4310-B48D-B4C6AF9D9091}"/>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52" name="Arc 285">
                      <a:extLst>
                        <a:ext uri="{FF2B5EF4-FFF2-40B4-BE49-F238E27FC236}">
                          <a16:creationId xmlns:a16="http://schemas.microsoft.com/office/drawing/2014/main" id="{B089FB27-9FF5-4E50-A1D2-0F923F10EE20}"/>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948" name="Group 286">
                    <a:extLst>
                      <a:ext uri="{FF2B5EF4-FFF2-40B4-BE49-F238E27FC236}">
                        <a16:creationId xmlns:a16="http://schemas.microsoft.com/office/drawing/2014/main" id="{BF1D3691-2502-47EC-9736-D69F0498E19B}"/>
                      </a:ext>
                    </a:extLst>
                  </p:cNvPr>
                  <p:cNvGrpSpPr>
                    <a:grpSpLocks/>
                  </p:cNvGrpSpPr>
                  <p:nvPr/>
                </p:nvGrpSpPr>
                <p:grpSpPr bwMode="auto">
                  <a:xfrm>
                    <a:off x="78" y="359"/>
                    <a:ext cx="67" cy="376"/>
                    <a:chOff x="0" y="0"/>
                    <a:chExt cx="67" cy="376"/>
                  </a:xfrm>
                </p:grpSpPr>
                <p:sp>
                  <p:nvSpPr>
                    <p:cNvPr id="33949" name="Arc 287">
                      <a:extLst>
                        <a:ext uri="{FF2B5EF4-FFF2-40B4-BE49-F238E27FC236}">
                          <a16:creationId xmlns:a16="http://schemas.microsoft.com/office/drawing/2014/main" id="{C5758CE1-CB69-4279-A67B-2F15E34A2D2A}"/>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50" name="Arc 288">
                      <a:extLst>
                        <a:ext uri="{FF2B5EF4-FFF2-40B4-BE49-F238E27FC236}">
                          <a16:creationId xmlns:a16="http://schemas.microsoft.com/office/drawing/2014/main" id="{1FE459DC-6D18-461E-943C-A66A9AE3CA99}"/>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3938" name="Group 289">
                <a:extLst>
                  <a:ext uri="{FF2B5EF4-FFF2-40B4-BE49-F238E27FC236}">
                    <a16:creationId xmlns:a16="http://schemas.microsoft.com/office/drawing/2014/main" id="{D54FADD2-72E9-4576-BE0F-D909F435012D}"/>
                  </a:ext>
                </a:extLst>
              </p:cNvPr>
              <p:cNvGrpSpPr>
                <a:grpSpLocks/>
              </p:cNvGrpSpPr>
              <p:nvPr/>
            </p:nvGrpSpPr>
            <p:grpSpPr bwMode="auto">
              <a:xfrm>
                <a:off x="320" y="0"/>
                <a:ext cx="143" cy="735"/>
                <a:chOff x="0" y="0"/>
                <a:chExt cx="143" cy="735"/>
              </a:xfrm>
            </p:grpSpPr>
            <p:grpSp>
              <p:nvGrpSpPr>
                <p:cNvPr id="33939" name="Group 290">
                  <a:extLst>
                    <a:ext uri="{FF2B5EF4-FFF2-40B4-BE49-F238E27FC236}">
                      <a16:creationId xmlns:a16="http://schemas.microsoft.com/office/drawing/2014/main" id="{2595AC4F-8E47-43FF-837D-CF72C2413911}"/>
                    </a:ext>
                  </a:extLst>
                </p:cNvPr>
                <p:cNvGrpSpPr>
                  <a:grpSpLocks/>
                </p:cNvGrpSpPr>
                <p:nvPr/>
              </p:nvGrpSpPr>
              <p:grpSpPr bwMode="auto">
                <a:xfrm>
                  <a:off x="0" y="0"/>
                  <a:ext cx="67" cy="376"/>
                  <a:chOff x="0" y="0"/>
                  <a:chExt cx="67" cy="376"/>
                </a:xfrm>
              </p:grpSpPr>
              <p:sp>
                <p:nvSpPr>
                  <p:cNvPr id="33943" name="Arc 291">
                    <a:extLst>
                      <a:ext uri="{FF2B5EF4-FFF2-40B4-BE49-F238E27FC236}">
                        <a16:creationId xmlns:a16="http://schemas.microsoft.com/office/drawing/2014/main" id="{1A32813C-F8A8-47BA-8B86-680656F856DB}"/>
                      </a:ext>
                    </a:extLst>
                  </p:cNvPr>
                  <p:cNvSpPr>
                    <a:spLocks/>
                  </p:cNvSpPr>
                  <p:nvPr/>
                </p:nvSpPr>
                <p:spPr bwMode="auto">
                  <a:xfrm>
                    <a:off x="0" y="0"/>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0" y="21590"/>
                        </a:moveTo>
                        <a:cubicBezTo>
                          <a:pt x="0" y="9911"/>
                          <a:pt x="9282" y="347"/>
                          <a:pt x="20955" y="-1"/>
                        </a:cubicBezTo>
                      </a:path>
                      <a:path w="21600" h="21590" stroke="0" extrusionOk="0">
                        <a:moveTo>
                          <a:pt x="0" y="21590"/>
                        </a:moveTo>
                        <a:cubicBezTo>
                          <a:pt x="0" y="9911"/>
                          <a:pt x="9282" y="347"/>
                          <a:pt x="20955" y="-1"/>
                        </a:cubicBezTo>
                        <a:lnTo>
                          <a:pt x="21600" y="21590"/>
                        </a:lnTo>
                        <a:lnTo>
                          <a:pt x="0"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44" name="Arc 292">
                    <a:extLst>
                      <a:ext uri="{FF2B5EF4-FFF2-40B4-BE49-F238E27FC236}">
                        <a16:creationId xmlns:a16="http://schemas.microsoft.com/office/drawing/2014/main" id="{2AF32AC7-F083-4F66-9DFD-D376BC0A6EDD}"/>
                      </a:ext>
                    </a:extLst>
                  </p:cNvPr>
                  <p:cNvSpPr>
                    <a:spLocks/>
                  </p:cNvSpPr>
                  <p:nvPr/>
                </p:nvSpPr>
                <p:spPr bwMode="auto">
                  <a:xfrm>
                    <a:off x="33" y="8"/>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1" y="9"/>
                        </a:moveTo>
                        <a:cubicBezTo>
                          <a:pt x="214" y="3"/>
                          <a:pt x="429" y="-1"/>
                          <a:pt x="644" y="0"/>
                        </a:cubicBezTo>
                        <a:cubicBezTo>
                          <a:pt x="12573" y="0"/>
                          <a:pt x="22244" y="9670"/>
                          <a:pt x="22244" y="21600"/>
                        </a:cubicBezTo>
                      </a:path>
                      <a:path w="22244" h="21600" stroke="0" extrusionOk="0">
                        <a:moveTo>
                          <a:pt x="-1" y="9"/>
                        </a:moveTo>
                        <a:cubicBezTo>
                          <a:pt x="214" y="3"/>
                          <a:pt x="429" y="-1"/>
                          <a:pt x="644" y="0"/>
                        </a:cubicBezTo>
                        <a:cubicBezTo>
                          <a:pt x="12573" y="0"/>
                          <a:pt x="22244" y="9670"/>
                          <a:pt x="22244" y="21600"/>
                        </a:cubicBezTo>
                        <a:lnTo>
                          <a:pt x="644" y="21600"/>
                        </a:lnTo>
                        <a:lnTo>
                          <a:pt x="-1"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940" name="Group 293">
                  <a:extLst>
                    <a:ext uri="{FF2B5EF4-FFF2-40B4-BE49-F238E27FC236}">
                      <a16:creationId xmlns:a16="http://schemas.microsoft.com/office/drawing/2014/main" id="{BB670DA6-E25E-4418-8A4D-272061FA83AA}"/>
                    </a:ext>
                  </a:extLst>
                </p:cNvPr>
                <p:cNvGrpSpPr>
                  <a:grpSpLocks/>
                </p:cNvGrpSpPr>
                <p:nvPr/>
              </p:nvGrpSpPr>
              <p:grpSpPr bwMode="auto">
                <a:xfrm>
                  <a:off x="76" y="359"/>
                  <a:ext cx="67" cy="376"/>
                  <a:chOff x="0" y="0"/>
                  <a:chExt cx="67" cy="376"/>
                </a:xfrm>
              </p:grpSpPr>
              <p:sp>
                <p:nvSpPr>
                  <p:cNvPr id="33941" name="Arc 294">
                    <a:extLst>
                      <a:ext uri="{FF2B5EF4-FFF2-40B4-BE49-F238E27FC236}">
                        <a16:creationId xmlns:a16="http://schemas.microsoft.com/office/drawing/2014/main" id="{42363D47-AC60-48BA-BBD2-7C83A78775F0}"/>
                      </a:ext>
                    </a:extLst>
                  </p:cNvPr>
                  <p:cNvSpPr>
                    <a:spLocks/>
                  </p:cNvSpPr>
                  <p:nvPr/>
                </p:nvSpPr>
                <p:spPr bwMode="auto">
                  <a:xfrm>
                    <a:off x="0" y="8"/>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42" name="Arc 295">
                    <a:extLst>
                      <a:ext uri="{FF2B5EF4-FFF2-40B4-BE49-F238E27FC236}">
                        <a16:creationId xmlns:a16="http://schemas.microsoft.com/office/drawing/2014/main" id="{0DF5B8D0-0B3B-4264-A6CA-BAD676C73E67}"/>
                      </a:ext>
                    </a:extLst>
                  </p:cNvPr>
                  <p:cNvSpPr>
                    <a:spLocks/>
                  </p:cNvSpPr>
                  <p:nvPr/>
                </p:nvSpPr>
                <p:spPr bwMode="auto">
                  <a:xfrm>
                    <a:off x="33" y="0"/>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3804" name="Group 296">
              <a:extLst>
                <a:ext uri="{FF2B5EF4-FFF2-40B4-BE49-F238E27FC236}">
                  <a16:creationId xmlns:a16="http://schemas.microsoft.com/office/drawing/2014/main" id="{3C470DA6-1AED-41F2-B462-70F382BAD390}"/>
                </a:ext>
              </a:extLst>
            </p:cNvPr>
            <p:cNvGrpSpPr>
              <a:grpSpLocks/>
            </p:cNvGrpSpPr>
            <p:nvPr/>
          </p:nvGrpSpPr>
          <p:grpSpPr bwMode="auto">
            <a:xfrm>
              <a:off x="1774" y="202"/>
              <a:ext cx="463" cy="743"/>
              <a:chOff x="0" y="0"/>
              <a:chExt cx="463" cy="743"/>
            </a:xfrm>
          </p:grpSpPr>
          <p:grpSp>
            <p:nvGrpSpPr>
              <p:cNvPr id="33915" name="Group 297">
                <a:extLst>
                  <a:ext uri="{FF2B5EF4-FFF2-40B4-BE49-F238E27FC236}">
                    <a16:creationId xmlns:a16="http://schemas.microsoft.com/office/drawing/2014/main" id="{8D21674A-8E06-4C14-91F1-921A8A5C5972}"/>
                  </a:ext>
                </a:extLst>
              </p:cNvPr>
              <p:cNvGrpSpPr>
                <a:grpSpLocks/>
              </p:cNvGrpSpPr>
              <p:nvPr/>
            </p:nvGrpSpPr>
            <p:grpSpPr bwMode="auto">
              <a:xfrm>
                <a:off x="0" y="0"/>
                <a:ext cx="304" cy="743"/>
                <a:chOff x="0" y="0"/>
                <a:chExt cx="304" cy="743"/>
              </a:xfrm>
            </p:grpSpPr>
            <p:grpSp>
              <p:nvGrpSpPr>
                <p:cNvPr id="33923" name="Group 298">
                  <a:extLst>
                    <a:ext uri="{FF2B5EF4-FFF2-40B4-BE49-F238E27FC236}">
                      <a16:creationId xmlns:a16="http://schemas.microsoft.com/office/drawing/2014/main" id="{4BAAFDFC-BD0D-4661-932C-4E72432DE3D2}"/>
                    </a:ext>
                  </a:extLst>
                </p:cNvPr>
                <p:cNvGrpSpPr>
                  <a:grpSpLocks/>
                </p:cNvGrpSpPr>
                <p:nvPr/>
              </p:nvGrpSpPr>
              <p:grpSpPr bwMode="auto">
                <a:xfrm>
                  <a:off x="0" y="8"/>
                  <a:ext cx="143" cy="735"/>
                  <a:chOff x="0" y="0"/>
                  <a:chExt cx="143" cy="735"/>
                </a:xfrm>
              </p:grpSpPr>
              <p:grpSp>
                <p:nvGrpSpPr>
                  <p:cNvPr id="33931" name="Group 299">
                    <a:extLst>
                      <a:ext uri="{FF2B5EF4-FFF2-40B4-BE49-F238E27FC236}">
                        <a16:creationId xmlns:a16="http://schemas.microsoft.com/office/drawing/2014/main" id="{1468C09D-1913-4C0C-B746-67DCA60D2D5B}"/>
                      </a:ext>
                    </a:extLst>
                  </p:cNvPr>
                  <p:cNvGrpSpPr>
                    <a:grpSpLocks/>
                  </p:cNvGrpSpPr>
                  <p:nvPr/>
                </p:nvGrpSpPr>
                <p:grpSpPr bwMode="auto">
                  <a:xfrm>
                    <a:off x="0" y="0"/>
                    <a:ext cx="68" cy="376"/>
                    <a:chOff x="0" y="0"/>
                    <a:chExt cx="68" cy="376"/>
                  </a:xfrm>
                </p:grpSpPr>
                <p:sp>
                  <p:nvSpPr>
                    <p:cNvPr id="33935" name="Arc 300">
                      <a:extLst>
                        <a:ext uri="{FF2B5EF4-FFF2-40B4-BE49-F238E27FC236}">
                          <a16:creationId xmlns:a16="http://schemas.microsoft.com/office/drawing/2014/main" id="{7BF65295-D381-4D0B-9A56-3699EF0AA870}"/>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36" name="Arc 301">
                      <a:extLst>
                        <a:ext uri="{FF2B5EF4-FFF2-40B4-BE49-F238E27FC236}">
                          <a16:creationId xmlns:a16="http://schemas.microsoft.com/office/drawing/2014/main" id="{5FE375CA-26A8-4C49-B975-DDB520F70383}"/>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932" name="Group 302">
                    <a:extLst>
                      <a:ext uri="{FF2B5EF4-FFF2-40B4-BE49-F238E27FC236}">
                        <a16:creationId xmlns:a16="http://schemas.microsoft.com/office/drawing/2014/main" id="{9BF4FA8D-F333-4353-B388-01E3B432A54A}"/>
                      </a:ext>
                    </a:extLst>
                  </p:cNvPr>
                  <p:cNvGrpSpPr>
                    <a:grpSpLocks/>
                  </p:cNvGrpSpPr>
                  <p:nvPr/>
                </p:nvGrpSpPr>
                <p:grpSpPr bwMode="auto">
                  <a:xfrm>
                    <a:off x="76" y="359"/>
                    <a:ext cx="67" cy="376"/>
                    <a:chOff x="0" y="0"/>
                    <a:chExt cx="67" cy="376"/>
                  </a:xfrm>
                </p:grpSpPr>
                <p:sp>
                  <p:nvSpPr>
                    <p:cNvPr id="33933" name="Arc 303">
                      <a:extLst>
                        <a:ext uri="{FF2B5EF4-FFF2-40B4-BE49-F238E27FC236}">
                          <a16:creationId xmlns:a16="http://schemas.microsoft.com/office/drawing/2014/main" id="{A4CC9CCB-D453-4106-94C3-AF9C52F0A2CF}"/>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34" name="Arc 304">
                      <a:extLst>
                        <a:ext uri="{FF2B5EF4-FFF2-40B4-BE49-F238E27FC236}">
                          <a16:creationId xmlns:a16="http://schemas.microsoft.com/office/drawing/2014/main" id="{FDF4FD67-4CB8-49D3-A8EB-4A9B810C1716}"/>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3924" name="Group 305">
                  <a:extLst>
                    <a:ext uri="{FF2B5EF4-FFF2-40B4-BE49-F238E27FC236}">
                      <a16:creationId xmlns:a16="http://schemas.microsoft.com/office/drawing/2014/main" id="{BAA67B4E-DDDC-436A-8FB1-038912709DDF}"/>
                    </a:ext>
                  </a:extLst>
                </p:cNvPr>
                <p:cNvGrpSpPr>
                  <a:grpSpLocks/>
                </p:cNvGrpSpPr>
                <p:nvPr/>
              </p:nvGrpSpPr>
              <p:grpSpPr bwMode="auto">
                <a:xfrm>
                  <a:off x="159" y="0"/>
                  <a:ext cx="145" cy="735"/>
                  <a:chOff x="0" y="0"/>
                  <a:chExt cx="145" cy="735"/>
                </a:xfrm>
              </p:grpSpPr>
              <p:grpSp>
                <p:nvGrpSpPr>
                  <p:cNvPr id="33925" name="Group 306">
                    <a:extLst>
                      <a:ext uri="{FF2B5EF4-FFF2-40B4-BE49-F238E27FC236}">
                        <a16:creationId xmlns:a16="http://schemas.microsoft.com/office/drawing/2014/main" id="{D0ECBA1B-CB0C-4942-8CDD-BE956E24AB7A}"/>
                      </a:ext>
                    </a:extLst>
                  </p:cNvPr>
                  <p:cNvGrpSpPr>
                    <a:grpSpLocks/>
                  </p:cNvGrpSpPr>
                  <p:nvPr/>
                </p:nvGrpSpPr>
                <p:grpSpPr bwMode="auto">
                  <a:xfrm>
                    <a:off x="0" y="0"/>
                    <a:ext cx="68" cy="376"/>
                    <a:chOff x="0" y="0"/>
                    <a:chExt cx="68" cy="376"/>
                  </a:xfrm>
                </p:grpSpPr>
                <p:sp>
                  <p:nvSpPr>
                    <p:cNvPr id="33929" name="Arc 307">
                      <a:extLst>
                        <a:ext uri="{FF2B5EF4-FFF2-40B4-BE49-F238E27FC236}">
                          <a16:creationId xmlns:a16="http://schemas.microsoft.com/office/drawing/2014/main" id="{158322F5-5E26-4360-9D32-ACDCCE334DCD}"/>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30" name="Arc 308">
                      <a:extLst>
                        <a:ext uri="{FF2B5EF4-FFF2-40B4-BE49-F238E27FC236}">
                          <a16:creationId xmlns:a16="http://schemas.microsoft.com/office/drawing/2014/main" id="{063BC55D-C20D-4F79-B914-35D04064CAA7}"/>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926" name="Group 309">
                    <a:extLst>
                      <a:ext uri="{FF2B5EF4-FFF2-40B4-BE49-F238E27FC236}">
                        <a16:creationId xmlns:a16="http://schemas.microsoft.com/office/drawing/2014/main" id="{252C34DD-02AB-4D1C-871F-E490047EB1AB}"/>
                      </a:ext>
                    </a:extLst>
                  </p:cNvPr>
                  <p:cNvGrpSpPr>
                    <a:grpSpLocks/>
                  </p:cNvGrpSpPr>
                  <p:nvPr/>
                </p:nvGrpSpPr>
                <p:grpSpPr bwMode="auto">
                  <a:xfrm>
                    <a:off x="78" y="359"/>
                    <a:ext cx="67" cy="376"/>
                    <a:chOff x="0" y="0"/>
                    <a:chExt cx="67" cy="376"/>
                  </a:xfrm>
                </p:grpSpPr>
                <p:sp>
                  <p:nvSpPr>
                    <p:cNvPr id="33927" name="Arc 310">
                      <a:extLst>
                        <a:ext uri="{FF2B5EF4-FFF2-40B4-BE49-F238E27FC236}">
                          <a16:creationId xmlns:a16="http://schemas.microsoft.com/office/drawing/2014/main" id="{B21A8EA4-E0F8-4D66-B96A-90DB1F92361C}"/>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28" name="Arc 311">
                      <a:extLst>
                        <a:ext uri="{FF2B5EF4-FFF2-40B4-BE49-F238E27FC236}">
                          <a16:creationId xmlns:a16="http://schemas.microsoft.com/office/drawing/2014/main" id="{9DA9D735-57C1-4CEA-8C1C-2186E1D78386}"/>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3916" name="Group 312">
                <a:extLst>
                  <a:ext uri="{FF2B5EF4-FFF2-40B4-BE49-F238E27FC236}">
                    <a16:creationId xmlns:a16="http://schemas.microsoft.com/office/drawing/2014/main" id="{A1C6D7B5-951C-4004-980D-432E4CCFA2B7}"/>
                  </a:ext>
                </a:extLst>
              </p:cNvPr>
              <p:cNvGrpSpPr>
                <a:grpSpLocks/>
              </p:cNvGrpSpPr>
              <p:nvPr/>
            </p:nvGrpSpPr>
            <p:grpSpPr bwMode="auto">
              <a:xfrm>
                <a:off x="320" y="0"/>
                <a:ext cx="143" cy="735"/>
                <a:chOff x="0" y="0"/>
                <a:chExt cx="143" cy="735"/>
              </a:xfrm>
            </p:grpSpPr>
            <p:grpSp>
              <p:nvGrpSpPr>
                <p:cNvPr id="33917" name="Group 313">
                  <a:extLst>
                    <a:ext uri="{FF2B5EF4-FFF2-40B4-BE49-F238E27FC236}">
                      <a16:creationId xmlns:a16="http://schemas.microsoft.com/office/drawing/2014/main" id="{16FCFC1C-4E55-47EF-A8CC-1DDE48B9087A}"/>
                    </a:ext>
                  </a:extLst>
                </p:cNvPr>
                <p:cNvGrpSpPr>
                  <a:grpSpLocks/>
                </p:cNvGrpSpPr>
                <p:nvPr/>
              </p:nvGrpSpPr>
              <p:grpSpPr bwMode="auto">
                <a:xfrm>
                  <a:off x="0" y="0"/>
                  <a:ext cx="67" cy="376"/>
                  <a:chOff x="0" y="0"/>
                  <a:chExt cx="67" cy="376"/>
                </a:xfrm>
              </p:grpSpPr>
              <p:sp>
                <p:nvSpPr>
                  <p:cNvPr id="33921" name="Arc 314">
                    <a:extLst>
                      <a:ext uri="{FF2B5EF4-FFF2-40B4-BE49-F238E27FC236}">
                        <a16:creationId xmlns:a16="http://schemas.microsoft.com/office/drawing/2014/main" id="{18BB6A91-EF70-4826-ADE7-47AE0EFE7BD9}"/>
                      </a:ext>
                    </a:extLst>
                  </p:cNvPr>
                  <p:cNvSpPr>
                    <a:spLocks/>
                  </p:cNvSpPr>
                  <p:nvPr/>
                </p:nvSpPr>
                <p:spPr bwMode="auto">
                  <a:xfrm>
                    <a:off x="0" y="0"/>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0" y="21590"/>
                        </a:moveTo>
                        <a:cubicBezTo>
                          <a:pt x="0" y="9911"/>
                          <a:pt x="9282" y="347"/>
                          <a:pt x="20955" y="-1"/>
                        </a:cubicBezTo>
                      </a:path>
                      <a:path w="21600" h="21590" stroke="0" extrusionOk="0">
                        <a:moveTo>
                          <a:pt x="0" y="21590"/>
                        </a:moveTo>
                        <a:cubicBezTo>
                          <a:pt x="0" y="9911"/>
                          <a:pt x="9282" y="347"/>
                          <a:pt x="20955" y="-1"/>
                        </a:cubicBezTo>
                        <a:lnTo>
                          <a:pt x="21600" y="21590"/>
                        </a:lnTo>
                        <a:lnTo>
                          <a:pt x="0"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22" name="Arc 315">
                    <a:extLst>
                      <a:ext uri="{FF2B5EF4-FFF2-40B4-BE49-F238E27FC236}">
                        <a16:creationId xmlns:a16="http://schemas.microsoft.com/office/drawing/2014/main" id="{EE5330BD-FA33-48BF-B6E7-961C9F02B747}"/>
                      </a:ext>
                    </a:extLst>
                  </p:cNvPr>
                  <p:cNvSpPr>
                    <a:spLocks/>
                  </p:cNvSpPr>
                  <p:nvPr/>
                </p:nvSpPr>
                <p:spPr bwMode="auto">
                  <a:xfrm>
                    <a:off x="33" y="8"/>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1" y="9"/>
                        </a:moveTo>
                        <a:cubicBezTo>
                          <a:pt x="214" y="3"/>
                          <a:pt x="429" y="-1"/>
                          <a:pt x="644" y="0"/>
                        </a:cubicBezTo>
                        <a:cubicBezTo>
                          <a:pt x="12573" y="0"/>
                          <a:pt x="22244" y="9670"/>
                          <a:pt x="22244" y="21600"/>
                        </a:cubicBezTo>
                      </a:path>
                      <a:path w="22244" h="21600" stroke="0" extrusionOk="0">
                        <a:moveTo>
                          <a:pt x="-1" y="9"/>
                        </a:moveTo>
                        <a:cubicBezTo>
                          <a:pt x="214" y="3"/>
                          <a:pt x="429" y="-1"/>
                          <a:pt x="644" y="0"/>
                        </a:cubicBezTo>
                        <a:cubicBezTo>
                          <a:pt x="12573" y="0"/>
                          <a:pt x="22244" y="9670"/>
                          <a:pt x="22244" y="21600"/>
                        </a:cubicBezTo>
                        <a:lnTo>
                          <a:pt x="644" y="21600"/>
                        </a:lnTo>
                        <a:lnTo>
                          <a:pt x="-1"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918" name="Group 316">
                  <a:extLst>
                    <a:ext uri="{FF2B5EF4-FFF2-40B4-BE49-F238E27FC236}">
                      <a16:creationId xmlns:a16="http://schemas.microsoft.com/office/drawing/2014/main" id="{AFF0BC29-8D4B-4B3C-8BF7-23D609AD1E24}"/>
                    </a:ext>
                  </a:extLst>
                </p:cNvPr>
                <p:cNvGrpSpPr>
                  <a:grpSpLocks/>
                </p:cNvGrpSpPr>
                <p:nvPr/>
              </p:nvGrpSpPr>
              <p:grpSpPr bwMode="auto">
                <a:xfrm>
                  <a:off x="76" y="359"/>
                  <a:ext cx="67" cy="376"/>
                  <a:chOff x="0" y="0"/>
                  <a:chExt cx="67" cy="376"/>
                </a:xfrm>
              </p:grpSpPr>
              <p:sp>
                <p:nvSpPr>
                  <p:cNvPr id="33919" name="Arc 317">
                    <a:extLst>
                      <a:ext uri="{FF2B5EF4-FFF2-40B4-BE49-F238E27FC236}">
                        <a16:creationId xmlns:a16="http://schemas.microsoft.com/office/drawing/2014/main" id="{9819B685-B1D5-4651-9277-3FFD5461B917}"/>
                      </a:ext>
                    </a:extLst>
                  </p:cNvPr>
                  <p:cNvSpPr>
                    <a:spLocks/>
                  </p:cNvSpPr>
                  <p:nvPr/>
                </p:nvSpPr>
                <p:spPr bwMode="auto">
                  <a:xfrm>
                    <a:off x="0" y="8"/>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20" name="Arc 318">
                    <a:extLst>
                      <a:ext uri="{FF2B5EF4-FFF2-40B4-BE49-F238E27FC236}">
                        <a16:creationId xmlns:a16="http://schemas.microsoft.com/office/drawing/2014/main" id="{7B7A2722-B1F3-4C31-90ED-49C3A5092BDF}"/>
                      </a:ext>
                    </a:extLst>
                  </p:cNvPr>
                  <p:cNvSpPr>
                    <a:spLocks/>
                  </p:cNvSpPr>
                  <p:nvPr/>
                </p:nvSpPr>
                <p:spPr bwMode="auto">
                  <a:xfrm>
                    <a:off x="33" y="0"/>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3805" name="Group 319">
              <a:extLst>
                <a:ext uri="{FF2B5EF4-FFF2-40B4-BE49-F238E27FC236}">
                  <a16:creationId xmlns:a16="http://schemas.microsoft.com/office/drawing/2014/main" id="{CDA8AA2D-E7F0-45EA-B5EE-CB2FA6119701}"/>
                </a:ext>
              </a:extLst>
            </p:cNvPr>
            <p:cNvGrpSpPr>
              <a:grpSpLocks/>
            </p:cNvGrpSpPr>
            <p:nvPr/>
          </p:nvGrpSpPr>
          <p:grpSpPr bwMode="auto">
            <a:xfrm>
              <a:off x="3238" y="202"/>
              <a:ext cx="463" cy="743"/>
              <a:chOff x="0" y="0"/>
              <a:chExt cx="463" cy="743"/>
            </a:xfrm>
          </p:grpSpPr>
          <p:grpSp>
            <p:nvGrpSpPr>
              <p:cNvPr id="33893" name="Group 320">
                <a:extLst>
                  <a:ext uri="{FF2B5EF4-FFF2-40B4-BE49-F238E27FC236}">
                    <a16:creationId xmlns:a16="http://schemas.microsoft.com/office/drawing/2014/main" id="{13C48CA5-7255-472C-B5B4-211541C2CF12}"/>
                  </a:ext>
                </a:extLst>
              </p:cNvPr>
              <p:cNvGrpSpPr>
                <a:grpSpLocks/>
              </p:cNvGrpSpPr>
              <p:nvPr/>
            </p:nvGrpSpPr>
            <p:grpSpPr bwMode="auto">
              <a:xfrm>
                <a:off x="0" y="0"/>
                <a:ext cx="304" cy="743"/>
                <a:chOff x="0" y="0"/>
                <a:chExt cx="304" cy="743"/>
              </a:xfrm>
            </p:grpSpPr>
            <p:grpSp>
              <p:nvGrpSpPr>
                <p:cNvPr id="33901" name="Group 321">
                  <a:extLst>
                    <a:ext uri="{FF2B5EF4-FFF2-40B4-BE49-F238E27FC236}">
                      <a16:creationId xmlns:a16="http://schemas.microsoft.com/office/drawing/2014/main" id="{560D81A2-0EFA-4214-9D79-89C816176476}"/>
                    </a:ext>
                  </a:extLst>
                </p:cNvPr>
                <p:cNvGrpSpPr>
                  <a:grpSpLocks/>
                </p:cNvGrpSpPr>
                <p:nvPr/>
              </p:nvGrpSpPr>
              <p:grpSpPr bwMode="auto">
                <a:xfrm>
                  <a:off x="0" y="8"/>
                  <a:ext cx="143" cy="735"/>
                  <a:chOff x="0" y="0"/>
                  <a:chExt cx="143" cy="735"/>
                </a:xfrm>
              </p:grpSpPr>
              <p:grpSp>
                <p:nvGrpSpPr>
                  <p:cNvPr id="33909" name="Group 322">
                    <a:extLst>
                      <a:ext uri="{FF2B5EF4-FFF2-40B4-BE49-F238E27FC236}">
                        <a16:creationId xmlns:a16="http://schemas.microsoft.com/office/drawing/2014/main" id="{13F92184-9945-4230-AB17-628FB25D71F9}"/>
                      </a:ext>
                    </a:extLst>
                  </p:cNvPr>
                  <p:cNvGrpSpPr>
                    <a:grpSpLocks/>
                  </p:cNvGrpSpPr>
                  <p:nvPr/>
                </p:nvGrpSpPr>
                <p:grpSpPr bwMode="auto">
                  <a:xfrm>
                    <a:off x="0" y="0"/>
                    <a:ext cx="68" cy="376"/>
                    <a:chOff x="0" y="0"/>
                    <a:chExt cx="68" cy="376"/>
                  </a:xfrm>
                </p:grpSpPr>
                <p:sp>
                  <p:nvSpPr>
                    <p:cNvPr id="33913" name="Arc 323">
                      <a:extLst>
                        <a:ext uri="{FF2B5EF4-FFF2-40B4-BE49-F238E27FC236}">
                          <a16:creationId xmlns:a16="http://schemas.microsoft.com/office/drawing/2014/main" id="{614D0828-1411-4512-8363-F06466EC02C4}"/>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14" name="Arc 324">
                      <a:extLst>
                        <a:ext uri="{FF2B5EF4-FFF2-40B4-BE49-F238E27FC236}">
                          <a16:creationId xmlns:a16="http://schemas.microsoft.com/office/drawing/2014/main" id="{BA539CED-D9C5-4C5F-8D58-9F6874F640BB}"/>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910" name="Group 325">
                    <a:extLst>
                      <a:ext uri="{FF2B5EF4-FFF2-40B4-BE49-F238E27FC236}">
                        <a16:creationId xmlns:a16="http://schemas.microsoft.com/office/drawing/2014/main" id="{27AAF3CB-CFFF-49F5-B5AB-DFC1BA80AFA2}"/>
                      </a:ext>
                    </a:extLst>
                  </p:cNvPr>
                  <p:cNvGrpSpPr>
                    <a:grpSpLocks/>
                  </p:cNvGrpSpPr>
                  <p:nvPr/>
                </p:nvGrpSpPr>
                <p:grpSpPr bwMode="auto">
                  <a:xfrm>
                    <a:off x="76" y="359"/>
                    <a:ext cx="67" cy="376"/>
                    <a:chOff x="0" y="0"/>
                    <a:chExt cx="67" cy="376"/>
                  </a:xfrm>
                </p:grpSpPr>
                <p:sp>
                  <p:nvSpPr>
                    <p:cNvPr id="33911" name="Arc 326">
                      <a:extLst>
                        <a:ext uri="{FF2B5EF4-FFF2-40B4-BE49-F238E27FC236}">
                          <a16:creationId xmlns:a16="http://schemas.microsoft.com/office/drawing/2014/main" id="{31E0D3C6-6300-4B2E-AF68-A08DD5A88BCF}"/>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12" name="Arc 327">
                      <a:extLst>
                        <a:ext uri="{FF2B5EF4-FFF2-40B4-BE49-F238E27FC236}">
                          <a16:creationId xmlns:a16="http://schemas.microsoft.com/office/drawing/2014/main" id="{DC125388-FD23-4C61-A597-55A61BC89EFB}"/>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3902" name="Group 328">
                  <a:extLst>
                    <a:ext uri="{FF2B5EF4-FFF2-40B4-BE49-F238E27FC236}">
                      <a16:creationId xmlns:a16="http://schemas.microsoft.com/office/drawing/2014/main" id="{CEFA1262-2E2E-4E55-9B9B-74643D5FB0C7}"/>
                    </a:ext>
                  </a:extLst>
                </p:cNvPr>
                <p:cNvGrpSpPr>
                  <a:grpSpLocks/>
                </p:cNvGrpSpPr>
                <p:nvPr/>
              </p:nvGrpSpPr>
              <p:grpSpPr bwMode="auto">
                <a:xfrm>
                  <a:off x="159" y="0"/>
                  <a:ext cx="145" cy="735"/>
                  <a:chOff x="0" y="0"/>
                  <a:chExt cx="145" cy="735"/>
                </a:xfrm>
              </p:grpSpPr>
              <p:grpSp>
                <p:nvGrpSpPr>
                  <p:cNvPr id="33903" name="Group 329">
                    <a:extLst>
                      <a:ext uri="{FF2B5EF4-FFF2-40B4-BE49-F238E27FC236}">
                        <a16:creationId xmlns:a16="http://schemas.microsoft.com/office/drawing/2014/main" id="{79EC33AC-2018-4396-9C16-8F4329D2DAB8}"/>
                      </a:ext>
                    </a:extLst>
                  </p:cNvPr>
                  <p:cNvGrpSpPr>
                    <a:grpSpLocks/>
                  </p:cNvGrpSpPr>
                  <p:nvPr/>
                </p:nvGrpSpPr>
                <p:grpSpPr bwMode="auto">
                  <a:xfrm>
                    <a:off x="0" y="0"/>
                    <a:ext cx="68" cy="376"/>
                    <a:chOff x="0" y="0"/>
                    <a:chExt cx="68" cy="376"/>
                  </a:xfrm>
                </p:grpSpPr>
                <p:sp>
                  <p:nvSpPr>
                    <p:cNvPr id="33907" name="Arc 330">
                      <a:extLst>
                        <a:ext uri="{FF2B5EF4-FFF2-40B4-BE49-F238E27FC236}">
                          <a16:creationId xmlns:a16="http://schemas.microsoft.com/office/drawing/2014/main" id="{9C41EB79-19AC-4CB9-898E-1FEEC70D2981}"/>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08" name="Arc 331">
                      <a:extLst>
                        <a:ext uri="{FF2B5EF4-FFF2-40B4-BE49-F238E27FC236}">
                          <a16:creationId xmlns:a16="http://schemas.microsoft.com/office/drawing/2014/main" id="{19A998D6-3447-47AF-A2FD-260367B427AF}"/>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904" name="Group 332">
                    <a:extLst>
                      <a:ext uri="{FF2B5EF4-FFF2-40B4-BE49-F238E27FC236}">
                        <a16:creationId xmlns:a16="http://schemas.microsoft.com/office/drawing/2014/main" id="{D88EAECD-B264-4C75-84FD-1C81491FF1E2}"/>
                      </a:ext>
                    </a:extLst>
                  </p:cNvPr>
                  <p:cNvGrpSpPr>
                    <a:grpSpLocks/>
                  </p:cNvGrpSpPr>
                  <p:nvPr/>
                </p:nvGrpSpPr>
                <p:grpSpPr bwMode="auto">
                  <a:xfrm>
                    <a:off x="78" y="359"/>
                    <a:ext cx="67" cy="376"/>
                    <a:chOff x="0" y="0"/>
                    <a:chExt cx="67" cy="376"/>
                  </a:xfrm>
                </p:grpSpPr>
                <p:sp>
                  <p:nvSpPr>
                    <p:cNvPr id="33905" name="Arc 333">
                      <a:extLst>
                        <a:ext uri="{FF2B5EF4-FFF2-40B4-BE49-F238E27FC236}">
                          <a16:creationId xmlns:a16="http://schemas.microsoft.com/office/drawing/2014/main" id="{80438C6C-551C-4F4C-A1DB-7A35AE35F652}"/>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06" name="Arc 334">
                      <a:extLst>
                        <a:ext uri="{FF2B5EF4-FFF2-40B4-BE49-F238E27FC236}">
                          <a16:creationId xmlns:a16="http://schemas.microsoft.com/office/drawing/2014/main" id="{5642FB51-1A3E-4BD0-9501-8295004F8A48}"/>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3894" name="Group 335">
                <a:extLst>
                  <a:ext uri="{FF2B5EF4-FFF2-40B4-BE49-F238E27FC236}">
                    <a16:creationId xmlns:a16="http://schemas.microsoft.com/office/drawing/2014/main" id="{46A74E94-927A-4BF0-8AC5-2F596126F8E7}"/>
                  </a:ext>
                </a:extLst>
              </p:cNvPr>
              <p:cNvGrpSpPr>
                <a:grpSpLocks/>
              </p:cNvGrpSpPr>
              <p:nvPr/>
            </p:nvGrpSpPr>
            <p:grpSpPr bwMode="auto">
              <a:xfrm>
                <a:off x="320" y="0"/>
                <a:ext cx="143" cy="735"/>
                <a:chOff x="0" y="0"/>
                <a:chExt cx="143" cy="735"/>
              </a:xfrm>
            </p:grpSpPr>
            <p:grpSp>
              <p:nvGrpSpPr>
                <p:cNvPr id="33895" name="Group 336">
                  <a:extLst>
                    <a:ext uri="{FF2B5EF4-FFF2-40B4-BE49-F238E27FC236}">
                      <a16:creationId xmlns:a16="http://schemas.microsoft.com/office/drawing/2014/main" id="{DD7251D4-22B8-460E-99D7-1805EE3AEB20}"/>
                    </a:ext>
                  </a:extLst>
                </p:cNvPr>
                <p:cNvGrpSpPr>
                  <a:grpSpLocks/>
                </p:cNvGrpSpPr>
                <p:nvPr/>
              </p:nvGrpSpPr>
              <p:grpSpPr bwMode="auto">
                <a:xfrm>
                  <a:off x="0" y="0"/>
                  <a:ext cx="67" cy="376"/>
                  <a:chOff x="0" y="0"/>
                  <a:chExt cx="67" cy="376"/>
                </a:xfrm>
              </p:grpSpPr>
              <p:sp>
                <p:nvSpPr>
                  <p:cNvPr id="33899" name="Arc 337">
                    <a:extLst>
                      <a:ext uri="{FF2B5EF4-FFF2-40B4-BE49-F238E27FC236}">
                        <a16:creationId xmlns:a16="http://schemas.microsoft.com/office/drawing/2014/main" id="{D7D38F12-675E-42B3-8992-E642F186DF4A}"/>
                      </a:ext>
                    </a:extLst>
                  </p:cNvPr>
                  <p:cNvSpPr>
                    <a:spLocks/>
                  </p:cNvSpPr>
                  <p:nvPr/>
                </p:nvSpPr>
                <p:spPr bwMode="auto">
                  <a:xfrm>
                    <a:off x="0" y="0"/>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0" y="21590"/>
                        </a:moveTo>
                        <a:cubicBezTo>
                          <a:pt x="0" y="9911"/>
                          <a:pt x="9282" y="347"/>
                          <a:pt x="20955" y="-1"/>
                        </a:cubicBezTo>
                      </a:path>
                      <a:path w="21600" h="21590" stroke="0" extrusionOk="0">
                        <a:moveTo>
                          <a:pt x="0" y="21590"/>
                        </a:moveTo>
                        <a:cubicBezTo>
                          <a:pt x="0" y="9911"/>
                          <a:pt x="9282" y="347"/>
                          <a:pt x="20955" y="-1"/>
                        </a:cubicBezTo>
                        <a:lnTo>
                          <a:pt x="21600" y="21590"/>
                        </a:lnTo>
                        <a:lnTo>
                          <a:pt x="0"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00" name="Arc 338">
                    <a:extLst>
                      <a:ext uri="{FF2B5EF4-FFF2-40B4-BE49-F238E27FC236}">
                        <a16:creationId xmlns:a16="http://schemas.microsoft.com/office/drawing/2014/main" id="{2DF4630A-04D7-44D9-9D0E-C53F678B8401}"/>
                      </a:ext>
                    </a:extLst>
                  </p:cNvPr>
                  <p:cNvSpPr>
                    <a:spLocks/>
                  </p:cNvSpPr>
                  <p:nvPr/>
                </p:nvSpPr>
                <p:spPr bwMode="auto">
                  <a:xfrm>
                    <a:off x="33" y="8"/>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1" y="9"/>
                        </a:moveTo>
                        <a:cubicBezTo>
                          <a:pt x="214" y="3"/>
                          <a:pt x="429" y="-1"/>
                          <a:pt x="644" y="0"/>
                        </a:cubicBezTo>
                        <a:cubicBezTo>
                          <a:pt x="12573" y="0"/>
                          <a:pt x="22244" y="9670"/>
                          <a:pt x="22244" y="21600"/>
                        </a:cubicBezTo>
                      </a:path>
                      <a:path w="22244" h="21600" stroke="0" extrusionOk="0">
                        <a:moveTo>
                          <a:pt x="-1" y="9"/>
                        </a:moveTo>
                        <a:cubicBezTo>
                          <a:pt x="214" y="3"/>
                          <a:pt x="429" y="-1"/>
                          <a:pt x="644" y="0"/>
                        </a:cubicBezTo>
                        <a:cubicBezTo>
                          <a:pt x="12573" y="0"/>
                          <a:pt x="22244" y="9670"/>
                          <a:pt x="22244" y="21600"/>
                        </a:cubicBezTo>
                        <a:lnTo>
                          <a:pt x="644" y="21600"/>
                        </a:lnTo>
                        <a:lnTo>
                          <a:pt x="-1"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896" name="Group 339">
                  <a:extLst>
                    <a:ext uri="{FF2B5EF4-FFF2-40B4-BE49-F238E27FC236}">
                      <a16:creationId xmlns:a16="http://schemas.microsoft.com/office/drawing/2014/main" id="{49102A6A-5114-4A76-B191-9C2AF83F4AA1}"/>
                    </a:ext>
                  </a:extLst>
                </p:cNvPr>
                <p:cNvGrpSpPr>
                  <a:grpSpLocks/>
                </p:cNvGrpSpPr>
                <p:nvPr/>
              </p:nvGrpSpPr>
              <p:grpSpPr bwMode="auto">
                <a:xfrm>
                  <a:off x="76" y="359"/>
                  <a:ext cx="67" cy="376"/>
                  <a:chOff x="0" y="0"/>
                  <a:chExt cx="67" cy="376"/>
                </a:xfrm>
              </p:grpSpPr>
              <p:sp>
                <p:nvSpPr>
                  <p:cNvPr id="33897" name="Arc 340">
                    <a:extLst>
                      <a:ext uri="{FF2B5EF4-FFF2-40B4-BE49-F238E27FC236}">
                        <a16:creationId xmlns:a16="http://schemas.microsoft.com/office/drawing/2014/main" id="{3EC922F0-1817-49C9-82FB-274AA447917F}"/>
                      </a:ext>
                    </a:extLst>
                  </p:cNvPr>
                  <p:cNvSpPr>
                    <a:spLocks/>
                  </p:cNvSpPr>
                  <p:nvPr/>
                </p:nvSpPr>
                <p:spPr bwMode="auto">
                  <a:xfrm>
                    <a:off x="0" y="8"/>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98" name="Arc 341">
                    <a:extLst>
                      <a:ext uri="{FF2B5EF4-FFF2-40B4-BE49-F238E27FC236}">
                        <a16:creationId xmlns:a16="http://schemas.microsoft.com/office/drawing/2014/main" id="{E97052AB-D2F6-4D3C-A09E-EECBB51FF59A}"/>
                      </a:ext>
                    </a:extLst>
                  </p:cNvPr>
                  <p:cNvSpPr>
                    <a:spLocks/>
                  </p:cNvSpPr>
                  <p:nvPr/>
                </p:nvSpPr>
                <p:spPr bwMode="auto">
                  <a:xfrm>
                    <a:off x="33" y="0"/>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3806" name="Group 342">
              <a:extLst>
                <a:ext uri="{FF2B5EF4-FFF2-40B4-BE49-F238E27FC236}">
                  <a16:creationId xmlns:a16="http://schemas.microsoft.com/office/drawing/2014/main" id="{0AC6CB8D-C00D-4312-9BD2-35B1EF24ED06}"/>
                </a:ext>
              </a:extLst>
            </p:cNvPr>
            <p:cNvGrpSpPr>
              <a:grpSpLocks/>
            </p:cNvGrpSpPr>
            <p:nvPr/>
          </p:nvGrpSpPr>
          <p:grpSpPr bwMode="auto">
            <a:xfrm>
              <a:off x="4254" y="218"/>
              <a:ext cx="463" cy="743"/>
              <a:chOff x="0" y="0"/>
              <a:chExt cx="463" cy="743"/>
            </a:xfrm>
          </p:grpSpPr>
          <p:grpSp>
            <p:nvGrpSpPr>
              <p:cNvPr id="33871" name="Group 343">
                <a:extLst>
                  <a:ext uri="{FF2B5EF4-FFF2-40B4-BE49-F238E27FC236}">
                    <a16:creationId xmlns:a16="http://schemas.microsoft.com/office/drawing/2014/main" id="{45AC071F-EFC1-47CB-B279-D92CD8791660}"/>
                  </a:ext>
                </a:extLst>
              </p:cNvPr>
              <p:cNvGrpSpPr>
                <a:grpSpLocks/>
              </p:cNvGrpSpPr>
              <p:nvPr/>
            </p:nvGrpSpPr>
            <p:grpSpPr bwMode="auto">
              <a:xfrm>
                <a:off x="0" y="0"/>
                <a:ext cx="304" cy="743"/>
                <a:chOff x="0" y="0"/>
                <a:chExt cx="304" cy="743"/>
              </a:xfrm>
            </p:grpSpPr>
            <p:grpSp>
              <p:nvGrpSpPr>
                <p:cNvPr id="33879" name="Group 344">
                  <a:extLst>
                    <a:ext uri="{FF2B5EF4-FFF2-40B4-BE49-F238E27FC236}">
                      <a16:creationId xmlns:a16="http://schemas.microsoft.com/office/drawing/2014/main" id="{C6A19BB3-D110-40E8-8C16-E8BA067D3379}"/>
                    </a:ext>
                  </a:extLst>
                </p:cNvPr>
                <p:cNvGrpSpPr>
                  <a:grpSpLocks/>
                </p:cNvGrpSpPr>
                <p:nvPr/>
              </p:nvGrpSpPr>
              <p:grpSpPr bwMode="auto">
                <a:xfrm>
                  <a:off x="0" y="8"/>
                  <a:ext cx="143" cy="735"/>
                  <a:chOff x="0" y="0"/>
                  <a:chExt cx="143" cy="735"/>
                </a:xfrm>
              </p:grpSpPr>
              <p:grpSp>
                <p:nvGrpSpPr>
                  <p:cNvPr id="33887" name="Group 345">
                    <a:extLst>
                      <a:ext uri="{FF2B5EF4-FFF2-40B4-BE49-F238E27FC236}">
                        <a16:creationId xmlns:a16="http://schemas.microsoft.com/office/drawing/2014/main" id="{1C5205F2-67E0-4748-BB3C-E6C8225394CA}"/>
                      </a:ext>
                    </a:extLst>
                  </p:cNvPr>
                  <p:cNvGrpSpPr>
                    <a:grpSpLocks/>
                  </p:cNvGrpSpPr>
                  <p:nvPr/>
                </p:nvGrpSpPr>
                <p:grpSpPr bwMode="auto">
                  <a:xfrm>
                    <a:off x="0" y="0"/>
                    <a:ext cx="68" cy="376"/>
                    <a:chOff x="0" y="0"/>
                    <a:chExt cx="68" cy="376"/>
                  </a:xfrm>
                </p:grpSpPr>
                <p:sp>
                  <p:nvSpPr>
                    <p:cNvPr id="33891" name="Arc 346">
                      <a:extLst>
                        <a:ext uri="{FF2B5EF4-FFF2-40B4-BE49-F238E27FC236}">
                          <a16:creationId xmlns:a16="http://schemas.microsoft.com/office/drawing/2014/main" id="{E5DB6E80-C2A0-4E5B-9AEA-D55F275106CE}"/>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92" name="Arc 347">
                      <a:extLst>
                        <a:ext uri="{FF2B5EF4-FFF2-40B4-BE49-F238E27FC236}">
                          <a16:creationId xmlns:a16="http://schemas.microsoft.com/office/drawing/2014/main" id="{8D79F1F1-B271-4619-AB47-2429167C2CA4}"/>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888" name="Group 348">
                    <a:extLst>
                      <a:ext uri="{FF2B5EF4-FFF2-40B4-BE49-F238E27FC236}">
                        <a16:creationId xmlns:a16="http://schemas.microsoft.com/office/drawing/2014/main" id="{D92AA048-C17C-44BB-9FEA-E8B1D6853A40}"/>
                      </a:ext>
                    </a:extLst>
                  </p:cNvPr>
                  <p:cNvGrpSpPr>
                    <a:grpSpLocks/>
                  </p:cNvGrpSpPr>
                  <p:nvPr/>
                </p:nvGrpSpPr>
                <p:grpSpPr bwMode="auto">
                  <a:xfrm>
                    <a:off x="76" y="359"/>
                    <a:ext cx="67" cy="376"/>
                    <a:chOff x="0" y="0"/>
                    <a:chExt cx="67" cy="376"/>
                  </a:xfrm>
                </p:grpSpPr>
                <p:sp>
                  <p:nvSpPr>
                    <p:cNvPr id="33889" name="Arc 349">
                      <a:extLst>
                        <a:ext uri="{FF2B5EF4-FFF2-40B4-BE49-F238E27FC236}">
                          <a16:creationId xmlns:a16="http://schemas.microsoft.com/office/drawing/2014/main" id="{028D0A2E-3608-4543-AFCA-7C9B7C5C660B}"/>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90" name="Arc 350">
                      <a:extLst>
                        <a:ext uri="{FF2B5EF4-FFF2-40B4-BE49-F238E27FC236}">
                          <a16:creationId xmlns:a16="http://schemas.microsoft.com/office/drawing/2014/main" id="{409136A4-0C5F-48C4-A2B9-75E5305B1E9D}"/>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3880" name="Group 351">
                  <a:extLst>
                    <a:ext uri="{FF2B5EF4-FFF2-40B4-BE49-F238E27FC236}">
                      <a16:creationId xmlns:a16="http://schemas.microsoft.com/office/drawing/2014/main" id="{8866737B-44E6-4269-9F84-55C7E202CC54}"/>
                    </a:ext>
                  </a:extLst>
                </p:cNvPr>
                <p:cNvGrpSpPr>
                  <a:grpSpLocks/>
                </p:cNvGrpSpPr>
                <p:nvPr/>
              </p:nvGrpSpPr>
              <p:grpSpPr bwMode="auto">
                <a:xfrm>
                  <a:off x="159" y="0"/>
                  <a:ext cx="145" cy="735"/>
                  <a:chOff x="0" y="0"/>
                  <a:chExt cx="145" cy="735"/>
                </a:xfrm>
              </p:grpSpPr>
              <p:grpSp>
                <p:nvGrpSpPr>
                  <p:cNvPr id="33881" name="Group 352">
                    <a:extLst>
                      <a:ext uri="{FF2B5EF4-FFF2-40B4-BE49-F238E27FC236}">
                        <a16:creationId xmlns:a16="http://schemas.microsoft.com/office/drawing/2014/main" id="{82F4F938-ADD0-4F72-B4F7-BEE10D4EFCC9}"/>
                      </a:ext>
                    </a:extLst>
                  </p:cNvPr>
                  <p:cNvGrpSpPr>
                    <a:grpSpLocks/>
                  </p:cNvGrpSpPr>
                  <p:nvPr/>
                </p:nvGrpSpPr>
                <p:grpSpPr bwMode="auto">
                  <a:xfrm>
                    <a:off x="0" y="0"/>
                    <a:ext cx="68" cy="376"/>
                    <a:chOff x="0" y="0"/>
                    <a:chExt cx="68" cy="376"/>
                  </a:xfrm>
                </p:grpSpPr>
                <p:sp>
                  <p:nvSpPr>
                    <p:cNvPr id="33885" name="Arc 353">
                      <a:extLst>
                        <a:ext uri="{FF2B5EF4-FFF2-40B4-BE49-F238E27FC236}">
                          <a16:creationId xmlns:a16="http://schemas.microsoft.com/office/drawing/2014/main" id="{0C23F783-4E23-4FF4-9054-8ADCF88A826B}"/>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86" name="Arc 354">
                      <a:extLst>
                        <a:ext uri="{FF2B5EF4-FFF2-40B4-BE49-F238E27FC236}">
                          <a16:creationId xmlns:a16="http://schemas.microsoft.com/office/drawing/2014/main" id="{00D837F8-2B6E-4B82-8A0F-D581D89BF517}"/>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882" name="Group 355">
                    <a:extLst>
                      <a:ext uri="{FF2B5EF4-FFF2-40B4-BE49-F238E27FC236}">
                        <a16:creationId xmlns:a16="http://schemas.microsoft.com/office/drawing/2014/main" id="{4CFD266F-184D-4CAF-829D-488482EB57D9}"/>
                      </a:ext>
                    </a:extLst>
                  </p:cNvPr>
                  <p:cNvGrpSpPr>
                    <a:grpSpLocks/>
                  </p:cNvGrpSpPr>
                  <p:nvPr/>
                </p:nvGrpSpPr>
                <p:grpSpPr bwMode="auto">
                  <a:xfrm>
                    <a:off x="78" y="359"/>
                    <a:ext cx="67" cy="376"/>
                    <a:chOff x="0" y="0"/>
                    <a:chExt cx="67" cy="376"/>
                  </a:xfrm>
                </p:grpSpPr>
                <p:sp>
                  <p:nvSpPr>
                    <p:cNvPr id="33883" name="Arc 356">
                      <a:extLst>
                        <a:ext uri="{FF2B5EF4-FFF2-40B4-BE49-F238E27FC236}">
                          <a16:creationId xmlns:a16="http://schemas.microsoft.com/office/drawing/2014/main" id="{80AD3457-D325-43BF-898D-08BBB20172C8}"/>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84" name="Arc 357">
                      <a:extLst>
                        <a:ext uri="{FF2B5EF4-FFF2-40B4-BE49-F238E27FC236}">
                          <a16:creationId xmlns:a16="http://schemas.microsoft.com/office/drawing/2014/main" id="{9B70DE41-26BD-41F3-9569-2B4F09A3F4A0}"/>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3872" name="Group 358">
                <a:extLst>
                  <a:ext uri="{FF2B5EF4-FFF2-40B4-BE49-F238E27FC236}">
                    <a16:creationId xmlns:a16="http://schemas.microsoft.com/office/drawing/2014/main" id="{1632BE66-2BB9-4B3D-9433-B8059DB88185}"/>
                  </a:ext>
                </a:extLst>
              </p:cNvPr>
              <p:cNvGrpSpPr>
                <a:grpSpLocks/>
              </p:cNvGrpSpPr>
              <p:nvPr/>
            </p:nvGrpSpPr>
            <p:grpSpPr bwMode="auto">
              <a:xfrm>
                <a:off x="320" y="0"/>
                <a:ext cx="143" cy="735"/>
                <a:chOff x="0" y="0"/>
                <a:chExt cx="143" cy="735"/>
              </a:xfrm>
            </p:grpSpPr>
            <p:grpSp>
              <p:nvGrpSpPr>
                <p:cNvPr id="33873" name="Group 359">
                  <a:extLst>
                    <a:ext uri="{FF2B5EF4-FFF2-40B4-BE49-F238E27FC236}">
                      <a16:creationId xmlns:a16="http://schemas.microsoft.com/office/drawing/2014/main" id="{FBF589EA-8C5B-41DE-B6C6-35233EB07D09}"/>
                    </a:ext>
                  </a:extLst>
                </p:cNvPr>
                <p:cNvGrpSpPr>
                  <a:grpSpLocks/>
                </p:cNvGrpSpPr>
                <p:nvPr/>
              </p:nvGrpSpPr>
              <p:grpSpPr bwMode="auto">
                <a:xfrm>
                  <a:off x="0" y="0"/>
                  <a:ext cx="67" cy="376"/>
                  <a:chOff x="0" y="0"/>
                  <a:chExt cx="67" cy="376"/>
                </a:xfrm>
              </p:grpSpPr>
              <p:sp>
                <p:nvSpPr>
                  <p:cNvPr id="33877" name="Arc 360">
                    <a:extLst>
                      <a:ext uri="{FF2B5EF4-FFF2-40B4-BE49-F238E27FC236}">
                        <a16:creationId xmlns:a16="http://schemas.microsoft.com/office/drawing/2014/main" id="{27844D96-1E64-4AA9-A1F1-D56A9339866E}"/>
                      </a:ext>
                    </a:extLst>
                  </p:cNvPr>
                  <p:cNvSpPr>
                    <a:spLocks/>
                  </p:cNvSpPr>
                  <p:nvPr/>
                </p:nvSpPr>
                <p:spPr bwMode="auto">
                  <a:xfrm>
                    <a:off x="0" y="0"/>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0" y="21590"/>
                        </a:moveTo>
                        <a:cubicBezTo>
                          <a:pt x="0" y="9911"/>
                          <a:pt x="9282" y="347"/>
                          <a:pt x="20955" y="-1"/>
                        </a:cubicBezTo>
                      </a:path>
                      <a:path w="21600" h="21590" stroke="0" extrusionOk="0">
                        <a:moveTo>
                          <a:pt x="0" y="21590"/>
                        </a:moveTo>
                        <a:cubicBezTo>
                          <a:pt x="0" y="9911"/>
                          <a:pt x="9282" y="347"/>
                          <a:pt x="20955" y="-1"/>
                        </a:cubicBezTo>
                        <a:lnTo>
                          <a:pt x="21600" y="21590"/>
                        </a:lnTo>
                        <a:lnTo>
                          <a:pt x="0"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78" name="Arc 361">
                    <a:extLst>
                      <a:ext uri="{FF2B5EF4-FFF2-40B4-BE49-F238E27FC236}">
                        <a16:creationId xmlns:a16="http://schemas.microsoft.com/office/drawing/2014/main" id="{0F099D4E-9A51-4125-94B0-EC86FF71AC8D}"/>
                      </a:ext>
                    </a:extLst>
                  </p:cNvPr>
                  <p:cNvSpPr>
                    <a:spLocks/>
                  </p:cNvSpPr>
                  <p:nvPr/>
                </p:nvSpPr>
                <p:spPr bwMode="auto">
                  <a:xfrm>
                    <a:off x="33" y="8"/>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1" y="9"/>
                        </a:moveTo>
                        <a:cubicBezTo>
                          <a:pt x="214" y="3"/>
                          <a:pt x="429" y="-1"/>
                          <a:pt x="644" y="0"/>
                        </a:cubicBezTo>
                        <a:cubicBezTo>
                          <a:pt x="12573" y="0"/>
                          <a:pt x="22244" y="9670"/>
                          <a:pt x="22244" y="21600"/>
                        </a:cubicBezTo>
                      </a:path>
                      <a:path w="22244" h="21600" stroke="0" extrusionOk="0">
                        <a:moveTo>
                          <a:pt x="-1" y="9"/>
                        </a:moveTo>
                        <a:cubicBezTo>
                          <a:pt x="214" y="3"/>
                          <a:pt x="429" y="-1"/>
                          <a:pt x="644" y="0"/>
                        </a:cubicBezTo>
                        <a:cubicBezTo>
                          <a:pt x="12573" y="0"/>
                          <a:pt x="22244" y="9670"/>
                          <a:pt x="22244" y="21600"/>
                        </a:cubicBezTo>
                        <a:lnTo>
                          <a:pt x="644" y="21600"/>
                        </a:lnTo>
                        <a:lnTo>
                          <a:pt x="-1"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874" name="Group 362">
                  <a:extLst>
                    <a:ext uri="{FF2B5EF4-FFF2-40B4-BE49-F238E27FC236}">
                      <a16:creationId xmlns:a16="http://schemas.microsoft.com/office/drawing/2014/main" id="{04FB41BC-2FC3-4137-B23D-E35A69CA5A51}"/>
                    </a:ext>
                  </a:extLst>
                </p:cNvPr>
                <p:cNvGrpSpPr>
                  <a:grpSpLocks/>
                </p:cNvGrpSpPr>
                <p:nvPr/>
              </p:nvGrpSpPr>
              <p:grpSpPr bwMode="auto">
                <a:xfrm>
                  <a:off x="76" y="359"/>
                  <a:ext cx="67" cy="376"/>
                  <a:chOff x="0" y="0"/>
                  <a:chExt cx="67" cy="376"/>
                </a:xfrm>
              </p:grpSpPr>
              <p:sp>
                <p:nvSpPr>
                  <p:cNvPr id="33875" name="Arc 363">
                    <a:extLst>
                      <a:ext uri="{FF2B5EF4-FFF2-40B4-BE49-F238E27FC236}">
                        <a16:creationId xmlns:a16="http://schemas.microsoft.com/office/drawing/2014/main" id="{FCF94E22-BD59-4EB1-B283-F8C125B04DF0}"/>
                      </a:ext>
                    </a:extLst>
                  </p:cNvPr>
                  <p:cNvSpPr>
                    <a:spLocks/>
                  </p:cNvSpPr>
                  <p:nvPr/>
                </p:nvSpPr>
                <p:spPr bwMode="auto">
                  <a:xfrm>
                    <a:off x="0" y="8"/>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76" name="Arc 364">
                    <a:extLst>
                      <a:ext uri="{FF2B5EF4-FFF2-40B4-BE49-F238E27FC236}">
                        <a16:creationId xmlns:a16="http://schemas.microsoft.com/office/drawing/2014/main" id="{469A3181-3209-442D-961C-91707D06914E}"/>
                      </a:ext>
                    </a:extLst>
                  </p:cNvPr>
                  <p:cNvSpPr>
                    <a:spLocks/>
                  </p:cNvSpPr>
                  <p:nvPr/>
                </p:nvSpPr>
                <p:spPr bwMode="auto">
                  <a:xfrm>
                    <a:off x="33" y="0"/>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3807" name="Group 365">
              <a:extLst>
                <a:ext uri="{FF2B5EF4-FFF2-40B4-BE49-F238E27FC236}">
                  <a16:creationId xmlns:a16="http://schemas.microsoft.com/office/drawing/2014/main" id="{4B51C816-ED3B-4ED4-A912-3B6BE9329053}"/>
                </a:ext>
              </a:extLst>
            </p:cNvPr>
            <p:cNvGrpSpPr>
              <a:grpSpLocks/>
            </p:cNvGrpSpPr>
            <p:nvPr/>
          </p:nvGrpSpPr>
          <p:grpSpPr bwMode="auto">
            <a:xfrm>
              <a:off x="2262" y="202"/>
              <a:ext cx="464" cy="743"/>
              <a:chOff x="0" y="0"/>
              <a:chExt cx="464" cy="743"/>
            </a:xfrm>
          </p:grpSpPr>
          <p:grpSp>
            <p:nvGrpSpPr>
              <p:cNvPr id="33849" name="Group 366">
                <a:extLst>
                  <a:ext uri="{FF2B5EF4-FFF2-40B4-BE49-F238E27FC236}">
                    <a16:creationId xmlns:a16="http://schemas.microsoft.com/office/drawing/2014/main" id="{2C046763-6E29-4612-83F8-13B3A75DCD09}"/>
                  </a:ext>
                </a:extLst>
              </p:cNvPr>
              <p:cNvGrpSpPr>
                <a:grpSpLocks/>
              </p:cNvGrpSpPr>
              <p:nvPr/>
            </p:nvGrpSpPr>
            <p:grpSpPr bwMode="auto">
              <a:xfrm>
                <a:off x="0" y="0"/>
                <a:ext cx="304" cy="743"/>
                <a:chOff x="0" y="0"/>
                <a:chExt cx="304" cy="743"/>
              </a:xfrm>
            </p:grpSpPr>
            <p:grpSp>
              <p:nvGrpSpPr>
                <p:cNvPr id="33857" name="Group 367">
                  <a:extLst>
                    <a:ext uri="{FF2B5EF4-FFF2-40B4-BE49-F238E27FC236}">
                      <a16:creationId xmlns:a16="http://schemas.microsoft.com/office/drawing/2014/main" id="{95B04519-B234-4E41-8002-9EBA0219E870}"/>
                    </a:ext>
                  </a:extLst>
                </p:cNvPr>
                <p:cNvGrpSpPr>
                  <a:grpSpLocks/>
                </p:cNvGrpSpPr>
                <p:nvPr/>
              </p:nvGrpSpPr>
              <p:grpSpPr bwMode="auto">
                <a:xfrm>
                  <a:off x="0" y="0"/>
                  <a:ext cx="143" cy="735"/>
                  <a:chOff x="0" y="0"/>
                  <a:chExt cx="143" cy="735"/>
                </a:xfrm>
              </p:grpSpPr>
              <p:grpSp>
                <p:nvGrpSpPr>
                  <p:cNvPr id="33865" name="Group 368">
                    <a:extLst>
                      <a:ext uri="{FF2B5EF4-FFF2-40B4-BE49-F238E27FC236}">
                        <a16:creationId xmlns:a16="http://schemas.microsoft.com/office/drawing/2014/main" id="{848F9872-8D26-445F-9A0A-1CC8476A6757}"/>
                      </a:ext>
                    </a:extLst>
                  </p:cNvPr>
                  <p:cNvGrpSpPr>
                    <a:grpSpLocks/>
                  </p:cNvGrpSpPr>
                  <p:nvPr/>
                </p:nvGrpSpPr>
                <p:grpSpPr bwMode="auto">
                  <a:xfrm>
                    <a:off x="0" y="359"/>
                    <a:ext cx="67" cy="376"/>
                    <a:chOff x="0" y="0"/>
                    <a:chExt cx="67" cy="376"/>
                  </a:xfrm>
                </p:grpSpPr>
                <p:sp>
                  <p:nvSpPr>
                    <p:cNvPr id="33869" name="Arc 369">
                      <a:extLst>
                        <a:ext uri="{FF2B5EF4-FFF2-40B4-BE49-F238E27FC236}">
                          <a16:creationId xmlns:a16="http://schemas.microsoft.com/office/drawing/2014/main" id="{03013FEA-6B86-4FF1-8084-5922F8E53CBE}"/>
                        </a:ext>
                      </a:extLst>
                    </p:cNvPr>
                    <p:cNvSpPr>
                      <a:spLocks/>
                    </p:cNvSpPr>
                    <p:nvPr/>
                  </p:nvSpPr>
                  <p:spPr bwMode="auto">
                    <a:xfrm>
                      <a:off x="0" y="8"/>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70" name="Arc 370">
                      <a:extLst>
                        <a:ext uri="{FF2B5EF4-FFF2-40B4-BE49-F238E27FC236}">
                          <a16:creationId xmlns:a16="http://schemas.microsoft.com/office/drawing/2014/main" id="{ABF97D0B-B837-4FDD-AF14-F9683C38C686}"/>
                        </a:ext>
                      </a:extLst>
                    </p:cNvPr>
                    <p:cNvSpPr>
                      <a:spLocks/>
                    </p:cNvSpPr>
                    <p:nvPr/>
                  </p:nvSpPr>
                  <p:spPr bwMode="auto">
                    <a:xfrm>
                      <a:off x="33" y="0"/>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866" name="Group 371">
                    <a:extLst>
                      <a:ext uri="{FF2B5EF4-FFF2-40B4-BE49-F238E27FC236}">
                        <a16:creationId xmlns:a16="http://schemas.microsoft.com/office/drawing/2014/main" id="{ABCF2F54-809A-4AE3-9F93-895B561A1E56}"/>
                      </a:ext>
                    </a:extLst>
                  </p:cNvPr>
                  <p:cNvGrpSpPr>
                    <a:grpSpLocks/>
                  </p:cNvGrpSpPr>
                  <p:nvPr/>
                </p:nvGrpSpPr>
                <p:grpSpPr bwMode="auto">
                  <a:xfrm>
                    <a:off x="76" y="0"/>
                    <a:ext cx="67" cy="376"/>
                    <a:chOff x="0" y="0"/>
                    <a:chExt cx="67" cy="376"/>
                  </a:xfrm>
                </p:grpSpPr>
                <p:sp>
                  <p:nvSpPr>
                    <p:cNvPr id="33867" name="Arc 372">
                      <a:extLst>
                        <a:ext uri="{FF2B5EF4-FFF2-40B4-BE49-F238E27FC236}">
                          <a16:creationId xmlns:a16="http://schemas.microsoft.com/office/drawing/2014/main" id="{6C35CE5B-37D6-41EE-A78F-8C3593A3D686}"/>
                        </a:ext>
                      </a:extLst>
                    </p:cNvPr>
                    <p:cNvSpPr>
                      <a:spLocks/>
                    </p:cNvSpPr>
                    <p:nvPr/>
                  </p:nvSpPr>
                  <p:spPr bwMode="auto">
                    <a:xfrm>
                      <a:off x="0" y="0"/>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0" y="21590"/>
                          </a:moveTo>
                          <a:cubicBezTo>
                            <a:pt x="0" y="9911"/>
                            <a:pt x="9282" y="347"/>
                            <a:pt x="20955" y="-1"/>
                          </a:cubicBezTo>
                        </a:path>
                        <a:path w="21600" h="21590" stroke="0" extrusionOk="0">
                          <a:moveTo>
                            <a:pt x="0" y="21590"/>
                          </a:moveTo>
                          <a:cubicBezTo>
                            <a:pt x="0" y="9911"/>
                            <a:pt x="9282" y="347"/>
                            <a:pt x="20955" y="-1"/>
                          </a:cubicBezTo>
                          <a:lnTo>
                            <a:pt x="21600" y="21590"/>
                          </a:lnTo>
                          <a:lnTo>
                            <a:pt x="0"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68" name="Arc 373">
                      <a:extLst>
                        <a:ext uri="{FF2B5EF4-FFF2-40B4-BE49-F238E27FC236}">
                          <a16:creationId xmlns:a16="http://schemas.microsoft.com/office/drawing/2014/main" id="{431DF7EC-F5FC-4936-AEE0-5726DAF36B89}"/>
                        </a:ext>
                      </a:extLst>
                    </p:cNvPr>
                    <p:cNvSpPr>
                      <a:spLocks/>
                    </p:cNvSpPr>
                    <p:nvPr/>
                  </p:nvSpPr>
                  <p:spPr bwMode="auto">
                    <a:xfrm>
                      <a:off x="33" y="8"/>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1" y="9"/>
                          </a:moveTo>
                          <a:cubicBezTo>
                            <a:pt x="214" y="3"/>
                            <a:pt x="429" y="-1"/>
                            <a:pt x="644" y="0"/>
                          </a:cubicBezTo>
                          <a:cubicBezTo>
                            <a:pt x="12573" y="0"/>
                            <a:pt x="22244" y="9670"/>
                            <a:pt x="22244" y="21600"/>
                          </a:cubicBezTo>
                        </a:path>
                        <a:path w="22244" h="21600" stroke="0" extrusionOk="0">
                          <a:moveTo>
                            <a:pt x="-1" y="9"/>
                          </a:moveTo>
                          <a:cubicBezTo>
                            <a:pt x="214" y="3"/>
                            <a:pt x="429" y="-1"/>
                            <a:pt x="644" y="0"/>
                          </a:cubicBezTo>
                          <a:cubicBezTo>
                            <a:pt x="12573" y="0"/>
                            <a:pt x="22244" y="9670"/>
                            <a:pt x="22244" y="21600"/>
                          </a:cubicBezTo>
                          <a:lnTo>
                            <a:pt x="644" y="21600"/>
                          </a:lnTo>
                          <a:lnTo>
                            <a:pt x="-1"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3858" name="Group 374">
                  <a:extLst>
                    <a:ext uri="{FF2B5EF4-FFF2-40B4-BE49-F238E27FC236}">
                      <a16:creationId xmlns:a16="http://schemas.microsoft.com/office/drawing/2014/main" id="{148A8F6F-8D57-4D4D-B681-8508011B330D}"/>
                    </a:ext>
                  </a:extLst>
                </p:cNvPr>
                <p:cNvGrpSpPr>
                  <a:grpSpLocks/>
                </p:cNvGrpSpPr>
                <p:nvPr/>
              </p:nvGrpSpPr>
              <p:grpSpPr bwMode="auto">
                <a:xfrm>
                  <a:off x="159" y="8"/>
                  <a:ext cx="145" cy="735"/>
                  <a:chOff x="0" y="0"/>
                  <a:chExt cx="145" cy="735"/>
                </a:xfrm>
              </p:grpSpPr>
              <p:grpSp>
                <p:nvGrpSpPr>
                  <p:cNvPr id="33859" name="Group 375">
                    <a:extLst>
                      <a:ext uri="{FF2B5EF4-FFF2-40B4-BE49-F238E27FC236}">
                        <a16:creationId xmlns:a16="http://schemas.microsoft.com/office/drawing/2014/main" id="{CA5BA5E1-36C6-4AFC-B30E-33C9DEF26F19}"/>
                      </a:ext>
                    </a:extLst>
                  </p:cNvPr>
                  <p:cNvGrpSpPr>
                    <a:grpSpLocks/>
                  </p:cNvGrpSpPr>
                  <p:nvPr/>
                </p:nvGrpSpPr>
                <p:grpSpPr bwMode="auto">
                  <a:xfrm>
                    <a:off x="0" y="359"/>
                    <a:ext cx="67" cy="376"/>
                    <a:chOff x="0" y="0"/>
                    <a:chExt cx="67" cy="376"/>
                  </a:xfrm>
                </p:grpSpPr>
                <p:sp>
                  <p:nvSpPr>
                    <p:cNvPr id="33863" name="Arc 376">
                      <a:extLst>
                        <a:ext uri="{FF2B5EF4-FFF2-40B4-BE49-F238E27FC236}">
                          <a16:creationId xmlns:a16="http://schemas.microsoft.com/office/drawing/2014/main" id="{AEF7815F-A864-4868-94BD-F918EB5DCA9B}"/>
                        </a:ext>
                      </a:extLst>
                    </p:cNvPr>
                    <p:cNvSpPr>
                      <a:spLocks/>
                    </p:cNvSpPr>
                    <p:nvPr/>
                  </p:nvSpPr>
                  <p:spPr bwMode="auto">
                    <a:xfrm>
                      <a:off x="0" y="8"/>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64" name="Arc 377">
                      <a:extLst>
                        <a:ext uri="{FF2B5EF4-FFF2-40B4-BE49-F238E27FC236}">
                          <a16:creationId xmlns:a16="http://schemas.microsoft.com/office/drawing/2014/main" id="{145E1523-910A-42F9-9962-E8256644C2D6}"/>
                        </a:ext>
                      </a:extLst>
                    </p:cNvPr>
                    <p:cNvSpPr>
                      <a:spLocks/>
                    </p:cNvSpPr>
                    <p:nvPr/>
                  </p:nvSpPr>
                  <p:spPr bwMode="auto">
                    <a:xfrm>
                      <a:off x="33" y="0"/>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860" name="Group 378">
                    <a:extLst>
                      <a:ext uri="{FF2B5EF4-FFF2-40B4-BE49-F238E27FC236}">
                        <a16:creationId xmlns:a16="http://schemas.microsoft.com/office/drawing/2014/main" id="{13B19EFF-4327-4BF2-BB55-9CC28CBE5FE7}"/>
                      </a:ext>
                    </a:extLst>
                  </p:cNvPr>
                  <p:cNvGrpSpPr>
                    <a:grpSpLocks/>
                  </p:cNvGrpSpPr>
                  <p:nvPr/>
                </p:nvGrpSpPr>
                <p:grpSpPr bwMode="auto">
                  <a:xfrm>
                    <a:off x="78" y="0"/>
                    <a:ext cx="67" cy="376"/>
                    <a:chOff x="0" y="0"/>
                    <a:chExt cx="67" cy="376"/>
                  </a:xfrm>
                </p:grpSpPr>
                <p:sp>
                  <p:nvSpPr>
                    <p:cNvPr id="33861" name="Arc 379">
                      <a:extLst>
                        <a:ext uri="{FF2B5EF4-FFF2-40B4-BE49-F238E27FC236}">
                          <a16:creationId xmlns:a16="http://schemas.microsoft.com/office/drawing/2014/main" id="{FC5ADAE3-10F5-4639-AFC0-068D3F9B1219}"/>
                        </a:ext>
                      </a:extLst>
                    </p:cNvPr>
                    <p:cNvSpPr>
                      <a:spLocks/>
                    </p:cNvSpPr>
                    <p:nvPr/>
                  </p:nvSpPr>
                  <p:spPr bwMode="auto">
                    <a:xfrm>
                      <a:off x="0" y="0"/>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0" y="21590"/>
                          </a:moveTo>
                          <a:cubicBezTo>
                            <a:pt x="0" y="9911"/>
                            <a:pt x="9282" y="347"/>
                            <a:pt x="20955" y="-1"/>
                          </a:cubicBezTo>
                        </a:path>
                        <a:path w="21600" h="21590" stroke="0" extrusionOk="0">
                          <a:moveTo>
                            <a:pt x="0" y="21590"/>
                          </a:moveTo>
                          <a:cubicBezTo>
                            <a:pt x="0" y="9911"/>
                            <a:pt x="9282" y="347"/>
                            <a:pt x="20955" y="-1"/>
                          </a:cubicBezTo>
                          <a:lnTo>
                            <a:pt x="21600" y="21590"/>
                          </a:lnTo>
                          <a:lnTo>
                            <a:pt x="0"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62" name="Arc 380">
                      <a:extLst>
                        <a:ext uri="{FF2B5EF4-FFF2-40B4-BE49-F238E27FC236}">
                          <a16:creationId xmlns:a16="http://schemas.microsoft.com/office/drawing/2014/main" id="{CD7B7AC9-E9B2-4EE8-9B8A-32378C1BB3F9}"/>
                        </a:ext>
                      </a:extLst>
                    </p:cNvPr>
                    <p:cNvSpPr>
                      <a:spLocks/>
                    </p:cNvSpPr>
                    <p:nvPr/>
                  </p:nvSpPr>
                  <p:spPr bwMode="auto">
                    <a:xfrm>
                      <a:off x="33" y="8"/>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1" y="9"/>
                          </a:moveTo>
                          <a:cubicBezTo>
                            <a:pt x="214" y="3"/>
                            <a:pt x="429" y="-1"/>
                            <a:pt x="644" y="0"/>
                          </a:cubicBezTo>
                          <a:cubicBezTo>
                            <a:pt x="12573" y="0"/>
                            <a:pt x="22244" y="9670"/>
                            <a:pt x="22244" y="21600"/>
                          </a:cubicBezTo>
                        </a:path>
                        <a:path w="22244" h="21600" stroke="0" extrusionOk="0">
                          <a:moveTo>
                            <a:pt x="-1" y="9"/>
                          </a:moveTo>
                          <a:cubicBezTo>
                            <a:pt x="214" y="3"/>
                            <a:pt x="429" y="-1"/>
                            <a:pt x="644" y="0"/>
                          </a:cubicBezTo>
                          <a:cubicBezTo>
                            <a:pt x="12573" y="0"/>
                            <a:pt x="22244" y="9670"/>
                            <a:pt x="22244" y="21600"/>
                          </a:cubicBezTo>
                          <a:lnTo>
                            <a:pt x="644" y="21600"/>
                          </a:lnTo>
                          <a:lnTo>
                            <a:pt x="-1"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3850" name="Group 381">
                <a:extLst>
                  <a:ext uri="{FF2B5EF4-FFF2-40B4-BE49-F238E27FC236}">
                    <a16:creationId xmlns:a16="http://schemas.microsoft.com/office/drawing/2014/main" id="{56E1A74A-9D3B-49E7-B7C3-3F25D1FD4C98}"/>
                  </a:ext>
                </a:extLst>
              </p:cNvPr>
              <p:cNvGrpSpPr>
                <a:grpSpLocks/>
              </p:cNvGrpSpPr>
              <p:nvPr/>
            </p:nvGrpSpPr>
            <p:grpSpPr bwMode="auto">
              <a:xfrm>
                <a:off x="320" y="8"/>
                <a:ext cx="144" cy="735"/>
                <a:chOff x="0" y="0"/>
                <a:chExt cx="144" cy="735"/>
              </a:xfrm>
            </p:grpSpPr>
            <p:grpSp>
              <p:nvGrpSpPr>
                <p:cNvPr id="33851" name="Group 382">
                  <a:extLst>
                    <a:ext uri="{FF2B5EF4-FFF2-40B4-BE49-F238E27FC236}">
                      <a16:creationId xmlns:a16="http://schemas.microsoft.com/office/drawing/2014/main" id="{6BCE0441-0DF4-455F-933C-6604F4815EA0}"/>
                    </a:ext>
                  </a:extLst>
                </p:cNvPr>
                <p:cNvGrpSpPr>
                  <a:grpSpLocks/>
                </p:cNvGrpSpPr>
                <p:nvPr/>
              </p:nvGrpSpPr>
              <p:grpSpPr bwMode="auto">
                <a:xfrm>
                  <a:off x="0" y="359"/>
                  <a:ext cx="67" cy="376"/>
                  <a:chOff x="0" y="0"/>
                  <a:chExt cx="67" cy="376"/>
                </a:xfrm>
              </p:grpSpPr>
              <p:sp>
                <p:nvSpPr>
                  <p:cNvPr id="33855" name="Arc 383">
                    <a:extLst>
                      <a:ext uri="{FF2B5EF4-FFF2-40B4-BE49-F238E27FC236}">
                        <a16:creationId xmlns:a16="http://schemas.microsoft.com/office/drawing/2014/main" id="{C5C95374-9A50-49D9-953B-22DD531A8087}"/>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56" name="Arc 384">
                    <a:extLst>
                      <a:ext uri="{FF2B5EF4-FFF2-40B4-BE49-F238E27FC236}">
                        <a16:creationId xmlns:a16="http://schemas.microsoft.com/office/drawing/2014/main" id="{BAA81B6A-C8D5-47DA-B148-BF7B1A5A6331}"/>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852" name="Group 385">
                  <a:extLst>
                    <a:ext uri="{FF2B5EF4-FFF2-40B4-BE49-F238E27FC236}">
                      <a16:creationId xmlns:a16="http://schemas.microsoft.com/office/drawing/2014/main" id="{86302B63-43A7-402A-81A6-855630063457}"/>
                    </a:ext>
                  </a:extLst>
                </p:cNvPr>
                <p:cNvGrpSpPr>
                  <a:grpSpLocks/>
                </p:cNvGrpSpPr>
                <p:nvPr/>
              </p:nvGrpSpPr>
              <p:grpSpPr bwMode="auto">
                <a:xfrm>
                  <a:off x="76" y="0"/>
                  <a:ext cx="68" cy="376"/>
                  <a:chOff x="0" y="0"/>
                  <a:chExt cx="68" cy="376"/>
                </a:xfrm>
              </p:grpSpPr>
              <p:sp>
                <p:nvSpPr>
                  <p:cNvPr id="33853" name="Arc 386">
                    <a:extLst>
                      <a:ext uri="{FF2B5EF4-FFF2-40B4-BE49-F238E27FC236}">
                        <a16:creationId xmlns:a16="http://schemas.microsoft.com/office/drawing/2014/main" id="{69A6E9E1-DDCF-4968-9500-3E7B4CA0741C}"/>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54" name="Arc 387">
                    <a:extLst>
                      <a:ext uri="{FF2B5EF4-FFF2-40B4-BE49-F238E27FC236}">
                        <a16:creationId xmlns:a16="http://schemas.microsoft.com/office/drawing/2014/main" id="{CB4FD1ED-7065-42A5-92A7-BDC1BE4AD228}"/>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3808" name="Group 388">
              <a:extLst>
                <a:ext uri="{FF2B5EF4-FFF2-40B4-BE49-F238E27FC236}">
                  <a16:creationId xmlns:a16="http://schemas.microsoft.com/office/drawing/2014/main" id="{35763768-E389-467F-8E54-E4162ECA3D84}"/>
                </a:ext>
              </a:extLst>
            </p:cNvPr>
            <p:cNvGrpSpPr>
              <a:grpSpLocks/>
            </p:cNvGrpSpPr>
            <p:nvPr/>
          </p:nvGrpSpPr>
          <p:grpSpPr bwMode="auto">
            <a:xfrm>
              <a:off x="3750" y="194"/>
              <a:ext cx="464" cy="743"/>
              <a:chOff x="0" y="0"/>
              <a:chExt cx="464" cy="743"/>
            </a:xfrm>
          </p:grpSpPr>
          <p:grpSp>
            <p:nvGrpSpPr>
              <p:cNvPr id="33827" name="Group 389">
                <a:extLst>
                  <a:ext uri="{FF2B5EF4-FFF2-40B4-BE49-F238E27FC236}">
                    <a16:creationId xmlns:a16="http://schemas.microsoft.com/office/drawing/2014/main" id="{CB20E66F-167D-4EC8-B497-C0E182313172}"/>
                  </a:ext>
                </a:extLst>
              </p:cNvPr>
              <p:cNvGrpSpPr>
                <a:grpSpLocks/>
              </p:cNvGrpSpPr>
              <p:nvPr/>
            </p:nvGrpSpPr>
            <p:grpSpPr bwMode="auto">
              <a:xfrm>
                <a:off x="0" y="0"/>
                <a:ext cx="304" cy="743"/>
                <a:chOff x="0" y="0"/>
                <a:chExt cx="304" cy="743"/>
              </a:xfrm>
            </p:grpSpPr>
            <p:grpSp>
              <p:nvGrpSpPr>
                <p:cNvPr id="33835" name="Group 390">
                  <a:extLst>
                    <a:ext uri="{FF2B5EF4-FFF2-40B4-BE49-F238E27FC236}">
                      <a16:creationId xmlns:a16="http://schemas.microsoft.com/office/drawing/2014/main" id="{2804A72B-CA7B-4CC6-BED2-53CF1A546BC7}"/>
                    </a:ext>
                  </a:extLst>
                </p:cNvPr>
                <p:cNvGrpSpPr>
                  <a:grpSpLocks/>
                </p:cNvGrpSpPr>
                <p:nvPr/>
              </p:nvGrpSpPr>
              <p:grpSpPr bwMode="auto">
                <a:xfrm>
                  <a:off x="0" y="0"/>
                  <a:ext cx="143" cy="735"/>
                  <a:chOff x="0" y="0"/>
                  <a:chExt cx="143" cy="735"/>
                </a:xfrm>
              </p:grpSpPr>
              <p:grpSp>
                <p:nvGrpSpPr>
                  <p:cNvPr id="33843" name="Group 391">
                    <a:extLst>
                      <a:ext uri="{FF2B5EF4-FFF2-40B4-BE49-F238E27FC236}">
                        <a16:creationId xmlns:a16="http://schemas.microsoft.com/office/drawing/2014/main" id="{107EB1E9-6772-4932-8AA2-6E38A3DB8A07}"/>
                      </a:ext>
                    </a:extLst>
                  </p:cNvPr>
                  <p:cNvGrpSpPr>
                    <a:grpSpLocks/>
                  </p:cNvGrpSpPr>
                  <p:nvPr/>
                </p:nvGrpSpPr>
                <p:grpSpPr bwMode="auto">
                  <a:xfrm>
                    <a:off x="0" y="359"/>
                    <a:ext cx="67" cy="376"/>
                    <a:chOff x="0" y="0"/>
                    <a:chExt cx="67" cy="376"/>
                  </a:xfrm>
                </p:grpSpPr>
                <p:sp>
                  <p:nvSpPr>
                    <p:cNvPr id="33847" name="Arc 392">
                      <a:extLst>
                        <a:ext uri="{FF2B5EF4-FFF2-40B4-BE49-F238E27FC236}">
                          <a16:creationId xmlns:a16="http://schemas.microsoft.com/office/drawing/2014/main" id="{26C06D41-9E8F-4F34-938F-560618C97A9C}"/>
                        </a:ext>
                      </a:extLst>
                    </p:cNvPr>
                    <p:cNvSpPr>
                      <a:spLocks/>
                    </p:cNvSpPr>
                    <p:nvPr/>
                  </p:nvSpPr>
                  <p:spPr bwMode="auto">
                    <a:xfrm>
                      <a:off x="0" y="8"/>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48" name="Arc 393">
                      <a:extLst>
                        <a:ext uri="{FF2B5EF4-FFF2-40B4-BE49-F238E27FC236}">
                          <a16:creationId xmlns:a16="http://schemas.microsoft.com/office/drawing/2014/main" id="{F1E44CD1-39DF-4F00-BF44-8C194C46F322}"/>
                        </a:ext>
                      </a:extLst>
                    </p:cNvPr>
                    <p:cNvSpPr>
                      <a:spLocks/>
                    </p:cNvSpPr>
                    <p:nvPr/>
                  </p:nvSpPr>
                  <p:spPr bwMode="auto">
                    <a:xfrm>
                      <a:off x="33" y="0"/>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844" name="Group 394">
                    <a:extLst>
                      <a:ext uri="{FF2B5EF4-FFF2-40B4-BE49-F238E27FC236}">
                        <a16:creationId xmlns:a16="http://schemas.microsoft.com/office/drawing/2014/main" id="{48CF58CB-5419-42DC-9D6E-806FAB4E5596}"/>
                      </a:ext>
                    </a:extLst>
                  </p:cNvPr>
                  <p:cNvGrpSpPr>
                    <a:grpSpLocks/>
                  </p:cNvGrpSpPr>
                  <p:nvPr/>
                </p:nvGrpSpPr>
                <p:grpSpPr bwMode="auto">
                  <a:xfrm>
                    <a:off x="76" y="0"/>
                    <a:ext cx="67" cy="376"/>
                    <a:chOff x="0" y="0"/>
                    <a:chExt cx="67" cy="376"/>
                  </a:xfrm>
                </p:grpSpPr>
                <p:sp>
                  <p:nvSpPr>
                    <p:cNvPr id="33845" name="Arc 395">
                      <a:extLst>
                        <a:ext uri="{FF2B5EF4-FFF2-40B4-BE49-F238E27FC236}">
                          <a16:creationId xmlns:a16="http://schemas.microsoft.com/office/drawing/2014/main" id="{E83FAB93-7421-4583-801B-50E74C6A114D}"/>
                        </a:ext>
                      </a:extLst>
                    </p:cNvPr>
                    <p:cNvSpPr>
                      <a:spLocks/>
                    </p:cNvSpPr>
                    <p:nvPr/>
                  </p:nvSpPr>
                  <p:spPr bwMode="auto">
                    <a:xfrm>
                      <a:off x="0" y="0"/>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0" y="21590"/>
                          </a:moveTo>
                          <a:cubicBezTo>
                            <a:pt x="0" y="9911"/>
                            <a:pt x="9282" y="347"/>
                            <a:pt x="20955" y="-1"/>
                          </a:cubicBezTo>
                        </a:path>
                        <a:path w="21600" h="21590" stroke="0" extrusionOk="0">
                          <a:moveTo>
                            <a:pt x="0" y="21590"/>
                          </a:moveTo>
                          <a:cubicBezTo>
                            <a:pt x="0" y="9911"/>
                            <a:pt x="9282" y="347"/>
                            <a:pt x="20955" y="-1"/>
                          </a:cubicBezTo>
                          <a:lnTo>
                            <a:pt x="21600" y="21590"/>
                          </a:lnTo>
                          <a:lnTo>
                            <a:pt x="0"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46" name="Arc 396">
                      <a:extLst>
                        <a:ext uri="{FF2B5EF4-FFF2-40B4-BE49-F238E27FC236}">
                          <a16:creationId xmlns:a16="http://schemas.microsoft.com/office/drawing/2014/main" id="{94E56470-A726-4B8F-BDBB-3041FADEAB11}"/>
                        </a:ext>
                      </a:extLst>
                    </p:cNvPr>
                    <p:cNvSpPr>
                      <a:spLocks/>
                    </p:cNvSpPr>
                    <p:nvPr/>
                  </p:nvSpPr>
                  <p:spPr bwMode="auto">
                    <a:xfrm>
                      <a:off x="33" y="8"/>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1" y="9"/>
                          </a:moveTo>
                          <a:cubicBezTo>
                            <a:pt x="214" y="3"/>
                            <a:pt x="429" y="-1"/>
                            <a:pt x="644" y="0"/>
                          </a:cubicBezTo>
                          <a:cubicBezTo>
                            <a:pt x="12573" y="0"/>
                            <a:pt x="22244" y="9670"/>
                            <a:pt x="22244" y="21600"/>
                          </a:cubicBezTo>
                        </a:path>
                        <a:path w="22244" h="21600" stroke="0" extrusionOk="0">
                          <a:moveTo>
                            <a:pt x="-1" y="9"/>
                          </a:moveTo>
                          <a:cubicBezTo>
                            <a:pt x="214" y="3"/>
                            <a:pt x="429" y="-1"/>
                            <a:pt x="644" y="0"/>
                          </a:cubicBezTo>
                          <a:cubicBezTo>
                            <a:pt x="12573" y="0"/>
                            <a:pt x="22244" y="9670"/>
                            <a:pt x="22244" y="21600"/>
                          </a:cubicBezTo>
                          <a:lnTo>
                            <a:pt x="644" y="21600"/>
                          </a:lnTo>
                          <a:lnTo>
                            <a:pt x="-1"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3836" name="Group 397">
                  <a:extLst>
                    <a:ext uri="{FF2B5EF4-FFF2-40B4-BE49-F238E27FC236}">
                      <a16:creationId xmlns:a16="http://schemas.microsoft.com/office/drawing/2014/main" id="{77F50B39-E0D4-4333-AF95-27A524E8E4C1}"/>
                    </a:ext>
                  </a:extLst>
                </p:cNvPr>
                <p:cNvGrpSpPr>
                  <a:grpSpLocks/>
                </p:cNvGrpSpPr>
                <p:nvPr/>
              </p:nvGrpSpPr>
              <p:grpSpPr bwMode="auto">
                <a:xfrm>
                  <a:off x="159" y="8"/>
                  <a:ext cx="145" cy="735"/>
                  <a:chOff x="0" y="0"/>
                  <a:chExt cx="145" cy="735"/>
                </a:xfrm>
              </p:grpSpPr>
              <p:grpSp>
                <p:nvGrpSpPr>
                  <p:cNvPr id="33837" name="Group 398">
                    <a:extLst>
                      <a:ext uri="{FF2B5EF4-FFF2-40B4-BE49-F238E27FC236}">
                        <a16:creationId xmlns:a16="http://schemas.microsoft.com/office/drawing/2014/main" id="{E50CD53E-39EE-4DC7-BF9F-71C74DCD3136}"/>
                      </a:ext>
                    </a:extLst>
                  </p:cNvPr>
                  <p:cNvGrpSpPr>
                    <a:grpSpLocks/>
                  </p:cNvGrpSpPr>
                  <p:nvPr/>
                </p:nvGrpSpPr>
                <p:grpSpPr bwMode="auto">
                  <a:xfrm>
                    <a:off x="0" y="359"/>
                    <a:ext cx="67" cy="376"/>
                    <a:chOff x="0" y="0"/>
                    <a:chExt cx="67" cy="376"/>
                  </a:xfrm>
                </p:grpSpPr>
                <p:sp>
                  <p:nvSpPr>
                    <p:cNvPr id="33841" name="Arc 399">
                      <a:extLst>
                        <a:ext uri="{FF2B5EF4-FFF2-40B4-BE49-F238E27FC236}">
                          <a16:creationId xmlns:a16="http://schemas.microsoft.com/office/drawing/2014/main" id="{9CD3A89E-1F68-463C-8938-40EA075B76AC}"/>
                        </a:ext>
                      </a:extLst>
                    </p:cNvPr>
                    <p:cNvSpPr>
                      <a:spLocks/>
                    </p:cNvSpPr>
                    <p:nvPr/>
                  </p:nvSpPr>
                  <p:spPr bwMode="auto">
                    <a:xfrm>
                      <a:off x="0" y="8"/>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42" name="Arc 400">
                      <a:extLst>
                        <a:ext uri="{FF2B5EF4-FFF2-40B4-BE49-F238E27FC236}">
                          <a16:creationId xmlns:a16="http://schemas.microsoft.com/office/drawing/2014/main" id="{FD194B69-BFA2-4BD7-AFC6-AF9FE08ED5BD}"/>
                        </a:ext>
                      </a:extLst>
                    </p:cNvPr>
                    <p:cNvSpPr>
                      <a:spLocks/>
                    </p:cNvSpPr>
                    <p:nvPr/>
                  </p:nvSpPr>
                  <p:spPr bwMode="auto">
                    <a:xfrm>
                      <a:off x="33" y="0"/>
                      <a:ext cx="34" cy="3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838" name="Group 401">
                    <a:extLst>
                      <a:ext uri="{FF2B5EF4-FFF2-40B4-BE49-F238E27FC236}">
                        <a16:creationId xmlns:a16="http://schemas.microsoft.com/office/drawing/2014/main" id="{77C51312-264E-41CA-84E3-41999FC89F15}"/>
                      </a:ext>
                    </a:extLst>
                  </p:cNvPr>
                  <p:cNvGrpSpPr>
                    <a:grpSpLocks/>
                  </p:cNvGrpSpPr>
                  <p:nvPr/>
                </p:nvGrpSpPr>
                <p:grpSpPr bwMode="auto">
                  <a:xfrm>
                    <a:off x="78" y="0"/>
                    <a:ext cx="67" cy="376"/>
                    <a:chOff x="0" y="0"/>
                    <a:chExt cx="67" cy="376"/>
                  </a:xfrm>
                </p:grpSpPr>
                <p:sp>
                  <p:nvSpPr>
                    <p:cNvPr id="33839" name="Arc 402">
                      <a:extLst>
                        <a:ext uri="{FF2B5EF4-FFF2-40B4-BE49-F238E27FC236}">
                          <a16:creationId xmlns:a16="http://schemas.microsoft.com/office/drawing/2014/main" id="{1461F55F-1E3B-4DB5-84FB-B239E80A338C}"/>
                        </a:ext>
                      </a:extLst>
                    </p:cNvPr>
                    <p:cNvSpPr>
                      <a:spLocks/>
                    </p:cNvSpPr>
                    <p:nvPr/>
                  </p:nvSpPr>
                  <p:spPr bwMode="auto">
                    <a:xfrm>
                      <a:off x="0" y="0"/>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0" y="21590"/>
                          </a:moveTo>
                          <a:cubicBezTo>
                            <a:pt x="0" y="9911"/>
                            <a:pt x="9282" y="347"/>
                            <a:pt x="20955" y="-1"/>
                          </a:cubicBezTo>
                        </a:path>
                        <a:path w="21600" h="21590" stroke="0" extrusionOk="0">
                          <a:moveTo>
                            <a:pt x="0" y="21590"/>
                          </a:moveTo>
                          <a:cubicBezTo>
                            <a:pt x="0" y="9911"/>
                            <a:pt x="9282" y="347"/>
                            <a:pt x="20955" y="-1"/>
                          </a:cubicBezTo>
                          <a:lnTo>
                            <a:pt x="21600" y="21590"/>
                          </a:lnTo>
                          <a:lnTo>
                            <a:pt x="0"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40" name="Arc 403">
                      <a:extLst>
                        <a:ext uri="{FF2B5EF4-FFF2-40B4-BE49-F238E27FC236}">
                          <a16:creationId xmlns:a16="http://schemas.microsoft.com/office/drawing/2014/main" id="{D6B60207-DD2A-475B-9C95-306A27A5F447}"/>
                        </a:ext>
                      </a:extLst>
                    </p:cNvPr>
                    <p:cNvSpPr>
                      <a:spLocks/>
                    </p:cNvSpPr>
                    <p:nvPr/>
                  </p:nvSpPr>
                  <p:spPr bwMode="auto">
                    <a:xfrm>
                      <a:off x="33" y="8"/>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1" y="9"/>
                          </a:moveTo>
                          <a:cubicBezTo>
                            <a:pt x="214" y="3"/>
                            <a:pt x="429" y="-1"/>
                            <a:pt x="644" y="0"/>
                          </a:cubicBezTo>
                          <a:cubicBezTo>
                            <a:pt x="12573" y="0"/>
                            <a:pt x="22244" y="9670"/>
                            <a:pt x="22244" y="21600"/>
                          </a:cubicBezTo>
                        </a:path>
                        <a:path w="22244" h="21600" stroke="0" extrusionOk="0">
                          <a:moveTo>
                            <a:pt x="-1" y="9"/>
                          </a:moveTo>
                          <a:cubicBezTo>
                            <a:pt x="214" y="3"/>
                            <a:pt x="429" y="-1"/>
                            <a:pt x="644" y="0"/>
                          </a:cubicBezTo>
                          <a:cubicBezTo>
                            <a:pt x="12573" y="0"/>
                            <a:pt x="22244" y="9670"/>
                            <a:pt x="22244" y="21600"/>
                          </a:cubicBezTo>
                          <a:lnTo>
                            <a:pt x="644" y="21600"/>
                          </a:lnTo>
                          <a:lnTo>
                            <a:pt x="-1"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3828" name="Group 404">
                <a:extLst>
                  <a:ext uri="{FF2B5EF4-FFF2-40B4-BE49-F238E27FC236}">
                    <a16:creationId xmlns:a16="http://schemas.microsoft.com/office/drawing/2014/main" id="{9C28DB82-2341-4895-AF3F-0FF4ACA510C8}"/>
                  </a:ext>
                </a:extLst>
              </p:cNvPr>
              <p:cNvGrpSpPr>
                <a:grpSpLocks/>
              </p:cNvGrpSpPr>
              <p:nvPr/>
            </p:nvGrpSpPr>
            <p:grpSpPr bwMode="auto">
              <a:xfrm>
                <a:off x="320" y="8"/>
                <a:ext cx="144" cy="735"/>
                <a:chOff x="0" y="0"/>
                <a:chExt cx="144" cy="735"/>
              </a:xfrm>
            </p:grpSpPr>
            <p:grpSp>
              <p:nvGrpSpPr>
                <p:cNvPr id="33829" name="Group 405">
                  <a:extLst>
                    <a:ext uri="{FF2B5EF4-FFF2-40B4-BE49-F238E27FC236}">
                      <a16:creationId xmlns:a16="http://schemas.microsoft.com/office/drawing/2014/main" id="{A71D363A-DF22-4854-9FE4-4DAF4B368D8D}"/>
                    </a:ext>
                  </a:extLst>
                </p:cNvPr>
                <p:cNvGrpSpPr>
                  <a:grpSpLocks/>
                </p:cNvGrpSpPr>
                <p:nvPr/>
              </p:nvGrpSpPr>
              <p:grpSpPr bwMode="auto">
                <a:xfrm>
                  <a:off x="0" y="359"/>
                  <a:ext cx="67" cy="376"/>
                  <a:chOff x="0" y="0"/>
                  <a:chExt cx="67" cy="376"/>
                </a:xfrm>
              </p:grpSpPr>
              <p:sp>
                <p:nvSpPr>
                  <p:cNvPr id="33833" name="Arc 406">
                    <a:extLst>
                      <a:ext uri="{FF2B5EF4-FFF2-40B4-BE49-F238E27FC236}">
                        <a16:creationId xmlns:a16="http://schemas.microsoft.com/office/drawing/2014/main" id="{D21181A4-877E-4DB5-B44D-B8513F1FE794}"/>
                      </a:ext>
                    </a:extLst>
                  </p:cNvPr>
                  <p:cNvSpPr>
                    <a:spLocks/>
                  </p:cNvSpPr>
                  <p:nvPr/>
                </p:nvSpPr>
                <p:spPr bwMode="auto">
                  <a:xfrm>
                    <a:off x="0" y="8"/>
                    <a:ext cx="34" cy="368"/>
                  </a:xfrm>
                  <a:custGeom>
                    <a:avLst/>
                    <a:gdLst>
                      <a:gd name="T0" fmla="*/ 0 w 21600"/>
                      <a:gd name="T1" fmla="*/ 0 h 21590"/>
                      <a:gd name="T2" fmla="*/ 0 w 21600"/>
                      <a:gd name="T3" fmla="*/ 0 h 21590"/>
                      <a:gd name="T4" fmla="*/ 0 w 21600"/>
                      <a:gd name="T5" fmla="*/ 0 h 21590"/>
                      <a:gd name="T6" fmla="*/ 0 60000 65536"/>
                      <a:gd name="T7" fmla="*/ 0 60000 65536"/>
                      <a:gd name="T8" fmla="*/ 0 60000 65536"/>
                    </a:gdLst>
                    <a:ahLst/>
                    <a:cxnLst>
                      <a:cxn ang="T6">
                        <a:pos x="T0" y="T1"/>
                      </a:cxn>
                      <a:cxn ang="T7">
                        <a:pos x="T2" y="T3"/>
                      </a:cxn>
                      <a:cxn ang="T8">
                        <a:pos x="T4" y="T5"/>
                      </a:cxn>
                    </a:cxnLst>
                    <a:rect l="0" t="0" r="r" b="b"/>
                    <a:pathLst>
                      <a:path w="21600" h="21590" fill="none" extrusionOk="0">
                        <a:moveTo>
                          <a:pt x="20955" y="21590"/>
                        </a:moveTo>
                        <a:cubicBezTo>
                          <a:pt x="9282" y="21242"/>
                          <a:pt x="0" y="11678"/>
                          <a:pt x="0" y="0"/>
                        </a:cubicBezTo>
                      </a:path>
                      <a:path w="21600" h="21590" stroke="0" extrusionOk="0">
                        <a:moveTo>
                          <a:pt x="20955" y="21590"/>
                        </a:moveTo>
                        <a:cubicBezTo>
                          <a:pt x="9282" y="21242"/>
                          <a:pt x="0" y="11678"/>
                          <a:pt x="0" y="0"/>
                        </a:cubicBezTo>
                        <a:lnTo>
                          <a:pt x="21600" y="0"/>
                        </a:lnTo>
                        <a:lnTo>
                          <a:pt x="20955" y="2159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34" name="Arc 407">
                    <a:extLst>
                      <a:ext uri="{FF2B5EF4-FFF2-40B4-BE49-F238E27FC236}">
                        <a16:creationId xmlns:a16="http://schemas.microsoft.com/office/drawing/2014/main" id="{D16F8B35-8EA4-4618-89F4-8849FC819FF3}"/>
                      </a:ext>
                    </a:extLst>
                  </p:cNvPr>
                  <p:cNvSpPr>
                    <a:spLocks/>
                  </p:cNvSpPr>
                  <p:nvPr/>
                </p:nvSpPr>
                <p:spPr bwMode="auto">
                  <a:xfrm>
                    <a:off x="33" y="0"/>
                    <a:ext cx="34" cy="368"/>
                  </a:xfrm>
                  <a:custGeom>
                    <a:avLst/>
                    <a:gdLst>
                      <a:gd name="T0" fmla="*/ 0 w 22244"/>
                      <a:gd name="T1" fmla="*/ 0 h 21600"/>
                      <a:gd name="T2" fmla="*/ 0 w 22244"/>
                      <a:gd name="T3" fmla="*/ 0 h 21600"/>
                      <a:gd name="T4" fmla="*/ 0 w 22244"/>
                      <a:gd name="T5" fmla="*/ 0 h 21600"/>
                      <a:gd name="T6" fmla="*/ 0 60000 65536"/>
                      <a:gd name="T7" fmla="*/ 0 60000 65536"/>
                      <a:gd name="T8" fmla="*/ 0 60000 65536"/>
                    </a:gdLst>
                    <a:ahLst/>
                    <a:cxnLst>
                      <a:cxn ang="T6">
                        <a:pos x="T0" y="T1"/>
                      </a:cxn>
                      <a:cxn ang="T7">
                        <a:pos x="T2" y="T3"/>
                      </a:cxn>
                      <a:cxn ang="T8">
                        <a:pos x="T4" y="T5"/>
                      </a:cxn>
                    </a:cxnLst>
                    <a:rect l="0" t="0" r="r" b="b"/>
                    <a:pathLst>
                      <a:path w="22244" h="21600" fill="none" extrusionOk="0">
                        <a:moveTo>
                          <a:pt x="22244" y="0"/>
                        </a:moveTo>
                        <a:cubicBezTo>
                          <a:pt x="22244" y="11929"/>
                          <a:pt x="12573" y="21600"/>
                          <a:pt x="644" y="21600"/>
                        </a:cubicBezTo>
                        <a:cubicBezTo>
                          <a:pt x="429" y="21600"/>
                          <a:pt x="214" y="21596"/>
                          <a:pt x="-1" y="21590"/>
                        </a:cubicBezTo>
                      </a:path>
                      <a:path w="22244" h="21600" stroke="0" extrusionOk="0">
                        <a:moveTo>
                          <a:pt x="22244" y="0"/>
                        </a:moveTo>
                        <a:cubicBezTo>
                          <a:pt x="22244" y="11929"/>
                          <a:pt x="12573" y="21600"/>
                          <a:pt x="644" y="21600"/>
                        </a:cubicBezTo>
                        <a:cubicBezTo>
                          <a:pt x="429" y="21600"/>
                          <a:pt x="214" y="21596"/>
                          <a:pt x="-1" y="21590"/>
                        </a:cubicBezTo>
                        <a:lnTo>
                          <a:pt x="644" y="0"/>
                        </a:lnTo>
                        <a:lnTo>
                          <a:pt x="22244" y="0"/>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830" name="Group 408">
                  <a:extLst>
                    <a:ext uri="{FF2B5EF4-FFF2-40B4-BE49-F238E27FC236}">
                      <a16:creationId xmlns:a16="http://schemas.microsoft.com/office/drawing/2014/main" id="{BFB9D120-1099-4907-A200-883861204992}"/>
                    </a:ext>
                  </a:extLst>
                </p:cNvPr>
                <p:cNvGrpSpPr>
                  <a:grpSpLocks/>
                </p:cNvGrpSpPr>
                <p:nvPr/>
              </p:nvGrpSpPr>
              <p:grpSpPr bwMode="auto">
                <a:xfrm>
                  <a:off x="76" y="0"/>
                  <a:ext cx="68" cy="376"/>
                  <a:chOff x="0" y="0"/>
                  <a:chExt cx="68" cy="376"/>
                </a:xfrm>
              </p:grpSpPr>
              <p:sp>
                <p:nvSpPr>
                  <p:cNvPr id="33831" name="Arc 409">
                    <a:extLst>
                      <a:ext uri="{FF2B5EF4-FFF2-40B4-BE49-F238E27FC236}">
                        <a16:creationId xmlns:a16="http://schemas.microsoft.com/office/drawing/2014/main" id="{4AEB1673-F1A5-4279-8E4E-027B9B3456BF}"/>
                      </a:ext>
                    </a:extLst>
                  </p:cNvPr>
                  <p:cNvSpPr>
                    <a:spLocks/>
                  </p:cNvSpPr>
                  <p:nvPr/>
                </p:nvSpPr>
                <p:spPr bwMode="auto">
                  <a:xfrm>
                    <a:off x="0" y="0"/>
                    <a:ext cx="34" cy="368"/>
                  </a:xfrm>
                  <a:custGeom>
                    <a:avLst/>
                    <a:gdLst>
                      <a:gd name="T0" fmla="*/ 0 w 21600"/>
                      <a:gd name="T1" fmla="*/ 0 h 21591"/>
                      <a:gd name="T2" fmla="*/ 0 w 21600"/>
                      <a:gd name="T3" fmla="*/ 0 h 21591"/>
                      <a:gd name="T4" fmla="*/ 0 w 21600"/>
                      <a:gd name="T5" fmla="*/ 0 h 21591"/>
                      <a:gd name="T6" fmla="*/ 0 60000 65536"/>
                      <a:gd name="T7" fmla="*/ 0 60000 65536"/>
                      <a:gd name="T8" fmla="*/ 0 60000 65536"/>
                    </a:gdLst>
                    <a:ahLst/>
                    <a:cxnLst>
                      <a:cxn ang="T6">
                        <a:pos x="T0" y="T1"/>
                      </a:cxn>
                      <a:cxn ang="T7">
                        <a:pos x="T2" y="T3"/>
                      </a:cxn>
                      <a:cxn ang="T8">
                        <a:pos x="T4" y="T5"/>
                      </a:cxn>
                    </a:cxnLst>
                    <a:rect l="0" t="0" r="r" b="b"/>
                    <a:pathLst>
                      <a:path w="21600" h="21591" fill="none" extrusionOk="0">
                        <a:moveTo>
                          <a:pt x="0" y="21591"/>
                        </a:moveTo>
                        <a:cubicBezTo>
                          <a:pt x="0" y="9908"/>
                          <a:pt x="9287" y="343"/>
                          <a:pt x="20965" y="0"/>
                        </a:cubicBezTo>
                      </a:path>
                      <a:path w="21600" h="21591" stroke="0" extrusionOk="0">
                        <a:moveTo>
                          <a:pt x="0" y="21591"/>
                        </a:moveTo>
                        <a:cubicBezTo>
                          <a:pt x="0" y="9908"/>
                          <a:pt x="9287" y="343"/>
                          <a:pt x="20965" y="0"/>
                        </a:cubicBezTo>
                        <a:lnTo>
                          <a:pt x="21600" y="21591"/>
                        </a:lnTo>
                        <a:lnTo>
                          <a:pt x="0" y="21591"/>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32" name="Arc 410">
                    <a:extLst>
                      <a:ext uri="{FF2B5EF4-FFF2-40B4-BE49-F238E27FC236}">
                        <a16:creationId xmlns:a16="http://schemas.microsoft.com/office/drawing/2014/main" id="{7ECA67B7-5461-47A9-A802-F22A21D0C2C5}"/>
                      </a:ext>
                    </a:extLst>
                  </p:cNvPr>
                  <p:cNvSpPr>
                    <a:spLocks/>
                  </p:cNvSpPr>
                  <p:nvPr/>
                </p:nvSpPr>
                <p:spPr bwMode="auto">
                  <a:xfrm>
                    <a:off x="33" y="8"/>
                    <a:ext cx="35" cy="368"/>
                  </a:xfrm>
                  <a:custGeom>
                    <a:avLst/>
                    <a:gdLst>
                      <a:gd name="T0" fmla="*/ 0 w 22235"/>
                      <a:gd name="T1" fmla="*/ 0 h 21600"/>
                      <a:gd name="T2" fmla="*/ 0 w 22235"/>
                      <a:gd name="T3" fmla="*/ 0 h 21600"/>
                      <a:gd name="T4" fmla="*/ 0 w 22235"/>
                      <a:gd name="T5" fmla="*/ 0 h 21600"/>
                      <a:gd name="T6" fmla="*/ 0 60000 65536"/>
                      <a:gd name="T7" fmla="*/ 0 60000 65536"/>
                      <a:gd name="T8" fmla="*/ 0 60000 65536"/>
                    </a:gdLst>
                    <a:ahLst/>
                    <a:cxnLst>
                      <a:cxn ang="T6">
                        <a:pos x="T0" y="T1"/>
                      </a:cxn>
                      <a:cxn ang="T7">
                        <a:pos x="T2" y="T3"/>
                      </a:cxn>
                      <a:cxn ang="T8">
                        <a:pos x="T4" y="T5"/>
                      </a:cxn>
                    </a:cxnLst>
                    <a:rect l="0" t="0" r="r" b="b"/>
                    <a:pathLst>
                      <a:path w="22235" h="21600" fill="none" extrusionOk="0">
                        <a:moveTo>
                          <a:pt x="0" y="9"/>
                        </a:moveTo>
                        <a:cubicBezTo>
                          <a:pt x="211" y="3"/>
                          <a:pt x="423" y="-1"/>
                          <a:pt x="635" y="0"/>
                        </a:cubicBezTo>
                        <a:cubicBezTo>
                          <a:pt x="12564" y="0"/>
                          <a:pt x="22235" y="9670"/>
                          <a:pt x="22235" y="21600"/>
                        </a:cubicBezTo>
                      </a:path>
                      <a:path w="22235" h="21600" stroke="0" extrusionOk="0">
                        <a:moveTo>
                          <a:pt x="0" y="9"/>
                        </a:moveTo>
                        <a:cubicBezTo>
                          <a:pt x="211" y="3"/>
                          <a:pt x="423" y="-1"/>
                          <a:pt x="635" y="0"/>
                        </a:cubicBezTo>
                        <a:cubicBezTo>
                          <a:pt x="12564" y="0"/>
                          <a:pt x="22235" y="9670"/>
                          <a:pt x="22235" y="21600"/>
                        </a:cubicBezTo>
                        <a:lnTo>
                          <a:pt x="635" y="21600"/>
                        </a:lnTo>
                        <a:lnTo>
                          <a:pt x="0" y="9"/>
                        </a:lnTo>
                        <a:close/>
                      </a:path>
                    </a:pathLst>
                  </a:custGeom>
                  <a:noFill/>
                  <a:ln w="25400" cap="rnd"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sp>
          <p:nvSpPr>
            <p:cNvPr id="33809" name="Rectangle 411">
              <a:extLst>
                <a:ext uri="{FF2B5EF4-FFF2-40B4-BE49-F238E27FC236}">
                  <a16:creationId xmlns:a16="http://schemas.microsoft.com/office/drawing/2014/main" id="{B18927B6-2438-4974-AB5D-5A0FFD46FEC4}"/>
                </a:ext>
              </a:extLst>
            </p:cNvPr>
            <p:cNvSpPr>
              <a:spLocks noChangeArrowheads="1"/>
            </p:cNvSpPr>
            <p:nvPr/>
          </p:nvSpPr>
          <p:spPr bwMode="auto">
            <a:xfrm>
              <a:off x="499" y="165"/>
              <a:ext cx="512" cy="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a:spcBef>
                  <a:spcPct val="0"/>
                </a:spcBef>
                <a:buClrTx/>
                <a:buSzTx/>
                <a:buFontTx/>
                <a:buNone/>
              </a:pPr>
              <a:r>
                <a:rPr lang="zh-CN" altLang="zh-CN" sz="1800">
                  <a:latin typeface="华文楷体" panose="02010600040101010101" pitchFamily="2" charset="-122"/>
                  <a:ea typeface="华文楷体" panose="02010600040101010101" pitchFamily="2" charset="-122"/>
                </a:rPr>
                <a:t>Phase</a:t>
              </a:r>
            </a:p>
            <a:p>
              <a:pPr algn="r">
                <a:spcBef>
                  <a:spcPct val="0"/>
                </a:spcBef>
                <a:buClrTx/>
                <a:buSzTx/>
                <a:buFontTx/>
                <a:buNone/>
              </a:pPr>
              <a:r>
                <a:rPr lang="zh-CN" altLang="zh-CN" sz="1800">
                  <a:latin typeface="华文楷体" panose="02010600040101010101" pitchFamily="2" charset="-122"/>
                  <a:ea typeface="华文楷体" panose="02010600040101010101" pitchFamily="2" charset="-122"/>
                </a:rPr>
                <a:t>Shift</a:t>
              </a:r>
            </a:p>
            <a:p>
              <a:pPr algn="r">
                <a:spcBef>
                  <a:spcPct val="0"/>
                </a:spcBef>
                <a:buClrTx/>
                <a:buSzTx/>
                <a:buFontTx/>
                <a:buNone/>
              </a:pPr>
              <a:r>
                <a:rPr lang="zh-CN" altLang="zh-CN" sz="1800">
                  <a:latin typeface="华文楷体" panose="02010600040101010101" pitchFamily="2" charset="-122"/>
                  <a:ea typeface="华文楷体" panose="02010600040101010101" pitchFamily="2" charset="-122"/>
                </a:rPr>
                <a:t>Keying</a:t>
              </a:r>
            </a:p>
          </p:txBody>
        </p:sp>
        <p:sp>
          <p:nvSpPr>
            <p:cNvPr id="33810" name="Text Box 412">
              <a:extLst>
                <a:ext uri="{FF2B5EF4-FFF2-40B4-BE49-F238E27FC236}">
                  <a16:creationId xmlns:a16="http://schemas.microsoft.com/office/drawing/2014/main" id="{077AD767-AF25-40D8-8B81-5C4F32CEA259}"/>
                </a:ext>
              </a:extLst>
            </p:cNvPr>
            <p:cNvSpPr txBox="1">
              <a:spLocks noChangeArrowheads="1"/>
            </p:cNvSpPr>
            <p:nvPr/>
          </p:nvSpPr>
          <p:spPr bwMode="auto">
            <a:xfrm>
              <a:off x="0" y="127"/>
              <a:ext cx="26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50000"/>
                </a:spcBef>
                <a:buClrTx/>
                <a:buSzTx/>
                <a:buFontTx/>
                <a:buNone/>
              </a:pPr>
              <a:r>
                <a:rPr lang="zh-CN" altLang="zh-CN" sz="1800">
                  <a:latin typeface="华文楷体" panose="02010600040101010101" pitchFamily="2" charset="-122"/>
                  <a:ea typeface="华文楷体" panose="02010600040101010101" pitchFamily="2" charset="-122"/>
                </a:rPr>
                <a:t>(c)</a:t>
              </a:r>
              <a:endParaRPr lang="zh-CN" altLang="zh-CN" sz="1600">
                <a:latin typeface="华文楷体" panose="02010600040101010101" pitchFamily="2" charset="-122"/>
                <a:ea typeface="华文楷体" panose="02010600040101010101" pitchFamily="2" charset="-122"/>
              </a:endParaRPr>
            </a:p>
          </p:txBody>
        </p:sp>
        <p:grpSp>
          <p:nvGrpSpPr>
            <p:cNvPr id="33811" name="Group 413">
              <a:extLst>
                <a:ext uri="{FF2B5EF4-FFF2-40B4-BE49-F238E27FC236}">
                  <a16:creationId xmlns:a16="http://schemas.microsoft.com/office/drawing/2014/main" id="{E00065C2-31E3-4BAA-8133-59F472696FB1}"/>
                </a:ext>
              </a:extLst>
            </p:cNvPr>
            <p:cNvGrpSpPr>
              <a:grpSpLocks/>
            </p:cNvGrpSpPr>
            <p:nvPr/>
          </p:nvGrpSpPr>
          <p:grpSpPr bwMode="auto">
            <a:xfrm>
              <a:off x="1685" y="505"/>
              <a:ext cx="3148" cy="307"/>
              <a:chOff x="0" y="0"/>
              <a:chExt cx="3148" cy="307"/>
            </a:xfrm>
          </p:grpSpPr>
          <p:sp>
            <p:nvSpPr>
              <p:cNvPr id="33813" name="Line 414">
                <a:extLst>
                  <a:ext uri="{FF2B5EF4-FFF2-40B4-BE49-F238E27FC236}">
                    <a16:creationId xmlns:a16="http://schemas.microsoft.com/office/drawing/2014/main" id="{C940964C-0DA9-451C-A487-B02F07CA0420}"/>
                  </a:ext>
                </a:extLst>
              </p:cNvPr>
              <p:cNvSpPr>
                <a:spLocks noChangeShapeType="1"/>
              </p:cNvSpPr>
              <p:nvPr/>
            </p:nvSpPr>
            <p:spPr bwMode="auto">
              <a:xfrm>
                <a:off x="57" y="8"/>
                <a:ext cx="0" cy="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4" name="Line 415">
                <a:extLst>
                  <a:ext uri="{FF2B5EF4-FFF2-40B4-BE49-F238E27FC236}">
                    <a16:creationId xmlns:a16="http://schemas.microsoft.com/office/drawing/2014/main" id="{4098346A-33A5-4DDB-9450-60C8F53F409A}"/>
                  </a:ext>
                </a:extLst>
              </p:cNvPr>
              <p:cNvSpPr>
                <a:spLocks noChangeShapeType="1"/>
              </p:cNvSpPr>
              <p:nvPr/>
            </p:nvSpPr>
            <p:spPr bwMode="auto">
              <a:xfrm>
                <a:off x="553" y="0"/>
                <a:ext cx="0" cy="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5" name="Line 416">
                <a:extLst>
                  <a:ext uri="{FF2B5EF4-FFF2-40B4-BE49-F238E27FC236}">
                    <a16:creationId xmlns:a16="http://schemas.microsoft.com/office/drawing/2014/main" id="{E81F6125-00EB-4C8E-B4C7-48D3BA3377A4}"/>
                  </a:ext>
                </a:extLst>
              </p:cNvPr>
              <p:cNvSpPr>
                <a:spLocks noChangeShapeType="1"/>
              </p:cNvSpPr>
              <p:nvPr/>
            </p:nvSpPr>
            <p:spPr bwMode="auto">
              <a:xfrm>
                <a:off x="1049" y="0"/>
                <a:ext cx="0" cy="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6" name="Line 417">
                <a:extLst>
                  <a:ext uri="{FF2B5EF4-FFF2-40B4-BE49-F238E27FC236}">
                    <a16:creationId xmlns:a16="http://schemas.microsoft.com/office/drawing/2014/main" id="{061C2BAE-B0A5-4E7F-ACF9-686DCE3675FA}"/>
                  </a:ext>
                </a:extLst>
              </p:cNvPr>
              <p:cNvSpPr>
                <a:spLocks noChangeShapeType="1"/>
              </p:cNvSpPr>
              <p:nvPr/>
            </p:nvSpPr>
            <p:spPr bwMode="auto">
              <a:xfrm>
                <a:off x="1545" y="0"/>
                <a:ext cx="0" cy="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7" name="Line 418">
                <a:extLst>
                  <a:ext uri="{FF2B5EF4-FFF2-40B4-BE49-F238E27FC236}">
                    <a16:creationId xmlns:a16="http://schemas.microsoft.com/office/drawing/2014/main" id="{F115AD44-2014-465E-B468-7C2B0EC88313}"/>
                  </a:ext>
                </a:extLst>
              </p:cNvPr>
              <p:cNvSpPr>
                <a:spLocks noChangeShapeType="1"/>
              </p:cNvSpPr>
              <p:nvPr/>
            </p:nvSpPr>
            <p:spPr bwMode="auto">
              <a:xfrm>
                <a:off x="2041" y="0"/>
                <a:ext cx="0" cy="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8" name="Line 419">
                <a:extLst>
                  <a:ext uri="{FF2B5EF4-FFF2-40B4-BE49-F238E27FC236}">
                    <a16:creationId xmlns:a16="http://schemas.microsoft.com/office/drawing/2014/main" id="{2F4E812E-E330-4018-8DDE-68C9DBA02643}"/>
                  </a:ext>
                </a:extLst>
              </p:cNvPr>
              <p:cNvSpPr>
                <a:spLocks noChangeShapeType="1"/>
              </p:cNvSpPr>
              <p:nvPr/>
            </p:nvSpPr>
            <p:spPr bwMode="auto">
              <a:xfrm>
                <a:off x="2537" y="0"/>
                <a:ext cx="0" cy="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9" name="Line 420">
                <a:extLst>
                  <a:ext uri="{FF2B5EF4-FFF2-40B4-BE49-F238E27FC236}">
                    <a16:creationId xmlns:a16="http://schemas.microsoft.com/office/drawing/2014/main" id="{3756AF55-51D4-426C-B9CD-B4C250B25868}"/>
                  </a:ext>
                </a:extLst>
              </p:cNvPr>
              <p:cNvSpPr>
                <a:spLocks noChangeShapeType="1"/>
              </p:cNvSpPr>
              <p:nvPr/>
            </p:nvSpPr>
            <p:spPr bwMode="auto">
              <a:xfrm>
                <a:off x="3033" y="0"/>
                <a:ext cx="0" cy="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20" name="Rectangle 421">
                <a:extLst>
                  <a:ext uri="{FF2B5EF4-FFF2-40B4-BE49-F238E27FC236}">
                    <a16:creationId xmlns:a16="http://schemas.microsoft.com/office/drawing/2014/main" id="{FF9C59AA-5A8D-4AFE-9744-EEF18934C151}"/>
                  </a:ext>
                </a:extLst>
              </p:cNvPr>
              <p:cNvSpPr>
                <a:spLocks noChangeArrowheads="1"/>
              </p:cNvSpPr>
              <p:nvPr/>
            </p:nvSpPr>
            <p:spPr bwMode="auto">
              <a:xfrm>
                <a:off x="0" y="78"/>
                <a:ext cx="182"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1800">
                    <a:latin typeface="华文楷体" panose="02010600040101010101" pitchFamily="2" charset="-122"/>
                    <a:ea typeface="华文楷体" panose="02010600040101010101" pitchFamily="2" charset="-122"/>
                  </a:rPr>
                  <a:t>0</a:t>
                </a:r>
              </a:p>
            </p:txBody>
          </p:sp>
          <p:sp>
            <p:nvSpPr>
              <p:cNvPr id="33821" name="Rectangle 422">
                <a:extLst>
                  <a:ext uri="{FF2B5EF4-FFF2-40B4-BE49-F238E27FC236}">
                    <a16:creationId xmlns:a16="http://schemas.microsoft.com/office/drawing/2014/main" id="{D733126C-10A7-41AD-B48E-044A77525BCB}"/>
                  </a:ext>
                </a:extLst>
              </p:cNvPr>
              <p:cNvSpPr>
                <a:spLocks noChangeArrowheads="1"/>
              </p:cNvSpPr>
              <p:nvPr/>
            </p:nvSpPr>
            <p:spPr bwMode="auto">
              <a:xfrm>
                <a:off x="376" y="64"/>
                <a:ext cx="203"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1800" i="1">
                    <a:latin typeface="华文楷体" panose="02010600040101010101" pitchFamily="2" charset="-122"/>
                    <a:ea typeface="华文楷体" panose="02010600040101010101" pitchFamily="2" charset="-122"/>
                  </a:rPr>
                  <a:t>T</a:t>
                </a:r>
                <a:endParaRPr lang="zh-CN" altLang="zh-CN" sz="1800">
                  <a:latin typeface="华文楷体" panose="02010600040101010101" pitchFamily="2" charset="-122"/>
                  <a:ea typeface="华文楷体" panose="02010600040101010101" pitchFamily="2" charset="-122"/>
                </a:endParaRPr>
              </a:p>
            </p:txBody>
          </p:sp>
          <p:sp>
            <p:nvSpPr>
              <p:cNvPr id="33822" name="Rectangle 423">
                <a:extLst>
                  <a:ext uri="{FF2B5EF4-FFF2-40B4-BE49-F238E27FC236}">
                    <a16:creationId xmlns:a16="http://schemas.microsoft.com/office/drawing/2014/main" id="{51392C81-5F2D-4718-B131-C05CB8C5161D}"/>
                  </a:ext>
                </a:extLst>
              </p:cNvPr>
              <p:cNvSpPr>
                <a:spLocks noChangeArrowheads="1"/>
              </p:cNvSpPr>
              <p:nvPr/>
            </p:nvSpPr>
            <p:spPr bwMode="auto">
              <a:xfrm>
                <a:off x="808" y="54"/>
                <a:ext cx="271"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1800">
                    <a:latin typeface="华文楷体" panose="02010600040101010101" pitchFamily="2" charset="-122"/>
                    <a:ea typeface="华文楷体" panose="02010600040101010101" pitchFamily="2" charset="-122"/>
                  </a:rPr>
                  <a:t>2</a:t>
                </a:r>
                <a:r>
                  <a:rPr lang="zh-CN" altLang="zh-CN" sz="1800" i="1">
                    <a:latin typeface="华文楷体" panose="02010600040101010101" pitchFamily="2" charset="-122"/>
                    <a:ea typeface="华文楷体" panose="02010600040101010101" pitchFamily="2" charset="-122"/>
                  </a:rPr>
                  <a:t>T</a:t>
                </a:r>
                <a:endParaRPr lang="zh-CN" altLang="zh-CN" sz="1800">
                  <a:latin typeface="华文楷体" panose="02010600040101010101" pitchFamily="2" charset="-122"/>
                  <a:ea typeface="华文楷体" panose="02010600040101010101" pitchFamily="2" charset="-122"/>
                </a:endParaRPr>
              </a:p>
            </p:txBody>
          </p:sp>
          <p:sp>
            <p:nvSpPr>
              <p:cNvPr id="33823" name="Rectangle 424">
                <a:extLst>
                  <a:ext uri="{FF2B5EF4-FFF2-40B4-BE49-F238E27FC236}">
                    <a16:creationId xmlns:a16="http://schemas.microsoft.com/office/drawing/2014/main" id="{174E15F4-5C28-4A78-89F2-FE9AA442FEF5}"/>
                  </a:ext>
                </a:extLst>
              </p:cNvPr>
              <p:cNvSpPr>
                <a:spLocks noChangeArrowheads="1"/>
              </p:cNvSpPr>
              <p:nvPr/>
            </p:nvSpPr>
            <p:spPr bwMode="auto">
              <a:xfrm>
                <a:off x="1400" y="60"/>
                <a:ext cx="27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1800">
                    <a:latin typeface="华文楷体" panose="02010600040101010101" pitchFamily="2" charset="-122"/>
                    <a:ea typeface="华文楷体" panose="02010600040101010101" pitchFamily="2" charset="-122"/>
                  </a:rPr>
                  <a:t>3</a:t>
                </a:r>
                <a:r>
                  <a:rPr lang="zh-CN" altLang="zh-CN" sz="1800" i="1">
                    <a:latin typeface="华文楷体" panose="02010600040101010101" pitchFamily="2" charset="-122"/>
                    <a:ea typeface="华文楷体" panose="02010600040101010101" pitchFamily="2" charset="-122"/>
                  </a:rPr>
                  <a:t>T</a:t>
                </a:r>
                <a:endParaRPr lang="zh-CN" altLang="zh-CN" sz="1800">
                  <a:latin typeface="华文楷体" panose="02010600040101010101" pitchFamily="2" charset="-122"/>
                  <a:ea typeface="华文楷体" panose="02010600040101010101" pitchFamily="2" charset="-122"/>
                </a:endParaRPr>
              </a:p>
            </p:txBody>
          </p:sp>
          <p:sp>
            <p:nvSpPr>
              <p:cNvPr id="33824" name="Rectangle 425">
                <a:extLst>
                  <a:ext uri="{FF2B5EF4-FFF2-40B4-BE49-F238E27FC236}">
                    <a16:creationId xmlns:a16="http://schemas.microsoft.com/office/drawing/2014/main" id="{B1D397D7-C579-4EE6-AD08-56AA9EE29E9D}"/>
                  </a:ext>
                </a:extLst>
              </p:cNvPr>
              <p:cNvSpPr>
                <a:spLocks noChangeArrowheads="1"/>
              </p:cNvSpPr>
              <p:nvPr/>
            </p:nvSpPr>
            <p:spPr bwMode="auto">
              <a:xfrm>
                <a:off x="1816" y="54"/>
                <a:ext cx="271"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1800">
                    <a:latin typeface="华文楷体" panose="02010600040101010101" pitchFamily="2" charset="-122"/>
                    <a:ea typeface="华文楷体" panose="02010600040101010101" pitchFamily="2" charset="-122"/>
                  </a:rPr>
                  <a:t>4</a:t>
                </a:r>
                <a:r>
                  <a:rPr lang="zh-CN" altLang="zh-CN" sz="1800" i="1">
                    <a:latin typeface="华文楷体" panose="02010600040101010101" pitchFamily="2" charset="-122"/>
                    <a:ea typeface="华文楷体" panose="02010600040101010101" pitchFamily="2" charset="-122"/>
                  </a:rPr>
                  <a:t>T</a:t>
                </a:r>
                <a:endParaRPr lang="zh-CN" altLang="zh-CN" sz="1800">
                  <a:latin typeface="华文楷体" panose="02010600040101010101" pitchFamily="2" charset="-122"/>
                  <a:ea typeface="华文楷体" panose="02010600040101010101" pitchFamily="2" charset="-122"/>
                </a:endParaRPr>
              </a:p>
            </p:txBody>
          </p:sp>
          <p:sp>
            <p:nvSpPr>
              <p:cNvPr id="33825" name="Rectangle 426">
                <a:extLst>
                  <a:ext uri="{FF2B5EF4-FFF2-40B4-BE49-F238E27FC236}">
                    <a16:creationId xmlns:a16="http://schemas.microsoft.com/office/drawing/2014/main" id="{6120C987-030B-4B06-8D49-A310BBDE6790}"/>
                  </a:ext>
                </a:extLst>
              </p:cNvPr>
              <p:cNvSpPr>
                <a:spLocks noChangeArrowheads="1"/>
              </p:cNvSpPr>
              <p:nvPr/>
            </p:nvSpPr>
            <p:spPr bwMode="auto">
              <a:xfrm>
                <a:off x="2256" y="54"/>
                <a:ext cx="271"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1800">
                    <a:latin typeface="华文楷体" panose="02010600040101010101" pitchFamily="2" charset="-122"/>
                    <a:ea typeface="华文楷体" panose="02010600040101010101" pitchFamily="2" charset="-122"/>
                  </a:rPr>
                  <a:t>5</a:t>
                </a:r>
                <a:r>
                  <a:rPr lang="zh-CN" altLang="zh-CN" sz="1800" i="1">
                    <a:latin typeface="华文楷体" panose="02010600040101010101" pitchFamily="2" charset="-122"/>
                    <a:ea typeface="华文楷体" panose="02010600040101010101" pitchFamily="2" charset="-122"/>
                  </a:rPr>
                  <a:t>T</a:t>
                </a:r>
                <a:endParaRPr lang="zh-CN" altLang="zh-CN" sz="1800">
                  <a:latin typeface="华文楷体" panose="02010600040101010101" pitchFamily="2" charset="-122"/>
                  <a:ea typeface="华文楷体" panose="02010600040101010101" pitchFamily="2" charset="-122"/>
                </a:endParaRPr>
              </a:p>
            </p:txBody>
          </p:sp>
          <p:sp>
            <p:nvSpPr>
              <p:cNvPr id="33826" name="Rectangle 427">
                <a:extLst>
                  <a:ext uri="{FF2B5EF4-FFF2-40B4-BE49-F238E27FC236}">
                    <a16:creationId xmlns:a16="http://schemas.microsoft.com/office/drawing/2014/main" id="{9C59CB39-4989-4B54-A1BE-4EC91922F018}"/>
                  </a:ext>
                </a:extLst>
              </p:cNvPr>
              <p:cNvSpPr>
                <a:spLocks noChangeArrowheads="1"/>
              </p:cNvSpPr>
              <p:nvPr/>
            </p:nvSpPr>
            <p:spPr bwMode="auto">
              <a:xfrm>
                <a:off x="2872" y="52"/>
                <a:ext cx="276"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1800">
                    <a:latin typeface="华文楷体" panose="02010600040101010101" pitchFamily="2" charset="-122"/>
                    <a:ea typeface="华文楷体" panose="02010600040101010101" pitchFamily="2" charset="-122"/>
                  </a:rPr>
                  <a:t>6</a:t>
                </a:r>
                <a:r>
                  <a:rPr lang="zh-CN" altLang="zh-CN" sz="1800" i="1">
                    <a:latin typeface="华文楷体" panose="02010600040101010101" pitchFamily="2" charset="-122"/>
                    <a:ea typeface="华文楷体" panose="02010600040101010101" pitchFamily="2" charset="-122"/>
                  </a:rPr>
                  <a:t>T</a:t>
                </a:r>
                <a:endParaRPr lang="zh-CN" altLang="zh-CN" sz="1800">
                  <a:latin typeface="华文楷体" panose="02010600040101010101" pitchFamily="2" charset="-122"/>
                  <a:ea typeface="华文楷体" panose="02010600040101010101" pitchFamily="2" charset="-122"/>
                </a:endParaRPr>
              </a:p>
            </p:txBody>
          </p:sp>
        </p:grpSp>
        <p:sp>
          <p:nvSpPr>
            <p:cNvPr id="33812" name="Text Box 428">
              <a:extLst>
                <a:ext uri="{FF2B5EF4-FFF2-40B4-BE49-F238E27FC236}">
                  <a16:creationId xmlns:a16="http://schemas.microsoft.com/office/drawing/2014/main" id="{12B1B0B4-7EFE-48CE-BB16-93F5CBC299B5}"/>
                </a:ext>
              </a:extLst>
            </p:cNvPr>
            <p:cNvSpPr txBox="1">
              <a:spLocks noChangeArrowheads="1"/>
            </p:cNvSpPr>
            <p:nvPr/>
          </p:nvSpPr>
          <p:spPr bwMode="auto">
            <a:xfrm>
              <a:off x="5107" y="489"/>
              <a:ext cx="200"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lang="zh-CN" altLang="zh-CN" sz="2000" i="1">
                  <a:latin typeface="华文楷体" panose="02010600040101010101" pitchFamily="2" charset="-122"/>
                  <a:ea typeface="华文楷体" panose="02010600040101010101" pitchFamily="2" charset="-122"/>
                </a:rPr>
                <a:t>t</a:t>
              </a:r>
            </a:p>
          </p:txBody>
        </p:sp>
      </p:grpSp>
      <p:sp>
        <p:nvSpPr>
          <p:cNvPr id="33798" name="Text Box 429">
            <a:extLst>
              <a:ext uri="{FF2B5EF4-FFF2-40B4-BE49-F238E27FC236}">
                <a16:creationId xmlns:a16="http://schemas.microsoft.com/office/drawing/2014/main" id="{93C93A86-14AA-43A2-8742-9FA355356B60}"/>
              </a:ext>
            </a:extLst>
          </p:cNvPr>
          <p:cNvSpPr txBox="1">
            <a:spLocks noChangeArrowheads="1"/>
          </p:cNvSpPr>
          <p:nvPr/>
        </p:nvSpPr>
        <p:spPr bwMode="auto">
          <a:xfrm>
            <a:off x="1816100" y="215900"/>
            <a:ext cx="8509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50000"/>
              </a:spcBef>
              <a:buClrTx/>
              <a:buSzTx/>
              <a:buFontTx/>
              <a:buNone/>
            </a:pPr>
            <a:r>
              <a:rPr lang="zh-CN" altLang="zh-CN" sz="4400" b="1">
                <a:latin typeface="华文楷体" panose="02010600040101010101" pitchFamily="2" charset="-122"/>
                <a:ea typeface="华文楷体" panose="02010600040101010101" pitchFamily="2" charset="-122"/>
              </a:rPr>
              <a:t>数字数据到模拟信号</a:t>
            </a:r>
          </a:p>
        </p:txBody>
      </p:sp>
      <p:sp>
        <p:nvSpPr>
          <p:cNvPr id="36270" name="AutoShape 430">
            <a:extLst>
              <a:ext uri="{FF2B5EF4-FFF2-40B4-BE49-F238E27FC236}">
                <a16:creationId xmlns:a16="http://schemas.microsoft.com/office/drawing/2014/main" id="{8E65187D-08DF-4091-88FD-688C8FB68EE2}"/>
              </a:ext>
            </a:extLst>
          </p:cNvPr>
          <p:cNvSpPr>
            <a:spLocks noChangeArrowheads="1"/>
          </p:cNvSpPr>
          <p:nvPr/>
        </p:nvSpPr>
        <p:spPr bwMode="auto">
          <a:xfrm>
            <a:off x="2625725" y="3454400"/>
            <a:ext cx="6473825" cy="1754188"/>
          </a:xfrm>
          <a:prstGeom prst="wedgeRoundRectCallout">
            <a:avLst>
              <a:gd name="adj1" fmla="val 3606"/>
              <a:gd name="adj2" fmla="val 81856"/>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zh-CN" sz="2400">
                <a:latin typeface="华文楷体" panose="02010600040101010101" pitchFamily="2" charset="-122"/>
                <a:ea typeface="华文楷体" panose="02010600040101010101" pitchFamily="2" charset="-122"/>
              </a:rPr>
              <a:t>         </a:t>
            </a:r>
            <a:r>
              <a:rPr lang="zh-CN" altLang="zh-CN" sz="2000">
                <a:solidFill>
                  <a:schemeClr val="tx2"/>
                </a:solidFill>
                <a:latin typeface="华文楷体" panose="02010600040101010101" pitchFamily="2" charset="-122"/>
                <a:ea typeface="华文楷体" panose="02010600040101010101" pitchFamily="2" charset="-122"/>
              </a:rPr>
              <a:t>在PSK中，以发送和前一信号脉冲同相的正弦脉冲代表“0”，而以发送和前一信号脉冲反相的正弦脉冲代表“1”。由于其相移是以前一发送比特为参考而不是以某一固定信号为参照，因此，也称</a:t>
            </a:r>
            <a:r>
              <a:rPr lang="zh-CN" altLang="zh-CN" sz="2000">
                <a:solidFill>
                  <a:schemeClr val="accent2"/>
                </a:solidFill>
                <a:latin typeface="华文楷体" panose="02010600040101010101" pitchFamily="2" charset="-122"/>
                <a:ea typeface="华文楷体" panose="02010600040101010101" pitchFamily="2" charset="-122"/>
              </a:rPr>
              <a:t>差分</a:t>
            </a:r>
            <a:r>
              <a:rPr lang="zh-CN" altLang="zh-CN" sz="2000">
                <a:solidFill>
                  <a:schemeClr val="tx2"/>
                </a:solidFill>
                <a:latin typeface="华文楷体" panose="02010600040101010101" pitchFamily="2" charset="-122"/>
                <a:ea typeface="华文楷体" panose="02010600040101010101" pitchFamily="2" charset="-122"/>
              </a:rPr>
              <a:t>PSK</a:t>
            </a:r>
            <a:r>
              <a:rPr lang="zh-CN" altLang="zh-CN" sz="2400">
                <a:solidFill>
                  <a:schemeClr val="tx2"/>
                </a:solidFill>
                <a:latin typeface="华文楷体" panose="02010600040101010101" pitchFamily="2" charset="-122"/>
                <a:ea typeface="华文楷体" panose="02010600040101010101" pitchFamily="2"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35842"/>
                                        </p:tgtEl>
                                        <p:attrNameLst>
                                          <p:attrName>style.visibility</p:attrName>
                                        </p:attrNameLst>
                                      </p:cBhvr>
                                      <p:to>
                                        <p:strVal val="visible"/>
                                      </p:to>
                                    </p:set>
                                    <p:anim calcmode="lin" valueType="num">
                                      <p:cBhvr additive="base">
                                        <p:cTn id="7" dur="500" fill="hold"/>
                                        <p:tgtEl>
                                          <p:spTgt spid="35842"/>
                                        </p:tgtEl>
                                        <p:attrNameLst>
                                          <p:attrName>ppt_x</p:attrName>
                                        </p:attrNameLst>
                                      </p:cBhvr>
                                      <p:tavLst>
                                        <p:tav tm="0">
                                          <p:val>
                                            <p:strVal val="1+#ppt_w/2"/>
                                          </p:val>
                                        </p:tav>
                                        <p:tav tm="100000">
                                          <p:val>
                                            <p:strVal val="#ppt_x"/>
                                          </p:val>
                                        </p:tav>
                                      </p:tavLst>
                                    </p:anim>
                                    <p:anim calcmode="lin" valueType="num">
                                      <p:cBhvr additive="base">
                                        <p:cTn id="8" dur="500" fill="hold"/>
                                        <p:tgtEl>
                                          <p:spTgt spid="3584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35851"/>
                                        </p:tgtEl>
                                        <p:attrNameLst>
                                          <p:attrName>style.visibility</p:attrName>
                                        </p:attrNameLst>
                                      </p:cBhvr>
                                      <p:to>
                                        <p:strVal val="visible"/>
                                      </p:to>
                                    </p:set>
                                    <p:anim calcmode="lin" valueType="num">
                                      <p:cBhvr additive="base">
                                        <p:cTn id="13" dur="500" fill="hold"/>
                                        <p:tgtEl>
                                          <p:spTgt spid="35851"/>
                                        </p:tgtEl>
                                        <p:attrNameLst>
                                          <p:attrName>ppt_x</p:attrName>
                                        </p:attrNameLst>
                                      </p:cBhvr>
                                      <p:tavLst>
                                        <p:tav tm="0">
                                          <p:val>
                                            <p:strVal val="1+#ppt_w/2"/>
                                          </p:val>
                                        </p:tav>
                                        <p:tav tm="100000">
                                          <p:val>
                                            <p:strVal val="#ppt_x"/>
                                          </p:val>
                                        </p:tav>
                                      </p:tavLst>
                                    </p:anim>
                                    <p:anim calcmode="lin" valueType="num">
                                      <p:cBhvr additive="base">
                                        <p:cTn id="14" dur="500" fill="hold"/>
                                        <p:tgtEl>
                                          <p:spTgt spid="3585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35965"/>
                                        </p:tgtEl>
                                        <p:attrNameLst>
                                          <p:attrName>style.visibility</p:attrName>
                                        </p:attrNameLst>
                                      </p:cBhvr>
                                      <p:to>
                                        <p:strVal val="visible"/>
                                      </p:to>
                                    </p:set>
                                    <p:anim calcmode="lin" valueType="num">
                                      <p:cBhvr additive="base">
                                        <p:cTn id="19" dur="500" fill="hold"/>
                                        <p:tgtEl>
                                          <p:spTgt spid="35965"/>
                                        </p:tgtEl>
                                        <p:attrNameLst>
                                          <p:attrName>ppt_x</p:attrName>
                                        </p:attrNameLst>
                                      </p:cBhvr>
                                      <p:tavLst>
                                        <p:tav tm="0">
                                          <p:val>
                                            <p:strVal val="1+#ppt_w/2"/>
                                          </p:val>
                                        </p:tav>
                                        <p:tav tm="100000">
                                          <p:val>
                                            <p:strVal val="#ppt_x"/>
                                          </p:val>
                                        </p:tav>
                                      </p:tavLst>
                                    </p:anim>
                                    <p:anim calcmode="lin" valueType="num">
                                      <p:cBhvr additive="base">
                                        <p:cTn id="20" dur="500" fill="hold"/>
                                        <p:tgtEl>
                                          <p:spTgt spid="3596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36109"/>
                                        </p:tgtEl>
                                        <p:attrNameLst>
                                          <p:attrName>style.visibility</p:attrName>
                                        </p:attrNameLst>
                                      </p:cBhvr>
                                      <p:to>
                                        <p:strVal val="visible"/>
                                      </p:to>
                                    </p:set>
                                    <p:anim calcmode="lin" valueType="num">
                                      <p:cBhvr additive="base">
                                        <p:cTn id="25" dur="500" fill="hold"/>
                                        <p:tgtEl>
                                          <p:spTgt spid="36109"/>
                                        </p:tgtEl>
                                        <p:attrNameLst>
                                          <p:attrName>ppt_x</p:attrName>
                                        </p:attrNameLst>
                                      </p:cBhvr>
                                      <p:tavLst>
                                        <p:tav tm="0">
                                          <p:val>
                                            <p:strVal val="1+#ppt_w/2"/>
                                          </p:val>
                                        </p:tav>
                                        <p:tav tm="100000">
                                          <p:val>
                                            <p:strVal val="#ppt_x"/>
                                          </p:val>
                                        </p:tav>
                                      </p:tavLst>
                                    </p:anim>
                                    <p:anim calcmode="lin" valueType="num">
                                      <p:cBhvr additive="base">
                                        <p:cTn id="26" dur="500" fill="hold"/>
                                        <p:tgtEl>
                                          <p:spTgt spid="36109"/>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6270"/>
                                        </p:tgtEl>
                                        <p:attrNameLst>
                                          <p:attrName>style.visibility</p:attrName>
                                        </p:attrNameLst>
                                      </p:cBhvr>
                                      <p:to>
                                        <p:strVal val="visible"/>
                                      </p:to>
                                    </p:set>
                                    <p:anim calcmode="lin" valueType="num">
                                      <p:cBhvr additive="base">
                                        <p:cTn id="31" dur="500" fill="hold"/>
                                        <p:tgtEl>
                                          <p:spTgt spid="36270"/>
                                        </p:tgtEl>
                                        <p:attrNameLst>
                                          <p:attrName>ppt_x</p:attrName>
                                        </p:attrNameLst>
                                      </p:cBhvr>
                                      <p:tavLst>
                                        <p:tav tm="0">
                                          <p:val>
                                            <p:strVal val="1+#ppt_w/2"/>
                                          </p:val>
                                        </p:tav>
                                        <p:tav tm="100000">
                                          <p:val>
                                            <p:strVal val="#ppt_x"/>
                                          </p:val>
                                        </p:tav>
                                      </p:tavLst>
                                    </p:anim>
                                    <p:anim calcmode="lin" valueType="num">
                                      <p:cBhvr additive="base">
                                        <p:cTn id="32" dur="500" fill="hold"/>
                                        <p:tgtEl>
                                          <p:spTgt spid="362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70"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F5C86D7C-DEEE-44FD-9D36-3BBF9607EA8F}"/>
              </a:ext>
            </a:extLst>
          </p:cNvPr>
          <p:cNvSpPr>
            <a:spLocks noGrp="1" noChangeArrowheads="1"/>
          </p:cNvSpPr>
          <p:nvPr>
            <p:ph type="title"/>
          </p:nvPr>
        </p:nvSpPr>
        <p:spPr>
          <a:xfrm>
            <a:off x="2222500" y="276225"/>
            <a:ext cx="7772400" cy="601663"/>
          </a:xfrm>
          <a:noFill/>
        </p:spPr>
        <p:txBody>
          <a:bodyPr/>
          <a:lstStyle/>
          <a:p>
            <a:pPr eaLnBrk="1" hangingPunct="1"/>
            <a:r>
              <a:rPr lang="zh-CN" altLang="zh-CN">
                <a:ea typeface="华文楷体" panose="02010600040101010101" pitchFamily="2" charset="-122"/>
              </a:rPr>
              <a:t>模拟数据到数字信号—PCM</a:t>
            </a:r>
          </a:p>
        </p:txBody>
      </p:sp>
      <p:sp>
        <p:nvSpPr>
          <p:cNvPr id="36867" name="Text Box 3">
            <a:extLst>
              <a:ext uri="{FF2B5EF4-FFF2-40B4-BE49-F238E27FC236}">
                <a16:creationId xmlns:a16="http://schemas.microsoft.com/office/drawing/2014/main" id="{0DC40A71-1EDC-4F70-8F0E-364ADC0A25F2}"/>
              </a:ext>
            </a:extLst>
          </p:cNvPr>
          <p:cNvSpPr txBox="1">
            <a:spLocks noChangeArrowheads="1"/>
          </p:cNvSpPr>
          <p:nvPr/>
        </p:nvSpPr>
        <p:spPr bwMode="auto">
          <a:xfrm>
            <a:off x="659606" y="1389063"/>
            <a:ext cx="10872787"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50000"/>
              </a:spcBef>
              <a:buClrTx/>
              <a:buSzTx/>
              <a:buFontTx/>
              <a:buNone/>
            </a:pPr>
            <a:r>
              <a:rPr lang="zh-CN" altLang="zh-CN" sz="2800">
                <a:latin typeface="华文楷体" panose="02010600040101010101" pitchFamily="2" charset="-122"/>
                <a:ea typeface="华文楷体" panose="02010600040101010101" pitchFamily="2" charset="-122"/>
              </a:rPr>
              <a:t>将模拟数据编码为数字信号的最常见的方法是</a:t>
            </a:r>
            <a:r>
              <a:rPr lang="zh-CN" altLang="zh-CN" sz="2800" b="1">
                <a:solidFill>
                  <a:schemeClr val="hlink"/>
                </a:solidFill>
                <a:latin typeface="华文楷体" panose="02010600040101010101" pitchFamily="2" charset="-122"/>
                <a:ea typeface="华文楷体" panose="02010600040101010101" pitchFamily="2" charset="-122"/>
              </a:rPr>
              <a:t>脉冲编码调制PCM</a:t>
            </a:r>
            <a:r>
              <a:rPr lang="zh-CN" altLang="zh-CN" sz="2800">
                <a:latin typeface="华文楷体" panose="02010600040101010101" pitchFamily="2" charset="-122"/>
                <a:ea typeface="华文楷体" panose="02010600040101010101" pitchFamily="2" charset="-122"/>
              </a:rPr>
              <a:t> （Pulse Code Modulation）</a:t>
            </a:r>
          </a:p>
          <a:p>
            <a:pPr algn="just" eaLnBrk="1" hangingPunct="1">
              <a:spcBef>
                <a:spcPct val="50000"/>
              </a:spcBef>
              <a:buClrTx/>
              <a:buSzTx/>
              <a:buFontTx/>
              <a:buNone/>
            </a:pPr>
            <a:r>
              <a:rPr lang="zh-CN" altLang="zh-CN" sz="2800">
                <a:latin typeface="华文楷体" panose="02010600040101010101" pitchFamily="2" charset="-122"/>
                <a:ea typeface="华文楷体" panose="02010600040101010101" pitchFamily="2" charset="-122"/>
              </a:rPr>
              <a:t>脉冲编码调制是以取样定理为基础的。 </a:t>
            </a:r>
          </a:p>
          <a:p>
            <a:pPr algn="just" eaLnBrk="1" hangingPunct="1">
              <a:spcBef>
                <a:spcPct val="50000"/>
              </a:spcBef>
              <a:buClrTx/>
              <a:buSzTx/>
              <a:buFontTx/>
              <a:buNone/>
            </a:pPr>
            <a:r>
              <a:rPr lang="zh-CN" altLang="zh-CN" sz="2800" b="1">
                <a:solidFill>
                  <a:schemeClr val="hlink"/>
                </a:solidFill>
                <a:latin typeface="华文楷体" panose="02010600040101010101" pitchFamily="2" charset="-122"/>
                <a:ea typeface="华文楷体" panose="02010600040101010101" pitchFamily="2" charset="-122"/>
              </a:rPr>
              <a:t>采样定理</a:t>
            </a:r>
            <a:r>
              <a:rPr lang="zh-CN" altLang="zh-CN" sz="2800">
                <a:latin typeface="华文楷体" panose="02010600040101010101" pitchFamily="2" charset="-122"/>
                <a:ea typeface="华文楷体" panose="02010600040101010101" pitchFamily="2" charset="-122"/>
              </a:rPr>
              <a:t>：在规定的时间间隔内，对信号频带为B的信号f(t)，用2B的频率对f(t) 采样,这些采样包含原始信号f(t)的全部信息。  </a:t>
            </a:r>
          </a:p>
          <a:p>
            <a:pPr algn="just" eaLnBrk="1" hangingPunct="1">
              <a:spcBef>
                <a:spcPct val="50000"/>
              </a:spcBef>
              <a:buClrTx/>
              <a:buSzTx/>
              <a:buFontTx/>
              <a:buNone/>
            </a:pPr>
            <a:r>
              <a:rPr lang="zh-CN" altLang="zh-CN" sz="2800">
                <a:latin typeface="华文楷体" panose="02010600040101010101" pitchFamily="2" charset="-122"/>
                <a:ea typeface="华文楷体" panose="02010600040101010101" pitchFamily="2" charset="-122"/>
              </a:rPr>
              <a:t> </a:t>
            </a:r>
            <a:r>
              <a:rPr lang="zh-CN" altLang="zh-CN" sz="2800" b="1">
                <a:solidFill>
                  <a:schemeClr val="hlink"/>
                </a:solidFill>
                <a:latin typeface="华文楷体" panose="02010600040101010101" pitchFamily="2" charset="-122"/>
                <a:ea typeface="华文楷体" panose="02010600040101010101" pitchFamily="2" charset="-122"/>
              </a:rPr>
              <a:t>三个阶段</a:t>
            </a:r>
            <a:r>
              <a:rPr lang="zh-CN" altLang="zh-CN" sz="2800">
                <a:latin typeface="华文楷体" panose="02010600040101010101" pitchFamily="2" charset="-122"/>
                <a:ea typeface="华文楷体" panose="02010600040101010101" pitchFamily="2" charset="-122"/>
              </a:rPr>
              <a:t>：</a:t>
            </a:r>
            <a:r>
              <a:rPr lang="zh-CN" altLang="zh-CN" sz="2800">
                <a:solidFill>
                  <a:schemeClr val="accent2"/>
                </a:solidFill>
                <a:latin typeface="华文楷体" panose="02010600040101010101" pitchFamily="2" charset="-122"/>
                <a:ea typeface="华文楷体" panose="02010600040101010101" pitchFamily="2" charset="-122"/>
              </a:rPr>
              <a:t>采样、量化、编码</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 calcmode="lin" valueType="num">
                                      <p:cBhvr additive="base">
                                        <p:cTn id="7" dur="500" fill="hold"/>
                                        <p:tgtEl>
                                          <p:spTgt spid="3686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68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6867">
                                            <p:txEl>
                                              <p:pRg st="1" end="1"/>
                                            </p:txEl>
                                          </p:spTgt>
                                        </p:tgtEl>
                                        <p:attrNameLst>
                                          <p:attrName>style.visibility</p:attrName>
                                        </p:attrNameLst>
                                      </p:cBhvr>
                                      <p:to>
                                        <p:strVal val="visible"/>
                                      </p:to>
                                    </p:set>
                                    <p:anim calcmode="lin" valueType="num">
                                      <p:cBhvr additive="base">
                                        <p:cTn id="13" dur="500" fill="hold"/>
                                        <p:tgtEl>
                                          <p:spTgt spid="3686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68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6867">
                                            <p:txEl>
                                              <p:pRg st="2" end="2"/>
                                            </p:txEl>
                                          </p:spTgt>
                                        </p:tgtEl>
                                        <p:attrNameLst>
                                          <p:attrName>style.visibility</p:attrName>
                                        </p:attrNameLst>
                                      </p:cBhvr>
                                      <p:to>
                                        <p:strVal val="visible"/>
                                      </p:to>
                                    </p:set>
                                    <p:anim calcmode="lin" valueType="num">
                                      <p:cBhvr additive="base">
                                        <p:cTn id="19" dur="500" fill="hold"/>
                                        <p:tgtEl>
                                          <p:spTgt spid="3686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68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6867">
                                            <p:txEl>
                                              <p:pRg st="3" end="3"/>
                                            </p:txEl>
                                          </p:spTgt>
                                        </p:tgtEl>
                                        <p:attrNameLst>
                                          <p:attrName>style.visibility</p:attrName>
                                        </p:attrNameLst>
                                      </p:cBhvr>
                                      <p:to>
                                        <p:strVal val="visible"/>
                                      </p:to>
                                    </p:set>
                                    <p:anim calcmode="lin" valueType="num">
                                      <p:cBhvr additive="base">
                                        <p:cTn id="25" dur="500" fill="hold"/>
                                        <p:tgtEl>
                                          <p:spTgt spid="3686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686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CCF659B5-4879-420A-A330-42C194E24786}"/>
              </a:ext>
            </a:extLst>
          </p:cNvPr>
          <p:cNvSpPr>
            <a:spLocks noGrp="1" noChangeArrowheads="1"/>
          </p:cNvSpPr>
          <p:nvPr>
            <p:ph type="title"/>
          </p:nvPr>
        </p:nvSpPr>
        <p:spPr>
          <a:xfrm>
            <a:off x="2209800" y="169863"/>
            <a:ext cx="7772400" cy="536575"/>
          </a:xfrm>
          <a:noFill/>
        </p:spPr>
        <p:txBody>
          <a:bodyPr/>
          <a:lstStyle/>
          <a:p>
            <a:pPr eaLnBrk="1" hangingPunct="1"/>
            <a:r>
              <a:rPr lang="zh-CN" altLang="zh-CN" b="0">
                <a:ea typeface="华文楷体" panose="02010600040101010101" pitchFamily="2" charset="-122"/>
              </a:rPr>
              <a:t>PCM</a:t>
            </a:r>
          </a:p>
        </p:txBody>
      </p:sp>
      <p:pic>
        <p:nvPicPr>
          <p:cNvPr id="37891" name="Picture 3">
            <a:extLst>
              <a:ext uri="{FF2B5EF4-FFF2-40B4-BE49-F238E27FC236}">
                <a16:creationId xmlns:a16="http://schemas.microsoft.com/office/drawing/2014/main" id="{A78BBA2C-9155-431B-88BC-937326C00A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2950" y="2409825"/>
            <a:ext cx="7950200" cy="444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892" name="AutoShape 4">
            <a:extLst>
              <a:ext uri="{FF2B5EF4-FFF2-40B4-BE49-F238E27FC236}">
                <a16:creationId xmlns:a16="http://schemas.microsoft.com/office/drawing/2014/main" id="{2B1625AB-E047-45EA-A572-6CF148EE5E1D}"/>
              </a:ext>
            </a:extLst>
          </p:cNvPr>
          <p:cNvSpPr>
            <a:spLocks noChangeArrowheads="1"/>
          </p:cNvSpPr>
          <p:nvPr/>
        </p:nvSpPr>
        <p:spPr bwMode="auto">
          <a:xfrm>
            <a:off x="6165850" y="1052513"/>
            <a:ext cx="2335213" cy="1011237"/>
          </a:xfrm>
          <a:prstGeom prst="wedgeRoundRectCallout">
            <a:avLst>
              <a:gd name="adj1" fmla="val -46463"/>
              <a:gd name="adj2" fmla="val 87519"/>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zh-CN" sz="2000">
                <a:latin typeface="华文楷体" panose="02010600040101010101" pitchFamily="2" charset="-122"/>
                <a:ea typeface="华文楷体" panose="02010600040101010101" pitchFamily="2" charset="-122"/>
              </a:rPr>
              <a:t>离散信号（PAM脉冲）</a:t>
            </a:r>
          </a:p>
        </p:txBody>
      </p:sp>
      <p:sp>
        <p:nvSpPr>
          <p:cNvPr id="37893" name="AutoShape 5">
            <a:extLst>
              <a:ext uri="{FF2B5EF4-FFF2-40B4-BE49-F238E27FC236}">
                <a16:creationId xmlns:a16="http://schemas.microsoft.com/office/drawing/2014/main" id="{E7478BC8-B210-4095-93B4-D6B5984F5282}"/>
              </a:ext>
            </a:extLst>
          </p:cNvPr>
          <p:cNvSpPr>
            <a:spLocks noChangeArrowheads="1"/>
          </p:cNvSpPr>
          <p:nvPr/>
        </p:nvSpPr>
        <p:spPr bwMode="auto">
          <a:xfrm>
            <a:off x="8621713" y="1428750"/>
            <a:ext cx="2046287" cy="1011238"/>
          </a:xfrm>
          <a:prstGeom prst="wedgeRoundRectCallout">
            <a:avLst>
              <a:gd name="adj1" fmla="val 1435"/>
              <a:gd name="adj2" fmla="val 191759"/>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zh-CN" sz="2000">
                <a:latin typeface="华文楷体" panose="02010600040101010101" pitchFamily="2" charset="-122"/>
                <a:ea typeface="华文楷体" panose="02010600040101010101" pitchFamily="2" charset="-122"/>
              </a:rPr>
              <a:t>离散信号（PAM脉冲）</a:t>
            </a:r>
          </a:p>
        </p:txBody>
      </p:sp>
      <p:sp>
        <p:nvSpPr>
          <p:cNvPr id="37894" name="AutoShape 6">
            <a:extLst>
              <a:ext uri="{FF2B5EF4-FFF2-40B4-BE49-F238E27FC236}">
                <a16:creationId xmlns:a16="http://schemas.microsoft.com/office/drawing/2014/main" id="{58B7A4B2-C1F8-4A24-9501-B1A50A3FFB6C}"/>
              </a:ext>
            </a:extLst>
          </p:cNvPr>
          <p:cNvSpPr>
            <a:spLocks noChangeArrowheads="1"/>
          </p:cNvSpPr>
          <p:nvPr/>
        </p:nvSpPr>
        <p:spPr bwMode="auto">
          <a:xfrm>
            <a:off x="1524000" y="3705225"/>
            <a:ext cx="2189163" cy="530225"/>
          </a:xfrm>
          <a:prstGeom prst="wedgeRoundRectCallout">
            <a:avLst>
              <a:gd name="adj1" fmla="val 45287"/>
              <a:gd name="adj2" fmla="val 79042"/>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zh-CN" sz="2000">
                <a:latin typeface="华文楷体" panose="02010600040101010101" pitchFamily="2" charset="-122"/>
                <a:ea typeface="华文楷体" panose="02010600040101010101" pitchFamily="2" charset="-122"/>
              </a:rPr>
              <a:t>比特信号</a:t>
            </a:r>
          </a:p>
        </p:txBody>
      </p:sp>
      <p:sp>
        <p:nvSpPr>
          <p:cNvPr id="37895" name="AutoShape 7">
            <a:extLst>
              <a:ext uri="{FF2B5EF4-FFF2-40B4-BE49-F238E27FC236}">
                <a16:creationId xmlns:a16="http://schemas.microsoft.com/office/drawing/2014/main" id="{48C156D9-DE9E-4676-AC7E-9999EE3418CE}"/>
              </a:ext>
            </a:extLst>
          </p:cNvPr>
          <p:cNvSpPr>
            <a:spLocks noChangeArrowheads="1"/>
          </p:cNvSpPr>
          <p:nvPr/>
        </p:nvSpPr>
        <p:spPr bwMode="auto">
          <a:xfrm>
            <a:off x="7467600" y="5630863"/>
            <a:ext cx="2093913" cy="673100"/>
          </a:xfrm>
          <a:prstGeom prst="wedgeRoundRectCallout">
            <a:avLst>
              <a:gd name="adj1" fmla="val -65616"/>
              <a:gd name="adj2" fmla="val 37972"/>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zh-CN" sz="2000">
                <a:solidFill>
                  <a:schemeClr val="tx2"/>
                </a:solidFill>
                <a:latin typeface="华文楷体" panose="02010600040101010101" pitchFamily="2" charset="-122"/>
                <a:ea typeface="华文楷体" panose="02010600040101010101" pitchFamily="2" charset="-122"/>
              </a:rPr>
              <a:t>信道编码</a:t>
            </a:r>
          </a:p>
        </p:txBody>
      </p:sp>
      <p:sp>
        <p:nvSpPr>
          <p:cNvPr id="37896" name="AutoShape 8">
            <a:extLst>
              <a:ext uri="{FF2B5EF4-FFF2-40B4-BE49-F238E27FC236}">
                <a16:creationId xmlns:a16="http://schemas.microsoft.com/office/drawing/2014/main" id="{6C26DCF8-930D-4326-BE35-4ABF7229A88D}"/>
              </a:ext>
            </a:extLst>
          </p:cNvPr>
          <p:cNvSpPr>
            <a:spLocks noChangeArrowheads="1"/>
          </p:cNvSpPr>
          <p:nvPr/>
        </p:nvSpPr>
        <p:spPr bwMode="auto">
          <a:xfrm>
            <a:off x="3402013" y="1443038"/>
            <a:ext cx="2286000" cy="771525"/>
          </a:xfrm>
          <a:prstGeom prst="wedgeRoundRectCallout">
            <a:avLst>
              <a:gd name="adj1" fmla="val 14769"/>
              <a:gd name="adj2" fmla="val 104319"/>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zh-CN" sz="2000">
                <a:latin typeface="华文楷体" panose="02010600040101010101" pitchFamily="2" charset="-122"/>
                <a:ea typeface="华文楷体" panose="02010600040101010101" pitchFamily="2" charset="-122"/>
              </a:rPr>
              <a:t>脉冲幅度调制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37891"/>
                                        </p:tgtEl>
                                        <p:attrNameLst>
                                          <p:attrName>style.visibility</p:attrName>
                                        </p:attrNameLst>
                                      </p:cBhvr>
                                      <p:to>
                                        <p:strVal val="visible"/>
                                      </p:to>
                                    </p:set>
                                    <p:anim calcmode="lin" valueType="num">
                                      <p:cBhvr additive="base">
                                        <p:cTn id="7" dur="500" fill="hold"/>
                                        <p:tgtEl>
                                          <p:spTgt spid="37891"/>
                                        </p:tgtEl>
                                        <p:attrNameLst>
                                          <p:attrName>ppt_x</p:attrName>
                                        </p:attrNameLst>
                                      </p:cBhvr>
                                      <p:tavLst>
                                        <p:tav tm="0">
                                          <p:val>
                                            <p:strVal val="1+#ppt_w/2"/>
                                          </p:val>
                                        </p:tav>
                                        <p:tav tm="100000">
                                          <p:val>
                                            <p:strVal val="#ppt_x"/>
                                          </p:val>
                                        </p:tav>
                                      </p:tavLst>
                                    </p:anim>
                                    <p:anim calcmode="lin" valueType="num">
                                      <p:cBhvr additive="base">
                                        <p:cTn id="8" dur="500" fill="hold"/>
                                        <p:tgtEl>
                                          <p:spTgt spid="3789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7896"/>
                                        </p:tgtEl>
                                        <p:attrNameLst>
                                          <p:attrName>style.visibility</p:attrName>
                                        </p:attrNameLst>
                                      </p:cBhvr>
                                      <p:to>
                                        <p:strVal val="visible"/>
                                      </p:to>
                                    </p:set>
                                    <p:anim calcmode="lin" valueType="num">
                                      <p:cBhvr additive="base">
                                        <p:cTn id="13" dur="500" fill="hold"/>
                                        <p:tgtEl>
                                          <p:spTgt spid="37896"/>
                                        </p:tgtEl>
                                        <p:attrNameLst>
                                          <p:attrName>ppt_x</p:attrName>
                                        </p:attrNameLst>
                                      </p:cBhvr>
                                      <p:tavLst>
                                        <p:tav tm="0">
                                          <p:val>
                                            <p:strVal val="1+#ppt_w/2"/>
                                          </p:val>
                                        </p:tav>
                                        <p:tav tm="100000">
                                          <p:val>
                                            <p:strVal val="#ppt_x"/>
                                          </p:val>
                                        </p:tav>
                                      </p:tavLst>
                                    </p:anim>
                                    <p:anim calcmode="lin" valueType="num">
                                      <p:cBhvr additive="base">
                                        <p:cTn id="14" dur="500" fill="hold"/>
                                        <p:tgtEl>
                                          <p:spTgt spid="3789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7892"/>
                                        </p:tgtEl>
                                        <p:attrNameLst>
                                          <p:attrName>style.visibility</p:attrName>
                                        </p:attrNameLst>
                                      </p:cBhvr>
                                      <p:to>
                                        <p:strVal val="visible"/>
                                      </p:to>
                                    </p:set>
                                    <p:anim calcmode="lin" valueType="num">
                                      <p:cBhvr additive="base">
                                        <p:cTn id="19" dur="500" fill="hold"/>
                                        <p:tgtEl>
                                          <p:spTgt spid="37892"/>
                                        </p:tgtEl>
                                        <p:attrNameLst>
                                          <p:attrName>ppt_x</p:attrName>
                                        </p:attrNameLst>
                                      </p:cBhvr>
                                      <p:tavLst>
                                        <p:tav tm="0">
                                          <p:val>
                                            <p:strVal val="1+#ppt_w/2"/>
                                          </p:val>
                                        </p:tav>
                                        <p:tav tm="100000">
                                          <p:val>
                                            <p:strVal val="#ppt_x"/>
                                          </p:val>
                                        </p:tav>
                                      </p:tavLst>
                                    </p:anim>
                                    <p:anim calcmode="lin" valueType="num">
                                      <p:cBhvr additive="base">
                                        <p:cTn id="20" dur="500" fill="hold"/>
                                        <p:tgtEl>
                                          <p:spTgt spid="3789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7893"/>
                                        </p:tgtEl>
                                        <p:attrNameLst>
                                          <p:attrName>style.visibility</p:attrName>
                                        </p:attrNameLst>
                                      </p:cBhvr>
                                      <p:to>
                                        <p:strVal val="visible"/>
                                      </p:to>
                                    </p:set>
                                    <p:anim calcmode="lin" valueType="num">
                                      <p:cBhvr additive="base">
                                        <p:cTn id="25" dur="500" fill="hold"/>
                                        <p:tgtEl>
                                          <p:spTgt spid="37893"/>
                                        </p:tgtEl>
                                        <p:attrNameLst>
                                          <p:attrName>ppt_x</p:attrName>
                                        </p:attrNameLst>
                                      </p:cBhvr>
                                      <p:tavLst>
                                        <p:tav tm="0">
                                          <p:val>
                                            <p:strVal val="1+#ppt_w/2"/>
                                          </p:val>
                                        </p:tav>
                                        <p:tav tm="100000">
                                          <p:val>
                                            <p:strVal val="#ppt_x"/>
                                          </p:val>
                                        </p:tav>
                                      </p:tavLst>
                                    </p:anim>
                                    <p:anim calcmode="lin" valueType="num">
                                      <p:cBhvr additive="base">
                                        <p:cTn id="26" dur="500" fill="hold"/>
                                        <p:tgtEl>
                                          <p:spTgt spid="37893"/>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7894"/>
                                        </p:tgtEl>
                                        <p:attrNameLst>
                                          <p:attrName>style.visibility</p:attrName>
                                        </p:attrNameLst>
                                      </p:cBhvr>
                                      <p:to>
                                        <p:strVal val="visible"/>
                                      </p:to>
                                    </p:set>
                                    <p:anim calcmode="lin" valueType="num">
                                      <p:cBhvr additive="base">
                                        <p:cTn id="31" dur="500" fill="hold"/>
                                        <p:tgtEl>
                                          <p:spTgt spid="37894"/>
                                        </p:tgtEl>
                                        <p:attrNameLst>
                                          <p:attrName>ppt_x</p:attrName>
                                        </p:attrNameLst>
                                      </p:cBhvr>
                                      <p:tavLst>
                                        <p:tav tm="0">
                                          <p:val>
                                            <p:strVal val="1+#ppt_w/2"/>
                                          </p:val>
                                        </p:tav>
                                        <p:tav tm="100000">
                                          <p:val>
                                            <p:strVal val="#ppt_x"/>
                                          </p:val>
                                        </p:tav>
                                      </p:tavLst>
                                    </p:anim>
                                    <p:anim calcmode="lin" valueType="num">
                                      <p:cBhvr additive="base">
                                        <p:cTn id="32" dur="500" fill="hold"/>
                                        <p:tgtEl>
                                          <p:spTgt spid="37894"/>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37895"/>
                                        </p:tgtEl>
                                        <p:attrNameLst>
                                          <p:attrName>style.visibility</p:attrName>
                                        </p:attrNameLst>
                                      </p:cBhvr>
                                      <p:to>
                                        <p:strVal val="visible"/>
                                      </p:to>
                                    </p:set>
                                    <p:anim calcmode="lin" valueType="num">
                                      <p:cBhvr additive="base">
                                        <p:cTn id="37" dur="500" fill="hold"/>
                                        <p:tgtEl>
                                          <p:spTgt spid="37895"/>
                                        </p:tgtEl>
                                        <p:attrNameLst>
                                          <p:attrName>ppt_x</p:attrName>
                                        </p:attrNameLst>
                                      </p:cBhvr>
                                      <p:tavLst>
                                        <p:tav tm="0">
                                          <p:val>
                                            <p:strVal val="1+#ppt_w/2"/>
                                          </p:val>
                                        </p:tav>
                                        <p:tav tm="100000">
                                          <p:val>
                                            <p:strVal val="#ppt_x"/>
                                          </p:val>
                                        </p:tav>
                                      </p:tavLst>
                                    </p:anim>
                                    <p:anim calcmode="lin" valueType="num">
                                      <p:cBhvr additive="base">
                                        <p:cTn id="38" dur="500" fill="hold"/>
                                        <p:tgtEl>
                                          <p:spTgt spid="378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animBg="1" autoUpdateAnimBg="0"/>
      <p:bldP spid="37893" grpId="0" animBg="1" autoUpdateAnimBg="0"/>
      <p:bldP spid="37894" grpId="0" animBg="1" autoUpdateAnimBg="0"/>
      <p:bldP spid="37895" grpId="0" animBg="1" autoUpdateAnimBg="0"/>
      <p:bldP spid="37896"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57E2898C-8261-49E3-AB83-8BFB967A43DD}"/>
              </a:ext>
            </a:extLst>
          </p:cNvPr>
          <p:cNvSpPr>
            <a:spLocks noGrp="1" noChangeArrowheads="1"/>
          </p:cNvSpPr>
          <p:nvPr>
            <p:ph type="title"/>
          </p:nvPr>
        </p:nvSpPr>
        <p:spPr>
          <a:xfrm>
            <a:off x="254000" y="261938"/>
            <a:ext cx="7772400" cy="473075"/>
          </a:xfrm>
          <a:noFill/>
        </p:spPr>
        <p:txBody>
          <a:bodyPr/>
          <a:lstStyle/>
          <a:p>
            <a:pPr algn="just" eaLnBrk="1" hangingPunct="1"/>
            <a:r>
              <a:rPr lang="en-US" altLang="zh-CN">
                <a:ea typeface="华文楷体" panose="02010600040101010101" pitchFamily="2" charset="-122"/>
              </a:rPr>
              <a:t>3</a:t>
            </a:r>
            <a:r>
              <a:rPr lang="zh-CN" altLang="zh-CN">
                <a:ea typeface="华文楷体" panose="02010600040101010101" pitchFamily="2" charset="-122"/>
              </a:rPr>
              <a:t>.4 数据传输方式</a:t>
            </a:r>
          </a:p>
        </p:txBody>
      </p:sp>
      <p:sp>
        <p:nvSpPr>
          <p:cNvPr id="38915" name="Text Box 3">
            <a:extLst>
              <a:ext uri="{FF2B5EF4-FFF2-40B4-BE49-F238E27FC236}">
                <a16:creationId xmlns:a16="http://schemas.microsoft.com/office/drawing/2014/main" id="{81A656E7-5B38-438F-8BCB-A6E296429D68}"/>
              </a:ext>
            </a:extLst>
          </p:cNvPr>
          <p:cNvSpPr txBox="1">
            <a:spLocks noChangeArrowheads="1"/>
          </p:cNvSpPr>
          <p:nvPr/>
        </p:nvSpPr>
        <p:spPr bwMode="auto">
          <a:xfrm>
            <a:off x="3290888" y="1674813"/>
            <a:ext cx="6329362"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71500" indent="-5715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Char char="Ø"/>
            </a:pPr>
            <a:r>
              <a:rPr lang="zh-CN" altLang="zh-CN" b="1">
                <a:latin typeface="华文楷体" panose="02010600040101010101" pitchFamily="2" charset="-122"/>
                <a:ea typeface="华文楷体" panose="02010600040101010101" pitchFamily="2" charset="-122"/>
              </a:rPr>
              <a:t>基带 &amp; 宽带</a:t>
            </a:r>
          </a:p>
          <a:p>
            <a:pPr eaLnBrk="1" hangingPunct="1">
              <a:spcBef>
                <a:spcPct val="50000"/>
              </a:spcBef>
              <a:buClrTx/>
              <a:buSzTx/>
              <a:buFont typeface="Wingdings" panose="05000000000000000000" pitchFamily="2" charset="2"/>
              <a:buChar char="Ø"/>
            </a:pPr>
            <a:r>
              <a:rPr lang="zh-CN" altLang="zh-CN" b="1">
                <a:latin typeface="华文楷体" panose="02010600040101010101" pitchFamily="2" charset="-122"/>
                <a:ea typeface="华文楷体" panose="02010600040101010101" pitchFamily="2" charset="-122"/>
              </a:rPr>
              <a:t>并行 &amp; 串行</a:t>
            </a:r>
          </a:p>
          <a:p>
            <a:pPr eaLnBrk="1" hangingPunct="1">
              <a:spcBef>
                <a:spcPct val="50000"/>
              </a:spcBef>
              <a:buClrTx/>
              <a:buSzTx/>
              <a:buFont typeface="Wingdings" panose="05000000000000000000" pitchFamily="2" charset="2"/>
              <a:buChar char="Ø"/>
            </a:pPr>
            <a:r>
              <a:rPr lang="zh-CN" altLang="zh-CN" b="1">
                <a:latin typeface="华文楷体" panose="02010600040101010101" pitchFamily="2" charset="-122"/>
                <a:ea typeface="华文楷体" panose="02010600040101010101" pitchFamily="2" charset="-122"/>
              </a:rPr>
              <a:t>异步 &amp; 同步</a:t>
            </a:r>
          </a:p>
          <a:p>
            <a:pPr eaLnBrk="1" hangingPunct="1">
              <a:spcBef>
                <a:spcPct val="50000"/>
              </a:spcBef>
              <a:buClrTx/>
              <a:buSzTx/>
              <a:buFont typeface="Wingdings" panose="05000000000000000000" pitchFamily="2" charset="2"/>
              <a:buChar char="Ø"/>
            </a:pPr>
            <a:r>
              <a:rPr lang="zh-CN" altLang="zh-CN" b="1">
                <a:latin typeface="华文楷体" panose="02010600040101010101" pitchFamily="2" charset="-122"/>
                <a:ea typeface="华文楷体" panose="02010600040101010101" pitchFamily="2" charset="-122"/>
              </a:rPr>
              <a:t>单工、双工、半双工</a:t>
            </a:r>
          </a:p>
          <a:p>
            <a:pPr eaLnBrk="1" hangingPunct="1">
              <a:spcBef>
                <a:spcPct val="50000"/>
              </a:spcBef>
              <a:buClrTx/>
              <a:buSzTx/>
              <a:buFont typeface="Wingdings" panose="05000000000000000000" pitchFamily="2" charset="2"/>
              <a:buChar char="Ø"/>
            </a:pPr>
            <a:r>
              <a:rPr lang="zh-CN" altLang="zh-CN" b="1">
                <a:latin typeface="华文楷体" panose="02010600040101010101" pitchFamily="2" charset="-122"/>
                <a:ea typeface="华文楷体" panose="02010600040101010101" pitchFamily="2" charset="-122"/>
              </a:rPr>
              <a:t>点对点和多点分支控制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 calcmode="lin" valueType="num">
                                      <p:cBhvr additive="base">
                                        <p:cTn id="7" dur="500" fill="hold"/>
                                        <p:tgtEl>
                                          <p:spTgt spid="3891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89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8915">
                                            <p:txEl>
                                              <p:pRg st="1" end="1"/>
                                            </p:txEl>
                                          </p:spTgt>
                                        </p:tgtEl>
                                        <p:attrNameLst>
                                          <p:attrName>style.visibility</p:attrName>
                                        </p:attrNameLst>
                                      </p:cBhvr>
                                      <p:to>
                                        <p:strVal val="visible"/>
                                      </p:to>
                                    </p:set>
                                    <p:anim calcmode="lin" valueType="num">
                                      <p:cBhvr additive="base">
                                        <p:cTn id="13" dur="500" fill="hold"/>
                                        <p:tgtEl>
                                          <p:spTgt spid="3891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89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8915">
                                            <p:txEl>
                                              <p:pRg st="2" end="2"/>
                                            </p:txEl>
                                          </p:spTgt>
                                        </p:tgtEl>
                                        <p:attrNameLst>
                                          <p:attrName>style.visibility</p:attrName>
                                        </p:attrNameLst>
                                      </p:cBhvr>
                                      <p:to>
                                        <p:strVal val="visible"/>
                                      </p:to>
                                    </p:set>
                                    <p:anim calcmode="lin" valueType="num">
                                      <p:cBhvr additive="base">
                                        <p:cTn id="19" dur="500" fill="hold"/>
                                        <p:tgtEl>
                                          <p:spTgt spid="3891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891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8915">
                                            <p:txEl>
                                              <p:pRg st="3" end="3"/>
                                            </p:txEl>
                                          </p:spTgt>
                                        </p:tgtEl>
                                        <p:attrNameLst>
                                          <p:attrName>style.visibility</p:attrName>
                                        </p:attrNameLst>
                                      </p:cBhvr>
                                      <p:to>
                                        <p:strVal val="visible"/>
                                      </p:to>
                                    </p:set>
                                    <p:anim calcmode="lin" valueType="num">
                                      <p:cBhvr additive="base">
                                        <p:cTn id="25" dur="500" fill="hold"/>
                                        <p:tgtEl>
                                          <p:spTgt spid="3891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891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8915">
                                            <p:txEl>
                                              <p:pRg st="4" end="4"/>
                                            </p:txEl>
                                          </p:spTgt>
                                        </p:tgtEl>
                                        <p:attrNameLst>
                                          <p:attrName>style.visibility</p:attrName>
                                        </p:attrNameLst>
                                      </p:cBhvr>
                                      <p:to>
                                        <p:strVal val="visible"/>
                                      </p:to>
                                    </p:set>
                                    <p:anim calcmode="lin" valueType="num">
                                      <p:cBhvr additive="base">
                                        <p:cTn id="31" dur="500" fill="hold"/>
                                        <p:tgtEl>
                                          <p:spTgt spid="3891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891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5410AA87-B8B2-4C87-AE7E-F2478A6F4CAD}"/>
              </a:ext>
            </a:extLst>
          </p:cNvPr>
          <p:cNvSpPr>
            <a:spLocks noGrp="1" noChangeArrowheads="1"/>
          </p:cNvSpPr>
          <p:nvPr>
            <p:ph type="title"/>
          </p:nvPr>
        </p:nvSpPr>
        <p:spPr/>
        <p:txBody>
          <a:bodyPr/>
          <a:lstStyle/>
          <a:p>
            <a:pPr eaLnBrk="1" hangingPunct="1"/>
            <a:r>
              <a:rPr lang="zh-CN" altLang="zh-CN" sz="4000">
                <a:ea typeface="楷体_GB2312" pitchFamily="1" charset="-122"/>
              </a:rPr>
              <a:t>基带传输与宽带传输</a:t>
            </a:r>
          </a:p>
        </p:txBody>
      </p:sp>
      <p:sp>
        <p:nvSpPr>
          <p:cNvPr id="39939" name="Rectangle 3">
            <a:extLst>
              <a:ext uri="{FF2B5EF4-FFF2-40B4-BE49-F238E27FC236}">
                <a16:creationId xmlns:a16="http://schemas.microsoft.com/office/drawing/2014/main" id="{C7839881-8064-4193-B009-4C4228E920E2}"/>
              </a:ext>
            </a:extLst>
          </p:cNvPr>
          <p:cNvSpPr>
            <a:spLocks noGrp="1" noChangeArrowheads="1"/>
          </p:cNvSpPr>
          <p:nvPr>
            <p:ph type="body" idx="1"/>
          </p:nvPr>
        </p:nvSpPr>
        <p:spPr/>
        <p:txBody>
          <a:bodyPr/>
          <a:lstStyle/>
          <a:p>
            <a:pPr eaLnBrk="1" hangingPunct="1">
              <a:defRPr/>
            </a:pPr>
            <a:r>
              <a:rPr lang="zh-CN" altLang="en-US" sz="2800" b="1">
                <a:solidFill>
                  <a:schemeClr val="tx2"/>
                </a:solidFill>
                <a:latin typeface="+mj-lt"/>
                <a:ea typeface="华文楷体" pitchFamily="2" charset="-122"/>
              </a:rPr>
              <a:t>基带信号</a:t>
            </a:r>
            <a:r>
              <a:rPr lang="zh-CN" altLang="en-US" sz="2800" b="1">
                <a:latin typeface="+mj-lt"/>
                <a:ea typeface="华文楷体" pitchFamily="2" charset="-122"/>
              </a:rPr>
              <a:t>就是将数字信号</a:t>
            </a:r>
            <a:r>
              <a:rPr lang="zh-CN" altLang="zh-CN" sz="2800" b="1">
                <a:latin typeface="+mj-lt"/>
                <a:ea typeface="华文楷体" pitchFamily="2" charset="-122"/>
              </a:rPr>
              <a:t>1</a:t>
            </a:r>
            <a:r>
              <a:rPr lang="zh-CN" altLang="en-US" sz="2800" b="1">
                <a:latin typeface="+mj-lt"/>
                <a:ea typeface="华文楷体" pitchFamily="2" charset="-122"/>
              </a:rPr>
              <a:t>或</a:t>
            </a:r>
            <a:r>
              <a:rPr lang="zh-CN" altLang="zh-CN" sz="2800" b="1">
                <a:latin typeface="+mj-lt"/>
                <a:ea typeface="华文楷体" pitchFamily="2" charset="-122"/>
              </a:rPr>
              <a:t>0</a:t>
            </a:r>
            <a:r>
              <a:rPr lang="zh-CN" altLang="en-US" sz="2800" b="1">
                <a:latin typeface="+mj-lt"/>
                <a:ea typeface="华文楷体" pitchFamily="2" charset="-122"/>
              </a:rPr>
              <a:t>直接用两种不同的电压来表示，</a:t>
            </a:r>
            <a:r>
              <a:rPr lang="zh-CN" altLang="en-US" sz="2800">
                <a:latin typeface="+mj-lt"/>
                <a:ea typeface="华文楷体" pitchFamily="2" charset="-122"/>
              </a:rPr>
              <a:t>然后送到线路上去传输 </a:t>
            </a:r>
          </a:p>
          <a:p>
            <a:pPr eaLnBrk="1" hangingPunct="1">
              <a:defRPr/>
            </a:pPr>
            <a:r>
              <a:rPr lang="zh-CN" altLang="en-US" sz="2800" b="1">
                <a:solidFill>
                  <a:schemeClr val="tx2"/>
                </a:solidFill>
                <a:latin typeface="+mj-lt"/>
                <a:ea typeface="华文楷体" pitchFamily="2" charset="-122"/>
              </a:rPr>
              <a:t>宽带信号</a:t>
            </a:r>
            <a:r>
              <a:rPr lang="zh-CN" altLang="en-US" sz="2800" b="1">
                <a:latin typeface="+mj-lt"/>
                <a:ea typeface="华文楷体" pitchFamily="2" charset="-122"/>
              </a:rPr>
              <a:t>则是将基带信号进行调制后形成的频分复用模拟信号。</a:t>
            </a:r>
            <a:r>
              <a:rPr lang="zh-CN" altLang="en-US" sz="2800">
                <a:latin typeface="+mj-lt"/>
                <a:ea typeface="华文楷体" pitchFamily="2" charset="-122"/>
              </a:rPr>
              <a:t>基带信号进行调制后，其频谱搬移到较高的频率处。每一路基带信号的频谱被搬移到不同的频段，就可以在一条电路中同时传送许多路的数字信号，因而提高了线路的利用率。 </a:t>
            </a:r>
          </a:p>
        </p:txBody>
      </p:sp>
    </p:spTree>
  </p:cSld>
  <p:clrMapOvr>
    <a:masterClrMapping/>
  </p:clrMapOvr>
  <p:transition spd="med">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870FE156-08D2-4859-9CC2-F652C743AD07}"/>
              </a:ext>
            </a:extLst>
          </p:cNvPr>
          <p:cNvSpPr>
            <a:spLocks noGrp="1" noChangeArrowheads="1"/>
          </p:cNvSpPr>
          <p:nvPr>
            <p:ph type="title"/>
          </p:nvPr>
        </p:nvSpPr>
        <p:spPr>
          <a:xfrm>
            <a:off x="2222500" y="184150"/>
            <a:ext cx="7772400" cy="614363"/>
          </a:xfrm>
          <a:noFill/>
        </p:spPr>
        <p:txBody>
          <a:bodyPr/>
          <a:lstStyle/>
          <a:p>
            <a:pPr eaLnBrk="1" hangingPunct="1"/>
            <a:r>
              <a:rPr lang="zh-CN" altLang="zh-CN">
                <a:ea typeface="华文楷体" panose="02010600040101010101" pitchFamily="2" charset="-122"/>
              </a:rPr>
              <a:t>并行传输与串行传输</a:t>
            </a:r>
          </a:p>
        </p:txBody>
      </p:sp>
      <p:sp>
        <p:nvSpPr>
          <p:cNvPr id="38915" name="Text Box 3">
            <a:extLst>
              <a:ext uri="{FF2B5EF4-FFF2-40B4-BE49-F238E27FC236}">
                <a16:creationId xmlns:a16="http://schemas.microsoft.com/office/drawing/2014/main" id="{582E512D-CEDF-4A65-8135-116445C8ADF6}"/>
              </a:ext>
            </a:extLst>
          </p:cNvPr>
          <p:cNvSpPr txBox="1">
            <a:spLocks noChangeArrowheads="1"/>
          </p:cNvSpPr>
          <p:nvPr/>
        </p:nvSpPr>
        <p:spPr bwMode="auto">
          <a:xfrm>
            <a:off x="2416175" y="1644650"/>
            <a:ext cx="74580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zh-CN" sz="2800">
              <a:latin typeface="华文楷体" panose="02010600040101010101" pitchFamily="2" charset="-122"/>
              <a:ea typeface="华文楷体" panose="02010600040101010101" pitchFamily="2" charset="-122"/>
            </a:endParaRPr>
          </a:p>
        </p:txBody>
      </p:sp>
      <p:pic>
        <p:nvPicPr>
          <p:cNvPr id="38916" name="Picture 4">
            <a:extLst>
              <a:ext uri="{FF2B5EF4-FFF2-40B4-BE49-F238E27FC236}">
                <a16:creationId xmlns:a16="http://schemas.microsoft.com/office/drawing/2014/main" id="{FB90DECF-8091-47C4-B599-FE16C2C5646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9850" y="1920875"/>
            <a:ext cx="492125" cy="271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917" name="Picture 5">
            <a:extLst>
              <a:ext uri="{FF2B5EF4-FFF2-40B4-BE49-F238E27FC236}">
                <a16:creationId xmlns:a16="http://schemas.microsoft.com/office/drawing/2014/main" id="{D7B71E5C-B166-446A-A89F-14884DE8961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0050" y="3427413"/>
            <a:ext cx="647700" cy="267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918" name="Rectangle 6">
            <a:extLst>
              <a:ext uri="{FF2B5EF4-FFF2-40B4-BE49-F238E27FC236}">
                <a16:creationId xmlns:a16="http://schemas.microsoft.com/office/drawing/2014/main" id="{C23F9F43-A21D-4142-95BE-64597938D179}"/>
              </a:ext>
            </a:extLst>
          </p:cNvPr>
          <p:cNvSpPr>
            <a:spLocks noChangeArrowheads="1"/>
          </p:cNvSpPr>
          <p:nvPr/>
        </p:nvSpPr>
        <p:spPr bwMode="auto">
          <a:xfrm>
            <a:off x="6423025" y="3863975"/>
            <a:ext cx="2160588" cy="1625600"/>
          </a:xfrm>
          <a:prstGeom prst="rect">
            <a:avLst/>
          </a:prstGeom>
          <a:noFill/>
          <a:ln w="9525">
            <a:solidFill>
              <a:srgbClr val="CC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marL="190500" indent="-1905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000">
                <a:latin typeface="华文楷体" panose="02010600040101010101" pitchFamily="2" charset="-122"/>
                <a:ea typeface="华文楷体" panose="02010600040101010101" pitchFamily="2" charset="-122"/>
              </a:rPr>
              <a:t>RS-232 接口</a:t>
            </a:r>
          </a:p>
          <a:p>
            <a:pPr>
              <a:spcBef>
                <a:spcPct val="0"/>
              </a:spcBef>
              <a:buClrTx/>
              <a:buSzTx/>
              <a:buFontTx/>
              <a:buNone/>
            </a:pPr>
            <a:endParaRPr lang="zh-CN" altLang="zh-CN" sz="2000">
              <a:latin typeface="华文楷体" panose="02010600040101010101" pitchFamily="2" charset="-122"/>
              <a:ea typeface="华文楷体" panose="02010600040101010101" pitchFamily="2" charset="-122"/>
            </a:endParaRPr>
          </a:p>
          <a:p>
            <a:pPr>
              <a:spcBef>
                <a:spcPct val="0"/>
              </a:spcBef>
              <a:buClr>
                <a:schemeClr val="hlink"/>
              </a:buClr>
              <a:buSzTx/>
              <a:buFont typeface="Wingdings" panose="05000000000000000000" pitchFamily="2" charset="2"/>
              <a:buChar char="§"/>
            </a:pPr>
            <a:r>
              <a:rPr lang="zh-CN" altLang="zh-CN" sz="2000">
                <a:latin typeface="华文楷体" panose="02010600040101010101" pitchFamily="2" charset="-122"/>
                <a:ea typeface="华文楷体" panose="02010600040101010101" pitchFamily="2" charset="-122"/>
              </a:rPr>
              <a:t>串行 </a:t>
            </a:r>
          </a:p>
          <a:p>
            <a:pPr>
              <a:spcBef>
                <a:spcPct val="0"/>
              </a:spcBef>
              <a:buClr>
                <a:schemeClr val="hlink"/>
              </a:buClr>
              <a:buSzTx/>
              <a:buFont typeface="Wingdings" panose="05000000000000000000" pitchFamily="2" charset="2"/>
              <a:buChar char="§"/>
            </a:pPr>
            <a:r>
              <a:rPr lang="zh-CN" altLang="zh-CN" sz="2000">
                <a:latin typeface="华文楷体" panose="02010600040101010101" pitchFamily="2" charset="-122"/>
                <a:ea typeface="华文楷体" panose="02010600040101010101" pitchFamily="2" charset="-122"/>
              </a:rPr>
              <a:t>每个方向一根线</a:t>
            </a:r>
          </a:p>
          <a:p>
            <a:pPr>
              <a:spcBef>
                <a:spcPct val="0"/>
              </a:spcBef>
              <a:buClr>
                <a:schemeClr val="hlink"/>
              </a:buClr>
              <a:buSzTx/>
              <a:buFont typeface="Wingdings" panose="05000000000000000000" pitchFamily="2" charset="2"/>
              <a:buChar char="§"/>
            </a:pPr>
            <a:r>
              <a:rPr lang="zh-CN" altLang="zh-CN" sz="2000">
                <a:latin typeface="华文楷体" panose="02010600040101010101" pitchFamily="2" charset="-122"/>
                <a:ea typeface="华文楷体" panose="02010600040101010101" pitchFamily="2" charset="-122"/>
              </a:rPr>
              <a:t>0-28 Kbps</a:t>
            </a:r>
          </a:p>
        </p:txBody>
      </p:sp>
      <p:sp>
        <p:nvSpPr>
          <p:cNvPr id="38919" name="Rectangle 7">
            <a:extLst>
              <a:ext uri="{FF2B5EF4-FFF2-40B4-BE49-F238E27FC236}">
                <a16:creationId xmlns:a16="http://schemas.microsoft.com/office/drawing/2014/main" id="{62DBEC84-F242-4803-BC2B-38DF4AA003F6}"/>
              </a:ext>
            </a:extLst>
          </p:cNvPr>
          <p:cNvSpPr>
            <a:spLocks noChangeArrowheads="1"/>
          </p:cNvSpPr>
          <p:nvPr/>
        </p:nvSpPr>
        <p:spPr bwMode="auto">
          <a:xfrm>
            <a:off x="3517900" y="1920875"/>
            <a:ext cx="4881563" cy="2052638"/>
          </a:xfrm>
          <a:prstGeom prst="rect">
            <a:avLst/>
          </a:prstGeom>
          <a:noFill/>
          <a:ln w="9525">
            <a:solidFill>
              <a:srgbClr val="CC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marL="190500" indent="-1905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2000">
                <a:latin typeface="华文楷体" panose="02010600040101010101" pitchFamily="2" charset="-122"/>
                <a:ea typeface="华文楷体" panose="02010600040101010101" pitchFamily="2" charset="-122"/>
              </a:rPr>
              <a:t>HIPPI 接口</a:t>
            </a:r>
            <a:r>
              <a:rPr lang="zh-CN" altLang="zh-CN" sz="1200">
                <a:latin typeface="Times New Roman" panose="02020603050405020304" pitchFamily="18" charset="0"/>
                <a:ea typeface="华文楷体" panose="02010600040101010101" pitchFamily="2" charset="-122"/>
              </a:rPr>
              <a:t>High Performance Parallel Interface</a:t>
            </a:r>
            <a:r>
              <a:rPr lang="zh-CN" altLang="zh-CN" sz="2800">
                <a:latin typeface="Times New Roman" panose="02020603050405020304" pitchFamily="18" charset="0"/>
                <a:ea typeface="华文楷体" panose="02010600040101010101" pitchFamily="2" charset="-122"/>
              </a:rPr>
              <a:t> </a:t>
            </a:r>
            <a:endParaRPr lang="zh-CN" altLang="zh-CN" sz="2000">
              <a:latin typeface="华文楷体" panose="02010600040101010101" pitchFamily="2" charset="-122"/>
              <a:ea typeface="华文楷体" panose="02010600040101010101" pitchFamily="2" charset="-122"/>
            </a:endParaRPr>
          </a:p>
          <a:p>
            <a:pPr>
              <a:spcBef>
                <a:spcPct val="0"/>
              </a:spcBef>
              <a:buClrTx/>
              <a:buSzTx/>
              <a:buFontTx/>
              <a:buNone/>
            </a:pPr>
            <a:endParaRPr lang="zh-CN" altLang="zh-CN" sz="2000">
              <a:latin typeface="华文楷体" panose="02010600040101010101" pitchFamily="2" charset="-122"/>
              <a:ea typeface="华文楷体" panose="02010600040101010101" pitchFamily="2" charset="-122"/>
            </a:endParaRPr>
          </a:p>
          <a:p>
            <a:pPr>
              <a:spcBef>
                <a:spcPct val="0"/>
              </a:spcBef>
              <a:buClr>
                <a:schemeClr val="tx2"/>
              </a:buClr>
              <a:buSzTx/>
              <a:buFont typeface="Wingdings" panose="05000000000000000000" pitchFamily="2" charset="2"/>
              <a:buChar char="§"/>
            </a:pPr>
            <a:r>
              <a:rPr lang="zh-CN" altLang="zh-CN" sz="2000">
                <a:latin typeface="华文楷体" panose="02010600040101010101" pitchFamily="2" charset="-122"/>
                <a:ea typeface="华文楷体" panose="02010600040101010101" pitchFamily="2" charset="-122"/>
              </a:rPr>
              <a:t>并行</a:t>
            </a:r>
          </a:p>
          <a:p>
            <a:pPr>
              <a:spcBef>
                <a:spcPct val="0"/>
              </a:spcBef>
              <a:buClr>
                <a:schemeClr val="tx2"/>
              </a:buClr>
              <a:buSzTx/>
              <a:buFont typeface="Wingdings" panose="05000000000000000000" pitchFamily="2" charset="2"/>
              <a:buChar char="§"/>
            </a:pPr>
            <a:r>
              <a:rPr lang="zh-CN" altLang="zh-CN" sz="2000">
                <a:latin typeface="华文楷体" panose="02010600040101010101" pitchFamily="2" charset="-122"/>
                <a:ea typeface="华文楷体" panose="02010600040101010101" pitchFamily="2" charset="-122"/>
              </a:rPr>
              <a:t>32/64-位数据通路</a:t>
            </a:r>
          </a:p>
          <a:p>
            <a:pPr>
              <a:spcBef>
                <a:spcPct val="0"/>
              </a:spcBef>
              <a:buClr>
                <a:schemeClr val="tx2"/>
              </a:buClr>
              <a:buSzTx/>
              <a:buFont typeface="Wingdings" panose="05000000000000000000" pitchFamily="2" charset="2"/>
              <a:buChar char="§"/>
            </a:pPr>
            <a:r>
              <a:rPr lang="zh-CN" altLang="zh-CN" sz="2000">
                <a:latin typeface="华文楷体" panose="02010600040101010101" pitchFamily="2" charset="-122"/>
                <a:ea typeface="华文楷体" panose="02010600040101010101" pitchFamily="2" charset="-122"/>
              </a:rPr>
              <a:t>单向</a:t>
            </a:r>
          </a:p>
          <a:p>
            <a:pPr>
              <a:spcBef>
                <a:spcPct val="0"/>
              </a:spcBef>
              <a:buClr>
                <a:schemeClr val="tx2"/>
              </a:buClr>
              <a:buSzTx/>
              <a:buFont typeface="Wingdings" panose="05000000000000000000" pitchFamily="2" charset="2"/>
              <a:buChar char="§"/>
            </a:pPr>
            <a:r>
              <a:rPr lang="zh-CN" altLang="zh-CN" sz="2000">
                <a:latin typeface="华文楷体" panose="02010600040101010101" pitchFamily="2" charset="-122"/>
                <a:ea typeface="华文楷体" panose="02010600040101010101" pitchFamily="2" charset="-122"/>
              </a:rPr>
              <a:t>800/1600 Mbps</a:t>
            </a:r>
          </a:p>
        </p:txBody>
      </p:sp>
    </p:spTree>
  </p:cSld>
  <p:clrMapOvr>
    <a:masterClrMapping/>
  </p:clrMapOvr>
  <p:transition spd="med">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a:extLst>
              <a:ext uri="{FF2B5EF4-FFF2-40B4-BE49-F238E27FC236}">
                <a16:creationId xmlns:a16="http://schemas.microsoft.com/office/drawing/2014/main" id="{146E69FA-143F-4627-A26D-7B2BA143226C}"/>
              </a:ext>
            </a:extLst>
          </p:cNvPr>
          <p:cNvSpPr txBox="1">
            <a:spLocks noChangeArrowheads="1"/>
          </p:cNvSpPr>
          <p:nvPr/>
        </p:nvSpPr>
        <p:spPr bwMode="auto">
          <a:xfrm>
            <a:off x="1925638" y="1243013"/>
            <a:ext cx="8397875" cy="427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50000"/>
              </a:spcBef>
              <a:buClrTx/>
              <a:buSzTx/>
              <a:buFontTx/>
              <a:buNone/>
            </a:pPr>
            <a:r>
              <a:rPr lang="zh-CN" altLang="zh-CN" sz="3600" b="1">
                <a:latin typeface="华文楷体" panose="02010600040101010101" pitchFamily="2" charset="-122"/>
                <a:ea typeface="华文楷体" panose="02010600040101010101" pitchFamily="2" charset="-122"/>
              </a:rPr>
              <a:t>  </a:t>
            </a:r>
            <a:r>
              <a:rPr lang="zh-CN" altLang="zh-CN" sz="2800">
                <a:solidFill>
                  <a:schemeClr val="tx2"/>
                </a:solidFill>
                <a:latin typeface="华文楷体" panose="02010600040101010101" pitchFamily="2" charset="-122"/>
                <a:ea typeface="华文楷体" panose="02010600040101010101" pitchFamily="2" charset="-122"/>
              </a:rPr>
              <a:t>并行</a:t>
            </a:r>
            <a:r>
              <a:rPr lang="zh-CN" altLang="zh-CN" sz="2800">
                <a:latin typeface="华文楷体" panose="02010600040101010101" pitchFamily="2" charset="-122"/>
                <a:ea typeface="华文楷体" panose="02010600040101010101" pitchFamily="2" charset="-122"/>
              </a:rPr>
              <a:t>传输中，数据以成组的方式在多个并行信道上同时进行传输。对8位字符就用8个信道并行传输，一次传送就是一个字符。并行传输的主要优点是不存在字符的同步问题，其缺点是需要占用并行的信道。因此并行传输一般用于距离较近的设备间的通信。</a:t>
            </a:r>
          </a:p>
          <a:p>
            <a:pPr algn="just" eaLnBrk="1" hangingPunct="1">
              <a:spcBef>
                <a:spcPct val="50000"/>
              </a:spcBef>
              <a:buClrTx/>
              <a:buSzTx/>
              <a:buFontTx/>
              <a:buNone/>
            </a:pPr>
            <a:r>
              <a:rPr lang="zh-CN" altLang="zh-CN" sz="2800">
                <a:latin typeface="华文楷体" panose="02010600040101010101" pitchFamily="2" charset="-122"/>
                <a:ea typeface="华文楷体" panose="02010600040101010101" pitchFamily="2" charset="-122"/>
              </a:rPr>
              <a:t>     </a:t>
            </a:r>
            <a:r>
              <a:rPr lang="zh-CN" altLang="zh-CN" sz="2800">
                <a:solidFill>
                  <a:schemeClr val="tx2"/>
                </a:solidFill>
                <a:latin typeface="华文楷体" panose="02010600040101010101" pitchFamily="2" charset="-122"/>
                <a:ea typeface="华文楷体" panose="02010600040101010101" pitchFamily="2" charset="-122"/>
              </a:rPr>
              <a:t>串行</a:t>
            </a:r>
            <a:r>
              <a:rPr lang="zh-CN" altLang="zh-CN" sz="2800">
                <a:latin typeface="华文楷体" panose="02010600040101010101" pitchFamily="2" charset="-122"/>
                <a:ea typeface="华文楷体" panose="02010600040101010101" pitchFamily="2" charset="-122"/>
              </a:rPr>
              <a:t>传输指的是数据流以串行方式在一条信道上一个比特一个比特地传输。</a:t>
            </a:r>
            <a:r>
              <a:rPr lang="zh-CN" altLang="zh-CN" sz="2800">
                <a:solidFill>
                  <a:srgbClr val="FF0000"/>
                </a:solidFill>
                <a:latin typeface="华文楷体" panose="02010600040101010101" pitchFamily="2" charset="-122"/>
                <a:ea typeface="华文楷体" panose="02010600040101010101" pitchFamily="2" charset="-122"/>
              </a:rPr>
              <a:t>收、发双方保持码组或字符同步是串行传输必须解决的问题</a:t>
            </a:r>
            <a:r>
              <a:rPr lang="zh-CN" altLang="zh-CN" sz="2800">
                <a:latin typeface="华文楷体" panose="02010600040101010101" pitchFamily="2" charset="-122"/>
                <a:ea typeface="华文楷体" panose="02010600040101010101" pitchFamily="2" charset="-122"/>
              </a:rPr>
              <a:t>。串行传输分为异步串行传输和同步串行传输。</a:t>
            </a:r>
          </a:p>
        </p:txBody>
      </p:sp>
      <p:sp>
        <p:nvSpPr>
          <p:cNvPr id="39939" name="Rectangle 3">
            <a:extLst>
              <a:ext uri="{FF2B5EF4-FFF2-40B4-BE49-F238E27FC236}">
                <a16:creationId xmlns:a16="http://schemas.microsoft.com/office/drawing/2014/main" id="{0EA081D9-A4B5-4A54-B88F-602E9F85375E}"/>
              </a:ext>
            </a:extLst>
          </p:cNvPr>
          <p:cNvSpPr>
            <a:spLocks noGrp="1" noChangeArrowheads="1"/>
          </p:cNvSpPr>
          <p:nvPr>
            <p:ph type="title"/>
          </p:nvPr>
        </p:nvSpPr>
        <p:spPr>
          <a:xfrm>
            <a:off x="2222500" y="166688"/>
            <a:ext cx="7772400" cy="757237"/>
          </a:xfrm>
          <a:noFill/>
        </p:spPr>
        <p:txBody>
          <a:bodyPr/>
          <a:lstStyle/>
          <a:p>
            <a:pPr eaLnBrk="1" hangingPunct="1"/>
            <a:r>
              <a:rPr lang="zh-CN" altLang="zh-CN">
                <a:ea typeface="华文楷体" panose="02010600040101010101" pitchFamily="2" charset="-122"/>
              </a:rPr>
              <a:t>并行传输与串行传输</a:t>
            </a:r>
          </a:p>
        </p:txBody>
      </p:sp>
      <p:pic>
        <p:nvPicPr>
          <p:cNvPr id="41988" name="Picture 4">
            <a:extLst>
              <a:ext uri="{FF2B5EF4-FFF2-40B4-BE49-F238E27FC236}">
                <a16:creationId xmlns:a16="http://schemas.microsoft.com/office/drawing/2014/main" id="{75675258-16E0-46A3-A5D3-3E246C7932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3888" y="4240213"/>
            <a:ext cx="8332787"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989" name="Picture 5">
            <a:extLst>
              <a:ext uri="{FF2B5EF4-FFF2-40B4-BE49-F238E27FC236}">
                <a16:creationId xmlns:a16="http://schemas.microsoft.com/office/drawing/2014/main" id="{9D3FD819-3B1F-4EB4-A21C-41131880E5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7388" y="1266825"/>
            <a:ext cx="8399462" cy="240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1986">
                                            <p:txEl>
                                              <p:pRg st="0" end="0"/>
                                            </p:txEl>
                                          </p:spTgt>
                                        </p:tgtEl>
                                        <p:attrNameLst>
                                          <p:attrName>style.visibility</p:attrName>
                                        </p:attrNameLst>
                                      </p:cBhvr>
                                      <p:to>
                                        <p:strVal val="visible"/>
                                      </p:to>
                                    </p:set>
                                    <p:anim calcmode="lin" valueType="num">
                                      <p:cBhvr additive="base">
                                        <p:cTn id="7" dur="500" fill="hold"/>
                                        <p:tgtEl>
                                          <p:spTgt spid="4198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198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1986">
                                            <p:txEl>
                                              <p:pRg st="1" end="1"/>
                                            </p:txEl>
                                          </p:spTgt>
                                        </p:tgtEl>
                                        <p:attrNameLst>
                                          <p:attrName>style.visibility</p:attrName>
                                        </p:attrNameLst>
                                      </p:cBhvr>
                                      <p:to>
                                        <p:strVal val="visible"/>
                                      </p:to>
                                    </p:set>
                                    <p:anim calcmode="lin" valueType="num">
                                      <p:cBhvr additive="base">
                                        <p:cTn id="13" dur="500" fill="hold"/>
                                        <p:tgtEl>
                                          <p:spTgt spid="41986">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4198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41989"/>
                                        </p:tgtEl>
                                        <p:attrNameLst>
                                          <p:attrName>style.visibility</p:attrName>
                                        </p:attrNameLst>
                                      </p:cBhvr>
                                      <p:to>
                                        <p:strVal val="visible"/>
                                      </p:to>
                                    </p:set>
                                    <p:anim calcmode="lin" valueType="num">
                                      <p:cBhvr additive="base">
                                        <p:cTn id="19" dur="500" fill="hold"/>
                                        <p:tgtEl>
                                          <p:spTgt spid="41989"/>
                                        </p:tgtEl>
                                        <p:attrNameLst>
                                          <p:attrName>ppt_x</p:attrName>
                                        </p:attrNameLst>
                                      </p:cBhvr>
                                      <p:tavLst>
                                        <p:tav tm="0">
                                          <p:val>
                                            <p:strVal val="1+#ppt_w/2"/>
                                          </p:val>
                                        </p:tav>
                                        <p:tav tm="100000">
                                          <p:val>
                                            <p:strVal val="#ppt_x"/>
                                          </p:val>
                                        </p:tav>
                                      </p:tavLst>
                                    </p:anim>
                                    <p:anim calcmode="lin" valueType="num">
                                      <p:cBhvr additive="base">
                                        <p:cTn id="20" dur="500" fill="hold"/>
                                        <p:tgtEl>
                                          <p:spTgt spid="4198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41988"/>
                                        </p:tgtEl>
                                        <p:attrNameLst>
                                          <p:attrName>style.visibility</p:attrName>
                                        </p:attrNameLst>
                                      </p:cBhvr>
                                      <p:to>
                                        <p:strVal val="visible"/>
                                      </p:to>
                                    </p:set>
                                    <p:anim calcmode="lin" valueType="num">
                                      <p:cBhvr additive="base">
                                        <p:cTn id="25" dur="500" fill="hold"/>
                                        <p:tgtEl>
                                          <p:spTgt spid="41988"/>
                                        </p:tgtEl>
                                        <p:attrNameLst>
                                          <p:attrName>ppt_x</p:attrName>
                                        </p:attrNameLst>
                                      </p:cBhvr>
                                      <p:tavLst>
                                        <p:tav tm="0">
                                          <p:val>
                                            <p:strVal val="1+#ppt_w/2"/>
                                          </p:val>
                                        </p:tav>
                                        <p:tav tm="100000">
                                          <p:val>
                                            <p:strVal val="#ppt_x"/>
                                          </p:val>
                                        </p:tav>
                                      </p:tavLst>
                                    </p:anim>
                                    <p:anim calcmode="lin" valueType="num">
                                      <p:cBhvr additive="base">
                                        <p:cTn id="26" dur="500" fill="hold"/>
                                        <p:tgtEl>
                                          <p:spTgt spid="419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4C2BCDDF-9630-48BF-A567-21D095410822}"/>
              </a:ext>
            </a:extLst>
          </p:cNvPr>
          <p:cNvSpPr>
            <a:spLocks noGrp="1" noChangeArrowheads="1"/>
          </p:cNvSpPr>
          <p:nvPr>
            <p:ph type="title"/>
          </p:nvPr>
        </p:nvSpPr>
        <p:spPr>
          <a:xfrm>
            <a:off x="2222500" y="207963"/>
            <a:ext cx="7772400" cy="744537"/>
          </a:xfrm>
          <a:noFill/>
        </p:spPr>
        <p:txBody>
          <a:bodyPr/>
          <a:lstStyle/>
          <a:p>
            <a:pPr eaLnBrk="1" hangingPunct="1"/>
            <a:r>
              <a:rPr lang="zh-CN" altLang="zh-CN">
                <a:solidFill>
                  <a:schemeClr val="tx2"/>
                </a:solidFill>
                <a:ea typeface="华文楷体" panose="02010600040101010101" pitchFamily="2" charset="-122"/>
              </a:rPr>
              <a:t>异步</a:t>
            </a:r>
            <a:r>
              <a:rPr lang="zh-CN" altLang="zh-CN">
                <a:ea typeface="华文楷体" panose="02010600040101010101" pitchFamily="2" charset="-122"/>
              </a:rPr>
              <a:t>串行传输与</a:t>
            </a:r>
            <a:r>
              <a:rPr lang="zh-CN" altLang="zh-CN">
                <a:solidFill>
                  <a:schemeClr val="tx2"/>
                </a:solidFill>
                <a:ea typeface="华文楷体" panose="02010600040101010101" pitchFamily="2" charset="-122"/>
              </a:rPr>
              <a:t>同步</a:t>
            </a:r>
            <a:r>
              <a:rPr lang="zh-CN" altLang="zh-CN">
                <a:ea typeface="华文楷体" panose="02010600040101010101" pitchFamily="2" charset="-122"/>
              </a:rPr>
              <a:t>串行传输</a:t>
            </a:r>
            <a:r>
              <a:rPr lang="zh-CN" altLang="zh-CN">
                <a:solidFill>
                  <a:srgbClr val="99FFCC"/>
                </a:solidFill>
                <a:ea typeface="华文楷体" panose="02010600040101010101" pitchFamily="2" charset="-122"/>
              </a:rPr>
              <a:t> </a:t>
            </a:r>
          </a:p>
        </p:txBody>
      </p:sp>
      <p:sp>
        <p:nvSpPr>
          <p:cNvPr id="43011" name="Text Box 3">
            <a:extLst>
              <a:ext uri="{FF2B5EF4-FFF2-40B4-BE49-F238E27FC236}">
                <a16:creationId xmlns:a16="http://schemas.microsoft.com/office/drawing/2014/main" id="{36D4CAD8-ABDE-45FD-A2DE-8B6D47BFB842}"/>
              </a:ext>
            </a:extLst>
          </p:cNvPr>
          <p:cNvSpPr txBox="1">
            <a:spLocks noChangeArrowheads="1"/>
          </p:cNvSpPr>
          <p:nvPr/>
        </p:nvSpPr>
        <p:spPr bwMode="auto">
          <a:xfrm>
            <a:off x="2414588" y="1487488"/>
            <a:ext cx="7386637" cy="434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1" hangingPunct="1">
              <a:buFont typeface="Wingdings" pitchFamily="2" charset="2"/>
              <a:buNone/>
              <a:defRPr/>
            </a:pPr>
            <a:r>
              <a:rPr lang="zh-CN" altLang="zh-CN" sz="2400">
                <a:latin typeface="+mj-lt"/>
                <a:ea typeface="宋体" pitchFamily="2" charset="-122"/>
              </a:rPr>
              <a:t> </a:t>
            </a:r>
            <a:r>
              <a:rPr lang="zh-CN" altLang="en-US" sz="2400">
                <a:latin typeface="+mj-lt"/>
                <a:ea typeface="宋体" pitchFamily="2" charset="-122"/>
              </a:rPr>
              <a:t>在</a:t>
            </a:r>
            <a:r>
              <a:rPr lang="zh-CN" altLang="en-US" sz="2400" b="1">
                <a:solidFill>
                  <a:schemeClr val="tx2"/>
                </a:solidFill>
                <a:latin typeface="+mj-lt"/>
                <a:ea typeface="宋体" pitchFamily="2" charset="-122"/>
              </a:rPr>
              <a:t>异步串行传输</a:t>
            </a:r>
            <a:r>
              <a:rPr lang="zh-CN" altLang="en-US" sz="2400">
                <a:latin typeface="+mj-lt"/>
                <a:ea typeface="宋体" pitchFamily="2" charset="-122"/>
              </a:rPr>
              <a:t>中，同步是在字符的基础上进行的，每一字符的起始时刻可以是任意的，这就是异步的含义。为了给接收机提供一个字符的开始和结尾的信息，在每个字符的前面有起始信号，而在字符的后面有终止信号。“起”信号的长度规定为</a:t>
            </a:r>
            <a:r>
              <a:rPr lang="zh-CN" altLang="zh-CN" sz="2400">
                <a:latin typeface="+mj-lt"/>
                <a:ea typeface="宋体" pitchFamily="2" charset="-122"/>
              </a:rPr>
              <a:t>1</a:t>
            </a:r>
            <a:r>
              <a:rPr lang="zh-CN" altLang="en-US" sz="2400">
                <a:latin typeface="+mj-lt"/>
                <a:ea typeface="宋体" pitchFamily="2" charset="-122"/>
              </a:rPr>
              <a:t>位，极性为“</a:t>
            </a:r>
            <a:r>
              <a:rPr lang="zh-CN" altLang="zh-CN" sz="2400">
                <a:latin typeface="+mj-lt"/>
                <a:ea typeface="宋体" pitchFamily="2" charset="-122"/>
              </a:rPr>
              <a:t>0”</a:t>
            </a:r>
            <a:r>
              <a:rPr lang="zh-CN" altLang="en-US" sz="2400">
                <a:latin typeface="+mj-lt"/>
                <a:ea typeface="宋体" pitchFamily="2" charset="-122"/>
              </a:rPr>
              <a:t>，即“空号”的极性，后面的“止”信号长度则可为</a:t>
            </a:r>
            <a:r>
              <a:rPr lang="zh-CN" altLang="zh-CN" sz="2400">
                <a:latin typeface="+mj-lt"/>
                <a:ea typeface="宋体" pitchFamily="2" charset="-122"/>
              </a:rPr>
              <a:t>1</a:t>
            </a:r>
            <a:r>
              <a:rPr lang="zh-CN" altLang="en-US" sz="2400">
                <a:latin typeface="+mj-lt"/>
                <a:ea typeface="宋体" pitchFamily="2" charset="-122"/>
              </a:rPr>
              <a:t>、</a:t>
            </a:r>
            <a:r>
              <a:rPr lang="zh-CN" altLang="zh-CN" sz="2400">
                <a:latin typeface="+mj-lt"/>
                <a:ea typeface="宋体" pitchFamily="2" charset="-122"/>
              </a:rPr>
              <a:t>1.5</a:t>
            </a:r>
            <a:r>
              <a:rPr lang="zh-CN" altLang="en-US" sz="2400">
                <a:latin typeface="+mj-lt"/>
                <a:ea typeface="宋体" pitchFamily="2" charset="-122"/>
              </a:rPr>
              <a:t>或</a:t>
            </a:r>
            <a:r>
              <a:rPr lang="zh-CN" altLang="zh-CN" sz="2400">
                <a:latin typeface="+mj-lt"/>
                <a:ea typeface="宋体" pitchFamily="2" charset="-122"/>
              </a:rPr>
              <a:t>2</a:t>
            </a:r>
            <a:r>
              <a:rPr lang="zh-CN" altLang="en-US" sz="2400">
                <a:latin typeface="+mj-lt"/>
                <a:ea typeface="宋体" pitchFamily="2" charset="-122"/>
              </a:rPr>
              <a:t>位。               </a:t>
            </a:r>
          </a:p>
          <a:p>
            <a:pPr algn="just" eaLnBrk="1" hangingPunct="1">
              <a:spcBef>
                <a:spcPct val="50000"/>
              </a:spcBef>
              <a:defRPr/>
            </a:pPr>
            <a:r>
              <a:rPr lang="zh-CN" altLang="en-US" sz="2400">
                <a:latin typeface="+mj-lt"/>
                <a:ea typeface="宋体" pitchFamily="2" charset="-122"/>
              </a:rPr>
              <a:t>   在</a:t>
            </a:r>
            <a:r>
              <a:rPr lang="zh-CN" altLang="en-US" sz="2400" b="1">
                <a:solidFill>
                  <a:schemeClr val="tx2"/>
                </a:solidFill>
                <a:latin typeface="+mj-lt"/>
                <a:ea typeface="宋体" pitchFamily="2" charset="-122"/>
              </a:rPr>
              <a:t>同步传输串行传输</a:t>
            </a:r>
            <a:r>
              <a:rPr lang="zh-CN" altLang="en-US" sz="2400">
                <a:latin typeface="+mj-lt"/>
                <a:ea typeface="宋体" pitchFamily="2" charset="-122"/>
              </a:rPr>
              <a:t>中，数据的发送一般以</a:t>
            </a:r>
            <a:r>
              <a:rPr lang="zh-CN" altLang="en-US" sz="2400">
                <a:solidFill>
                  <a:schemeClr val="hlink"/>
                </a:solidFill>
                <a:latin typeface="+mj-lt"/>
                <a:ea typeface="宋体" pitchFamily="2" charset="-122"/>
              </a:rPr>
              <a:t>组</a:t>
            </a:r>
            <a:r>
              <a:rPr lang="zh-CN" altLang="en-US" sz="2400">
                <a:latin typeface="+mj-lt"/>
                <a:ea typeface="宋体" pitchFamily="2" charset="-122"/>
              </a:rPr>
              <a:t>（</a:t>
            </a:r>
            <a:r>
              <a:rPr lang="zh-CN" altLang="en-US" sz="2400">
                <a:solidFill>
                  <a:schemeClr val="hlink"/>
                </a:solidFill>
                <a:latin typeface="+mj-lt"/>
                <a:ea typeface="宋体" pitchFamily="2" charset="-122"/>
              </a:rPr>
              <a:t>帧</a:t>
            </a:r>
            <a:r>
              <a:rPr lang="zh-CN" altLang="en-US" sz="2400">
                <a:latin typeface="+mj-lt"/>
                <a:ea typeface="宋体" pitchFamily="2" charset="-122"/>
              </a:rPr>
              <a:t>）为单位。一帧数据包含多个字符的代码或多个独立的比特。在帧的开头和结束需加上预先规定的</a:t>
            </a:r>
            <a:r>
              <a:rPr lang="zh-CN" altLang="en-US" sz="2400">
                <a:solidFill>
                  <a:schemeClr val="hlink"/>
                </a:solidFill>
                <a:latin typeface="+mj-lt"/>
                <a:ea typeface="宋体" pitchFamily="2" charset="-122"/>
              </a:rPr>
              <a:t>起始序列</a:t>
            </a:r>
            <a:r>
              <a:rPr lang="zh-CN" altLang="en-US" sz="2400">
                <a:latin typeface="+mj-lt"/>
                <a:ea typeface="宋体" pitchFamily="2" charset="-122"/>
              </a:rPr>
              <a:t>和</a:t>
            </a:r>
            <a:r>
              <a:rPr lang="zh-CN" altLang="en-US" sz="2400">
                <a:solidFill>
                  <a:schemeClr val="hlink"/>
                </a:solidFill>
                <a:latin typeface="+mj-lt"/>
                <a:ea typeface="宋体" pitchFamily="2" charset="-122"/>
              </a:rPr>
              <a:t>终止序列</a:t>
            </a:r>
            <a:r>
              <a:rPr lang="zh-CN" altLang="en-US" sz="2400">
                <a:latin typeface="+mj-lt"/>
                <a:ea typeface="宋体" pitchFamily="2" charset="-122"/>
              </a:rPr>
              <a:t>作为标志。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 calcmode="lin" valueType="num">
                                      <p:cBhvr additive="base">
                                        <p:cTn id="7" dur="500" fill="hold"/>
                                        <p:tgtEl>
                                          <p:spTgt spid="4301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30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3011">
                                            <p:txEl>
                                              <p:pRg st="1" end="1"/>
                                            </p:txEl>
                                          </p:spTgt>
                                        </p:tgtEl>
                                        <p:attrNameLst>
                                          <p:attrName>style.visibility</p:attrName>
                                        </p:attrNameLst>
                                      </p:cBhvr>
                                      <p:to>
                                        <p:strVal val="visible"/>
                                      </p:to>
                                    </p:set>
                                    <p:anim calcmode="lin" valueType="num">
                                      <p:cBhvr additive="base">
                                        <p:cTn id="13" dur="500" fill="hold"/>
                                        <p:tgtEl>
                                          <p:spTgt spid="4301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43011">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6B0DEA66-A629-41A6-A0CC-036AFF9394E5}"/>
              </a:ext>
            </a:extLst>
          </p:cNvPr>
          <p:cNvSpPr>
            <a:spLocks noGrp="1" noChangeArrowheads="1"/>
          </p:cNvSpPr>
          <p:nvPr>
            <p:ph type="title"/>
          </p:nvPr>
        </p:nvSpPr>
        <p:spPr>
          <a:xfrm>
            <a:off x="3195638" y="277813"/>
            <a:ext cx="5673725" cy="577850"/>
          </a:xfrm>
          <a:noFill/>
        </p:spPr>
        <p:txBody>
          <a:bodyPr/>
          <a:lstStyle/>
          <a:p>
            <a:pPr eaLnBrk="1" hangingPunct="1"/>
            <a:r>
              <a:rPr lang="zh-CN" altLang="zh-CN">
                <a:ea typeface="华文楷体" panose="02010600040101010101" pitchFamily="2" charset="-122"/>
              </a:rPr>
              <a:t>同步串行传输</a:t>
            </a:r>
          </a:p>
        </p:txBody>
      </p:sp>
      <p:sp>
        <p:nvSpPr>
          <p:cNvPr id="41987" name="Text Box 3">
            <a:extLst>
              <a:ext uri="{FF2B5EF4-FFF2-40B4-BE49-F238E27FC236}">
                <a16:creationId xmlns:a16="http://schemas.microsoft.com/office/drawing/2014/main" id="{EB02AEDA-5758-40DD-9C7A-24FB6F2C540F}"/>
              </a:ext>
            </a:extLst>
          </p:cNvPr>
          <p:cNvSpPr txBox="1">
            <a:spLocks noChangeArrowheads="1"/>
          </p:cNvSpPr>
          <p:nvPr/>
        </p:nvSpPr>
        <p:spPr bwMode="auto">
          <a:xfrm>
            <a:off x="1989138" y="1436688"/>
            <a:ext cx="8350250" cy="1800225"/>
          </a:xfrm>
          <a:prstGeom prst="rect">
            <a:avLst/>
          </a:prstGeom>
          <a:solidFill>
            <a:schemeClr val="accent1"/>
          </a:solidFill>
          <a:ln>
            <a:noFill/>
          </a:ln>
          <a:effectLst>
            <a:outerShdw dist="81320" dir="3080412"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zh-CN" sz="2800">
                <a:latin typeface="华文楷体" panose="02010600040101010101" pitchFamily="2" charset="-122"/>
                <a:ea typeface="华文楷体" panose="02010600040101010101" pitchFamily="2" charset="-122"/>
              </a:rPr>
              <a:t>起始序列和终止序列随采用的同步传输控制规程而异。其中以</a:t>
            </a:r>
            <a:r>
              <a:rPr lang="zh-CN" altLang="zh-CN" sz="2800" b="1">
                <a:solidFill>
                  <a:schemeClr val="hlink"/>
                </a:solidFill>
                <a:latin typeface="华文楷体" panose="02010600040101010101" pitchFamily="2" charset="-122"/>
                <a:ea typeface="华文楷体" panose="02010600040101010101" pitchFamily="2" charset="-122"/>
              </a:rPr>
              <a:t>特定的字符</a:t>
            </a:r>
            <a:r>
              <a:rPr lang="zh-CN" altLang="zh-CN" sz="2800">
                <a:latin typeface="华文楷体" panose="02010600040101010101" pitchFamily="2" charset="-122"/>
                <a:ea typeface="华文楷体" panose="02010600040101010101" pitchFamily="2" charset="-122"/>
              </a:rPr>
              <a:t>作为同步标志的同步传输规程称为</a:t>
            </a:r>
            <a:r>
              <a:rPr lang="zh-CN" altLang="zh-CN" sz="2800" b="1">
                <a:solidFill>
                  <a:schemeClr val="hlink"/>
                </a:solidFill>
                <a:latin typeface="华文楷体" panose="02010600040101010101" pitchFamily="2" charset="-122"/>
                <a:ea typeface="华文楷体" panose="02010600040101010101" pitchFamily="2" charset="-122"/>
              </a:rPr>
              <a:t>面向字符</a:t>
            </a:r>
            <a:r>
              <a:rPr lang="zh-CN" altLang="zh-CN" sz="2800">
                <a:latin typeface="华文楷体" panose="02010600040101010101" pitchFamily="2" charset="-122"/>
                <a:ea typeface="华文楷体" panose="02010600040101010101" pitchFamily="2" charset="-122"/>
              </a:rPr>
              <a:t>的规程；以某种</a:t>
            </a:r>
            <a:r>
              <a:rPr lang="zh-CN" altLang="zh-CN" sz="2800" b="1">
                <a:solidFill>
                  <a:schemeClr val="accent2"/>
                </a:solidFill>
                <a:latin typeface="华文楷体" panose="02010600040101010101" pitchFamily="2" charset="-122"/>
                <a:ea typeface="华文楷体" panose="02010600040101010101" pitchFamily="2" charset="-122"/>
              </a:rPr>
              <a:t>特殊的比特序列</a:t>
            </a:r>
            <a:r>
              <a:rPr lang="zh-CN" altLang="zh-CN" sz="2800">
                <a:latin typeface="华文楷体" panose="02010600040101010101" pitchFamily="2" charset="-122"/>
                <a:ea typeface="华文楷体" panose="02010600040101010101" pitchFamily="2" charset="-122"/>
              </a:rPr>
              <a:t>来作为同步标志的规程称为</a:t>
            </a:r>
            <a:r>
              <a:rPr lang="zh-CN" altLang="zh-CN" sz="2800" b="1">
                <a:solidFill>
                  <a:schemeClr val="accent2"/>
                </a:solidFill>
                <a:latin typeface="华文楷体" panose="02010600040101010101" pitchFamily="2" charset="-122"/>
                <a:ea typeface="华文楷体" panose="02010600040101010101" pitchFamily="2" charset="-122"/>
              </a:rPr>
              <a:t>面向比特</a:t>
            </a:r>
            <a:r>
              <a:rPr lang="zh-CN" altLang="zh-CN" sz="2800">
                <a:latin typeface="华文楷体" panose="02010600040101010101" pitchFamily="2" charset="-122"/>
                <a:ea typeface="华文楷体" panose="02010600040101010101" pitchFamily="2" charset="-122"/>
              </a:rPr>
              <a:t>的规程。 </a:t>
            </a:r>
          </a:p>
        </p:txBody>
      </p:sp>
      <p:pic>
        <p:nvPicPr>
          <p:cNvPr id="44036" name="Picture 4">
            <a:extLst>
              <a:ext uri="{FF2B5EF4-FFF2-40B4-BE49-F238E27FC236}">
                <a16:creationId xmlns:a16="http://schemas.microsoft.com/office/drawing/2014/main" id="{40C45DED-DE2E-4F7B-8D8B-741F04BA1F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8013" y="3503613"/>
            <a:ext cx="8343900"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44036"/>
                                        </p:tgtEl>
                                        <p:attrNameLst>
                                          <p:attrName>style.visibility</p:attrName>
                                        </p:attrNameLst>
                                      </p:cBhvr>
                                      <p:to>
                                        <p:strVal val="visible"/>
                                      </p:to>
                                    </p:set>
                                    <p:anim calcmode="lin" valueType="num">
                                      <p:cBhvr additive="base">
                                        <p:cTn id="7" dur="500" fill="hold"/>
                                        <p:tgtEl>
                                          <p:spTgt spid="44036"/>
                                        </p:tgtEl>
                                        <p:attrNameLst>
                                          <p:attrName>ppt_x</p:attrName>
                                        </p:attrNameLst>
                                      </p:cBhvr>
                                      <p:tavLst>
                                        <p:tav tm="0">
                                          <p:val>
                                            <p:strVal val="1+#ppt_w/2"/>
                                          </p:val>
                                        </p:tav>
                                        <p:tav tm="100000">
                                          <p:val>
                                            <p:strVal val="#ppt_x"/>
                                          </p:val>
                                        </p:tav>
                                      </p:tavLst>
                                    </p:anim>
                                    <p:anim calcmode="lin" valueType="num">
                                      <p:cBhvr additive="base">
                                        <p:cTn id="8" dur="500" fill="hold"/>
                                        <p:tgtEl>
                                          <p:spTgt spid="440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57439A9D-21D6-4C9C-B0B3-FC43DD74BB4A}"/>
              </a:ext>
            </a:extLst>
          </p:cNvPr>
          <p:cNvSpPr>
            <a:spLocks noGrp="1" noChangeArrowheads="1"/>
          </p:cNvSpPr>
          <p:nvPr>
            <p:ph type="title"/>
          </p:nvPr>
        </p:nvSpPr>
        <p:spPr>
          <a:xfrm>
            <a:off x="2222500" y="238125"/>
            <a:ext cx="7772400" cy="588963"/>
          </a:xfrm>
          <a:noFill/>
        </p:spPr>
        <p:txBody>
          <a:bodyPr/>
          <a:lstStyle/>
          <a:p>
            <a:pPr eaLnBrk="1" hangingPunct="1"/>
            <a:r>
              <a:rPr lang="zh-CN" altLang="zh-CN">
                <a:ea typeface="华文楷体" panose="02010600040101010101" pitchFamily="2" charset="-122"/>
              </a:rPr>
              <a:t>同步串行传输规程</a:t>
            </a:r>
          </a:p>
        </p:txBody>
      </p:sp>
      <p:sp>
        <p:nvSpPr>
          <p:cNvPr id="45059" name="Text Box 3">
            <a:extLst>
              <a:ext uri="{FF2B5EF4-FFF2-40B4-BE49-F238E27FC236}">
                <a16:creationId xmlns:a16="http://schemas.microsoft.com/office/drawing/2014/main" id="{1D2E19D8-5B08-439D-A8CF-5E86647E45BF}"/>
              </a:ext>
            </a:extLst>
          </p:cNvPr>
          <p:cNvSpPr txBox="1">
            <a:spLocks noChangeArrowheads="1"/>
          </p:cNvSpPr>
          <p:nvPr/>
        </p:nvSpPr>
        <p:spPr bwMode="auto">
          <a:xfrm>
            <a:off x="2319338" y="1644650"/>
            <a:ext cx="7577137" cy="2570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71500" indent="-5715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buClrTx/>
              <a:buSzTx/>
              <a:buFontTx/>
              <a:buNone/>
            </a:pPr>
            <a:r>
              <a:rPr lang="zh-CN" altLang="zh-CN" sz="2800">
                <a:latin typeface="华文楷体" panose="02010600040101010101" pitchFamily="2" charset="-122"/>
                <a:ea typeface="华文楷体" panose="02010600040101010101" pitchFamily="2" charset="-122"/>
              </a:rPr>
              <a:t>常用的</a:t>
            </a:r>
            <a:r>
              <a:rPr lang="zh-CN" altLang="zh-CN" sz="2800">
                <a:solidFill>
                  <a:schemeClr val="accent2"/>
                </a:solidFill>
                <a:latin typeface="华文楷体" panose="02010600040101010101" pitchFamily="2" charset="-122"/>
                <a:ea typeface="华文楷体" panose="02010600040101010101" pitchFamily="2" charset="-122"/>
              </a:rPr>
              <a:t>同步串行传输规程</a:t>
            </a:r>
            <a:r>
              <a:rPr lang="zh-CN" altLang="zh-CN" sz="2800">
                <a:latin typeface="华文楷体" panose="02010600040101010101" pitchFamily="2" charset="-122"/>
                <a:ea typeface="华文楷体" panose="02010600040101010101" pitchFamily="2" charset="-122"/>
              </a:rPr>
              <a:t>有以下几种：</a:t>
            </a:r>
          </a:p>
          <a:p>
            <a:pPr algn="just" eaLnBrk="1" hangingPunct="1">
              <a:buClrTx/>
              <a:buSzTx/>
              <a:buFont typeface="Wingdings" panose="05000000000000000000" pitchFamily="2" charset="2"/>
              <a:buChar char="Ø"/>
            </a:pPr>
            <a:r>
              <a:rPr lang="zh-CN" altLang="zh-CN" sz="2800">
                <a:latin typeface="华文楷体" panose="02010600040101010101" pitchFamily="2" charset="-122"/>
                <a:ea typeface="华文楷体" panose="02010600040101010101" pitchFamily="2" charset="-122"/>
              </a:rPr>
              <a:t>二进制同步通信</a:t>
            </a:r>
            <a:r>
              <a:rPr lang="zh-CN" altLang="zh-CN" sz="2800">
                <a:solidFill>
                  <a:schemeClr val="hlink"/>
                </a:solidFill>
                <a:latin typeface="华文楷体" panose="02010600040101010101" pitchFamily="2" charset="-122"/>
                <a:ea typeface="华文楷体" panose="02010600040101010101" pitchFamily="2" charset="-122"/>
              </a:rPr>
              <a:t>BSC</a:t>
            </a:r>
            <a:r>
              <a:rPr lang="zh-CN" altLang="zh-CN" sz="2800">
                <a:latin typeface="华文楷体" panose="02010600040101010101" pitchFamily="2" charset="-122"/>
                <a:ea typeface="华文楷体" panose="02010600040101010101" pitchFamily="2" charset="-122"/>
              </a:rPr>
              <a:t>；</a:t>
            </a:r>
          </a:p>
          <a:p>
            <a:pPr algn="just" eaLnBrk="1" hangingPunct="1">
              <a:buClrTx/>
              <a:buSzTx/>
              <a:buFont typeface="Wingdings" panose="05000000000000000000" pitchFamily="2" charset="2"/>
              <a:buChar char="Ø"/>
            </a:pPr>
            <a:r>
              <a:rPr lang="zh-CN" altLang="zh-CN" sz="2800">
                <a:latin typeface="华文楷体" panose="02010600040101010101" pitchFamily="2" charset="-122"/>
                <a:ea typeface="华文楷体" panose="02010600040101010101" pitchFamily="2" charset="-122"/>
              </a:rPr>
              <a:t>同步数据链路控制</a:t>
            </a:r>
            <a:r>
              <a:rPr lang="zh-CN" altLang="zh-CN" sz="2800">
                <a:solidFill>
                  <a:schemeClr val="hlink"/>
                </a:solidFill>
                <a:latin typeface="华文楷体" panose="02010600040101010101" pitchFamily="2" charset="-122"/>
                <a:ea typeface="华文楷体" panose="02010600040101010101" pitchFamily="2" charset="-122"/>
              </a:rPr>
              <a:t>SDLC</a:t>
            </a:r>
            <a:r>
              <a:rPr lang="zh-CN" altLang="zh-CN" sz="2800">
                <a:latin typeface="华文楷体" panose="02010600040101010101" pitchFamily="2" charset="-122"/>
                <a:ea typeface="华文楷体" panose="02010600040101010101" pitchFamily="2" charset="-122"/>
              </a:rPr>
              <a:t>；</a:t>
            </a:r>
          </a:p>
          <a:p>
            <a:pPr algn="just" eaLnBrk="1" hangingPunct="1">
              <a:buClrTx/>
              <a:buSzTx/>
              <a:buFont typeface="Wingdings" panose="05000000000000000000" pitchFamily="2" charset="2"/>
              <a:buChar char="Ø"/>
            </a:pPr>
            <a:r>
              <a:rPr lang="zh-CN" altLang="zh-CN" sz="2800">
                <a:latin typeface="华文楷体" panose="02010600040101010101" pitchFamily="2" charset="-122"/>
                <a:ea typeface="华文楷体" panose="02010600040101010101" pitchFamily="2" charset="-122"/>
              </a:rPr>
              <a:t>高级数据链路控制</a:t>
            </a:r>
            <a:r>
              <a:rPr lang="zh-CN" altLang="zh-CN" sz="2800">
                <a:solidFill>
                  <a:schemeClr val="hlink"/>
                </a:solidFill>
                <a:latin typeface="华文楷体" panose="02010600040101010101" pitchFamily="2" charset="-122"/>
                <a:ea typeface="华文楷体" panose="02010600040101010101" pitchFamily="2" charset="-122"/>
              </a:rPr>
              <a:t>HDLC</a:t>
            </a:r>
            <a:r>
              <a:rPr lang="zh-CN" altLang="zh-CN" sz="2800">
                <a:latin typeface="华文楷体" panose="02010600040101010101" pitchFamily="2" charset="-122"/>
                <a:ea typeface="华文楷体" panose="02010600040101010101" pitchFamily="2" charset="-122"/>
              </a:rPr>
              <a:t>；</a:t>
            </a:r>
          </a:p>
          <a:p>
            <a:pPr algn="just" eaLnBrk="1" hangingPunct="1">
              <a:buClrTx/>
              <a:buSzTx/>
              <a:buFont typeface="Wingdings" panose="05000000000000000000" pitchFamily="2" charset="2"/>
              <a:buChar char="Ø"/>
            </a:pPr>
            <a:r>
              <a:rPr lang="zh-CN" altLang="zh-CN" sz="2800">
                <a:latin typeface="华文楷体" panose="02010600040101010101" pitchFamily="2" charset="-122"/>
                <a:ea typeface="华文楷体" panose="02010600040101010101" pitchFamily="2" charset="-122"/>
              </a:rPr>
              <a:t>。。。。。。</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 calcmode="lin" valueType="num">
                                      <p:cBhvr additive="base">
                                        <p:cTn id="7" dur="500" fill="hold"/>
                                        <p:tgtEl>
                                          <p:spTgt spid="4505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50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5059">
                                            <p:txEl>
                                              <p:pRg st="1" end="1"/>
                                            </p:txEl>
                                          </p:spTgt>
                                        </p:tgtEl>
                                        <p:attrNameLst>
                                          <p:attrName>style.visibility</p:attrName>
                                        </p:attrNameLst>
                                      </p:cBhvr>
                                      <p:to>
                                        <p:strVal val="visible"/>
                                      </p:to>
                                    </p:set>
                                    <p:anim calcmode="lin" valueType="num">
                                      <p:cBhvr additive="base">
                                        <p:cTn id="13" dur="500" fill="hold"/>
                                        <p:tgtEl>
                                          <p:spTgt spid="4505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450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45059">
                                            <p:txEl>
                                              <p:pRg st="2" end="2"/>
                                            </p:txEl>
                                          </p:spTgt>
                                        </p:tgtEl>
                                        <p:attrNameLst>
                                          <p:attrName>style.visibility</p:attrName>
                                        </p:attrNameLst>
                                      </p:cBhvr>
                                      <p:to>
                                        <p:strVal val="visible"/>
                                      </p:to>
                                    </p:set>
                                    <p:anim calcmode="lin" valueType="num">
                                      <p:cBhvr additive="base">
                                        <p:cTn id="19" dur="500" fill="hold"/>
                                        <p:tgtEl>
                                          <p:spTgt spid="4505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450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5059">
                                            <p:txEl>
                                              <p:pRg st="3" end="3"/>
                                            </p:txEl>
                                          </p:spTgt>
                                        </p:tgtEl>
                                        <p:attrNameLst>
                                          <p:attrName>style.visibility</p:attrName>
                                        </p:attrNameLst>
                                      </p:cBhvr>
                                      <p:to>
                                        <p:strVal val="visible"/>
                                      </p:to>
                                    </p:set>
                                    <p:anim calcmode="lin" valueType="num">
                                      <p:cBhvr additive="base">
                                        <p:cTn id="25" dur="500" fill="hold"/>
                                        <p:tgtEl>
                                          <p:spTgt spid="45059">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4505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45059">
                                            <p:txEl>
                                              <p:pRg st="4" end="4"/>
                                            </p:txEl>
                                          </p:spTgt>
                                        </p:tgtEl>
                                        <p:attrNameLst>
                                          <p:attrName>style.visibility</p:attrName>
                                        </p:attrNameLst>
                                      </p:cBhvr>
                                      <p:to>
                                        <p:strVal val="visible"/>
                                      </p:to>
                                    </p:set>
                                    <p:anim calcmode="lin" valueType="num">
                                      <p:cBhvr additive="base">
                                        <p:cTn id="31" dur="500" fill="hold"/>
                                        <p:tgtEl>
                                          <p:spTgt spid="45059">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4505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F7F16192-93D5-4560-A114-42818622A6ED}"/>
              </a:ext>
            </a:extLst>
          </p:cNvPr>
          <p:cNvSpPr>
            <a:spLocks noGrp="1" noChangeArrowheads="1"/>
          </p:cNvSpPr>
          <p:nvPr>
            <p:ph type="title"/>
          </p:nvPr>
        </p:nvSpPr>
        <p:spPr>
          <a:xfrm>
            <a:off x="263525" y="87313"/>
            <a:ext cx="4691063" cy="765175"/>
          </a:xfrm>
          <a:noFill/>
        </p:spPr>
        <p:txBody>
          <a:bodyPr/>
          <a:lstStyle/>
          <a:p>
            <a:pPr algn="just" eaLnBrk="1" hangingPunct="1"/>
            <a:r>
              <a:rPr lang="en-US" altLang="zh-CN">
                <a:ea typeface="华文楷体" panose="02010600040101010101" pitchFamily="2" charset="-122"/>
              </a:rPr>
              <a:t>3.5 </a:t>
            </a:r>
            <a:r>
              <a:rPr lang="zh-CN" altLang="en-US">
                <a:ea typeface="华文楷体" panose="02010600040101010101" pitchFamily="2" charset="-122"/>
              </a:rPr>
              <a:t>通信方式</a:t>
            </a:r>
          </a:p>
        </p:txBody>
      </p:sp>
      <p:pic>
        <p:nvPicPr>
          <p:cNvPr id="1140739" name="Picture 3">
            <a:extLst>
              <a:ext uri="{FF2B5EF4-FFF2-40B4-BE49-F238E27FC236}">
                <a16:creationId xmlns:a16="http://schemas.microsoft.com/office/drawing/2014/main" id="{3FBECB30-7546-49A7-9F87-2632A0B8FF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9463" y="1973263"/>
            <a:ext cx="6151562" cy="1954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40740" name="Picture 4">
            <a:extLst>
              <a:ext uri="{FF2B5EF4-FFF2-40B4-BE49-F238E27FC236}">
                <a16:creationId xmlns:a16="http://schemas.microsoft.com/office/drawing/2014/main" id="{78F67128-F713-4FA7-A6CA-C60D8A2F7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2950" y="4471988"/>
            <a:ext cx="6175375" cy="135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40741" name="Text Box 5">
            <a:extLst>
              <a:ext uri="{FF2B5EF4-FFF2-40B4-BE49-F238E27FC236}">
                <a16:creationId xmlns:a16="http://schemas.microsoft.com/office/drawing/2014/main" id="{9A4B2BB0-A2DC-4999-AFF4-7ED7BDCAB69F}"/>
              </a:ext>
            </a:extLst>
          </p:cNvPr>
          <p:cNvSpPr txBox="1">
            <a:spLocks noChangeArrowheads="1"/>
          </p:cNvSpPr>
          <p:nvPr/>
        </p:nvSpPr>
        <p:spPr bwMode="auto">
          <a:xfrm>
            <a:off x="4081463" y="1397000"/>
            <a:ext cx="45005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b="1">
                <a:solidFill>
                  <a:srgbClr val="063DE9"/>
                </a:solidFill>
                <a:ea typeface="华文楷体" panose="02010600040101010101" pitchFamily="2" charset="-122"/>
              </a:rPr>
              <a:t>点到点通信</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40741">
                                            <p:txEl>
                                              <p:pRg st="0" end="0"/>
                                            </p:txEl>
                                          </p:spTgt>
                                        </p:tgtEl>
                                        <p:attrNameLst>
                                          <p:attrName>style.visibility</p:attrName>
                                        </p:attrNameLst>
                                      </p:cBhvr>
                                      <p:to>
                                        <p:strVal val="visible"/>
                                      </p:to>
                                    </p:set>
                                    <p:anim calcmode="lin" valueType="num">
                                      <p:cBhvr additive="base">
                                        <p:cTn id="7" dur="500" fill="hold"/>
                                        <p:tgtEl>
                                          <p:spTgt spid="114074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14074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140739"/>
                                        </p:tgtEl>
                                        <p:attrNameLst>
                                          <p:attrName>style.visibility</p:attrName>
                                        </p:attrNameLst>
                                      </p:cBhvr>
                                      <p:to>
                                        <p:strVal val="visible"/>
                                      </p:to>
                                    </p:set>
                                    <p:anim calcmode="lin" valueType="num">
                                      <p:cBhvr additive="base">
                                        <p:cTn id="13" dur="500" fill="hold"/>
                                        <p:tgtEl>
                                          <p:spTgt spid="1140739"/>
                                        </p:tgtEl>
                                        <p:attrNameLst>
                                          <p:attrName>ppt_x</p:attrName>
                                        </p:attrNameLst>
                                      </p:cBhvr>
                                      <p:tavLst>
                                        <p:tav tm="0">
                                          <p:val>
                                            <p:strVal val="1+#ppt_w/2"/>
                                          </p:val>
                                        </p:tav>
                                        <p:tav tm="100000">
                                          <p:val>
                                            <p:strVal val="#ppt_x"/>
                                          </p:val>
                                        </p:tav>
                                      </p:tavLst>
                                    </p:anim>
                                    <p:anim calcmode="lin" valueType="num">
                                      <p:cBhvr additive="base">
                                        <p:cTn id="14" dur="500" fill="hold"/>
                                        <p:tgtEl>
                                          <p:spTgt spid="114073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140740"/>
                                        </p:tgtEl>
                                        <p:attrNameLst>
                                          <p:attrName>style.visibility</p:attrName>
                                        </p:attrNameLst>
                                      </p:cBhvr>
                                      <p:to>
                                        <p:strVal val="visible"/>
                                      </p:to>
                                    </p:set>
                                    <p:anim calcmode="lin" valueType="num">
                                      <p:cBhvr additive="base">
                                        <p:cTn id="19" dur="500" fill="hold"/>
                                        <p:tgtEl>
                                          <p:spTgt spid="1140740"/>
                                        </p:tgtEl>
                                        <p:attrNameLst>
                                          <p:attrName>ppt_x</p:attrName>
                                        </p:attrNameLst>
                                      </p:cBhvr>
                                      <p:tavLst>
                                        <p:tav tm="0">
                                          <p:val>
                                            <p:strVal val="1+#ppt_w/2"/>
                                          </p:val>
                                        </p:tav>
                                        <p:tav tm="100000">
                                          <p:val>
                                            <p:strVal val="#ppt_x"/>
                                          </p:val>
                                        </p:tav>
                                      </p:tavLst>
                                    </p:anim>
                                    <p:anim calcmode="lin" valueType="num">
                                      <p:cBhvr additive="base">
                                        <p:cTn id="20" dur="500" fill="hold"/>
                                        <p:tgtEl>
                                          <p:spTgt spid="11407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0741"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F3925C88-4BC4-4C91-BED9-FC6FC199B197}"/>
              </a:ext>
            </a:extLst>
          </p:cNvPr>
          <p:cNvSpPr>
            <a:spLocks noGrp="1" noChangeArrowheads="1"/>
          </p:cNvSpPr>
          <p:nvPr>
            <p:ph type="title"/>
          </p:nvPr>
        </p:nvSpPr>
        <p:spPr>
          <a:xfrm>
            <a:off x="4285456" y="260349"/>
            <a:ext cx="3744913" cy="533400"/>
          </a:xfrm>
          <a:noFill/>
        </p:spPr>
        <p:txBody>
          <a:bodyPr/>
          <a:lstStyle/>
          <a:p>
            <a:pPr eaLnBrk="1" hangingPunct="1"/>
            <a:r>
              <a:rPr lang="zh-CN" altLang="en-US">
                <a:ea typeface="华文楷体" panose="02010600040101010101" pitchFamily="2" charset="-122"/>
              </a:rPr>
              <a:t>多点分支控制</a:t>
            </a:r>
            <a:r>
              <a:rPr lang="zh-CN" altLang="en-US" sz="3200" b="0">
                <a:solidFill>
                  <a:srgbClr val="063DE9"/>
                </a:solidFill>
                <a:ea typeface="新宋体" panose="02010609030101010101" pitchFamily="49" charset="-122"/>
              </a:rPr>
              <a:t> </a:t>
            </a:r>
          </a:p>
        </p:txBody>
      </p:sp>
      <p:grpSp>
        <p:nvGrpSpPr>
          <p:cNvPr id="8195" name="Group 3">
            <a:extLst>
              <a:ext uri="{FF2B5EF4-FFF2-40B4-BE49-F238E27FC236}">
                <a16:creationId xmlns:a16="http://schemas.microsoft.com/office/drawing/2014/main" id="{4DDDE26E-957F-4B12-998B-02B9FB1DACAE}"/>
              </a:ext>
            </a:extLst>
          </p:cNvPr>
          <p:cNvGrpSpPr>
            <a:grpSpLocks/>
          </p:cNvGrpSpPr>
          <p:nvPr/>
        </p:nvGrpSpPr>
        <p:grpSpPr bwMode="auto">
          <a:xfrm>
            <a:off x="2284413" y="1730375"/>
            <a:ext cx="7869237" cy="4467225"/>
            <a:chOff x="500" y="1317"/>
            <a:chExt cx="4957" cy="2814"/>
          </a:xfrm>
        </p:grpSpPr>
        <p:pic>
          <p:nvPicPr>
            <p:cNvPr id="8196" name="Picture 4">
              <a:extLst>
                <a:ext uri="{FF2B5EF4-FFF2-40B4-BE49-F238E27FC236}">
                  <a16:creationId xmlns:a16="http://schemas.microsoft.com/office/drawing/2014/main" id="{C50DE64A-9711-4FBA-AB4A-7FC69C9394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9" y="1317"/>
              <a:ext cx="4079" cy="1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97" name="Text Box 5">
              <a:extLst>
                <a:ext uri="{FF2B5EF4-FFF2-40B4-BE49-F238E27FC236}">
                  <a16:creationId xmlns:a16="http://schemas.microsoft.com/office/drawing/2014/main" id="{6002DF06-49DD-4727-A592-B25E1A9C896B}"/>
                </a:ext>
              </a:extLst>
            </p:cNvPr>
            <p:cNvSpPr txBox="1">
              <a:spLocks noChangeArrowheads="1"/>
            </p:cNvSpPr>
            <p:nvPr/>
          </p:nvSpPr>
          <p:spPr bwMode="auto">
            <a:xfrm>
              <a:off x="500" y="3092"/>
              <a:ext cx="275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a:latin typeface="Times New Roman" panose="02020603050405020304" pitchFamily="18" charset="0"/>
                </a:rPr>
                <a:t>               Polling</a:t>
              </a:r>
            </a:p>
          </p:txBody>
        </p:sp>
        <p:sp>
          <p:nvSpPr>
            <p:cNvPr id="8198" name="Line 6">
              <a:extLst>
                <a:ext uri="{FF2B5EF4-FFF2-40B4-BE49-F238E27FC236}">
                  <a16:creationId xmlns:a16="http://schemas.microsoft.com/office/drawing/2014/main" id="{2DC89013-F99E-4616-B7EE-DD0CAA166985}"/>
                </a:ext>
              </a:extLst>
            </p:cNvPr>
            <p:cNvSpPr>
              <a:spLocks noChangeShapeType="1"/>
            </p:cNvSpPr>
            <p:nvPr/>
          </p:nvSpPr>
          <p:spPr bwMode="auto">
            <a:xfrm>
              <a:off x="1455" y="3593"/>
              <a:ext cx="3047" cy="0"/>
            </a:xfrm>
            <a:prstGeom prst="line">
              <a:avLst/>
            </a:prstGeom>
            <a:noFill/>
            <a:ln w="254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9" name="Line 7">
              <a:extLst>
                <a:ext uri="{FF2B5EF4-FFF2-40B4-BE49-F238E27FC236}">
                  <a16:creationId xmlns:a16="http://schemas.microsoft.com/office/drawing/2014/main" id="{8056326C-0F36-4FD1-B177-EF15AB1AAC7D}"/>
                </a:ext>
              </a:extLst>
            </p:cNvPr>
            <p:cNvSpPr>
              <a:spLocks noChangeShapeType="1"/>
            </p:cNvSpPr>
            <p:nvPr/>
          </p:nvSpPr>
          <p:spPr bwMode="auto">
            <a:xfrm flipH="1">
              <a:off x="1424" y="4047"/>
              <a:ext cx="3032" cy="0"/>
            </a:xfrm>
            <a:prstGeom prst="line">
              <a:avLst/>
            </a:prstGeom>
            <a:noFill/>
            <a:ln w="254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00" name="Text Box 8">
              <a:extLst>
                <a:ext uri="{FF2B5EF4-FFF2-40B4-BE49-F238E27FC236}">
                  <a16:creationId xmlns:a16="http://schemas.microsoft.com/office/drawing/2014/main" id="{D3EAE591-A75D-49C1-90AB-BC9FA4B4DFA6}"/>
                </a:ext>
              </a:extLst>
            </p:cNvPr>
            <p:cNvSpPr txBox="1">
              <a:spLocks noChangeArrowheads="1"/>
            </p:cNvSpPr>
            <p:nvPr/>
          </p:nvSpPr>
          <p:spPr bwMode="auto">
            <a:xfrm>
              <a:off x="576" y="3411"/>
              <a:ext cx="77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800">
                  <a:latin typeface="Times New Roman" panose="02020603050405020304" pitchFamily="18" charset="0"/>
                </a:rPr>
                <a:t>查询</a:t>
              </a:r>
            </a:p>
          </p:txBody>
        </p:sp>
        <p:sp>
          <p:nvSpPr>
            <p:cNvPr id="8201" name="Text Box 9">
              <a:extLst>
                <a:ext uri="{FF2B5EF4-FFF2-40B4-BE49-F238E27FC236}">
                  <a16:creationId xmlns:a16="http://schemas.microsoft.com/office/drawing/2014/main" id="{30EEAB4C-2443-4BEA-8D24-D93DF136F720}"/>
                </a:ext>
              </a:extLst>
            </p:cNvPr>
            <p:cNvSpPr txBox="1">
              <a:spLocks noChangeArrowheads="1"/>
            </p:cNvSpPr>
            <p:nvPr/>
          </p:nvSpPr>
          <p:spPr bwMode="auto">
            <a:xfrm>
              <a:off x="4623" y="3804"/>
              <a:ext cx="83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800">
                  <a:latin typeface="Times New Roman" panose="02020603050405020304" pitchFamily="18" charset="0"/>
                </a:rPr>
                <a:t>应答</a:t>
              </a:r>
            </a:p>
          </p:txBody>
        </p:sp>
      </p:grpSp>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9954" name="Text Box 2">
            <a:extLst>
              <a:ext uri="{FF2B5EF4-FFF2-40B4-BE49-F238E27FC236}">
                <a16:creationId xmlns:a16="http://schemas.microsoft.com/office/drawing/2014/main" id="{E734AB59-A2A7-41B3-8606-62F3A728E14D}"/>
              </a:ext>
            </a:extLst>
          </p:cNvPr>
          <p:cNvSpPr txBox="1">
            <a:spLocks noChangeArrowheads="1"/>
          </p:cNvSpPr>
          <p:nvPr/>
        </p:nvSpPr>
        <p:spPr bwMode="auto">
          <a:xfrm>
            <a:off x="2001838" y="1749425"/>
            <a:ext cx="826770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65175">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Tx/>
              <a:buNone/>
            </a:pPr>
            <a:r>
              <a:rPr lang="zh-CN" altLang="en-US" sz="2800" b="1">
                <a:latin typeface="华文楷体" panose="02010600040101010101" pitchFamily="2" charset="-122"/>
                <a:ea typeface="华文楷体" panose="02010600040101010101" pitchFamily="2" charset="-122"/>
              </a:rPr>
              <a:t>多路复用指的是：允许多个设备在单一的传输媒介上，同时进行通讯的技术。</a:t>
            </a:r>
          </a:p>
        </p:txBody>
      </p:sp>
      <p:sp>
        <p:nvSpPr>
          <p:cNvPr id="9219" name="Rectangle 3">
            <a:extLst>
              <a:ext uri="{FF2B5EF4-FFF2-40B4-BE49-F238E27FC236}">
                <a16:creationId xmlns:a16="http://schemas.microsoft.com/office/drawing/2014/main" id="{F74B4E9C-3229-4590-9E3F-3CC5D523E4F8}"/>
              </a:ext>
            </a:extLst>
          </p:cNvPr>
          <p:cNvSpPr>
            <a:spLocks noGrp="1" noChangeArrowheads="1"/>
          </p:cNvSpPr>
          <p:nvPr>
            <p:ph type="title" idx="4294967295"/>
          </p:nvPr>
        </p:nvSpPr>
        <p:spPr>
          <a:xfrm>
            <a:off x="225425" y="115888"/>
            <a:ext cx="7608888" cy="765175"/>
          </a:xfrm>
          <a:noFill/>
        </p:spPr>
        <p:txBody>
          <a:bodyPr/>
          <a:lstStyle/>
          <a:p>
            <a:pPr algn="just" eaLnBrk="1" hangingPunct="1"/>
            <a:r>
              <a:rPr lang="en-US" altLang="zh-CN">
                <a:ea typeface="华文楷体" panose="02010600040101010101" pitchFamily="2" charset="-122"/>
              </a:rPr>
              <a:t>3.6 </a:t>
            </a:r>
            <a:r>
              <a:rPr lang="zh-CN" altLang="en-US">
                <a:ea typeface="华文楷体" panose="02010600040101010101" pitchFamily="2" charset="-122"/>
              </a:rPr>
              <a:t>多路复用技术</a:t>
            </a:r>
          </a:p>
        </p:txBody>
      </p:sp>
      <p:pic>
        <p:nvPicPr>
          <p:cNvPr id="1149956" name="Picture 4">
            <a:extLst>
              <a:ext uri="{FF2B5EF4-FFF2-40B4-BE49-F238E27FC236}">
                <a16:creationId xmlns:a16="http://schemas.microsoft.com/office/drawing/2014/main" id="{A33C6713-6330-43D3-8D06-7B46F35AB2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1465" t="16457" r="20526" b="62314"/>
          <a:stretch>
            <a:fillRect/>
          </a:stretch>
        </p:blipFill>
        <p:spPr bwMode="auto">
          <a:xfrm>
            <a:off x="2317750" y="2506663"/>
            <a:ext cx="7848600" cy="228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49957" name="AutoShape 5">
            <a:extLst>
              <a:ext uri="{FF2B5EF4-FFF2-40B4-BE49-F238E27FC236}">
                <a16:creationId xmlns:a16="http://schemas.microsoft.com/office/drawing/2014/main" id="{60369150-D215-4950-AF55-24313A621457}"/>
              </a:ext>
            </a:extLst>
          </p:cNvPr>
          <p:cNvSpPr>
            <a:spLocks noChangeArrowheads="1"/>
          </p:cNvSpPr>
          <p:nvPr/>
        </p:nvSpPr>
        <p:spPr bwMode="auto">
          <a:xfrm>
            <a:off x="1771650" y="1247775"/>
            <a:ext cx="6062663" cy="1684338"/>
          </a:xfrm>
          <a:prstGeom prst="wedgeRoundRectCallout">
            <a:avLst>
              <a:gd name="adj1" fmla="val -4019"/>
              <a:gd name="adj2" fmla="val 80065"/>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buClr>
                <a:schemeClr val="tx2"/>
              </a:buClr>
              <a:buSzPct val="75000"/>
              <a:buFont typeface="Wingdings" panose="05000000000000000000" pitchFamily="2" charset="2"/>
              <a:buChar char="t"/>
            </a:pPr>
            <a:r>
              <a:rPr kumimoji="0" lang="en-US" altLang="zh-CN" sz="2400" b="1" i="1">
                <a:latin typeface="华文楷体" panose="02010600040101010101" pitchFamily="2" charset="-122"/>
                <a:ea typeface="华文楷体" panose="02010600040101010101" pitchFamily="2" charset="-122"/>
              </a:rPr>
              <a:t> </a:t>
            </a:r>
            <a:r>
              <a:rPr kumimoji="0" lang="zh-CN" altLang="en-US" sz="2400" i="1">
                <a:latin typeface="华文楷体" panose="02010600040101010101" pitchFamily="2" charset="-122"/>
                <a:ea typeface="华文楷体" panose="02010600040101010101" pitchFamily="2" charset="-122"/>
              </a:rPr>
              <a:t>复用 </a:t>
            </a:r>
          </a:p>
          <a:p>
            <a:pPr lvl="1" eaLnBrk="1" hangingPunct="1">
              <a:lnSpc>
                <a:spcPct val="120000"/>
              </a:lnSpc>
              <a:buClr>
                <a:schemeClr val="accent1"/>
              </a:buClr>
              <a:buSzPct val="70000"/>
              <a:buFont typeface="Wingdings" panose="05000000000000000000" pitchFamily="2" charset="2"/>
              <a:buChar char="t"/>
            </a:pPr>
            <a:r>
              <a:rPr kumimoji="0" lang="zh-CN" altLang="en-US" sz="2400">
                <a:latin typeface="华文楷体" panose="02010600040101010101" pitchFamily="2" charset="-122"/>
                <a:ea typeface="华文楷体" panose="02010600040101010101" pitchFamily="2" charset="-122"/>
              </a:rPr>
              <a:t>设备或机构，从多个信号源接受数据，然后通过共享信道发送出去 </a:t>
            </a:r>
            <a:endParaRPr lang="zh-CN" altLang="en-US" sz="2400">
              <a:latin typeface="华文楷体" panose="02010600040101010101" pitchFamily="2" charset="-122"/>
              <a:ea typeface="华文楷体" panose="02010600040101010101" pitchFamily="2" charset="-122"/>
            </a:endParaRPr>
          </a:p>
        </p:txBody>
      </p:sp>
      <p:sp>
        <p:nvSpPr>
          <p:cNvPr id="1149958" name="AutoShape 6">
            <a:extLst>
              <a:ext uri="{FF2B5EF4-FFF2-40B4-BE49-F238E27FC236}">
                <a16:creationId xmlns:a16="http://schemas.microsoft.com/office/drawing/2014/main" id="{F4E121D6-4E68-41A1-8067-9F506491B458}"/>
              </a:ext>
            </a:extLst>
          </p:cNvPr>
          <p:cNvSpPr>
            <a:spLocks noChangeArrowheads="1"/>
          </p:cNvSpPr>
          <p:nvPr/>
        </p:nvSpPr>
        <p:spPr bwMode="auto">
          <a:xfrm>
            <a:off x="2828925" y="4953000"/>
            <a:ext cx="5799138" cy="1611313"/>
          </a:xfrm>
          <a:prstGeom prst="wedgeRoundRectCallout">
            <a:avLst>
              <a:gd name="adj1" fmla="val 35630"/>
              <a:gd name="adj2" fmla="val -118375"/>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90000"/>
              </a:lnSpc>
              <a:buClr>
                <a:schemeClr val="tx2"/>
              </a:buClr>
              <a:buSzPct val="75000"/>
              <a:buFont typeface="Wingdings" panose="05000000000000000000" pitchFamily="2" charset="2"/>
              <a:buChar char="t"/>
            </a:pPr>
            <a:r>
              <a:rPr kumimoji="0" lang="en-US" altLang="zh-CN" sz="2400" b="1" i="1">
                <a:latin typeface="华文楷体" panose="02010600040101010101" pitchFamily="2" charset="-122"/>
                <a:ea typeface="华文楷体" panose="02010600040101010101" pitchFamily="2" charset="-122"/>
              </a:rPr>
              <a:t>Demultiplexor</a:t>
            </a:r>
          </a:p>
          <a:p>
            <a:pPr lvl="1" eaLnBrk="1" hangingPunct="1">
              <a:lnSpc>
                <a:spcPct val="90000"/>
              </a:lnSpc>
              <a:buClr>
                <a:schemeClr val="accent1"/>
              </a:buClr>
              <a:buSzPct val="70000"/>
              <a:buFont typeface="Wingdings" panose="05000000000000000000" pitchFamily="2" charset="2"/>
              <a:buChar char="t"/>
            </a:pPr>
            <a:r>
              <a:rPr kumimoji="0" lang="en-US" altLang="zh-CN" sz="2400" b="1">
                <a:latin typeface="华文楷体" panose="02010600040101010101" pitchFamily="2" charset="-122"/>
                <a:ea typeface="华文楷体" panose="02010600040101010101" pitchFamily="2" charset="-122"/>
              </a:rPr>
              <a:t>Device or mechanism</a:t>
            </a:r>
          </a:p>
          <a:p>
            <a:pPr lvl="1" eaLnBrk="1" hangingPunct="1">
              <a:lnSpc>
                <a:spcPct val="90000"/>
              </a:lnSpc>
              <a:buClr>
                <a:schemeClr val="accent1"/>
              </a:buClr>
              <a:buSzPct val="70000"/>
              <a:buFont typeface="Wingdings" panose="05000000000000000000" pitchFamily="2" charset="2"/>
              <a:buChar char="t"/>
            </a:pPr>
            <a:r>
              <a:rPr kumimoji="0" lang="en-US" altLang="zh-CN" sz="2400" b="1">
                <a:latin typeface="华文楷体" panose="02010600040101010101" pitchFamily="2" charset="-122"/>
                <a:ea typeface="华文楷体" panose="02010600040101010101" pitchFamily="2" charset="-122"/>
              </a:rPr>
              <a:t>Extracts data from shared channel</a:t>
            </a:r>
          </a:p>
          <a:p>
            <a:pPr lvl="1" eaLnBrk="1" hangingPunct="1">
              <a:lnSpc>
                <a:spcPct val="90000"/>
              </a:lnSpc>
              <a:buClr>
                <a:schemeClr val="accent1"/>
              </a:buClr>
              <a:buSzPct val="70000"/>
              <a:buFont typeface="Wingdings" panose="05000000000000000000" pitchFamily="2" charset="2"/>
              <a:buChar char="t"/>
            </a:pPr>
            <a:r>
              <a:rPr kumimoji="0" lang="en-US" altLang="zh-CN" sz="2400" b="1">
                <a:latin typeface="华文楷体" panose="02010600040101010101" pitchFamily="2" charset="-122"/>
                <a:ea typeface="华文楷体" panose="02010600040101010101" pitchFamily="2" charset="-122"/>
              </a:rPr>
              <a:t>Sends to correct destination</a:t>
            </a:r>
            <a:endParaRPr lang="en-US" altLang="zh-CN" sz="2400">
              <a:latin typeface="华文楷体" panose="02010600040101010101" pitchFamily="2" charset="-122"/>
              <a:ea typeface="华文楷体" panose="02010600040101010101" pitchFamily="2"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49954">
                                            <p:txEl>
                                              <p:pRg st="0" end="0"/>
                                            </p:txEl>
                                          </p:spTgt>
                                        </p:tgtEl>
                                        <p:attrNameLst>
                                          <p:attrName>style.visibility</p:attrName>
                                        </p:attrNameLst>
                                      </p:cBhvr>
                                      <p:to>
                                        <p:strVal val="visible"/>
                                      </p:to>
                                    </p:set>
                                    <p:anim calcmode="lin" valueType="num">
                                      <p:cBhvr additive="base">
                                        <p:cTn id="7" dur="500" fill="hold"/>
                                        <p:tgtEl>
                                          <p:spTgt spid="114995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14995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149956"/>
                                        </p:tgtEl>
                                        <p:attrNameLst>
                                          <p:attrName>style.visibility</p:attrName>
                                        </p:attrNameLst>
                                      </p:cBhvr>
                                      <p:to>
                                        <p:strVal val="visible"/>
                                      </p:to>
                                    </p:set>
                                    <p:anim calcmode="lin" valueType="num">
                                      <p:cBhvr additive="base">
                                        <p:cTn id="13" dur="500" fill="hold"/>
                                        <p:tgtEl>
                                          <p:spTgt spid="1149956"/>
                                        </p:tgtEl>
                                        <p:attrNameLst>
                                          <p:attrName>ppt_x</p:attrName>
                                        </p:attrNameLst>
                                      </p:cBhvr>
                                      <p:tavLst>
                                        <p:tav tm="0">
                                          <p:val>
                                            <p:strVal val="1+#ppt_w/2"/>
                                          </p:val>
                                        </p:tav>
                                        <p:tav tm="100000">
                                          <p:val>
                                            <p:strVal val="#ppt_x"/>
                                          </p:val>
                                        </p:tav>
                                      </p:tavLst>
                                    </p:anim>
                                    <p:anim calcmode="lin" valueType="num">
                                      <p:cBhvr additive="base">
                                        <p:cTn id="14" dur="500" fill="hold"/>
                                        <p:tgtEl>
                                          <p:spTgt spid="114995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149957"/>
                                        </p:tgtEl>
                                        <p:attrNameLst>
                                          <p:attrName>style.visibility</p:attrName>
                                        </p:attrNameLst>
                                      </p:cBhvr>
                                      <p:to>
                                        <p:strVal val="visible"/>
                                      </p:to>
                                    </p:set>
                                    <p:anim calcmode="lin" valueType="num">
                                      <p:cBhvr additive="base">
                                        <p:cTn id="19" dur="500" fill="hold"/>
                                        <p:tgtEl>
                                          <p:spTgt spid="1149957"/>
                                        </p:tgtEl>
                                        <p:attrNameLst>
                                          <p:attrName>ppt_x</p:attrName>
                                        </p:attrNameLst>
                                      </p:cBhvr>
                                      <p:tavLst>
                                        <p:tav tm="0">
                                          <p:val>
                                            <p:strVal val="1+#ppt_w/2"/>
                                          </p:val>
                                        </p:tav>
                                        <p:tav tm="100000">
                                          <p:val>
                                            <p:strVal val="#ppt_x"/>
                                          </p:val>
                                        </p:tav>
                                      </p:tavLst>
                                    </p:anim>
                                    <p:anim calcmode="lin" valueType="num">
                                      <p:cBhvr additive="base">
                                        <p:cTn id="20" dur="500" fill="hold"/>
                                        <p:tgtEl>
                                          <p:spTgt spid="1149957"/>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149958"/>
                                        </p:tgtEl>
                                        <p:attrNameLst>
                                          <p:attrName>style.visibility</p:attrName>
                                        </p:attrNameLst>
                                      </p:cBhvr>
                                      <p:to>
                                        <p:strVal val="visible"/>
                                      </p:to>
                                    </p:set>
                                    <p:anim calcmode="lin" valueType="num">
                                      <p:cBhvr additive="base">
                                        <p:cTn id="25" dur="500" fill="hold"/>
                                        <p:tgtEl>
                                          <p:spTgt spid="1149958"/>
                                        </p:tgtEl>
                                        <p:attrNameLst>
                                          <p:attrName>ppt_x</p:attrName>
                                        </p:attrNameLst>
                                      </p:cBhvr>
                                      <p:tavLst>
                                        <p:tav tm="0">
                                          <p:val>
                                            <p:strVal val="1+#ppt_w/2"/>
                                          </p:val>
                                        </p:tav>
                                        <p:tav tm="100000">
                                          <p:val>
                                            <p:strVal val="#ppt_x"/>
                                          </p:val>
                                        </p:tav>
                                      </p:tavLst>
                                    </p:anim>
                                    <p:anim calcmode="lin" valueType="num">
                                      <p:cBhvr additive="base">
                                        <p:cTn id="26" dur="500" fill="hold"/>
                                        <p:tgtEl>
                                          <p:spTgt spid="11499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9954" grpId="0" build="p" autoUpdateAnimBg="0"/>
      <p:bldP spid="1149957" grpId="0" animBg="1" autoUpdateAnimBg="0"/>
      <p:bldP spid="1149958"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349D78D9-E39B-4BE1-BA76-C53911AEAD9C}"/>
              </a:ext>
            </a:extLst>
          </p:cNvPr>
          <p:cNvSpPr>
            <a:spLocks noGrp="1" noChangeArrowheads="1"/>
          </p:cNvSpPr>
          <p:nvPr>
            <p:ph type="title"/>
          </p:nvPr>
        </p:nvSpPr>
        <p:spPr>
          <a:xfrm>
            <a:off x="2290763" y="314325"/>
            <a:ext cx="7608887" cy="279400"/>
          </a:xfrm>
          <a:noFill/>
        </p:spPr>
        <p:txBody>
          <a:bodyPr/>
          <a:lstStyle/>
          <a:p>
            <a:pPr eaLnBrk="1" hangingPunct="1"/>
            <a:r>
              <a:rPr lang="zh-CN" altLang="en-US">
                <a:ea typeface="华文楷体" panose="02010600040101010101" pitchFamily="2" charset="-122"/>
              </a:rPr>
              <a:t>多路复用</a:t>
            </a:r>
          </a:p>
        </p:txBody>
      </p:sp>
      <p:grpSp>
        <p:nvGrpSpPr>
          <p:cNvPr id="11267" name="Group 3">
            <a:extLst>
              <a:ext uri="{FF2B5EF4-FFF2-40B4-BE49-F238E27FC236}">
                <a16:creationId xmlns:a16="http://schemas.microsoft.com/office/drawing/2014/main" id="{EB2764FE-DE44-491D-BC6F-BD327B0491D1}"/>
              </a:ext>
            </a:extLst>
          </p:cNvPr>
          <p:cNvGrpSpPr>
            <a:grpSpLocks/>
          </p:cNvGrpSpPr>
          <p:nvPr/>
        </p:nvGrpSpPr>
        <p:grpSpPr bwMode="auto">
          <a:xfrm>
            <a:off x="1963738" y="2093913"/>
            <a:ext cx="8366125" cy="3454400"/>
            <a:chOff x="277" y="1319"/>
            <a:chExt cx="5270" cy="2176"/>
          </a:xfrm>
        </p:grpSpPr>
        <p:pic>
          <p:nvPicPr>
            <p:cNvPr id="11268" name="Picture 4">
              <a:extLst>
                <a:ext uri="{FF2B5EF4-FFF2-40B4-BE49-F238E27FC236}">
                  <a16:creationId xmlns:a16="http://schemas.microsoft.com/office/drawing/2014/main" id="{6CF548F0-2FA3-40B0-8A79-4727EFA9DC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 y="1319"/>
              <a:ext cx="2123" cy="1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9" name="Picture 5">
              <a:extLst>
                <a:ext uri="{FF2B5EF4-FFF2-40B4-BE49-F238E27FC236}">
                  <a16:creationId xmlns:a16="http://schemas.microsoft.com/office/drawing/2014/main" id="{27CD20F4-6156-467B-837C-DE4118FEAE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1" y="1334"/>
              <a:ext cx="2866" cy="1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70" name="Text Box 6">
              <a:extLst>
                <a:ext uri="{FF2B5EF4-FFF2-40B4-BE49-F238E27FC236}">
                  <a16:creationId xmlns:a16="http://schemas.microsoft.com/office/drawing/2014/main" id="{55CBC099-AF8B-4B54-A22D-0B0C7D854DE7}"/>
                </a:ext>
              </a:extLst>
            </p:cNvPr>
            <p:cNvSpPr txBox="1">
              <a:spLocks noChangeArrowheads="1"/>
            </p:cNvSpPr>
            <p:nvPr/>
          </p:nvSpPr>
          <p:spPr bwMode="auto">
            <a:xfrm>
              <a:off x="296" y="3101"/>
              <a:ext cx="2220" cy="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a:latin typeface="Times New Roman" panose="02020603050405020304" pitchFamily="18" charset="0"/>
                </a:rPr>
                <a:t>(a)No multiplexing</a:t>
              </a:r>
            </a:p>
          </p:txBody>
        </p:sp>
        <p:sp>
          <p:nvSpPr>
            <p:cNvPr id="11271" name="Text Box 7">
              <a:extLst>
                <a:ext uri="{FF2B5EF4-FFF2-40B4-BE49-F238E27FC236}">
                  <a16:creationId xmlns:a16="http://schemas.microsoft.com/office/drawing/2014/main" id="{14AE2618-E9A8-488A-A1F6-4C70E2433F4A}"/>
                </a:ext>
              </a:extLst>
            </p:cNvPr>
            <p:cNvSpPr txBox="1">
              <a:spLocks noChangeArrowheads="1"/>
            </p:cNvSpPr>
            <p:nvPr/>
          </p:nvSpPr>
          <p:spPr bwMode="auto">
            <a:xfrm>
              <a:off x="2955" y="3125"/>
              <a:ext cx="2220" cy="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a:latin typeface="Times New Roman" panose="02020603050405020304" pitchFamily="18" charset="0"/>
                </a:rPr>
                <a:t>(B) multiplexing</a:t>
              </a:r>
            </a:p>
          </p:txBody>
        </p:sp>
      </p:grpSp>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a:extLst>
              <a:ext uri="{FF2B5EF4-FFF2-40B4-BE49-F238E27FC236}">
                <a16:creationId xmlns:a16="http://schemas.microsoft.com/office/drawing/2014/main" id="{F44B3548-3136-4954-A83B-96C387E4B59A}"/>
              </a:ext>
            </a:extLst>
          </p:cNvPr>
          <p:cNvSpPr txBox="1">
            <a:spLocks noChangeArrowheads="1"/>
          </p:cNvSpPr>
          <p:nvPr/>
        </p:nvSpPr>
        <p:spPr bwMode="auto">
          <a:xfrm>
            <a:off x="2089150" y="1673225"/>
            <a:ext cx="7924800" cy="392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65175">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70000"/>
              </a:lnSpc>
              <a:spcBef>
                <a:spcPct val="0"/>
              </a:spcBef>
              <a:buClrTx/>
              <a:buSzTx/>
              <a:buFontTx/>
              <a:buNone/>
            </a:pPr>
            <a:r>
              <a:rPr lang="zh-CN" altLang="en-US" sz="2800" b="1">
                <a:latin typeface="华文楷体" panose="02010600040101010101" pitchFamily="2" charset="-122"/>
                <a:ea typeface="华文楷体" panose="02010600040101010101" pitchFamily="2" charset="-122"/>
              </a:rPr>
              <a:t>信道复用主要有以下四种复用方法：</a:t>
            </a:r>
          </a:p>
          <a:p>
            <a:pPr algn="just" eaLnBrk="1" hangingPunct="1">
              <a:lnSpc>
                <a:spcPct val="170000"/>
              </a:lnSpc>
              <a:spcBef>
                <a:spcPct val="0"/>
              </a:spcBef>
              <a:buClrTx/>
              <a:buSzTx/>
              <a:buFont typeface="Wingdings" panose="05000000000000000000" pitchFamily="2" charset="2"/>
              <a:buChar char="Ø"/>
            </a:pPr>
            <a:r>
              <a:rPr lang="zh-CN" altLang="en-US" sz="2400" b="1">
                <a:solidFill>
                  <a:srgbClr val="993366"/>
                </a:solidFill>
                <a:latin typeface="华文楷体" panose="02010600040101010101" pitchFamily="2" charset="-122"/>
                <a:ea typeface="华文楷体" panose="02010600040101010101" pitchFamily="2" charset="-122"/>
              </a:rPr>
              <a:t>频分多路复用</a:t>
            </a:r>
            <a:r>
              <a:rPr lang="en-US" altLang="zh-CN" sz="2400" b="1">
                <a:solidFill>
                  <a:srgbClr val="993366"/>
                </a:solidFill>
                <a:latin typeface="华文楷体" panose="02010600040101010101" pitchFamily="2" charset="-122"/>
                <a:ea typeface="华文楷体" panose="02010600040101010101" pitchFamily="2" charset="-122"/>
              </a:rPr>
              <a:t>(FDMA)</a:t>
            </a:r>
          </a:p>
          <a:p>
            <a:pPr algn="just" eaLnBrk="1" hangingPunct="1">
              <a:lnSpc>
                <a:spcPct val="170000"/>
              </a:lnSpc>
              <a:spcBef>
                <a:spcPct val="0"/>
              </a:spcBef>
              <a:buClrTx/>
              <a:buSzTx/>
              <a:buFont typeface="Wingdings" panose="05000000000000000000" pitchFamily="2" charset="2"/>
              <a:buChar char="Ø"/>
            </a:pPr>
            <a:r>
              <a:rPr lang="zh-CN" altLang="zh-CN" sz="2400" b="1">
                <a:solidFill>
                  <a:srgbClr val="993366"/>
                </a:solidFill>
                <a:latin typeface="华文楷体" panose="02010600040101010101" pitchFamily="2" charset="-122"/>
                <a:ea typeface="华文楷体" panose="02010600040101010101" pitchFamily="2" charset="-122"/>
              </a:rPr>
              <a:t>时分多路复用(</a:t>
            </a:r>
            <a:r>
              <a:rPr lang="en-US" altLang="zh-CN" sz="2400" b="1">
                <a:solidFill>
                  <a:srgbClr val="993366"/>
                </a:solidFill>
                <a:latin typeface="华文楷体" panose="02010600040101010101" pitchFamily="2" charset="-122"/>
                <a:ea typeface="华文楷体" panose="02010600040101010101" pitchFamily="2" charset="-122"/>
              </a:rPr>
              <a:t>TDMA)</a:t>
            </a:r>
          </a:p>
          <a:p>
            <a:pPr algn="just" eaLnBrk="1" hangingPunct="1">
              <a:lnSpc>
                <a:spcPct val="170000"/>
              </a:lnSpc>
              <a:spcBef>
                <a:spcPct val="0"/>
              </a:spcBef>
              <a:buClrTx/>
              <a:buSzTx/>
              <a:buFont typeface="Wingdings" panose="05000000000000000000" pitchFamily="2" charset="2"/>
              <a:buChar char="Ø"/>
            </a:pPr>
            <a:r>
              <a:rPr lang="zh-CN" altLang="zh-CN" sz="2400" b="1">
                <a:solidFill>
                  <a:srgbClr val="993366"/>
                </a:solidFill>
                <a:latin typeface="华文楷体" panose="02010600040101010101" pitchFamily="2" charset="-122"/>
                <a:ea typeface="华文楷体" panose="02010600040101010101" pitchFamily="2" charset="-122"/>
              </a:rPr>
              <a:t>波分复用(</a:t>
            </a:r>
            <a:r>
              <a:rPr lang="en-US" altLang="zh-CN" sz="2400" b="1">
                <a:solidFill>
                  <a:srgbClr val="993366"/>
                </a:solidFill>
                <a:latin typeface="华文楷体" panose="02010600040101010101" pitchFamily="2" charset="-122"/>
                <a:ea typeface="华文楷体" panose="02010600040101010101" pitchFamily="2" charset="-122"/>
              </a:rPr>
              <a:t>WDMA)</a:t>
            </a:r>
          </a:p>
          <a:p>
            <a:pPr algn="just" eaLnBrk="1" hangingPunct="1">
              <a:lnSpc>
                <a:spcPct val="170000"/>
              </a:lnSpc>
              <a:spcBef>
                <a:spcPct val="0"/>
              </a:spcBef>
              <a:buClrTx/>
              <a:buSzTx/>
              <a:buFont typeface="Wingdings" panose="05000000000000000000" pitchFamily="2" charset="2"/>
              <a:buChar char="Ø"/>
            </a:pPr>
            <a:r>
              <a:rPr lang="zh-CN" altLang="zh-CN" sz="2400" b="1">
                <a:solidFill>
                  <a:srgbClr val="993366"/>
                </a:solidFill>
                <a:latin typeface="华文楷体" panose="02010600040101010101" pitchFamily="2" charset="-122"/>
                <a:ea typeface="华文楷体" panose="02010600040101010101" pitchFamily="2" charset="-122"/>
              </a:rPr>
              <a:t>码分复用(</a:t>
            </a:r>
            <a:r>
              <a:rPr lang="en-US" altLang="zh-CN" sz="2400" b="1">
                <a:solidFill>
                  <a:srgbClr val="993366"/>
                </a:solidFill>
                <a:latin typeface="华文楷体" panose="02010600040101010101" pitchFamily="2" charset="-122"/>
                <a:ea typeface="华文楷体" panose="02010600040101010101" pitchFamily="2" charset="-122"/>
              </a:rPr>
              <a:t>CDMA)</a:t>
            </a:r>
          </a:p>
          <a:p>
            <a:pPr algn="just" eaLnBrk="1" hangingPunct="1">
              <a:lnSpc>
                <a:spcPct val="170000"/>
              </a:lnSpc>
              <a:spcBef>
                <a:spcPct val="0"/>
              </a:spcBef>
              <a:buClrTx/>
              <a:buSzTx/>
              <a:buFont typeface="Wingdings" panose="05000000000000000000" pitchFamily="2" charset="2"/>
              <a:buChar char="Ø"/>
            </a:pPr>
            <a:r>
              <a:rPr lang="zh-CN" altLang="en-US" sz="2400" b="1">
                <a:latin typeface="华文楷体" panose="02010600040101010101" pitchFamily="2" charset="-122"/>
                <a:ea typeface="华文楷体" panose="02010600040101010101" pitchFamily="2" charset="-122"/>
              </a:rPr>
              <a:t>除此之外，还有</a:t>
            </a:r>
            <a:r>
              <a:rPr lang="zh-CN" altLang="en-US" sz="2400" b="1">
                <a:solidFill>
                  <a:srgbClr val="993366"/>
                </a:solidFill>
                <a:latin typeface="华文楷体" panose="02010600040101010101" pitchFamily="2" charset="-122"/>
                <a:ea typeface="华文楷体" panose="02010600040101010101" pitchFamily="2" charset="-122"/>
              </a:rPr>
              <a:t>统计多路复用、集中器</a:t>
            </a:r>
            <a:r>
              <a:rPr lang="zh-CN" altLang="en-US" sz="2400" b="1">
                <a:latin typeface="华文楷体" panose="02010600040101010101" pitchFamily="2" charset="-122"/>
                <a:ea typeface="华文楷体" panose="02010600040101010101" pitchFamily="2" charset="-122"/>
              </a:rPr>
              <a:t>等</a:t>
            </a:r>
          </a:p>
        </p:txBody>
      </p:sp>
      <p:sp>
        <p:nvSpPr>
          <p:cNvPr id="12291" name="Rectangle 3">
            <a:extLst>
              <a:ext uri="{FF2B5EF4-FFF2-40B4-BE49-F238E27FC236}">
                <a16:creationId xmlns:a16="http://schemas.microsoft.com/office/drawing/2014/main" id="{CEA3BE41-D10B-4AEC-8066-E98AFF4BF8B8}"/>
              </a:ext>
            </a:extLst>
          </p:cNvPr>
          <p:cNvSpPr>
            <a:spLocks noGrp="1" noChangeArrowheads="1"/>
          </p:cNvSpPr>
          <p:nvPr>
            <p:ph type="title" idx="4294967295"/>
          </p:nvPr>
        </p:nvSpPr>
        <p:spPr>
          <a:xfrm>
            <a:off x="3763963" y="284163"/>
            <a:ext cx="4689475" cy="552450"/>
          </a:xfrm>
          <a:noFill/>
        </p:spPr>
        <p:txBody>
          <a:bodyPr wrap="none"/>
          <a:lstStyle/>
          <a:p>
            <a:pPr eaLnBrk="1" hangingPunct="1"/>
            <a:r>
              <a:rPr lang="zh-CN" altLang="en-US">
                <a:ea typeface="华文楷体" panose="02010600040101010101" pitchFamily="2" charset="-122"/>
              </a:rPr>
              <a:t>信道复用</a:t>
            </a:r>
          </a:p>
        </p:txBody>
      </p:sp>
    </p:spTree>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4050" name="Text Box 2">
            <a:extLst>
              <a:ext uri="{FF2B5EF4-FFF2-40B4-BE49-F238E27FC236}">
                <a16:creationId xmlns:a16="http://schemas.microsoft.com/office/drawing/2014/main" id="{BD5DF456-A384-416D-ABDE-A85CED1CED1F}"/>
              </a:ext>
            </a:extLst>
          </p:cNvPr>
          <p:cNvSpPr txBox="1">
            <a:spLocks noChangeArrowheads="1"/>
          </p:cNvSpPr>
          <p:nvPr/>
        </p:nvSpPr>
        <p:spPr bwMode="auto">
          <a:xfrm>
            <a:off x="839788" y="1344613"/>
            <a:ext cx="9731375" cy="149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10000"/>
              </a:lnSpc>
              <a:spcBef>
                <a:spcPct val="0"/>
              </a:spcBef>
              <a:buClrTx/>
              <a:buSzTx/>
              <a:buFontTx/>
              <a:buNone/>
            </a:pPr>
            <a:r>
              <a:rPr lang="zh-CN" altLang="en-US" sz="2800" b="1">
                <a:solidFill>
                  <a:schemeClr val="tx2"/>
                </a:solidFill>
                <a:latin typeface="Times New Roman" panose="02020603050405020304" pitchFamily="18" charset="0"/>
                <a:ea typeface="华文楷体" panose="02010600040101010101" pitchFamily="2" charset="-122"/>
              </a:rPr>
              <a:t>频分复用</a:t>
            </a:r>
            <a:r>
              <a:rPr lang="zh-CN" altLang="en-US" sz="2800">
                <a:latin typeface="Times New Roman" panose="02020603050405020304" pitchFamily="18" charset="0"/>
                <a:ea typeface="华文楷体" panose="02010600040101010101" pitchFamily="2" charset="-122"/>
              </a:rPr>
              <a:t>本质上就是在频率上并列地把要传输的几个信息合在一起，形成一个合成的信号后进行传输。要做到这一点，多路复用器产生不同频带的载波信号。</a:t>
            </a:r>
          </a:p>
        </p:txBody>
      </p:sp>
      <p:sp>
        <p:nvSpPr>
          <p:cNvPr id="13315" name="Rectangle 3">
            <a:extLst>
              <a:ext uri="{FF2B5EF4-FFF2-40B4-BE49-F238E27FC236}">
                <a16:creationId xmlns:a16="http://schemas.microsoft.com/office/drawing/2014/main" id="{02F86D4D-0737-4D42-81B4-AD07D11CC151}"/>
              </a:ext>
            </a:extLst>
          </p:cNvPr>
          <p:cNvSpPr>
            <a:spLocks noGrp="1" noChangeArrowheads="1"/>
          </p:cNvSpPr>
          <p:nvPr>
            <p:ph type="title" idx="4294967295"/>
          </p:nvPr>
        </p:nvSpPr>
        <p:spPr>
          <a:xfrm>
            <a:off x="2962275" y="254000"/>
            <a:ext cx="5892800" cy="363538"/>
          </a:xfrm>
          <a:noFill/>
        </p:spPr>
        <p:txBody>
          <a:bodyPr wrap="none"/>
          <a:lstStyle/>
          <a:p>
            <a:pPr eaLnBrk="1" hangingPunct="1"/>
            <a:r>
              <a:rPr lang="zh-CN" altLang="en-US">
                <a:ea typeface="华文楷体" panose="02010600040101010101" pitchFamily="2" charset="-122"/>
              </a:rPr>
              <a:t>频分多路复用</a:t>
            </a:r>
            <a:r>
              <a:rPr lang="en-US" altLang="zh-CN">
                <a:ea typeface="华文楷体" panose="02010600040101010101" pitchFamily="2" charset="-122"/>
              </a:rPr>
              <a:t>FDM</a:t>
            </a:r>
          </a:p>
        </p:txBody>
      </p:sp>
      <p:grpSp>
        <p:nvGrpSpPr>
          <p:cNvPr id="13316" name="Group 4">
            <a:extLst>
              <a:ext uri="{FF2B5EF4-FFF2-40B4-BE49-F238E27FC236}">
                <a16:creationId xmlns:a16="http://schemas.microsoft.com/office/drawing/2014/main" id="{307B4E8B-8AA3-4059-8373-6F4045B6897C}"/>
              </a:ext>
            </a:extLst>
          </p:cNvPr>
          <p:cNvGrpSpPr>
            <a:grpSpLocks/>
          </p:cNvGrpSpPr>
          <p:nvPr/>
        </p:nvGrpSpPr>
        <p:grpSpPr bwMode="auto">
          <a:xfrm>
            <a:off x="2065338" y="3197225"/>
            <a:ext cx="7686675" cy="2767013"/>
            <a:chOff x="248" y="792"/>
            <a:chExt cx="4841" cy="1743"/>
          </a:xfrm>
        </p:grpSpPr>
        <p:grpSp>
          <p:nvGrpSpPr>
            <p:cNvPr id="13317" name="Group 5">
              <a:extLst>
                <a:ext uri="{FF2B5EF4-FFF2-40B4-BE49-F238E27FC236}">
                  <a16:creationId xmlns:a16="http://schemas.microsoft.com/office/drawing/2014/main" id="{C1F3AA7E-CA8D-453C-829D-998B2CA2264B}"/>
                </a:ext>
              </a:extLst>
            </p:cNvPr>
            <p:cNvGrpSpPr>
              <a:grpSpLocks/>
            </p:cNvGrpSpPr>
            <p:nvPr/>
          </p:nvGrpSpPr>
          <p:grpSpPr bwMode="auto">
            <a:xfrm>
              <a:off x="248" y="999"/>
              <a:ext cx="4560" cy="1536"/>
              <a:chOff x="288" y="1007"/>
              <a:chExt cx="4560" cy="1536"/>
            </a:xfrm>
          </p:grpSpPr>
          <p:sp>
            <p:nvSpPr>
              <p:cNvPr id="13339" name="Text Box 6">
                <a:extLst>
                  <a:ext uri="{FF2B5EF4-FFF2-40B4-BE49-F238E27FC236}">
                    <a16:creationId xmlns:a16="http://schemas.microsoft.com/office/drawing/2014/main" id="{0766588F-D7CB-4CA3-BDB3-F65A22D63870}"/>
                  </a:ext>
                </a:extLst>
              </p:cNvPr>
              <p:cNvSpPr txBox="1">
                <a:spLocks noChangeArrowheads="1"/>
              </p:cNvSpPr>
              <p:nvPr/>
            </p:nvSpPr>
            <p:spPr bwMode="auto">
              <a:xfrm>
                <a:off x="288" y="1007"/>
                <a:ext cx="6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kumimoji="0" lang="en-US" altLang="zh-CN" sz="2400">
                    <a:latin typeface="Arial" panose="020B0604020202020204" pitchFamily="34" charset="0"/>
                  </a:rPr>
                  <a:t>FDMA</a:t>
                </a:r>
                <a:endParaRPr kumimoji="0" lang="fr-FR" altLang="zh-CN" sz="2400">
                  <a:latin typeface="Arial" panose="020B0604020202020204" pitchFamily="34" charset="0"/>
                </a:endParaRPr>
              </a:p>
            </p:txBody>
          </p:sp>
          <p:grpSp>
            <p:nvGrpSpPr>
              <p:cNvPr id="13340" name="Group 7">
                <a:extLst>
                  <a:ext uri="{FF2B5EF4-FFF2-40B4-BE49-F238E27FC236}">
                    <a16:creationId xmlns:a16="http://schemas.microsoft.com/office/drawing/2014/main" id="{0F225503-E1A9-42BE-9B90-841C5A5FE8B0}"/>
                  </a:ext>
                </a:extLst>
              </p:cNvPr>
              <p:cNvGrpSpPr>
                <a:grpSpLocks/>
              </p:cNvGrpSpPr>
              <p:nvPr/>
            </p:nvGrpSpPr>
            <p:grpSpPr bwMode="auto">
              <a:xfrm>
                <a:off x="720" y="1392"/>
                <a:ext cx="4128" cy="1151"/>
                <a:chOff x="720" y="1392"/>
                <a:chExt cx="4128" cy="1151"/>
              </a:xfrm>
            </p:grpSpPr>
            <p:sp>
              <p:nvSpPr>
                <p:cNvPr id="13341" name="Line 8">
                  <a:extLst>
                    <a:ext uri="{FF2B5EF4-FFF2-40B4-BE49-F238E27FC236}">
                      <a16:creationId xmlns:a16="http://schemas.microsoft.com/office/drawing/2014/main" id="{67B154F5-62CC-4B0B-AE68-10E5B9E664EC}"/>
                    </a:ext>
                  </a:extLst>
                </p:cNvPr>
                <p:cNvSpPr>
                  <a:spLocks noChangeShapeType="1"/>
                </p:cNvSpPr>
                <p:nvPr/>
              </p:nvSpPr>
              <p:spPr bwMode="auto">
                <a:xfrm flipV="1">
                  <a:off x="1728" y="1392"/>
                  <a:ext cx="0" cy="816"/>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42" name="Text Box 9">
                  <a:extLst>
                    <a:ext uri="{FF2B5EF4-FFF2-40B4-BE49-F238E27FC236}">
                      <a16:creationId xmlns:a16="http://schemas.microsoft.com/office/drawing/2014/main" id="{9B622892-7BC2-4C06-8809-80B250818AC0}"/>
                    </a:ext>
                  </a:extLst>
                </p:cNvPr>
                <p:cNvSpPr txBox="1">
                  <a:spLocks noChangeArrowheads="1"/>
                </p:cNvSpPr>
                <p:nvPr/>
              </p:nvSpPr>
              <p:spPr bwMode="auto">
                <a:xfrm>
                  <a:off x="720" y="1680"/>
                  <a:ext cx="9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kumimoji="0" lang="en-US" altLang="zh-CN" sz="2400">
                      <a:latin typeface="Arial" panose="020B0604020202020204" pitchFamily="34" charset="0"/>
                    </a:rPr>
                    <a:t>frequency</a:t>
                  </a:r>
                  <a:endParaRPr kumimoji="0" lang="fr-FR" altLang="zh-CN" sz="2400">
                    <a:latin typeface="Arial" panose="020B0604020202020204" pitchFamily="34" charset="0"/>
                  </a:endParaRPr>
                </a:p>
              </p:txBody>
            </p:sp>
            <p:sp>
              <p:nvSpPr>
                <p:cNvPr id="13343" name="Line 10">
                  <a:extLst>
                    <a:ext uri="{FF2B5EF4-FFF2-40B4-BE49-F238E27FC236}">
                      <a16:creationId xmlns:a16="http://schemas.microsoft.com/office/drawing/2014/main" id="{E8251EBC-BCDD-4B83-8BBE-8CDC37A40923}"/>
                    </a:ext>
                  </a:extLst>
                </p:cNvPr>
                <p:cNvSpPr>
                  <a:spLocks noChangeShapeType="1"/>
                </p:cNvSpPr>
                <p:nvPr/>
              </p:nvSpPr>
              <p:spPr bwMode="auto">
                <a:xfrm>
                  <a:off x="1728" y="2208"/>
                  <a:ext cx="312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44" name="Text Box 11">
                  <a:extLst>
                    <a:ext uri="{FF2B5EF4-FFF2-40B4-BE49-F238E27FC236}">
                      <a16:creationId xmlns:a16="http://schemas.microsoft.com/office/drawing/2014/main" id="{EB30AA51-1D25-4B4B-BC37-89D7AEBF0F08}"/>
                    </a:ext>
                  </a:extLst>
                </p:cNvPr>
                <p:cNvSpPr txBox="1">
                  <a:spLocks noChangeArrowheads="1"/>
                </p:cNvSpPr>
                <p:nvPr/>
              </p:nvSpPr>
              <p:spPr bwMode="auto">
                <a:xfrm>
                  <a:off x="3048" y="2255"/>
                  <a:ext cx="47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kumimoji="0" lang="en-US" altLang="zh-CN" sz="2400">
                      <a:latin typeface="Arial" panose="020B0604020202020204" pitchFamily="34" charset="0"/>
                    </a:rPr>
                    <a:t>time</a:t>
                  </a:r>
                  <a:endParaRPr kumimoji="0" lang="fr-FR" altLang="zh-CN" sz="2400">
                    <a:latin typeface="Arial" panose="020B0604020202020204" pitchFamily="34" charset="0"/>
                  </a:endParaRPr>
                </a:p>
              </p:txBody>
            </p:sp>
            <p:sp>
              <p:nvSpPr>
                <p:cNvPr id="13345" name="Rectangle 12">
                  <a:extLst>
                    <a:ext uri="{FF2B5EF4-FFF2-40B4-BE49-F238E27FC236}">
                      <a16:creationId xmlns:a16="http://schemas.microsoft.com/office/drawing/2014/main" id="{C155B201-A532-4489-837B-A18709C9A842}"/>
                    </a:ext>
                  </a:extLst>
                </p:cNvPr>
                <p:cNvSpPr>
                  <a:spLocks noChangeArrowheads="1"/>
                </p:cNvSpPr>
                <p:nvPr/>
              </p:nvSpPr>
              <p:spPr bwMode="auto">
                <a:xfrm>
                  <a:off x="1776" y="1584"/>
                  <a:ext cx="2880" cy="5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sp>
          <p:nvSpPr>
            <p:cNvPr id="13318" name="Rectangle 13">
              <a:extLst>
                <a:ext uri="{FF2B5EF4-FFF2-40B4-BE49-F238E27FC236}">
                  <a16:creationId xmlns:a16="http://schemas.microsoft.com/office/drawing/2014/main" id="{347831FE-FE71-4FF1-BA4A-2EACA4A29D13}"/>
                </a:ext>
              </a:extLst>
            </p:cNvPr>
            <p:cNvSpPr>
              <a:spLocks noChangeArrowheads="1"/>
            </p:cNvSpPr>
            <p:nvPr/>
          </p:nvSpPr>
          <p:spPr bwMode="auto">
            <a:xfrm>
              <a:off x="1728" y="1584"/>
              <a:ext cx="2880" cy="144"/>
            </a:xfrm>
            <a:prstGeom prst="rect">
              <a:avLst/>
            </a:prstGeom>
            <a:solidFill>
              <a:srgbClr val="33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3319" name="Rectangle 14">
              <a:extLst>
                <a:ext uri="{FF2B5EF4-FFF2-40B4-BE49-F238E27FC236}">
                  <a16:creationId xmlns:a16="http://schemas.microsoft.com/office/drawing/2014/main" id="{E3BFDCB8-84F0-4982-8F4C-5125C1D6AB96}"/>
                </a:ext>
              </a:extLst>
            </p:cNvPr>
            <p:cNvSpPr>
              <a:spLocks noChangeArrowheads="1"/>
            </p:cNvSpPr>
            <p:nvPr/>
          </p:nvSpPr>
          <p:spPr bwMode="auto">
            <a:xfrm>
              <a:off x="1728" y="1728"/>
              <a:ext cx="2880" cy="144"/>
            </a:xfrm>
            <a:prstGeom prst="rect">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3320" name="Rectangle 15">
              <a:extLst>
                <a:ext uri="{FF2B5EF4-FFF2-40B4-BE49-F238E27FC236}">
                  <a16:creationId xmlns:a16="http://schemas.microsoft.com/office/drawing/2014/main" id="{208B50FA-1CBD-40EC-A130-E72C4082D9DC}"/>
                </a:ext>
              </a:extLst>
            </p:cNvPr>
            <p:cNvSpPr>
              <a:spLocks noChangeArrowheads="1"/>
            </p:cNvSpPr>
            <p:nvPr/>
          </p:nvSpPr>
          <p:spPr bwMode="auto">
            <a:xfrm>
              <a:off x="1728" y="1872"/>
              <a:ext cx="2880" cy="144"/>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3321" name="Rectangle 16">
              <a:extLst>
                <a:ext uri="{FF2B5EF4-FFF2-40B4-BE49-F238E27FC236}">
                  <a16:creationId xmlns:a16="http://schemas.microsoft.com/office/drawing/2014/main" id="{4BB3AA4F-C2F9-4E19-97A7-D5105BF1AB58}"/>
                </a:ext>
              </a:extLst>
            </p:cNvPr>
            <p:cNvSpPr>
              <a:spLocks noChangeArrowheads="1"/>
            </p:cNvSpPr>
            <p:nvPr/>
          </p:nvSpPr>
          <p:spPr bwMode="auto">
            <a:xfrm>
              <a:off x="1728" y="2016"/>
              <a:ext cx="2880" cy="144"/>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nvGrpSpPr>
            <p:cNvPr id="13322" name="Group 17">
              <a:extLst>
                <a:ext uri="{FF2B5EF4-FFF2-40B4-BE49-F238E27FC236}">
                  <a16:creationId xmlns:a16="http://schemas.microsoft.com/office/drawing/2014/main" id="{3C2FC0B5-9F1B-4859-991F-EC0585B2FB7A}"/>
                </a:ext>
              </a:extLst>
            </p:cNvPr>
            <p:cNvGrpSpPr>
              <a:grpSpLocks/>
            </p:cNvGrpSpPr>
            <p:nvPr/>
          </p:nvGrpSpPr>
          <p:grpSpPr bwMode="auto">
            <a:xfrm>
              <a:off x="1728" y="1728"/>
              <a:ext cx="2880" cy="288"/>
              <a:chOff x="1776" y="1728"/>
              <a:chExt cx="2880" cy="288"/>
            </a:xfrm>
          </p:grpSpPr>
          <p:sp>
            <p:nvSpPr>
              <p:cNvPr id="13336" name="Line 18">
                <a:extLst>
                  <a:ext uri="{FF2B5EF4-FFF2-40B4-BE49-F238E27FC236}">
                    <a16:creationId xmlns:a16="http://schemas.microsoft.com/office/drawing/2014/main" id="{2C7061D9-80EA-481A-91B5-46A19746D3E9}"/>
                  </a:ext>
                </a:extLst>
              </p:cNvPr>
              <p:cNvSpPr>
                <a:spLocks noChangeShapeType="1"/>
              </p:cNvSpPr>
              <p:nvPr/>
            </p:nvSpPr>
            <p:spPr bwMode="auto">
              <a:xfrm flipV="1">
                <a:off x="1776" y="1728"/>
                <a:ext cx="28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7" name="Line 19">
                <a:extLst>
                  <a:ext uri="{FF2B5EF4-FFF2-40B4-BE49-F238E27FC236}">
                    <a16:creationId xmlns:a16="http://schemas.microsoft.com/office/drawing/2014/main" id="{3BC52E20-6C75-4B9D-B18E-6D0438DFBC83}"/>
                  </a:ext>
                </a:extLst>
              </p:cNvPr>
              <p:cNvSpPr>
                <a:spLocks noChangeShapeType="1"/>
              </p:cNvSpPr>
              <p:nvPr/>
            </p:nvSpPr>
            <p:spPr bwMode="auto">
              <a:xfrm flipV="1">
                <a:off x="1776" y="1872"/>
                <a:ext cx="28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8" name="Line 20">
                <a:extLst>
                  <a:ext uri="{FF2B5EF4-FFF2-40B4-BE49-F238E27FC236}">
                    <a16:creationId xmlns:a16="http://schemas.microsoft.com/office/drawing/2014/main" id="{BB634B98-A6A1-4A42-A904-1CFF80BCF8D4}"/>
                  </a:ext>
                </a:extLst>
              </p:cNvPr>
              <p:cNvSpPr>
                <a:spLocks noChangeShapeType="1"/>
              </p:cNvSpPr>
              <p:nvPr/>
            </p:nvSpPr>
            <p:spPr bwMode="auto">
              <a:xfrm flipV="1">
                <a:off x="1776" y="2016"/>
                <a:ext cx="28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23" name="Group 21">
              <a:extLst>
                <a:ext uri="{FF2B5EF4-FFF2-40B4-BE49-F238E27FC236}">
                  <a16:creationId xmlns:a16="http://schemas.microsoft.com/office/drawing/2014/main" id="{24C473C8-F046-4B96-8657-97F64BD9F60F}"/>
                </a:ext>
              </a:extLst>
            </p:cNvPr>
            <p:cNvGrpSpPr>
              <a:grpSpLocks/>
            </p:cNvGrpSpPr>
            <p:nvPr/>
          </p:nvGrpSpPr>
          <p:grpSpPr bwMode="auto">
            <a:xfrm>
              <a:off x="1728" y="1656"/>
              <a:ext cx="2880" cy="432"/>
              <a:chOff x="1776" y="1656"/>
              <a:chExt cx="2880" cy="432"/>
            </a:xfrm>
          </p:grpSpPr>
          <p:sp>
            <p:nvSpPr>
              <p:cNvPr id="13332" name="Line 22">
                <a:extLst>
                  <a:ext uri="{FF2B5EF4-FFF2-40B4-BE49-F238E27FC236}">
                    <a16:creationId xmlns:a16="http://schemas.microsoft.com/office/drawing/2014/main" id="{BAD405C4-CF2F-451A-BF3D-B56F8DA81676}"/>
                  </a:ext>
                </a:extLst>
              </p:cNvPr>
              <p:cNvSpPr>
                <a:spLocks noChangeShapeType="1"/>
              </p:cNvSpPr>
              <p:nvPr/>
            </p:nvSpPr>
            <p:spPr bwMode="auto">
              <a:xfrm>
                <a:off x="1776" y="1656"/>
                <a:ext cx="288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3" name="Line 23">
                <a:extLst>
                  <a:ext uri="{FF2B5EF4-FFF2-40B4-BE49-F238E27FC236}">
                    <a16:creationId xmlns:a16="http://schemas.microsoft.com/office/drawing/2014/main" id="{54A3B971-63EE-4B72-AA48-9405603E8D5F}"/>
                  </a:ext>
                </a:extLst>
              </p:cNvPr>
              <p:cNvSpPr>
                <a:spLocks noChangeShapeType="1"/>
              </p:cNvSpPr>
              <p:nvPr/>
            </p:nvSpPr>
            <p:spPr bwMode="auto">
              <a:xfrm>
                <a:off x="1776" y="1800"/>
                <a:ext cx="288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4" name="Line 24">
                <a:extLst>
                  <a:ext uri="{FF2B5EF4-FFF2-40B4-BE49-F238E27FC236}">
                    <a16:creationId xmlns:a16="http://schemas.microsoft.com/office/drawing/2014/main" id="{339B36FF-889B-400E-940C-E5DB5306FC98}"/>
                  </a:ext>
                </a:extLst>
              </p:cNvPr>
              <p:cNvSpPr>
                <a:spLocks noChangeShapeType="1"/>
              </p:cNvSpPr>
              <p:nvPr/>
            </p:nvSpPr>
            <p:spPr bwMode="auto">
              <a:xfrm>
                <a:off x="1776" y="1944"/>
                <a:ext cx="288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5" name="Line 25">
                <a:extLst>
                  <a:ext uri="{FF2B5EF4-FFF2-40B4-BE49-F238E27FC236}">
                    <a16:creationId xmlns:a16="http://schemas.microsoft.com/office/drawing/2014/main" id="{F22B31A8-20DD-435B-AB7F-A84EC3C60151}"/>
                  </a:ext>
                </a:extLst>
              </p:cNvPr>
              <p:cNvSpPr>
                <a:spLocks noChangeShapeType="1"/>
              </p:cNvSpPr>
              <p:nvPr/>
            </p:nvSpPr>
            <p:spPr bwMode="auto">
              <a:xfrm>
                <a:off x="1776" y="2088"/>
                <a:ext cx="288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24" name="Group 26">
              <a:extLst>
                <a:ext uri="{FF2B5EF4-FFF2-40B4-BE49-F238E27FC236}">
                  <a16:creationId xmlns:a16="http://schemas.microsoft.com/office/drawing/2014/main" id="{D091F8BC-8227-452D-964E-2404CC0ABDF0}"/>
                </a:ext>
              </a:extLst>
            </p:cNvPr>
            <p:cNvGrpSpPr>
              <a:grpSpLocks/>
            </p:cNvGrpSpPr>
            <p:nvPr/>
          </p:nvGrpSpPr>
          <p:grpSpPr bwMode="auto">
            <a:xfrm>
              <a:off x="3382" y="792"/>
              <a:ext cx="1707" cy="600"/>
              <a:chOff x="3477" y="216"/>
              <a:chExt cx="1707" cy="600"/>
            </a:xfrm>
          </p:grpSpPr>
          <p:grpSp>
            <p:nvGrpSpPr>
              <p:cNvPr id="13325" name="Group 27">
                <a:extLst>
                  <a:ext uri="{FF2B5EF4-FFF2-40B4-BE49-F238E27FC236}">
                    <a16:creationId xmlns:a16="http://schemas.microsoft.com/office/drawing/2014/main" id="{70FC0162-3A63-414A-9E10-722C44D4ACDC}"/>
                  </a:ext>
                </a:extLst>
              </p:cNvPr>
              <p:cNvGrpSpPr>
                <a:grpSpLocks/>
              </p:cNvGrpSpPr>
              <p:nvPr/>
            </p:nvGrpSpPr>
            <p:grpSpPr bwMode="auto">
              <a:xfrm>
                <a:off x="3477" y="528"/>
                <a:ext cx="1707" cy="288"/>
                <a:chOff x="3477" y="288"/>
                <a:chExt cx="1707" cy="288"/>
              </a:xfrm>
            </p:grpSpPr>
            <p:sp>
              <p:nvSpPr>
                <p:cNvPr id="13327" name="Text Box 28">
                  <a:extLst>
                    <a:ext uri="{FF2B5EF4-FFF2-40B4-BE49-F238E27FC236}">
                      <a16:creationId xmlns:a16="http://schemas.microsoft.com/office/drawing/2014/main" id="{C7B08020-9752-4E1B-B4DB-EF4ACB84A101}"/>
                    </a:ext>
                  </a:extLst>
                </p:cNvPr>
                <p:cNvSpPr txBox="1">
                  <a:spLocks noChangeArrowheads="1"/>
                </p:cNvSpPr>
                <p:nvPr/>
              </p:nvSpPr>
              <p:spPr bwMode="auto">
                <a:xfrm>
                  <a:off x="3477" y="288"/>
                  <a:ext cx="7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kumimoji="0" lang="en-US" altLang="zh-CN" sz="2400">
                      <a:latin typeface="Arial" panose="020B0604020202020204" pitchFamily="34" charset="0"/>
                    </a:rPr>
                    <a:t>4 users</a:t>
                  </a:r>
                  <a:endParaRPr kumimoji="0" lang="fr-FR" altLang="zh-CN" sz="2400">
                    <a:latin typeface="Arial" panose="020B0604020202020204" pitchFamily="34" charset="0"/>
                  </a:endParaRPr>
                </a:p>
              </p:txBody>
            </p:sp>
            <p:sp>
              <p:nvSpPr>
                <p:cNvPr id="13328" name="Rectangle 29">
                  <a:extLst>
                    <a:ext uri="{FF2B5EF4-FFF2-40B4-BE49-F238E27FC236}">
                      <a16:creationId xmlns:a16="http://schemas.microsoft.com/office/drawing/2014/main" id="{688BA609-76A1-4375-B71D-07D146327931}"/>
                    </a:ext>
                  </a:extLst>
                </p:cNvPr>
                <p:cNvSpPr>
                  <a:spLocks noChangeArrowheads="1"/>
                </p:cNvSpPr>
                <p:nvPr/>
              </p:nvSpPr>
              <p:spPr bwMode="auto">
                <a:xfrm>
                  <a:off x="4464" y="352"/>
                  <a:ext cx="144" cy="144"/>
                </a:xfrm>
                <a:prstGeom prst="rect">
                  <a:avLst/>
                </a:prstGeom>
                <a:solidFill>
                  <a:srgbClr val="33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3329" name="Rectangle 30">
                  <a:extLst>
                    <a:ext uri="{FF2B5EF4-FFF2-40B4-BE49-F238E27FC236}">
                      <a16:creationId xmlns:a16="http://schemas.microsoft.com/office/drawing/2014/main" id="{9807B864-D6D4-4CCB-AB02-F8FD80A445CB}"/>
                    </a:ext>
                  </a:extLst>
                </p:cNvPr>
                <p:cNvSpPr>
                  <a:spLocks noChangeArrowheads="1"/>
                </p:cNvSpPr>
                <p:nvPr/>
              </p:nvSpPr>
              <p:spPr bwMode="auto">
                <a:xfrm>
                  <a:off x="4656" y="352"/>
                  <a:ext cx="144" cy="144"/>
                </a:xfrm>
                <a:prstGeom prst="rect">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3330" name="Rectangle 31">
                  <a:extLst>
                    <a:ext uri="{FF2B5EF4-FFF2-40B4-BE49-F238E27FC236}">
                      <a16:creationId xmlns:a16="http://schemas.microsoft.com/office/drawing/2014/main" id="{899C8726-D94A-4815-B2A0-46FC1C8ABE7C}"/>
                    </a:ext>
                  </a:extLst>
                </p:cNvPr>
                <p:cNvSpPr>
                  <a:spLocks noChangeArrowheads="1"/>
                </p:cNvSpPr>
                <p:nvPr/>
              </p:nvSpPr>
              <p:spPr bwMode="auto">
                <a:xfrm>
                  <a:off x="4848" y="352"/>
                  <a:ext cx="144" cy="144"/>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3331" name="Rectangle 32">
                  <a:extLst>
                    <a:ext uri="{FF2B5EF4-FFF2-40B4-BE49-F238E27FC236}">
                      <a16:creationId xmlns:a16="http://schemas.microsoft.com/office/drawing/2014/main" id="{131DF9F3-C999-4101-8417-0BC2025C8838}"/>
                    </a:ext>
                  </a:extLst>
                </p:cNvPr>
                <p:cNvSpPr>
                  <a:spLocks noChangeArrowheads="1"/>
                </p:cNvSpPr>
                <p:nvPr/>
              </p:nvSpPr>
              <p:spPr bwMode="auto">
                <a:xfrm>
                  <a:off x="5040" y="352"/>
                  <a:ext cx="144" cy="144"/>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sp>
            <p:nvSpPr>
              <p:cNvPr id="13326" name="Text Box 33">
                <a:extLst>
                  <a:ext uri="{FF2B5EF4-FFF2-40B4-BE49-F238E27FC236}">
                    <a16:creationId xmlns:a16="http://schemas.microsoft.com/office/drawing/2014/main" id="{21645869-6962-42B2-A2F8-6B905BAF14F2}"/>
                  </a:ext>
                </a:extLst>
              </p:cNvPr>
              <p:cNvSpPr txBox="1">
                <a:spLocks noChangeArrowheads="1"/>
              </p:cNvSpPr>
              <p:nvPr/>
            </p:nvSpPr>
            <p:spPr bwMode="auto">
              <a:xfrm>
                <a:off x="3480" y="216"/>
                <a:ext cx="9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kumimoji="0" lang="en-US" altLang="zh-CN" sz="2400">
                    <a:latin typeface="Arial" panose="020B0604020202020204" pitchFamily="34" charset="0"/>
                  </a:rPr>
                  <a:t>Example:</a:t>
                </a:r>
                <a:endParaRPr kumimoji="0" lang="fr-FR" altLang="zh-CN" sz="2400">
                  <a:latin typeface="Arial" panose="020B0604020202020204" pitchFamily="34" charset="0"/>
                </a:endParaRPr>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54050">
                                            <p:txEl>
                                              <p:pRg st="0" end="0"/>
                                            </p:txEl>
                                          </p:spTgt>
                                        </p:tgtEl>
                                        <p:attrNameLst>
                                          <p:attrName>style.visibility</p:attrName>
                                        </p:attrNameLst>
                                      </p:cBhvr>
                                      <p:to>
                                        <p:strVal val="visible"/>
                                      </p:to>
                                    </p:set>
                                    <p:animEffect transition="in" filter="wipe(left)">
                                      <p:cBhvr>
                                        <p:cTn id="7" dur="500"/>
                                        <p:tgtEl>
                                          <p:spTgt spid="115405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4050"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9170" name="Text Box 2">
            <a:extLst>
              <a:ext uri="{FF2B5EF4-FFF2-40B4-BE49-F238E27FC236}">
                <a16:creationId xmlns:a16="http://schemas.microsoft.com/office/drawing/2014/main" id="{875151D6-D470-4923-BE08-46A62A0C3FCA}"/>
              </a:ext>
            </a:extLst>
          </p:cNvPr>
          <p:cNvSpPr txBox="1">
            <a:spLocks noChangeArrowheads="1"/>
          </p:cNvSpPr>
          <p:nvPr/>
        </p:nvSpPr>
        <p:spPr bwMode="auto">
          <a:xfrm>
            <a:off x="550863" y="1354138"/>
            <a:ext cx="11090275" cy="138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800" b="1">
                <a:solidFill>
                  <a:schemeClr val="tx2"/>
                </a:solidFill>
                <a:latin typeface="华文楷体" panose="02010600040101010101" pitchFamily="2" charset="-122"/>
                <a:ea typeface="华文楷体" panose="02010600040101010101" pitchFamily="2" charset="-122"/>
              </a:rPr>
              <a:t>时分复用技术</a:t>
            </a:r>
            <a:r>
              <a:rPr lang="zh-CN" altLang="en-US" sz="2800">
                <a:latin typeface="华文楷体" panose="02010600040101010101" pitchFamily="2" charset="-122"/>
                <a:ea typeface="华文楷体" panose="02010600040101010101" pitchFamily="2" charset="-122"/>
              </a:rPr>
              <a:t>被广泛应用于包括计算机网络在内的数字通信系统。其主要特点是按信道内传送信号的最大周期</a:t>
            </a:r>
            <a:r>
              <a:rPr lang="en-US" altLang="zh-CN" sz="2800">
                <a:latin typeface="华文楷体" panose="02010600040101010101" pitchFamily="2" charset="-122"/>
                <a:ea typeface="华文楷体" panose="02010600040101010101" pitchFamily="2" charset="-122"/>
              </a:rPr>
              <a:t>Ts</a:t>
            </a:r>
            <a:r>
              <a:rPr lang="zh-CN" altLang="zh-CN" sz="2800">
                <a:latin typeface="华文楷体" panose="02010600040101010101" pitchFamily="2" charset="-122"/>
                <a:ea typeface="华文楷体" panose="02010600040101010101" pitchFamily="2" charset="-122"/>
              </a:rPr>
              <a:t>为间隔，在</a:t>
            </a:r>
            <a:r>
              <a:rPr lang="en-US" altLang="zh-CN" sz="2800">
                <a:latin typeface="华文楷体" panose="02010600040101010101" pitchFamily="2" charset="-122"/>
                <a:ea typeface="华文楷体" panose="02010600040101010101" pitchFamily="2" charset="-122"/>
              </a:rPr>
              <a:t>Ts</a:t>
            </a:r>
            <a:r>
              <a:rPr lang="zh-CN" altLang="zh-CN" sz="2800">
                <a:latin typeface="华文楷体" panose="02010600040101010101" pitchFamily="2" charset="-122"/>
                <a:ea typeface="华文楷体" panose="02010600040101010101" pitchFamily="2" charset="-122"/>
              </a:rPr>
              <a:t>内按信道带宽划分相应的小时隙(</a:t>
            </a:r>
            <a:r>
              <a:rPr lang="en-US" altLang="zh-CN" sz="2800">
                <a:latin typeface="华文楷体" panose="02010600040101010101" pitchFamily="2" charset="-122"/>
                <a:ea typeface="华文楷体" panose="02010600040101010101" pitchFamily="2" charset="-122"/>
              </a:rPr>
              <a:t>time slot)</a:t>
            </a:r>
            <a:r>
              <a:rPr lang="zh-CN" altLang="en-US" sz="2800">
                <a:latin typeface="华文楷体" panose="02010600040101010101" pitchFamily="2" charset="-122"/>
                <a:ea typeface="华文楷体" panose="02010600040101010101" pitchFamily="2" charset="-122"/>
              </a:rPr>
              <a:t>，</a:t>
            </a:r>
            <a:r>
              <a:rPr lang="zh-CN" altLang="zh-CN" sz="2800">
                <a:latin typeface="华文楷体" panose="02010600040101010101" pitchFamily="2" charset="-122"/>
                <a:ea typeface="华文楷体" panose="02010600040101010101" pitchFamily="2" charset="-122"/>
              </a:rPr>
              <a:t>并利用这些时隙来传递各路信号。</a:t>
            </a:r>
            <a:endParaRPr lang="zh-CN" altLang="en-US" sz="2800">
              <a:latin typeface="华文楷体" panose="02010600040101010101" pitchFamily="2" charset="-122"/>
              <a:ea typeface="华文楷体" panose="02010600040101010101" pitchFamily="2" charset="-122"/>
            </a:endParaRPr>
          </a:p>
        </p:txBody>
      </p:sp>
      <p:sp>
        <p:nvSpPr>
          <p:cNvPr id="15363" name="Rectangle 3">
            <a:extLst>
              <a:ext uri="{FF2B5EF4-FFF2-40B4-BE49-F238E27FC236}">
                <a16:creationId xmlns:a16="http://schemas.microsoft.com/office/drawing/2014/main" id="{F851FF78-B4D6-445A-9766-FF48F1D23DB8}"/>
              </a:ext>
            </a:extLst>
          </p:cNvPr>
          <p:cNvSpPr>
            <a:spLocks noGrp="1" noChangeArrowheads="1"/>
          </p:cNvSpPr>
          <p:nvPr>
            <p:ph type="title" idx="4294967295"/>
          </p:nvPr>
        </p:nvSpPr>
        <p:spPr>
          <a:xfrm>
            <a:off x="3046413" y="228600"/>
            <a:ext cx="6096000" cy="638175"/>
          </a:xfrm>
          <a:noFill/>
        </p:spPr>
        <p:txBody>
          <a:bodyPr wrap="none"/>
          <a:lstStyle/>
          <a:p>
            <a:pPr eaLnBrk="1" hangingPunct="1"/>
            <a:r>
              <a:rPr lang="zh-CN" altLang="en-US">
                <a:ea typeface="华文楷体" panose="02010600040101010101" pitchFamily="2" charset="-122"/>
              </a:rPr>
              <a:t>时分多路复用</a:t>
            </a:r>
            <a:r>
              <a:rPr lang="en-US" altLang="zh-CN">
                <a:ea typeface="华文楷体" panose="02010600040101010101" pitchFamily="2" charset="-122"/>
              </a:rPr>
              <a:t>TDM</a:t>
            </a:r>
          </a:p>
        </p:txBody>
      </p:sp>
      <p:grpSp>
        <p:nvGrpSpPr>
          <p:cNvPr id="1159172" name="Group 4">
            <a:extLst>
              <a:ext uri="{FF2B5EF4-FFF2-40B4-BE49-F238E27FC236}">
                <a16:creationId xmlns:a16="http://schemas.microsoft.com/office/drawing/2014/main" id="{41130841-84DB-4552-8B79-639C8BAEF7D4}"/>
              </a:ext>
            </a:extLst>
          </p:cNvPr>
          <p:cNvGrpSpPr>
            <a:grpSpLocks/>
          </p:cNvGrpSpPr>
          <p:nvPr/>
        </p:nvGrpSpPr>
        <p:grpSpPr bwMode="auto">
          <a:xfrm>
            <a:off x="2181225" y="3470275"/>
            <a:ext cx="7239000" cy="2516188"/>
            <a:chOff x="288" y="2543"/>
            <a:chExt cx="4560" cy="1585"/>
          </a:xfrm>
        </p:grpSpPr>
        <p:sp>
          <p:nvSpPr>
            <p:cNvPr id="15438" name="Text Box 5">
              <a:extLst>
                <a:ext uri="{FF2B5EF4-FFF2-40B4-BE49-F238E27FC236}">
                  <a16:creationId xmlns:a16="http://schemas.microsoft.com/office/drawing/2014/main" id="{FA0D7904-9FC6-4E29-8EC6-1C8F80A43D4F}"/>
                </a:ext>
              </a:extLst>
            </p:cNvPr>
            <p:cNvSpPr txBox="1">
              <a:spLocks noChangeArrowheads="1"/>
            </p:cNvSpPr>
            <p:nvPr/>
          </p:nvSpPr>
          <p:spPr bwMode="auto">
            <a:xfrm>
              <a:off x="288" y="2543"/>
              <a:ext cx="6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kumimoji="0" lang="en-US" altLang="zh-CN" sz="2400">
                  <a:latin typeface="Arial" panose="020B0604020202020204" pitchFamily="34" charset="0"/>
                </a:rPr>
                <a:t>TDMA</a:t>
              </a:r>
              <a:endParaRPr kumimoji="0" lang="fr-FR" altLang="zh-CN" sz="2400">
                <a:latin typeface="Arial" panose="020B0604020202020204" pitchFamily="34" charset="0"/>
              </a:endParaRPr>
            </a:p>
          </p:txBody>
        </p:sp>
        <p:sp>
          <p:nvSpPr>
            <p:cNvPr id="15439" name="Line 6">
              <a:extLst>
                <a:ext uri="{FF2B5EF4-FFF2-40B4-BE49-F238E27FC236}">
                  <a16:creationId xmlns:a16="http://schemas.microsoft.com/office/drawing/2014/main" id="{B4FF07BD-E6B8-494F-9FC8-7B1D7CC9422A}"/>
                </a:ext>
              </a:extLst>
            </p:cNvPr>
            <p:cNvSpPr>
              <a:spLocks noChangeShapeType="1"/>
            </p:cNvSpPr>
            <p:nvPr/>
          </p:nvSpPr>
          <p:spPr bwMode="auto">
            <a:xfrm flipV="1">
              <a:off x="1728" y="2977"/>
              <a:ext cx="0" cy="816"/>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40" name="Text Box 7">
              <a:extLst>
                <a:ext uri="{FF2B5EF4-FFF2-40B4-BE49-F238E27FC236}">
                  <a16:creationId xmlns:a16="http://schemas.microsoft.com/office/drawing/2014/main" id="{BC691D02-1D65-4389-AC13-AD8D6C8065F3}"/>
                </a:ext>
              </a:extLst>
            </p:cNvPr>
            <p:cNvSpPr txBox="1">
              <a:spLocks noChangeArrowheads="1"/>
            </p:cNvSpPr>
            <p:nvPr/>
          </p:nvSpPr>
          <p:spPr bwMode="auto">
            <a:xfrm>
              <a:off x="720" y="3265"/>
              <a:ext cx="9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kumimoji="0" lang="en-US" altLang="zh-CN" sz="2400">
                  <a:latin typeface="Arial" panose="020B0604020202020204" pitchFamily="34" charset="0"/>
                </a:rPr>
                <a:t>frequency</a:t>
              </a:r>
              <a:endParaRPr kumimoji="0" lang="fr-FR" altLang="zh-CN" sz="2400">
                <a:latin typeface="Arial" panose="020B0604020202020204" pitchFamily="34" charset="0"/>
              </a:endParaRPr>
            </a:p>
          </p:txBody>
        </p:sp>
        <p:sp>
          <p:nvSpPr>
            <p:cNvPr id="15441" name="Line 8">
              <a:extLst>
                <a:ext uri="{FF2B5EF4-FFF2-40B4-BE49-F238E27FC236}">
                  <a16:creationId xmlns:a16="http://schemas.microsoft.com/office/drawing/2014/main" id="{0241991D-B93B-4A85-AC5A-DEF87CD4E057}"/>
                </a:ext>
              </a:extLst>
            </p:cNvPr>
            <p:cNvSpPr>
              <a:spLocks noChangeShapeType="1"/>
            </p:cNvSpPr>
            <p:nvPr/>
          </p:nvSpPr>
          <p:spPr bwMode="auto">
            <a:xfrm>
              <a:off x="1728" y="3793"/>
              <a:ext cx="312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42" name="Text Box 9">
              <a:extLst>
                <a:ext uri="{FF2B5EF4-FFF2-40B4-BE49-F238E27FC236}">
                  <a16:creationId xmlns:a16="http://schemas.microsoft.com/office/drawing/2014/main" id="{83186645-1AC0-4C7F-A2EA-B181C653F55F}"/>
                </a:ext>
              </a:extLst>
            </p:cNvPr>
            <p:cNvSpPr txBox="1">
              <a:spLocks noChangeArrowheads="1"/>
            </p:cNvSpPr>
            <p:nvPr/>
          </p:nvSpPr>
          <p:spPr bwMode="auto">
            <a:xfrm>
              <a:off x="3048" y="3840"/>
              <a:ext cx="47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kumimoji="0" lang="en-US" altLang="zh-CN" sz="2400">
                  <a:latin typeface="Arial" panose="020B0604020202020204" pitchFamily="34" charset="0"/>
                </a:rPr>
                <a:t>time</a:t>
              </a:r>
              <a:endParaRPr kumimoji="0" lang="fr-FR" altLang="zh-CN" sz="2400">
                <a:latin typeface="Arial" panose="020B0604020202020204" pitchFamily="34" charset="0"/>
              </a:endParaRPr>
            </a:p>
          </p:txBody>
        </p:sp>
        <p:sp>
          <p:nvSpPr>
            <p:cNvPr id="15443" name="Rectangle 10">
              <a:extLst>
                <a:ext uri="{FF2B5EF4-FFF2-40B4-BE49-F238E27FC236}">
                  <a16:creationId xmlns:a16="http://schemas.microsoft.com/office/drawing/2014/main" id="{BEF908D7-058E-44F8-8E43-6E61415A636B}"/>
                </a:ext>
              </a:extLst>
            </p:cNvPr>
            <p:cNvSpPr>
              <a:spLocks noChangeArrowheads="1"/>
            </p:cNvSpPr>
            <p:nvPr/>
          </p:nvSpPr>
          <p:spPr bwMode="auto">
            <a:xfrm>
              <a:off x="1776" y="3168"/>
              <a:ext cx="2880" cy="5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1159179" name="Group 11">
            <a:extLst>
              <a:ext uri="{FF2B5EF4-FFF2-40B4-BE49-F238E27FC236}">
                <a16:creationId xmlns:a16="http://schemas.microsoft.com/office/drawing/2014/main" id="{04085C56-FBC7-43E2-91AF-ACC53F58137F}"/>
              </a:ext>
            </a:extLst>
          </p:cNvPr>
          <p:cNvGrpSpPr>
            <a:grpSpLocks/>
          </p:cNvGrpSpPr>
          <p:nvPr/>
        </p:nvGrpSpPr>
        <p:grpSpPr bwMode="auto">
          <a:xfrm>
            <a:off x="4543425" y="4462463"/>
            <a:ext cx="3886200" cy="914400"/>
            <a:chOff x="1776" y="3168"/>
            <a:chExt cx="2448" cy="576"/>
          </a:xfrm>
        </p:grpSpPr>
        <p:sp>
          <p:nvSpPr>
            <p:cNvPr id="15433" name="Rectangle 12">
              <a:extLst>
                <a:ext uri="{FF2B5EF4-FFF2-40B4-BE49-F238E27FC236}">
                  <a16:creationId xmlns:a16="http://schemas.microsoft.com/office/drawing/2014/main" id="{0C983524-BFA6-400F-BCAD-8B4A730A1D7F}"/>
                </a:ext>
              </a:extLst>
            </p:cNvPr>
            <p:cNvSpPr>
              <a:spLocks noChangeArrowheads="1"/>
            </p:cNvSpPr>
            <p:nvPr/>
          </p:nvSpPr>
          <p:spPr bwMode="auto">
            <a:xfrm>
              <a:off x="1776" y="3168"/>
              <a:ext cx="144" cy="576"/>
            </a:xfrm>
            <a:prstGeom prst="rect">
              <a:avLst/>
            </a:prstGeom>
            <a:solidFill>
              <a:srgbClr val="33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5434" name="Rectangle 13">
              <a:extLst>
                <a:ext uri="{FF2B5EF4-FFF2-40B4-BE49-F238E27FC236}">
                  <a16:creationId xmlns:a16="http://schemas.microsoft.com/office/drawing/2014/main" id="{C91F8271-E848-43F5-8ABE-7F4DA96B5A42}"/>
                </a:ext>
              </a:extLst>
            </p:cNvPr>
            <p:cNvSpPr>
              <a:spLocks noChangeArrowheads="1"/>
            </p:cNvSpPr>
            <p:nvPr/>
          </p:nvSpPr>
          <p:spPr bwMode="auto">
            <a:xfrm>
              <a:off x="2352" y="3168"/>
              <a:ext cx="144" cy="576"/>
            </a:xfrm>
            <a:prstGeom prst="rect">
              <a:avLst/>
            </a:prstGeom>
            <a:solidFill>
              <a:srgbClr val="33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5435" name="Rectangle 14">
              <a:extLst>
                <a:ext uri="{FF2B5EF4-FFF2-40B4-BE49-F238E27FC236}">
                  <a16:creationId xmlns:a16="http://schemas.microsoft.com/office/drawing/2014/main" id="{6116DE52-343C-491B-85B4-D2641B2A48E3}"/>
                </a:ext>
              </a:extLst>
            </p:cNvPr>
            <p:cNvSpPr>
              <a:spLocks noChangeArrowheads="1"/>
            </p:cNvSpPr>
            <p:nvPr/>
          </p:nvSpPr>
          <p:spPr bwMode="auto">
            <a:xfrm>
              <a:off x="2928" y="3168"/>
              <a:ext cx="144" cy="576"/>
            </a:xfrm>
            <a:prstGeom prst="rect">
              <a:avLst/>
            </a:prstGeom>
            <a:solidFill>
              <a:srgbClr val="33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5436" name="Rectangle 15">
              <a:extLst>
                <a:ext uri="{FF2B5EF4-FFF2-40B4-BE49-F238E27FC236}">
                  <a16:creationId xmlns:a16="http://schemas.microsoft.com/office/drawing/2014/main" id="{CE9AEF6C-6114-4D0B-A828-716AFF6DF118}"/>
                </a:ext>
              </a:extLst>
            </p:cNvPr>
            <p:cNvSpPr>
              <a:spLocks noChangeArrowheads="1"/>
            </p:cNvSpPr>
            <p:nvPr/>
          </p:nvSpPr>
          <p:spPr bwMode="auto">
            <a:xfrm>
              <a:off x="3504" y="3168"/>
              <a:ext cx="144" cy="576"/>
            </a:xfrm>
            <a:prstGeom prst="rect">
              <a:avLst/>
            </a:prstGeom>
            <a:solidFill>
              <a:srgbClr val="33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5437" name="Rectangle 16">
              <a:extLst>
                <a:ext uri="{FF2B5EF4-FFF2-40B4-BE49-F238E27FC236}">
                  <a16:creationId xmlns:a16="http://schemas.microsoft.com/office/drawing/2014/main" id="{3DE0DCC5-2394-4B71-987B-74C7B990B1FA}"/>
                </a:ext>
              </a:extLst>
            </p:cNvPr>
            <p:cNvSpPr>
              <a:spLocks noChangeArrowheads="1"/>
            </p:cNvSpPr>
            <p:nvPr/>
          </p:nvSpPr>
          <p:spPr bwMode="auto">
            <a:xfrm>
              <a:off x="4080" y="3168"/>
              <a:ext cx="144" cy="576"/>
            </a:xfrm>
            <a:prstGeom prst="rect">
              <a:avLst/>
            </a:prstGeom>
            <a:solidFill>
              <a:srgbClr val="33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1159185" name="Group 17">
            <a:extLst>
              <a:ext uri="{FF2B5EF4-FFF2-40B4-BE49-F238E27FC236}">
                <a16:creationId xmlns:a16="http://schemas.microsoft.com/office/drawing/2014/main" id="{6966961C-05C4-4BE2-9003-12B784A92322}"/>
              </a:ext>
            </a:extLst>
          </p:cNvPr>
          <p:cNvGrpSpPr>
            <a:grpSpLocks/>
          </p:cNvGrpSpPr>
          <p:nvPr/>
        </p:nvGrpSpPr>
        <p:grpSpPr bwMode="auto">
          <a:xfrm>
            <a:off x="4772025" y="4462463"/>
            <a:ext cx="3886200" cy="914400"/>
            <a:chOff x="1920" y="3168"/>
            <a:chExt cx="2448" cy="576"/>
          </a:xfrm>
        </p:grpSpPr>
        <p:sp>
          <p:nvSpPr>
            <p:cNvPr id="15428" name="Rectangle 18">
              <a:extLst>
                <a:ext uri="{FF2B5EF4-FFF2-40B4-BE49-F238E27FC236}">
                  <a16:creationId xmlns:a16="http://schemas.microsoft.com/office/drawing/2014/main" id="{6372B879-7EAD-44D1-BEBD-BA59D362BE3F}"/>
                </a:ext>
              </a:extLst>
            </p:cNvPr>
            <p:cNvSpPr>
              <a:spLocks noChangeArrowheads="1"/>
            </p:cNvSpPr>
            <p:nvPr/>
          </p:nvSpPr>
          <p:spPr bwMode="auto">
            <a:xfrm>
              <a:off x="1920" y="3168"/>
              <a:ext cx="144" cy="576"/>
            </a:xfrm>
            <a:prstGeom prst="rect">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5429" name="Rectangle 19">
              <a:extLst>
                <a:ext uri="{FF2B5EF4-FFF2-40B4-BE49-F238E27FC236}">
                  <a16:creationId xmlns:a16="http://schemas.microsoft.com/office/drawing/2014/main" id="{C41063D5-8434-45DC-B5E7-23B929DB9CE7}"/>
                </a:ext>
              </a:extLst>
            </p:cNvPr>
            <p:cNvSpPr>
              <a:spLocks noChangeArrowheads="1"/>
            </p:cNvSpPr>
            <p:nvPr/>
          </p:nvSpPr>
          <p:spPr bwMode="auto">
            <a:xfrm>
              <a:off x="2496" y="3168"/>
              <a:ext cx="144" cy="576"/>
            </a:xfrm>
            <a:prstGeom prst="rect">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5430" name="Rectangle 20">
              <a:extLst>
                <a:ext uri="{FF2B5EF4-FFF2-40B4-BE49-F238E27FC236}">
                  <a16:creationId xmlns:a16="http://schemas.microsoft.com/office/drawing/2014/main" id="{342DB3F2-0469-444B-8E9A-2158B61598C4}"/>
                </a:ext>
              </a:extLst>
            </p:cNvPr>
            <p:cNvSpPr>
              <a:spLocks noChangeArrowheads="1"/>
            </p:cNvSpPr>
            <p:nvPr/>
          </p:nvSpPr>
          <p:spPr bwMode="auto">
            <a:xfrm>
              <a:off x="3072" y="3168"/>
              <a:ext cx="144" cy="576"/>
            </a:xfrm>
            <a:prstGeom prst="rect">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5431" name="Rectangle 21">
              <a:extLst>
                <a:ext uri="{FF2B5EF4-FFF2-40B4-BE49-F238E27FC236}">
                  <a16:creationId xmlns:a16="http://schemas.microsoft.com/office/drawing/2014/main" id="{5F77FC75-FDE0-446A-9809-C8A496740994}"/>
                </a:ext>
              </a:extLst>
            </p:cNvPr>
            <p:cNvSpPr>
              <a:spLocks noChangeArrowheads="1"/>
            </p:cNvSpPr>
            <p:nvPr/>
          </p:nvSpPr>
          <p:spPr bwMode="auto">
            <a:xfrm>
              <a:off x="3648" y="3168"/>
              <a:ext cx="144" cy="576"/>
            </a:xfrm>
            <a:prstGeom prst="rect">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5432" name="Rectangle 22">
              <a:extLst>
                <a:ext uri="{FF2B5EF4-FFF2-40B4-BE49-F238E27FC236}">
                  <a16:creationId xmlns:a16="http://schemas.microsoft.com/office/drawing/2014/main" id="{82E4E000-C55B-4099-991A-2311EAFA5475}"/>
                </a:ext>
              </a:extLst>
            </p:cNvPr>
            <p:cNvSpPr>
              <a:spLocks noChangeArrowheads="1"/>
            </p:cNvSpPr>
            <p:nvPr/>
          </p:nvSpPr>
          <p:spPr bwMode="auto">
            <a:xfrm>
              <a:off x="4224" y="3168"/>
              <a:ext cx="144" cy="576"/>
            </a:xfrm>
            <a:prstGeom prst="rect">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1159191" name="Group 23">
            <a:extLst>
              <a:ext uri="{FF2B5EF4-FFF2-40B4-BE49-F238E27FC236}">
                <a16:creationId xmlns:a16="http://schemas.microsoft.com/office/drawing/2014/main" id="{461921FC-B06F-4F4B-A4AD-4940D14B3992}"/>
              </a:ext>
            </a:extLst>
          </p:cNvPr>
          <p:cNvGrpSpPr>
            <a:grpSpLocks/>
          </p:cNvGrpSpPr>
          <p:nvPr/>
        </p:nvGrpSpPr>
        <p:grpSpPr bwMode="auto">
          <a:xfrm>
            <a:off x="5000625" y="4462463"/>
            <a:ext cx="3886200" cy="914400"/>
            <a:chOff x="2064" y="3168"/>
            <a:chExt cx="2448" cy="576"/>
          </a:xfrm>
        </p:grpSpPr>
        <p:sp>
          <p:nvSpPr>
            <p:cNvPr id="15423" name="Rectangle 24">
              <a:extLst>
                <a:ext uri="{FF2B5EF4-FFF2-40B4-BE49-F238E27FC236}">
                  <a16:creationId xmlns:a16="http://schemas.microsoft.com/office/drawing/2014/main" id="{B8DFBB0F-6BC6-481D-A343-C01EAED1D43C}"/>
                </a:ext>
              </a:extLst>
            </p:cNvPr>
            <p:cNvSpPr>
              <a:spLocks noChangeArrowheads="1"/>
            </p:cNvSpPr>
            <p:nvPr/>
          </p:nvSpPr>
          <p:spPr bwMode="auto">
            <a:xfrm>
              <a:off x="2064" y="3168"/>
              <a:ext cx="144" cy="576"/>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5424" name="Rectangle 25">
              <a:extLst>
                <a:ext uri="{FF2B5EF4-FFF2-40B4-BE49-F238E27FC236}">
                  <a16:creationId xmlns:a16="http://schemas.microsoft.com/office/drawing/2014/main" id="{6A404461-68EA-49C5-B80A-7CBD93166A3C}"/>
                </a:ext>
              </a:extLst>
            </p:cNvPr>
            <p:cNvSpPr>
              <a:spLocks noChangeArrowheads="1"/>
            </p:cNvSpPr>
            <p:nvPr/>
          </p:nvSpPr>
          <p:spPr bwMode="auto">
            <a:xfrm>
              <a:off x="2640" y="3168"/>
              <a:ext cx="144" cy="576"/>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5425" name="Rectangle 26">
              <a:extLst>
                <a:ext uri="{FF2B5EF4-FFF2-40B4-BE49-F238E27FC236}">
                  <a16:creationId xmlns:a16="http://schemas.microsoft.com/office/drawing/2014/main" id="{4B3A63E6-4D7D-4571-8561-2038E718408E}"/>
                </a:ext>
              </a:extLst>
            </p:cNvPr>
            <p:cNvSpPr>
              <a:spLocks noChangeArrowheads="1"/>
            </p:cNvSpPr>
            <p:nvPr/>
          </p:nvSpPr>
          <p:spPr bwMode="auto">
            <a:xfrm>
              <a:off x="3216" y="3168"/>
              <a:ext cx="144" cy="576"/>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5426" name="Rectangle 27">
              <a:extLst>
                <a:ext uri="{FF2B5EF4-FFF2-40B4-BE49-F238E27FC236}">
                  <a16:creationId xmlns:a16="http://schemas.microsoft.com/office/drawing/2014/main" id="{3CD7F789-A544-4ACB-B755-E3C2EA0AAC1D}"/>
                </a:ext>
              </a:extLst>
            </p:cNvPr>
            <p:cNvSpPr>
              <a:spLocks noChangeArrowheads="1"/>
            </p:cNvSpPr>
            <p:nvPr/>
          </p:nvSpPr>
          <p:spPr bwMode="auto">
            <a:xfrm>
              <a:off x="3792" y="3168"/>
              <a:ext cx="144" cy="576"/>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5427" name="Rectangle 28">
              <a:extLst>
                <a:ext uri="{FF2B5EF4-FFF2-40B4-BE49-F238E27FC236}">
                  <a16:creationId xmlns:a16="http://schemas.microsoft.com/office/drawing/2014/main" id="{2BAA6643-E5E6-4069-BBC1-A099C3F0339A}"/>
                </a:ext>
              </a:extLst>
            </p:cNvPr>
            <p:cNvSpPr>
              <a:spLocks noChangeArrowheads="1"/>
            </p:cNvSpPr>
            <p:nvPr/>
          </p:nvSpPr>
          <p:spPr bwMode="auto">
            <a:xfrm>
              <a:off x="4368" y="3168"/>
              <a:ext cx="144" cy="576"/>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1159197" name="Group 29">
            <a:extLst>
              <a:ext uri="{FF2B5EF4-FFF2-40B4-BE49-F238E27FC236}">
                <a16:creationId xmlns:a16="http://schemas.microsoft.com/office/drawing/2014/main" id="{C61CA3AA-3495-405E-8031-817D22519ED7}"/>
              </a:ext>
            </a:extLst>
          </p:cNvPr>
          <p:cNvGrpSpPr>
            <a:grpSpLocks/>
          </p:cNvGrpSpPr>
          <p:nvPr/>
        </p:nvGrpSpPr>
        <p:grpSpPr bwMode="auto">
          <a:xfrm>
            <a:off x="5229225" y="4462463"/>
            <a:ext cx="3886200" cy="914400"/>
            <a:chOff x="2208" y="3168"/>
            <a:chExt cx="2448" cy="576"/>
          </a:xfrm>
        </p:grpSpPr>
        <p:sp>
          <p:nvSpPr>
            <p:cNvPr id="15418" name="Rectangle 30">
              <a:extLst>
                <a:ext uri="{FF2B5EF4-FFF2-40B4-BE49-F238E27FC236}">
                  <a16:creationId xmlns:a16="http://schemas.microsoft.com/office/drawing/2014/main" id="{64DA4F20-9C5A-40B2-9087-5375CB45F26B}"/>
                </a:ext>
              </a:extLst>
            </p:cNvPr>
            <p:cNvSpPr>
              <a:spLocks noChangeArrowheads="1"/>
            </p:cNvSpPr>
            <p:nvPr/>
          </p:nvSpPr>
          <p:spPr bwMode="auto">
            <a:xfrm>
              <a:off x="2208" y="3168"/>
              <a:ext cx="144" cy="576"/>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5419" name="Rectangle 31">
              <a:extLst>
                <a:ext uri="{FF2B5EF4-FFF2-40B4-BE49-F238E27FC236}">
                  <a16:creationId xmlns:a16="http://schemas.microsoft.com/office/drawing/2014/main" id="{12F24191-C8A9-402E-923B-7001045F69D9}"/>
                </a:ext>
              </a:extLst>
            </p:cNvPr>
            <p:cNvSpPr>
              <a:spLocks noChangeArrowheads="1"/>
            </p:cNvSpPr>
            <p:nvPr/>
          </p:nvSpPr>
          <p:spPr bwMode="auto">
            <a:xfrm>
              <a:off x="2784" y="3168"/>
              <a:ext cx="144" cy="576"/>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5420" name="Rectangle 32">
              <a:extLst>
                <a:ext uri="{FF2B5EF4-FFF2-40B4-BE49-F238E27FC236}">
                  <a16:creationId xmlns:a16="http://schemas.microsoft.com/office/drawing/2014/main" id="{6E5E690F-0515-437E-9ED1-0998F9415CFA}"/>
                </a:ext>
              </a:extLst>
            </p:cNvPr>
            <p:cNvSpPr>
              <a:spLocks noChangeArrowheads="1"/>
            </p:cNvSpPr>
            <p:nvPr/>
          </p:nvSpPr>
          <p:spPr bwMode="auto">
            <a:xfrm>
              <a:off x="3360" y="3168"/>
              <a:ext cx="144" cy="576"/>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5421" name="Rectangle 33">
              <a:extLst>
                <a:ext uri="{FF2B5EF4-FFF2-40B4-BE49-F238E27FC236}">
                  <a16:creationId xmlns:a16="http://schemas.microsoft.com/office/drawing/2014/main" id="{2375F682-CD1D-45B2-B515-36A1421A35B9}"/>
                </a:ext>
              </a:extLst>
            </p:cNvPr>
            <p:cNvSpPr>
              <a:spLocks noChangeArrowheads="1"/>
            </p:cNvSpPr>
            <p:nvPr/>
          </p:nvSpPr>
          <p:spPr bwMode="auto">
            <a:xfrm>
              <a:off x="3936" y="3168"/>
              <a:ext cx="144" cy="576"/>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5422" name="Rectangle 34">
              <a:extLst>
                <a:ext uri="{FF2B5EF4-FFF2-40B4-BE49-F238E27FC236}">
                  <a16:creationId xmlns:a16="http://schemas.microsoft.com/office/drawing/2014/main" id="{3E9F12B5-B8B3-4330-BFB6-568AFD83514C}"/>
                </a:ext>
              </a:extLst>
            </p:cNvPr>
            <p:cNvSpPr>
              <a:spLocks noChangeArrowheads="1"/>
            </p:cNvSpPr>
            <p:nvPr/>
          </p:nvSpPr>
          <p:spPr bwMode="auto">
            <a:xfrm>
              <a:off x="4512" y="3168"/>
              <a:ext cx="144" cy="576"/>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1159203" name="Group 35">
            <a:extLst>
              <a:ext uri="{FF2B5EF4-FFF2-40B4-BE49-F238E27FC236}">
                <a16:creationId xmlns:a16="http://schemas.microsoft.com/office/drawing/2014/main" id="{7E29DA7F-361F-46B0-937B-BF58DC81F916}"/>
              </a:ext>
            </a:extLst>
          </p:cNvPr>
          <p:cNvGrpSpPr>
            <a:grpSpLocks/>
          </p:cNvGrpSpPr>
          <p:nvPr/>
        </p:nvGrpSpPr>
        <p:grpSpPr bwMode="auto">
          <a:xfrm>
            <a:off x="4772025" y="4462463"/>
            <a:ext cx="4114800" cy="914400"/>
            <a:chOff x="1920" y="3168"/>
            <a:chExt cx="2592" cy="576"/>
          </a:xfrm>
        </p:grpSpPr>
        <p:sp>
          <p:nvSpPr>
            <p:cNvPr id="15399" name="Line 36">
              <a:extLst>
                <a:ext uri="{FF2B5EF4-FFF2-40B4-BE49-F238E27FC236}">
                  <a16:creationId xmlns:a16="http://schemas.microsoft.com/office/drawing/2014/main" id="{3F7BE57F-885B-4313-8593-B242F06454B0}"/>
                </a:ext>
              </a:extLst>
            </p:cNvPr>
            <p:cNvSpPr>
              <a:spLocks noChangeShapeType="1"/>
            </p:cNvSpPr>
            <p:nvPr/>
          </p:nvSpPr>
          <p:spPr bwMode="auto">
            <a:xfrm>
              <a:off x="1920" y="316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0" name="Line 37">
              <a:extLst>
                <a:ext uri="{FF2B5EF4-FFF2-40B4-BE49-F238E27FC236}">
                  <a16:creationId xmlns:a16="http://schemas.microsoft.com/office/drawing/2014/main" id="{730C245C-9CBF-4496-897D-4ED1A65963B8}"/>
                </a:ext>
              </a:extLst>
            </p:cNvPr>
            <p:cNvSpPr>
              <a:spLocks noChangeShapeType="1"/>
            </p:cNvSpPr>
            <p:nvPr/>
          </p:nvSpPr>
          <p:spPr bwMode="auto">
            <a:xfrm>
              <a:off x="2064" y="316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1" name="Line 38">
              <a:extLst>
                <a:ext uri="{FF2B5EF4-FFF2-40B4-BE49-F238E27FC236}">
                  <a16:creationId xmlns:a16="http://schemas.microsoft.com/office/drawing/2014/main" id="{E7650525-B529-4695-AF2F-7F2B4BB42D79}"/>
                </a:ext>
              </a:extLst>
            </p:cNvPr>
            <p:cNvSpPr>
              <a:spLocks noChangeShapeType="1"/>
            </p:cNvSpPr>
            <p:nvPr/>
          </p:nvSpPr>
          <p:spPr bwMode="auto">
            <a:xfrm>
              <a:off x="2208" y="316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2" name="Line 39">
              <a:extLst>
                <a:ext uri="{FF2B5EF4-FFF2-40B4-BE49-F238E27FC236}">
                  <a16:creationId xmlns:a16="http://schemas.microsoft.com/office/drawing/2014/main" id="{14DAFECC-B023-4C82-8C43-EFA6E5363BBB}"/>
                </a:ext>
              </a:extLst>
            </p:cNvPr>
            <p:cNvSpPr>
              <a:spLocks noChangeShapeType="1"/>
            </p:cNvSpPr>
            <p:nvPr/>
          </p:nvSpPr>
          <p:spPr bwMode="auto">
            <a:xfrm>
              <a:off x="2352" y="316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3" name="Line 40">
              <a:extLst>
                <a:ext uri="{FF2B5EF4-FFF2-40B4-BE49-F238E27FC236}">
                  <a16:creationId xmlns:a16="http://schemas.microsoft.com/office/drawing/2014/main" id="{842B5350-4B6E-4F1B-9975-0CBBBF09CE79}"/>
                </a:ext>
              </a:extLst>
            </p:cNvPr>
            <p:cNvSpPr>
              <a:spLocks noChangeShapeType="1"/>
            </p:cNvSpPr>
            <p:nvPr/>
          </p:nvSpPr>
          <p:spPr bwMode="auto">
            <a:xfrm>
              <a:off x="2496" y="316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4" name="Line 41">
              <a:extLst>
                <a:ext uri="{FF2B5EF4-FFF2-40B4-BE49-F238E27FC236}">
                  <a16:creationId xmlns:a16="http://schemas.microsoft.com/office/drawing/2014/main" id="{0D07C920-F75F-4B12-ABB1-FD9611F01D1F}"/>
                </a:ext>
              </a:extLst>
            </p:cNvPr>
            <p:cNvSpPr>
              <a:spLocks noChangeShapeType="1"/>
            </p:cNvSpPr>
            <p:nvPr/>
          </p:nvSpPr>
          <p:spPr bwMode="auto">
            <a:xfrm>
              <a:off x="2640" y="316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5" name="Line 42">
              <a:extLst>
                <a:ext uri="{FF2B5EF4-FFF2-40B4-BE49-F238E27FC236}">
                  <a16:creationId xmlns:a16="http://schemas.microsoft.com/office/drawing/2014/main" id="{C758C0BE-C7D1-4D88-A9EA-3993C6763965}"/>
                </a:ext>
              </a:extLst>
            </p:cNvPr>
            <p:cNvSpPr>
              <a:spLocks noChangeShapeType="1"/>
            </p:cNvSpPr>
            <p:nvPr/>
          </p:nvSpPr>
          <p:spPr bwMode="auto">
            <a:xfrm>
              <a:off x="2784" y="316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6" name="Line 43">
              <a:extLst>
                <a:ext uri="{FF2B5EF4-FFF2-40B4-BE49-F238E27FC236}">
                  <a16:creationId xmlns:a16="http://schemas.microsoft.com/office/drawing/2014/main" id="{6AFEDC71-AAD6-40CB-9C01-52DA4255D0A6}"/>
                </a:ext>
              </a:extLst>
            </p:cNvPr>
            <p:cNvSpPr>
              <a:spLocks noChangeShapeType="1"/>
            </p:cNvSpPr>
            <p:nvPr/>
          </p:nvSpPr>
          <p:spPr bwMode="auto">
            <a:xfrm>
              <a:off x="2928" y="316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7" name="Line 44">
              <a:extLst>
                <a:ext uri="{FF2B5EF4-FFF2-40B4-BE49-F238E27FC236}">
                  <a16:creationId xmlns:a16="http://schemas.microsoft.com/office/drawing/2014/main" id="{03EF6462-51C6-4E67-A0FE-441FD4E88A2D}"/>
                </a:ext>
              </a:extLst>
            </p:cNvPr>
            <p:cNvSpPr>
              <a:spLocks noChangeShapeType="1"/>
            </p:cNvSpPr>
            <p:nvPr/>
          </p:nvSpPr>
          <p:spPr bwMode="auto">
            <a:xfrm>
              <a:off x="3072" y="316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8" name="Line 45">
              <a:extLst>
                <a:ext uri="{FF2B5EF4-FFF2-40B4-BE49-F238E27FC236}">
                  <a16:creationId xmlns:a16="http://schemas.microsoft.com/office/drawing/2014/main" id="{E3FD66CD-92CF-47C3-A809-B06636CBFB3B}"/>
                </a:ext>
              </a:extLst>
            </p:cNvPr>
            <p:cNvSpPr>
              <a:spLocks noChangeShapeType="1"/>
            </p:cNvSpPr>
            <p:nvPr/>
          </p:nvSpPr>
          <p:spPr bwMode="auto">
            <a:xfrm>
              <a:off x="3216" y="316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9" name="Line 46">
              <a:extLst>
                <a:ext uri="{FF2B5EF4-FFF2-40B4-BE49-F238E27FC236}">
                  <a16:creationId xmlns:a16="http://schemas.microsoft.com/office/drawing/2014/main" id="{3835A97F-31BE-4512-B143-E2700C2A14AC}"/>
                </a:ext>
              </a:extLst>
            </p:cNvPr>
            <p:cNvSpPr>
              <a:spLocks noChangeShapeType="1"/>
            </p:cNvSpPr>
            <p:nvPr/>
          </p:nvSpPr>
          <p:spPr bwMode="auto">
            <a:xfrm>
              <a:off x="3360" y="316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10" name="Line 47">
              <a:extLst>
                <a:ext uri="{FF2B5EF4-FFF2-40B4-BE49-F238E27FC236}">
                  <a16:creationId xmlns:a16="http://schemas.microsoft.com/office/drawing/2014/main" id="{5DABE095-7A46-4BFD-8455-08DDE5564866}"/>
                </a:ext>
              </a:extLst>
            </p:cNvPr>
            <p:cNvSpPr>
              <a:spLocks noChangeShapeType="1"/>
            </p:cNvSpPr>
            <p:nvPr/>
          </p:nvSpPr>
          <p:spPr bwMode="auto">
            <a:xfrm>
              <a:off x="3504" y="316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11" name="Line 48">
              <a:extLst>
                <a:ext uri="{FF2B5EF4-FFF2-40B4-BE49-F238E27FC236}">
                  <a16:creationId xmlns:a16="http://schemas.microsoft.com/office/drawing/2014/main" id="{E1BC5948-2E4B-4594-88C7-CE20E341B29F}"/>
                </a:ext>
              </a:extLst>
            </p:cNvPr>
            <p:cNvSpPr>
              <a:spLocks noChangeShapeType="1"/>
            </p:cNvSpPr>
            <p:nvPr/>
          </p:nvSpPr>
          <p:spPr bwMode="auto">
            <a:xfrm>
              <a:off x="3648" y="316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12" name="Line 49">
              <a:extLst>
                <a:ext uri="{FF2B5EF4-FFF2-40B4-BE49-F238E27FC236}">
                  <a16:creationId xmlns:a16="http://schemas.microsoft.com/office/drawing/2014/main" id="{A55D3CFC-08FE-451D-BA54-DECD69DD6DDE}"/>
                </a:ext>
              </a:extLst>
            </p:cNvPr>
            <p:cNvSpPr>
              <a:spLocks noChangeShapeType="1"/>
            </p:cNvSpPr>
            <p:nvPr/>
          </p:nvSpPr>
          <p:spPr bwMode="auto">
            <a:xfrm>
              <a:off x="3792" y="316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13" name="Line 50">
              <a:extLst>
                <a:ext uri="{FF2B5EF4-FFF2-40B4-BE49-F238E27FC236}">
                  <a16:creationId xmlns:a16="http://schemas.microsoft.com/office/drawing/2014/main" id="{D459F5C4-E6D2-42B7-8ECD-B1841E5B7633}"/>
                </a:ext>
              </a:extLst>
            </p:cNvPr>
            <p:cNvSpPr>
              <a:spLocks noChangeShapeType="1"/>
            </p:cNvSpPr>
            <p:nvPr/>
          </p:nvSpPr>
          <p:spPr bwMode="auto">
            <a:xfrm>
              <a:off x="3936" y="316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14" name="Line 51">
              <a:extLst>
                <a:ext uri="{FF2B5EF4-FFF2-40B4-BE49-F238E27FC236}">
                  <a16:creationId xmlns:a16="http://schemas.microsoft.com/office/drawing/2014/main" id="{1C766C5B-9EAB-41BA-B2C6-F15B26A66843}"/>
                </a:ext>
              </a:extLst>
            </p:cNvPr>
            <p:cNvSpPr>
              <a:spLocks noChangeShapeType="1"/>
            </p:cNvSpPr>
            <p:nvPr/>
          </p:nvSpPr>
          <p:spPr bwMode="auto">
            <a:xfrm>
              <a:off x="4080" y="316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15" name="Line 52">
              <a:extLst>
                <a:ext uri="{FF2B5EF4-FFF2-40B4-BE49-F238E27FC236}">
                  <a16:creationId xmlns:a16="http://schemas.microsoft.com/office/drawing/2014/main" id="{7BB3481C-1C6B-47B7-9DDD-EFD7FE0BABA4}"/>
                </a:ext>
              </a:extLst>
            </p:cNvPr>
            <p:cNvSpPr>
              <a:spLocks noChangeShapeType="1"/>
            </p:cNvSpPr>
            <p:nvPr/>
          </p:nvSpPr>
          <p:spPr bwMode="auto">
            <a:xfrm>
              <a:off x="4224" y="316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16" name="Line 53">
              <a:extLst>
                <a:ext uri="{FF2B5EF4-FFF2-40B4-BE49-F238E27FC236}">
                  <a16:creationId xmlns:a16="http://schemas.microsoft.com/office/drawing/2014/main" id="{57C9082A-C770-4527-B0D2-02D55B020911}"/>
                </a:ext>
              </a:extLst>
            </p:cNvPr>
            <p:cNvSpPr>
              <a:spLocks noChangeShapeType="1"/>
            </p:cNvSpPr>
            <p:nvPr/>
          </p:nvSpPr>
          <p:spPr bwMode="auto">
            <a:xfrm>
              <a:off x="4368" y="316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17" name="Line 54">
              <a:extLst>
                <a:ext uri="{FF2B5EF4-FFF2-40B4-BE49-F238E27FC236}">
                  <a16:creationId xmlns:a16="http://schemas.microsoft.com/office/drawing/2014/main" id="{53352DDD-EDDD-487C-ABED-D187C08C4AA7}"/>
                </a:ext>
              </a:extLst>
            </p:cNvPr>
            <p:cNvSpPr>
              <a:spLocks noChangeShapeType="1"/>
            </p:cNvSpPr>
            <p:nvPr/>
          </p:nvSpPr>
          <p:spPr bwMode="auto">
            <a:xfrm>
              <a:off x="4512" y="316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59223" name="Group 55">
            <a:extLst>
              <a:ext uri="{FF2B5EF4-FFF2-40B4-BE49-F238E27FC236}">
                <a16:creationId xmlns:a16="http://schemas.microsoft.com/office/drawing/2014/main" id="{524C9704-EB3A-4D65-8A0C-96136216065C}"/>
              </a:ext>
            </a:extLst>
          </p:cNvPr>
          <p:cNvGrpSpPr>
            <a:grpSpLocks/>
          </p:cNvGrpSpPr>
          <p:nvPr/>
        </p:nvGrpSpPr>
        <p:grpSpPr bwMode="auto">
          <a:xfrm>
            <a:off x="4657725" y="4462463"/>
            <a:ext cx="4343400" cy="914400"/>
            <a:chOff x="1848" y="3168"/>
            <a:chExt cx="2736" cy="576"/>
          </a:xfrm>
        </p:grpSpPr>
        <p:sp>
          <p:nvSpPr>
            <p:cNvPr id="15379" name="Line 56">
              <a:extLst>
                <a:ext uri="{FF2B5EF4-FFF2-40B4-BE49-F238E27FC236}">
                  <a16:creationId xmlns:a16="http://schemas.microsoft.com/office/drawing/2014/main" id="{8879C148-5AB6-4677-871F-FD60F00DD80C}"/>
                </a:ext>
              </a:extLst>
            </p:cNvPr>
            <p:cNvSpPr>
              <a:spLocks noChangeShapeType="1"/>
            </p:cNvSpPr>
            <p:nvPr/>
          </p:nvSpPr>
          <p:spPr bwMode="auto">
            <a:xfrm>
              <a:off x="1848" y="3168"/>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0" name="Line 57">
              <a:extLst>
                <a:ext uri="{FF2B5EF4-FFF2-40B4-BE49-F238E27FC236}">
                  <a16:creationId xmlns:a16="http://schemas.microsoft.com/office/drawing/2014/main" id="{8D68BFE3-3871-4AF0-90C2-83F72BC106D9}"/>
                </a:ext>
              </a:extLst>
            </p:cNvPr>
            <p:cNvSpPr>
              <a:spLocks noChangeShapeType="1"/>
            </p:cNvSpPr>
            <p:nvPr/>
          </p:nvSpPr>
          <p:spPr bwMode="auto">
            <a:xfrm>
              <a:off x="1992" y="3168"/>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1" name="Line 58">
              <a:extLst>
                <a:ext uri="{FF2B5EF4-FFF2-40B4-BE49-F238E27FC236}">
                  <a16:creationId xmlns:a16="http://schemas.microsoft.com/office/drawing/2014/main" id="{B182CF23-D63F-4A49-9CE9-3C7908966946}"/>
                </a:ext>
              </a:extLst>
            </p:cNvPr>
            <p:cNvSpPr>
              <a:spLocks noChangeShapeType="1"/>
            </p:cNvSpPr>
            <p:nvPr/>
          </p:nvSpPr>
          <p:spPr bwMode="auto">
            <a:xfrm>
              <a:off x="2136" y="3168"/>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2" name="Line 59">
              <a:extLst>
                <a:ext uri="{FF2B5EF4-FFF2-40B4-BE49-F238E27FC236}">
                  <a16:creationId xmlns:a16="http://schemas.microsoft.com/office/drawing/2014/main" id="{2D675851-DF05-429D-8BA8-9F76B7623F7F}"/>
                </a:ext>
              </a:extLst>
            </p:cNvPr>
            <p:cNvSpPr>
              <a:spLocks noChangeShapeType="1"/>
            </p:cNvSpPr>
            <p:nvPr/>
          </p:nvSpPr>
          <p:spPr bwMode="auto">
            <a:xfrm>
              <a:off x="2280" y="3168"/>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3" name="Line 60">
              <a:extLst>
                <a:ext uri="{FF2B5EF4-FFF2-40B4-BE49-F238E27FC236}">
                  <a16:creationId xmlns:a16="http://schemas.microsoft.com/office/drawing/2014/main" id="{4710A521-33E2-46D4-9DD4-1BABE1DE3A2E}"/>
                </a:ext>
              </a:extLst>
            </p:cNvPr>
            <p:cNvSpPr>
              <a:spLocks noChangeShapeType="1"/>
            </p:cNvSpPr>
            <p:nvPr/>
          </p:nvSpPr>
          <p:spPr bwMode="auto">
            <a:xfrm>
              <a:off x="2424" y="3168"/>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4" name="Line 61">
              <a:extLst>
                <a:ext uri="{FF2B5EF4-FFF2-40B4-BE49-F238E27FC236}">
                  <a16:creationId xmlns:a16="http://schemas.microsoft.com/office/drawing/2014/main" id="{68653354-85FF-40A6-BCCB-49658EC9FA40}"/>
                </a:ext>
              </a:extLst>
            </p:cNvPr>
            <p:cNvSpPr>
              <a:spLocks noChangeShapeType="1"/>
            </p:cNvSpPr>
            <p:nvPr/>
          </p:nvSpPr>
          <p:spPr bwMode="auto">
            <a:xfrm>
              <a:off x="2568" y="3168"/>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5" name="Line 62">
              <a:extLst>
                <a:ext uri="{FF2B5EF4-FFF2-40B4-BE49-F238E27FC236}">
                  <a16:creationId xmlns:a16="http://schemas.microsoft.com/office/drawing/2014/main" id="{55EC4F21-FD4E-4E61-8173-CC77086E9919}"/>
                </a:ext>
              </a:extLst>
            </p:cNvPr>
            <p:cNvSpPr>
              <a:spLocks noChangeShapeType="1"/>
            </p:cNvSpPr>
            <p:nvPr/>
          </p:nvSpPr>
          <p:spPr bwMode="auto">
            <a:xfrm>
              <a:off x="2712" y="3168"/>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6" name="Line 63">
              <a:extLst>
                <a:ext uri="{FF2B5EF4-FFF2-40B4-BE49-F238E27FC236}">
                  <a16:creationId xmlns:a16="http://schemas.microsoft.com/office/drawing/2014/main" id="{7614DE65-6FE1-4575-92AE-D3D58FD29E57}"/>
                </a:ext>
              </a:extLst>
            </p:cNvPr>
            <p:cNvSpPr>
              <a:spLocks noChangeShapeType="1"/>
            </p:cNvSpPr>
            <p:nvPr/>
          </p:nvSpPr>
          <p:spPr bwMode="auto">
            <a:xfrm>
              <a:off x="2856" y="3168"/>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7" name="Line 64">
              <a:extLst>
                <a:ext uri="{FF2B5EF4-FFF2-40B4-BE49-F238E27FC236}">
                  <a16:creationId xmlns:a16="http://schemas.microsoft.com/office/drawing/2014/main" id="{F79C7579-10E9-472B-A4CD-5708B2EDBE92}"/>
                </a:ext>
              </a:extLst>
            </p:cNvPr>
            <p:cNvSpPr>
              <a:spLocks noChangeShapeType="1"/>
            </p:cNvSpPr>
            <p:nvPr/>
          </p:nvSpPr>
          <p:spPr bwMode="auto">
            <a:xfrm>
              <a:off x="3000" y="3168"/>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8" name="Line 65">
              <a:extLst>
                <a:ext uri="{FF2B5EF4-FFF2-40B4-BE49-F238E27FC236}">
                  <a16:creationId xmlns:a16="http://schemas.microsoft.com/office/drawing/2014/main" id="{90806B9E-93F7-4060-BFBC-863A3B16FF72}"/>
                </a:ext>
              </a:extLst>
            </p:cNvPr>
            <p:cNvSpPr>
              <a:spLocks noChangeShapeType="1"/>
            </p:cNvSpPr>
            <p:nvPr/>
          </p:nvSpPr>
          <p:spPr bwMode="auto">
            <a:xfrm>
              <a:off x="3144" y="3168"/>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9" name="Line 66">
              <a:extLst>
                <a:ext uri="{FF2B5EF4-FFF2-40B4-BE49-F238E27FC236}">
                  <a16:creationId xmlns:a16="http://schemas.microsoft.com/office/drawing/2014/main" id="{AEF53D08-B1A1-4645-9CC6-D117F1ECEF9C}"/>
                </a:ext>
              </a:extLst>
            </p:cNvPr>
            <p:cNvSpPr>
              <a:spLocks noChangeShapeType="1"/>
            </p:cNvSpPr>
            <p:nvPr/>
          </p:nvSpPr>
          <p:spPr bwMode="auto">
            <a:xfrm>
              <a:off x="3288" y="3168"/>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0" name="Line 67">
              <a:extLst>
                <a:ext uri="{FF2B5EF4-FFF2-40B4-BE49-F238E27FC236}">
                  <a16:creationId xmlns:a16="http://schemas.microsoft.com/office/drawing/2014/main" id="{14AA0BE2-6CA3-4CAD-BCE2-CE958076891E}"/>
                </a:ext>
              </a:extLst>
            </p:cNvPr>
            <p:cNvSpPr>
              <a:spLocks noChangeShapeType="1"/>
            </p:cNvSpPr>
            <p:nvPr/>
          </p:nvSpPr>
          <p:spPr bwMode="auto">
            <a:xfrm>
              <a:off x="3432" y="3168"/>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1" name="Line 68">
              <a:extLst>
                <a:ext uri="{FF2B5EF4-FFF2-40B4-BE49-F238E27FC236}">
                  <a16:creationId xmlns:a16="http://schemas.microsoft.com/office/drawing/2014/main" id="{2DE4DA02-E993-413C-BDF4-9103A0763465}"/>
                </a:ext>
              </a:extLst>
            </p:cNvPr>
            <p:cNvSpPr>
              <a:spLocks noChangeShapeType="1"/>
            </p:cNvSpPr>
            <p:nvPr/>
          </p:nvSpPr>
          <p:spPr bwMode="auto">
            <a:xfrm>
              <a:off x="3576" y="3168"/>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2" name="Line 69">
              <a:extLst>
                <a:ext uri="{FF2B5EF4-FFF2-40B4-BE49-F238E27FC236}">
                  <a16:creationId xmlns:a16="http://schemas.microsoft.com/office/drawing/2014/main" id="{8CF067A7-2072-456C-B059-CE86A1F952B3}"/>
                </a:ext>
              </a:extLst>
            </p:cNvPr>
            <p:cNvSpPr>
              <a:spLocks noChangeShapeType="1"/>
            </p:cNvSpPr>
            <p:nvPr/>
          </p:nvSpPr>
          <p:spPr bwMode="auto">
            <a:xfrm>
              <a:off x="3720" y="3168"/>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3" name="Line 70">
              <a:extLst>
                <a:ext uri="{FF2B5EF4-FFF2-40B4-BE49-F238E27FC236}">
                  <a16:creationId xmlns:a16="http://schemas.microsoft.com/office/drawing/2014/main" id="{DC8C5EEB-F721-4EE4-8311-F41644D853A0}"/>
                </a:ext>
              </a:extLst>
            </p:cNvPr>
            <p:cNvSpPr>
              <a:spLocks noChangeShapeType="1"/>
            </p:cNvSpPr>
            <p:nvPr/>
          </p:nvSpPr>
          <p:spPr bwMode="auto">
            <a:xfrm>
              <a:off x="3864" y="3168"/>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4" name="Line 71">
              <a:extLst>
                <a:ext uri="{FF2B5EF4-FFF2-40B4-BE49-F238E27FC236}">
                  <a16:creationId xmlns:a16="http://schemas.microsoft.com/office/drawing/2014/main" id="{4C999FC4-BBB4-4825-9BB0-3E3F7D4ED166}"/>
                </a:ext>
              </a:extLst>
            </p:cNvPr>
            <p:cNvSpPr>
              <a:spLocks noChangeShapeType="1"/>
            </p:cNvSpPr>
            <p:nvPr/>
          </p:nvSpPr>
          <p:spPr bwMode="auto">
            <a:xfrm>
              <a:off x="4008" y="3168"/>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5" name="Line 72">
              <a:extLst>
                <a:ext uri="{FF2B5EF4-FFF2-40B4-BE49-F238E27FC236}">
                  <a16:creationId xmlns:a16="http://schemas.microsoft.com/office/drawing/2014/main" id="{D26E9FCC-3E4E-43B5-BB0B-6F019BDA47EE}"/>
                </a:ext>
              </a:extLst>
            </p:cNvPr>
            <p:cNvSpPr>
              <a:spLocks noChangeShapeType="1"/>
            </p:cNvSpPr>
            <p:nvPr/>
          </p:nvSpPr>
          <p:spPr bwMode="auto">
            <a:xfrm>
              <a:off x="4152" y="3168"/>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6" name="Line 73">
              <a:extLst>
                <a:ext uri="{FF2B5EF4-FFF2-40B4-BE49-F238E27FC236}">
                  <a16:creationId xmlns:a16="http://schemas.microsoft.com/office/drawing/2014/main" id="{CFEC4DE5-51E2-4443-8735-64B38FFB81C6}"/>
                </a:ext>
              </a:extLst>
            </p:cNvPr>
            <p:cNvSpPr>
              <a:spLocks noChangeShapeType="1"/>
            </p:cNvSpPr>
            <p:nvPr/>
          </p:nvSpPr>
          <p:spPr bwMode="auto">
            <a:xfrm>
              <a:off x="4296" y="3168"/>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7" name="Line 74">
              <a:extLst>
                <a:ext uri="{FF2B5EF4-FFF2-40B4-BE49-F238E27FC236}">
                  <a16:creationId xmlns:a16="http://schemas.microsoft.com/office/drawing/2014/main" id="{1B4CEE34-E1EC-4E51-8CA3-798FEB2549A3}"/>
                </a:ext>
              </a:extLst>
            </p:cNvPr>
            <p:cNvSpPr>
              <a:spLocks noChangeShapeType="1"/>
            </p:cNvSpPr>
            <p:nvPr/>
          </p:nvSpPr>
          <p:spPr bwMode="auto">
            <a:xfrm>
              <a:off x="4440" y="3168"/>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8" name="Line 75">
              <a:extLst>
                <a:ext uri="{FF2B5EF4-FFF2-40B4-BE49-F238E27FC236}">
                  <a16:creationId xmlns:a16="http://schemas.microsoft.com/office/drawing/2014/main" id="{51CC108B-78C0-4D66-8697-43676214334C}"/>
                </a:ext>
              </a:extLst>
            </p:cNvPr>
            <p:cNvSpPr>
              <a:spLocks noChangeShapeType="1"/>
            </p:cNvSpPr>
            <p:nvPr/>
          </p:nvSpPr>
          <p:spPr bwMode="auto">
            <a:xfrm>
              <a:off x="4584" y="3168"/>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59244" name="Group 76">
            <a:extLst>
              <a:ext uri="{FF2B5EF4-FFF2-40B4-BE49-F238E27FC236}">
                <a16:creationId xmlns:a16="http://schemas.microsoft.com/office/drawing/2014/main" id="{024635C9-8925-4B5F-9FE8-4B51C1712C29}"/>
              </a:ext>
            </a:extLst>
          </p:cNvPr>
          <p:cNvGrpSpPr>
            <a:grpSpLocks/>
          </p:cNvGrpSpPr>
          <p:nvPr/>
        </p:nvGrpSpPr>
        <p:grpSpPr bwMode="auto">
          <a:xfrm>
            <a:off x="6954838" y="3433763"/>
            <a:ext cx="2709862" cy="952500"/>
            <a:chOff x="3477" y="216"/>
            <a:chExt cx="1707" cy="600"/>
          </a:xfrm>
        </p:grpSpPr>
        <p:grpSp>
          <p:nvGrpSpPr>
            <p:cNvPr id="15372" name="Group 77">
              <a:extLst>
                <a:ext uri="{FF2B5EF4-FFF2-40B4-BE49-F238E27FC236}">
                  <a16:creationId xmlns:a16="http://schemas.microsoft.com/office/drawing/2014/main" id="{5B8042A2-68BD-4AD5-9161-AB267C438ABF}"/>
                </a:ext>
              </a:extLst>
            </p:cNvPr>
            <p:cNvGrpSpPr>
              <a:grpSpLocks/>
            </p:cNvGrpSpPr>
            <p:nvPr/>
          </p:nvGrpSpPr>
          <p:grpSpPr bwMode="auto">
            <a:xfrm>
              <a:off x="3477" y="528"/>
              <a:ext cx="1707" cy="288"/>
              <a:chOff x="3477" y="288"/>
              <a:chExt cx="1707" cy="288"/>
            </a:xfrm>
          </p:grpSpPr>
          <p:sp>
            <p:nvSpPr>
              <p:cNvPr id="15374" name="Text Box 78">
                <a:extLst>
                  <a:ext uri="{FF2B5EF4-FFF2-40B4-BE49-F238E27FC236}">
                    <a16:creationId xmlns:a16="http://schemas.microsoft.com/office/drawing/2014/main" id="{B155B852-52CB-4E56-B3A5-84F1CAF7AB7E}"/>
                  </a:ext>
                </a:extLst>
              </p:cNvPr>
              <p:cNvSpPr txBox="1">
                <a:spLocks noChangeArrowheads="1"/>
              </p:cNvSpPr>
              <p:nvPr/>
            </p:nvSpPr>
            <p:spPr bwMode="auto">
              <a:xfrm>
                <a:off x="3477" y="288"/>
                <a:ext cx="7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kumimoji="0" lang="en-US" altLang="zh-CN" sz="2400">
                    <a:latin typeface="Arial" panose="020B0604020202020204" pitchFamily="34" charset="0"/>
                  </a:rPr>
                  <a:t>4 users</a:t>
                </a:r>
                <a:endParaRPr kumimoji="0" lang="fr-FR" altLang="zh-CN" sz="2400">
                  <a:latin typeface="Arial" panose="020B0604020202020204" pitchFamily="34" charset="0"/>
                </a:endParaRPr>
              </a:p>
            </p:txBody>
          </p:sp>
          <p:sp>
            <p:nvSpPr>
              <p:cNvPr id="15375" name="Rectangle 79">
                <a:extLst>
                  <a:ext uri="{FF2B5EF4-FFF2-40B4-BE49-F238E27FC236}">
                    <a16:creationId xmlns:a16="http://schemas.microsoft.com/office/drawing/2014/main" id="{A186E9DE-9212-4858-A79D-6AAEA733206C}"/>
                  </a:ext>
                </a:extLst>
              </p:cNvPr>
              <p:cNvSpPr>
                <a:spLocks noChangeArrowheads="1"/>
              </p:cNvSpPr>
              <p:nvPr/>
            </p:nvSpPr>
            <p:spPr bwMode="auto">
              <a:xfrm>
                <a:off x="4464" y="352"/>
                <a:ext cx="144" cy="144"/>
              </a:xfrm>
              <a:prstGeom prst="rect">
                <a:avLst/>
              </a:prstGeom>
              <a:solidFill>
                <a:srgbClr val="33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5376" name="Rectangle 80">
                <a:extLst>
                  <a:ext uri="{FF2B5EF4-FFF2-40B4-BE49-F238E27FC236}">
                    <a16:creationId xmlns:a16="http://schemas.microsoft.com/office/drawing/2014/main" id="{2CCC25A0-A87E-4E1E-93B8-09F2BA8F445A}"/>
                  </a:ext>
                </a:extLst>
              </p:cNvPr>
              <p:cNvSpPr>
                <a:spLocks noChangeArrowheads="1"/>
              </p:cNvSpPr>
              <p:nvPr/>
            </p:nvSpPr>
            <p:spPr bwMode="auto">
              <a:xfrm>
                <a:off x="4656" y="352"/>
                <a:ext cx="144" cy="144"/>
              </a:xfrm>
              <a:prstGeom prst="rect">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5377" name="Rectangle 81">
                <a:extLst>
                  <a:ext uri="{FF2B5EF4-FFF2-40B4-BE49-F238E27FC236}">
                    <a16:creationId xmlns:a16="http://schemas.microsoft.com/office/drawing/2014/main" id="{B3BFF19E-D568-4659-B994-5ADE71975317}"/>
                  </a:ext>
                </a:extLst>
              </p:cNvPr>
              <p:cNvSpPr>
                <a:spLocks noChangeArrowheads="1"/>
              </p:cNvSpPr>
              <p:nvPr/>
            </p:nvSpPr>
            <p:spPr bwMode="auto">
              <a:xfrm>
                <a:off x="4848" y="352"/>
                <a:ext cx="144" cy="144"/>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5378" name="Rectangle 82">
                <a:extLst>
                  <a:ext uri="{FF2B5EF4-FFF2-40B4-BE49-F238E27FC236}">
                    <a16:creationId xmlns:a16="http://schemas.microsoft.com/office/drawing/2014/main" id="{A980D83A-9FB5-4C7E-9047-DB5A87BBE369}"/>
                  </a:ext>
                </a:extLst>
              </p:cNvPr>
              <p:cNvSpPr>
                <a:spLocks noChangeArrowheads="1"/>
              </p:cNvSpPr>
              <p:nvPr/>
            </p:nvSpPr>
            <p:spPr bwMode="auto">
              <a:xfrm>
                <a:off x="5040" y="352"/>
                <a:ext cx="144" cy="144"/>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sp>
          <p:nvSpPr>
            <p:cNvPr id="15373" name="Text Box 83">
              <a:extLst>
                <a:ext uri="{FF2B5EF4-FFF2-40B4-BE49-F238E27FC236}">
                  <a16:creationId xmlns:a16="http://schemas.microsoft.com/office/drawing/2014/main" id="{FD4ACCD3-81A1-49CC-82A5-C94FAB64570E}"/>
                </a:ext>
              </a:extLst>
            </p:cNvPr>
            <p:cNvSpPr txBox="1">
              <a:spLocks noChangeArrowheads="1"/>
            </p:cNvSpPr>
            <p:nvPr/>
          </p:nvSpPr>
          <p:spPr bwMode="auto">
            <a:xfrm>
              <a:off x="3480" y="216"/>
              <a:ext cx="9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kumimoji="0" lang="en-US" altLang="zh-CN" sz="2400">
                  <a:latin typeface="Arial" panose="020B0604020202020204" pitchFamily="34" charset="0"/>
                </a:rPr>
                <a:t>Example:</a:t>
              </a:r>
              <a:endParaRPr kumimoji="0" lang="fr-FR" altLang="zh-CN" sz="2400">
                <a:latin typeface="Arial" panose="020B0604020202020204" pitchFamily="34" charset="0"/>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59170">
                                            <p:txEl>
                                              <p:pRg st="0" end="0"/>
                                            </p:txEl>
                                          </p:spTgt>
                                        </p:tgtEl>
                                        <p:attrNameLst>
                                          <p:attrName>style.visibility</p:attrName>
                                        </p:attrNameLst>
                                      </p:cBhvr>
                                      <p:to>
                                        <p:strVal val="visible"/>
                                      </p:to>
                                    </p:set>
                                    <p:animEffect transition="in" filter="wipe(left)">
                                      <p:cBhvr>
                                        <p:cTn id="7" dur="500"/>
                                        <p:tgtEl>
                                          <p:spTgt spid="115917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59244"/>
                                        </p:tgtEl>
                                        <p:attrNameLst>
                                          <p:attrName>style.visibility</p:attrName>
                                        </p:attrNameLst>
                                      </p:cBhvr>
                                      <p:to>
                                        <p:strVal val="visible"/>
                                      </p:to>
                                    </p:set>
                                    <p:animEffect transition="in" filter="wipe(left)">
                                      <p:cBhvr>
                                        <p:cTn id="12" dur="500"/>
                                        <p:tgtEl>
                                          <p:spTgt spid="11592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115917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1159203"/>
                                        </p:tgtEl>
                                        <p:attrNameLst>
                                          <p:attrName>style.visibility</p:attrName>
                                        </p:attrNameLst>
                                      </p:cBhvr>
                                      <p:to>
                                        <p:strVal val="visible"/>
                                      </p:to>
                                    </p:set>
                                    <p:animEffect transition="in" filter="wipe(up)">
                                      <p:cBhvr>
                                        <p:cTn id="21" dur="500"/>
                                        <p:tgtEl>
                                          <p:spTgt spid="115920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1159179"/>
                                        </p:tgtEl>
                                        <p:attrNameLst>
                                          <p:attrName>style.visibility</p:attrName>
                                        </p:attrNameLst>
                                      </p:cBhvr>
                                      <p:to>
                                        <p:strVal val="visible"/>
                                      </p:to>
                                    </p:set>
                                    <p:animEffect transition="in" filter="wipe(up)">
                                      <p:cBhvr>
                                        <p:cTn id="26" dur="500"/>
                                        <p:tgtEl>
                                          <p:spTgt spid="1159179"/>
                                        </p:tgtEl>
                                      </p:cBhvr>
                                    </p:animEffect>
                                  </p:childTnLst>
                                </p:cTn>
                              </p:par>
                            </p:childTnLst>
                          </p:cTn>
                        </p:par>
                        <p:par>
                          <p:cTn id="27" fill="hold" nodeType="afterGroup">
                            <p:stCondLst>
                              <p:cond delay="500"/>
                            </p:stCondLst>
                            <p:childTnLst>
                              <p:par>
                                <p:cTn id="28" presetID="22" presetClass="entr" presetSubtype="1" fill="hold" nodeType="afterEffect">
                                  <p:stCondLst>
                                    <p:cond delay="0"/>
                                  </p:stCondLst>
                                  <p:childTnLst>
                                    <p:set>
                                      <p:cBhvr>
                                        <p:cTn id="29" dur="1" fill="hold">
                                          <p:stCondLst>
                                            <p:cond delay="0"/>
                                          </p:stCondLst>
                                        </p:cTn>
                                        <p:tgtEl>
                                          <p:spTgt spid="1159185"/>
                                        </p:tgtEl>
                                        <p:attrNameLst>
                                          <p:attrName>style.visibility</p:attrName>
                                        </p:attrNameLst>
                                      </p:cBhvr>
                                      <p:to>
                                        <p:strVal val="visible"/>
                                      </p:to>
                                    </p:set>
                                    <p:animEffect transition="in" filter="wipe(up)">
                                      <p:cBhvr>
                                        <p:cTn id="30" dur="500"/>
                                        <p:tgtEl>
                                          <p:spTgt spid="1159185"/>
                                        </p:tgtEl>
                                      </p:cBhvr>
                                    </p:animEffect>
                                  </p:childTnLst>
                                </p:cTn>
                              </p:par>
                            </p:childTnLst>
                          </p:cTn>
                        </p:par>
                        <p:par>
                          <p:cTn id="31" fill="hold" nodeType="afterGroup">
                            <p:stCondLst>
                              <p:cond delay="1000"/>
                            </p:stCondLst>
                            <p:childTnLst>
                              <p:par>
                                <p:cTn id="32" presetID="22" presetClass="entr" presetSubtype="1" fill="hold" nodeType="afterEffect">
                                  <p:stCondLst>
                                    <p:cond delay="0"/>
                                  </p:stCondLst>
                                  <p:childTnLst>
                                    <p:set>
                                      <p:cBhvr>
                                        <p:cTn id="33" dur="1" fill="hold">
                                          <p:stCondLst>
                                            <p:cond delay="0"/>
                                          </p:stCondLst>
                                        </p:cTn>
                                        <p:tgtEl>
                                          <p:spTgt spid="1159191"/>
                                        </p:tgtEl>
                                        <p:attrNameLst>
                                          <p:attrName>style.visibility</p:attrName>
                                        </p:attrNameLst>
                                      </p:cBhvr>
                                      <p:to>
                                        <p:strVal val="visible"/>
                                      </p:to>
                                    </p:set>
                                    <p:animEffect transition="in" filter="wipe(up)">
                                      <p:cBhvr>
                                        <p:cTn id="34" dur="500"/>
                                        <p:tgtEl>
                                          <p:spTgt spid="1159191"/>
                                        </p:tgtEl>
                                      </p:cBhvr>
                                    </p:animEffect>
                                  </p:childTnLst>
                                </p:cTn>
                              </p:par>
                            </p:childTnLst>
                          </p:cTn>
                        </p:par>
                        <p:par>
                          <p:cTn id="35" fill="hold" nodeType="afterGroup">
                            <p:stCondLst>
                              <p:cond delay="1500"/>
                            </p:stCondLst>
                            <p:childTnLst>
                              <p:par>
                                <p:cTn id="36" presetID="22" presetClass="entr" presetSubtype="1" fill="hold" nodeType="afterEffect">
                                  <p:stCondLst>
                                    <p:cond delay="0"/>
                                  </p:stCondLst>
                                  <p:childTnLst>
                                    <p:set>
                                      <p:cBhvr>
                                        <p:cTn id="37" dur="1" fill="hold">
                                          <p:stCondLst>
                                            <p:cond delay="0"/>
                                          </p:stCondLst>
                                        </p:cTn>
                                        <p:tgtEl>
                                          <p:spTgt spid="1159197"/>
                                        </p:tgtEl>
                                        <p:attrNameLst>
                                          <p:attrName>style.visibility</p:attrName>
                                        </p:attrNameLst>
                                      </p:cBhvr>
                                      <p:to>
                                        <p:strVal val="visible"/>
                                      </p:to>
                                    </p:set>
                                    <p:animEffect transition="in" filter="wipe(up)">
                                      <p:cBhvr>
                                        <p:cTn id="38" dur="500"/>
                                        <p:tgtEl>
                                          <p:spTgt spid="115919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1159223"/>
                                        </p:tgtEl>
                                        <p:attrNameLst>
                                          <p:attrName>style.visibility</p:attrName>
                                        </p:attrNameLst>
                                      </p:cBhvr>
                                      <p:to>
                                        <p:strVal val="visible"/>
                                      </p:to>
                                    </p:set>
                                    <p:animEffect transition="in" filter="wipe(up)">
                                      <p:cBhvr>
                                        <p:cTn id="43" dur="500"/>
                                        <p:tgtEl>
                                          <p:spTgt spid="1159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9170"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a:extLst>
              <a:ext uri="{FF2B5EF4-FFF2-40B4-BE49-F238E27FC236}">
                <a16:creationId xmlns:a16="http://schemas.microsoft.com/office/drawing/2014/main" id="{A39271B8-41E6-4176-B5EB-CF65C1CAEA20}"/>
              </a:ext>
            </a:extLst>
          </p:cNvPr>
          <p:cNvSpPr txBox="1">
            <a:spLocks noChangeArrowheads="1"/>
          </p:cNvSpPr>
          <p:nvPr/>
        </p:nvSpPr>
        <p:spPr bwMode="auto">
          <a:xfrm>
            <a:off x="550863" y="1557338"/>
            <a:ext cx="11233150" cy="3865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10000"/>
              </a:lnSpc>
              <a:spcBef>
                <a:spcPct val="0"/>
              </a:spcBef>
              <a:buClrTx/>
              <a:buSzTx/>
              <a:buFontTx/>
              <a:buNone/>
            </a:pPr>
            <a:r>
              <a:rPr lang="zh-CN" altLang="en-US" sz="2800" b="1">
                <a:latin typeface="华文楷体" panose="02010600040101010101" pitchFamily="2" charset="-122"/>
                <a:ea typeface="华文楷体" panose="02010600040101010101" pitchFamily="2" charset="-122"/>
              </a:rPr>
              <a:t>波分复用技术主要用于全光纤网组成的通信系统，是计算机网络系统目前及以后的主要通信传输复用技术之一。</a:t>
            </a:r>
            <a:endParaRPr lang="en-US" altLang="zh-CN" sz="2800" b="1">
              <a:latin typeface="华文楷体" panose="02010600040101010101" pitchFamily="2" charset="-122"/>
              <a:ea typeface="华文楷体" panose="02010600040101010101" pitchFamily="2" charset="-122"/>
            </a:endParaRPr>
          </a:p>
          <a:p>
            <a:pPr algn="just" eaLnBrk="1" hangingPunct="1">
              <a:lnSpc>
                <a:spcPct val="110000"/>
              </a:lnSpc>
              <a:spcBef>
                <a:spcPct val="0"/>
              </a:spcBef>
              <a:buClrTx/>
              <a:buSzTx/>
              <a:buFontTx/>
              <a:buNone/>
            </a:pPr>
            <a:r>
              <a:rPr lang="zh-CN" altLang="en-US" sz="2800" b="1">
                <a:latin typeface="华文楷体" panose="02010600040101010101" pitchFamily="2" charset="-122"/>
                <a:ea typeface="华文楷体" panose="02010600040101010101" pitchFamily="2" charset="-122"/>
              </a:rPr>
              <a:t>光纤系统使用两根光纤，一根发送，一根接收。</a:t>
            </a:r>
            <a:endParaRPr lang="en-US" altLang="zh-CN" sz="2800" b="1">
              <a:latin typeface="华文楷体" panose="02010600040101010101" pitchFamily="2" charset="-122"/>
              <a:ea typeface="华文楷体" panose="02010600040101010101" pitchFamily="2" charset="-122"/>
            </a:endParaRPr>
          </a:p>
          <a:p>
            <a:pPr algn="just" eaLnBrk="1" hangingPunct="1">
              <a:lnSpc>
                <a:spcPct val="110000"/>
              </a:lnSpc>
              <a:spcBef>
                <a:spcPct val="0"/>
              </a:spcBef>
              <a:buClrTx/>
              <a:buSzTx/>
              <a:buFontTx/>
              <a:buNone/>
            </a:pPr>
            <a:r>
              <a:rPr lang="zh-CN" altLang="en-US" sz="2800" b="1">
                <a:latin typeface="华文楷体" panose="02010600040101010101" pitchFamily="2" charset="-122"/>
                <a:ea typeface="华文楷体" panose="02010600040101010101" pitchFamily="2" charset="-122"/>
              </a:rPr>
              <a:t>目前一般的光纤系统都是利用光纤的一个特性，即光子通过光纤时，可以以不同的波长传送多个信息流，每个波长都可以同时通过光纤，这个过程称为波分复用。</a:t>
            </a:r>
            <a:endParaRPr lang="en-US" altLang="zh-CN" sz="2800" b="1">
              <a:latin typeface="华文楷体" panose="02010600040101010101" pitchFamily="2" charset="-122"/>
              <a:ea typeface="华文楷体" panose="02010600040101010101" pitchFamily="2" charset="-122"/>
            </a:endParaRPr>
          </a:p>
          <a:p>
            <a:pPr algn="just" eaLnBrk="1" hangingPunct="1">
              <a:lnSpc>
                <a:spcPct val="110000"/>
              </a:lnSpc>
              <a:spcBef>
                <a:spcPct val="0"/>
              </a:spcBef>
              <a:buClrTx/>
              <a:buSzTx/>
              <a:buFontTx/>
              <a:buNone/>
            </a:pPr>
            <a:r>
              <a:rPr lang="zh-CN" altLang="en-US" sz="2800" b="1">
                <a:latin typeface="华文楷体" panose="02010600040101010101" pitchFamily="2" charset="-122"/>
                <a:ea typeface="华文楷体" panose="02010600040101010101" pitchFamily="2" charset="-122"/>
              </a:rPr>
              <a:t>目前，这种技术可以传送多个波长的激光，每个波长之间的间隔不到</a:t>
            </a:r>
            <a:r>
              <a:rPr lang="en-US" altLang="zh-CN" sz="2800" b="1">
                <a:latin typeface="华文楷体" panose="02010600040101010101" pitchFamily="2" charset="-122"/>
                <a:ea typeface="华文楷体" panose="02010600040101010101" pitchFamily="2" charset="-122"/>
              </a:rPr>
              <a:t>1 nm</a:t>
            </a:r>
            <a:r>
              <a:rPr lang="zh-CN" altLang="en-US" sz="2800" b="1">
                <a:latin typeface="华文楷体" panose="02010600040101010101" pitchFamily="2" charset="-122"/>
                <a:ea typeface="华文楷体" panose="02010600040101010101" pitchFamily="2" charset="-122"/>
              </a:rPr>
              <a:t>，这种技术称为密集波分多路复用（</a:t>
            </a:r>
            <a:r>
              <a:rPr lang="en-US" altLang="zh-CN" sz="2800" b="1">
                <a:latin typeface="华文楷体" panose="02010600040101010101" pitchFamily="2" charset="-122"/>
                <a:ea typeface="华文楷体" panose="02010600040101010101" pitchFamily="2" charset="-122"/>
              </a:rPr>
              <a:t>DWDM</a:t>
            </a:r>
            <a:r>
              <a:rPr lang="zh-CN" altLang="en-US" sz="2800" b="1">
                <a:latin typeface="华文楷体" panose="02010600040101010101" pitchFamily="2" charset="-122"/>
                <a:ea typeface="华文楷体" panose="02010600040101010101" pitchFamily="2" charset="-122"/>
              </a:rPr>
              <a:t>）</a:t>
            </a:r>
          </a:p>
        </p:txBody>
      </p:sp>
      <p:sp>
        <p:nvSpPr>
          <p:cNvPr id="17411" name="Rectangle 3">
            <a:extLst>
              <a:ext uri="{FF2B5EF4-FFF2-40B4-BE49-F238E27FC236}">
                <a16:creationId xmlns:a16="http://schemas.microsoft.com/office/drawing/2014/main" id="{375AA96C-810A-42F4-9D63-BF6A92B9F6D3}"/>
              </a:ext>
            </a:extLst>
          </p:cNvPr>
          <p:cNvSpPr>
            <a:spLocks noGrp="1" noChangeArrowheads="1"/>
          </p:cNvSpPr>
          <p:nvPr>
            <p:ph type="title" idx="4294967295"/>
          </p:nvPr>
        </p:nvSpPr>
        <p:spPr>
          <a:xfrm>
            <a:off x="2949575" y="288925"/>
            <a:ext cx="5967413" cy="352425"/>
          </a:xfrm>
          <a:noFill/>
        </p:spPr>
        <p:txBody>
          <a:bodyPr wrap="none"/>
          <a:lstStyle/>
          <a:p>
            <a:pPr eaLnBrk="1" hangingPunct="1"/>
            <a:r>
              <a:rPr lang="zh-CN" altLang="en-US">
                <a:ea typeface="华文楷体" panose="02010600040101010101" pitchFamily="2" charset="-122"/>
              </a:rPr>
              <a:t>波分多路复用</a:t>
            </a:r>
            <a:r>
              <a:rPr lang="en-US" altLang="zh-CN">
                <a:ea typeface="华文楷体" panose="02010600040101010101" pitchFamily="2" charset="-122"/>
              </a:rPr>
              <a:t>WDMA</a:t>
            </a:r>
          </a:p>
        </p:txBody>
      </p:sp>
    </p:spTree>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06C21B0-278F-4AE7-BECA-F83B7E86F910}"/>
              </a:ext>
            </a:extLst>
          </p:cNvPr>
          <p:cNvSpPr>
            <a:spLocks noGrp="1" noChangeArrowheads="1"/>
          </p:cNvSpPr>
          <p:nvPr>
            <p:ph type="title" idx="4294967295"/>
          </p:nvPr>
        </p:nvSpPr>
        <p:spPr>
          <a:xfrm>
            <a:off x="3090863" y="303213"/>
            <a:ext cx="5967412" cy="350837"/>
          </a:xfrm>
          <a:noFill/>
        </p:spPr>
        <p:txBody>
          <a:bodyPr wrap="none"/>
          <a:lstStyle/>
          <a:p>
            <a:pPr eaLnBrk="1" hangingPunct="1"/>
            <a:r>
              <a:rPr lang="zh-CN" altLang="en-US">
                <a:ea typeface="华文楷体" panose="02010600040101010101" pitchFamily="2" charset="-122"/>
              </a:rPr>
              <a:t>波分复用</a:t>
            </a:r>
            <a:r>
              <a:rPr lang="en-US" altLang="zh-CN">
                <a:ea typeface="华文楷体" panose="02010600040101010101" pitchFamily="2" charset="-122"/>
              </a:rPr>
              <a:t>WDMA</a:t>
            </a:r>
          </a:p>
        </p:txBody>
      </p:sp>
      <p:sp>
        <p:nvSpPr>
          <p:cNvPr id="1165315" name="AutoShape 3">
            <a:extLst>
              <a:ext uri="{FF2B5EF4-FFF2-40B4-BE49-F238E27FC236}">
                <a16:creationId xmlns:a16="http://schemas.microsoft.com/office/drawing/2014/main" id="{AC0994C1-44E8-46D2-98EF-609C91F36DBB}"/>
              </a:ext>
            </a:extLst>
          </p:cNvPr>
          <p:cNvSpPr>
            <a:spLocks noChangeArrowheads="1"/>
          </p:cNvSpPr>
          <p:nvPr/>
        </p:nvSpPr>
        <p:spPr bwMode="auto">
          <a:xfrm>
            <a:off x="3757613" y="3362325"/>
            <a:ext cx="1600200" cy="1423988"/>
          </a:xfrm>
          <a:prstGeom prst="triangle">
            <a:avLst>
              <a:gd name="adj" fmla="val 50000"/>
            </a:avLst>
          </a:prstGeom>
          <a:solidFill>
            <a:srgbClr val="CCFFFF">
              <a:alpha val="50195"/>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165316" name="AutoShape 4">
            <a:extLst>
              <a:ext uri="{FF2B5EF4-FFF2-40B4-BE49-F238E27FC236}">
                <a16:creationId xmlns:a16="http://schemas.microsoft.com/office/drawing/2014/main" id="{89A2E297-8724-4823-B192-4A789B0639B2}"/>
              </a:ext>
            </a:extLst>
          </p:cNvPr>
          <p:cNvSpPr>
            <a:spLocks noChangeArrowheads="1"/>
          </p:cNvSpPr>
          <p:nvPr/>
        </p:nvSpPr>
        <p:spPr bwMode="auto">
          <a:xfrm>
            <a:off x="6778625" y="3362325"/>
            <a:ext cx="1600200" cy="1423988"/>
          </a:xfrm>
          <a:prstGeom prst="triangle">
            <a:avLst>
              <a:gd name="adj" fmla="val 50000"/>
            </a:avLst>
          </a:prstGeom>
          <a:solidFill>
            <a:srgbClr val="CCFFFF">
              <a:alpha val="50195"/>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165317" name="Line 5">
            <a:extLst>
              <a:ext uri="{FF2B5EF4-FFF2-40B4-BE49-F238E27FC236}">
                <a16:creationId xmlns:a16="http://schemas.microsoft.com/office/drawing/2014/main" id="{E6B3D8EC-5250-4324-81D6-645C3A775AFF}"/>
              </a:ext>
            </a:extLst>
          </p:cNvPr>
          <p:cNvSpPr>
            <a:spLocks noChangeShapeType="1"/>
          </p:cNvSpPr>
          <p:nvPr/>
        </p:nvSpPr>
        <p:spPr bwMode="auto">
          <a:xfrm>
            <a:off x="4251325" y="3906838"/>
            <a:ext cx="746125" cy="265112"/>
          </a:xfrm>
          <a:prstGeom prst="line">
            <a:avLst/>
          </a:prstGeom>
          <a:noFill/>
          <a:ln w="38100">
            <a:solidFill>
              <a:srgbClr val="33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5318" name="Line 6">
            <a:extLst>
              <a:ext uri="{FF2B5EF4-FFF2-40B4-BE49-F238E27FC236}">
                <a16:creationId xmlns:a16="http://schemas.microsoft.com/office/drawing/2014/main" id="{3AEAE730-8278-4324-9792-E447BA557950}"/>
              </a:ext>
            </a:extLst>
          </p:cNvPr>
          <p:cNvSpPr>
            <a:spLocks noChangeShapeType="1"/>
          </p:cNvSpPr>
          <p:nvPr/>
        </p:nvSpPr>
        <p:spPr bwMode="auto">
          <a:xfrm>
            <a:off x="2338388" y="2981325"/>
            <a:ext cx="1917700" cy="914400"/>
          </a:xfrm>
          <a:prstGeom prst="line">
            <a:avLst/>
          </a:prstGeom>
          <a:noFill/>
          <a:ln w="38100">
            <a:solidFill>
              <a:srgbClr val="33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5319" name="Line 7">
            <a:extLst>
              <a:ext uri="{FF2B5EF4-FFF2-40B4-BE49-F238E27FC236}">
                <a16:creationId xmlns:a16="http://schemas.microsoft.com/office/drawing/2014/main" id="{E2FEB062-8347-43F0-81AD-9D3C9FDE175F}"/>
              </a:ext>
            </a:extLst>
          </p:cNvPr>
          <p:cNvSpPr>
            <a:spLocks noChangeShapeType="1"/>
          </p:cNvSpPr>
          <p:nvPr/>
        </p:nvSpPr>
        <p:spPr bwMode="auto">
          <a:xfrm flipV="1">
            <a:off x="2298700" y="4287838"/>
            <a:ext cx="1766888" cy="51911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5320" name="Line 8">
            <a:extLst>
              <a:ext uri="{FF2B5EF4-FFF2-40B4-BE49-F238E27FC236}">
                <a16:creationId xmlns:a16="http://schemas.microsoft.com/office/drawing/2014/main" id="{5919531C-B92A-42FB-9946-5DCD114A5844}"/>
              </a:ext>
            </a:extLst>
          </p:cNvPr>
          <p:cNvSpPr>
            <a:spLocks noChangeShapeType="1"/>
          </p:cNvSpPr>
          <p:nvPr/>
        </p:nvSpPr>
        <p:spPr bwMode="auto">
          <a:xfrm flipV="1">
            <a:off x="4065588" y="4164013"/>
            <a:ext cx="935037" cy="123825"/>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5321" name="Line 9">
            <a:extLst>
              <a:ext uri="{FF2B5EF4-FFF2-40B4-BE49-F238E27FC236}">
                <a16:creationId xmlns:a16="http://schemas.microsoft.com/office/drawing/2014/main" id="{DC0E3A5E-0BC0-499C-9C83-B6CD47C3AC2C}"/>
              </a:ext>
            </a:extLst>
          </p:cNvPr>
          <p:cNvSpPr>
            <a:spLocks noChangeShapeType="1"/>
          </p:cNvSpPr>
          <p:nvPr/>
        </p:nvSpPr>
        <p:spPr bwMode="auto">
          <a:xfrm flipH="1">
            <a:off x="7847013" y="2795588"/>
            <a:ext cx="1751012" cy="1079500"/>
          </a:xfrm>
          <a:prstGeom prst="line">
            <a:avLst/>
          </a:prstGeom>
          <a:noFill/>
          <a:ln w="38100">
            <a:solidFill>
              <a:srgbClr val="33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5322" name="Line 10">
            <a:extLst>
              <a:ext uri="{FF2B5EF4-FFF2-40B4-BE49-F238E27FC236}">
                <a16:creationId xmlns:a16="http://schemas.microsoft.com/office/drawing/2014/main" id="{2F0FB1B2-5356-4242-BBE2-BFFAEBDA3599}"/>
              </a:ext>
            </a:extLst>
          </p:cNvPr>
          <p:cNvSpPr>
            <a:spLocks noChangeShapeType="1"/>
          </p:cNvSpPr>
          <p:nvPr/>
        </p:nvSpPr>
        <p:spPr bwMode="auto">
          <a:xfrm flipH="1" flipV="1">
            <a:off x="8120063" y="4308475"/>
            <a:ext cx="1766887" cy="519113"/>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5323" name="Line 11">
            <a:extLst>
              <a:ext uri="{FF2B5EF4-FFF2-40B4-BE49-F238E27FC236}">
                <a16:creationId xmlns:a16="http://schemas.microsoft.com/office/drawing/2014/main" id="{5687E4F5-DBA1-434A-AB27-BDBD63FEFC12}"/>
              </a:ext>
            </a:extLst>
          </p:cNvPr>
          <p:cNvSpPr>
            <a:spLocks noChangeShapeType="1"/>
          </p:cNvSpPr>
          <p:nvPr/>
        </p:nvSpPr>
        <p:spPr bwMode="auto">
          <a:xfrm>
            <a:off x="5000625" y="4164013"/>
            <a:ext cx="2119313" cy="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5324" name="Line 12">
            <a:extLst>
              <a:ext uri="{FF2B5EF4-FFF2-40B4-BE49-F238E27FC236}">
                <a16:creationId xmlns:a16="http://schemas.microsoft.com/office/drawing/2014/main" id="{24F14B2E-BA53-4625-B78E-EF5979156DB1}"/>
              </a:ext>
            </a:extLst>
          </p:cNvPr>
          <p:cNvSpPr>
            <a:spLocks noChangeShapeType="1"/>
          </p:cNvSpPr>
          <p:nvPr/>
        </p:nvSpPr>
        <p:spPr bwMode="auto">
          <a:xfrm flipH="1">
            <a:off x="7102475" y="3870325"/>
            <a:ext cx="755650" cy="284163"/>
          </a:xfrm>
          <a:prstGeom prst="line">
            <a:avLst/>
          </a:prstGeom>
          <a:noFill/>
          <a:ln w="38100">
            <a:solidFill>
              <a:srgbClr val="33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5325" name="Line 13">
            <a:extLst>
              <a:ext uri="{FF2B5EF4-FFF2-40B4-BE49-F238E27FC236}">
                <a16:creationId xmlns:a16="http://schemas.microsoft.com/office/drawing/2014/main" id="{C30C75B8-C05A-483B-B529-54F5B6275868}"/>
              </a:ext>
            </a:extLst>
          </p:cNvPr>
          <p:cNvSpPr>
            <a:spLocks noChangeShapeType="1"/>
          </p:cNvSpPr>
          <p:nvPr/>
        </p:nvSpPr>
        <p:spPr bwMode="auto">
          <a:xfrm flipH="1" flipV="1">
            <a:off x="7110413" y="4168775"/>
            <a:ext cx="1011237" cy="142875"/>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5326" name="AutoShape 14">
            <a:extLst>
              <a:ext uri="{FF2B5EF4-FFF2-40B4-BE49-F238E27FC236}">
                <a16:creationId xmlns:a16="http://schemas.microsoft.com/office/drawing/2014/main" id="{612730F1-C2E4-442F-96EE-4E64177E783B}"/>
              </a:ext>
            </a:extLst>
          </p:cNvPr>
          <p:cNvSpPr>
            <a:spLocks noChangeArrowheads="1"/>
          </p:cNvSpPr>
          <p:nvPr/>
        </p:nvSpPr>
        <p:spPr bwMode="auto">
          <a:xfrm>
            <a:off x="2651125" y="2001838"/>
            <a:ext cx="1519238" cy="687387"/>
          </a:xfrm>
          <a:prstGeom prst="wedgeRoundRectCallout">
            <a:avLst>
              <a:gd name="adj1" fmla="val -26593"/>
              <a:gd name="adj2" fmla="val 215356"/>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b="1">
                <a:latin typeface="Times New Roman" panose="02020603050405020304" pitchFamily="18" charset="0"/>
              </a:rPr>
              <a:t>光纤</a:t>
            </a:r>
            <a:r>
              <a:rPr lang="en-US" altLang="zh-CN" b="1">
                <a:latin typeface="Times New Roman" panose="02020603050405020304" pitchFamily="18" charset="0"/>
              </a:rPr>
              <a:t>1</a:t>
            </a:r>
          </a:p>
        </p:txBody>
      </p:sp>
      <p:sp>
        <p:nvSpPr>
          <p:cNvPr id="1165327" name="AutoShape 15">
            <a:extLst>
              <a:ext uri="{FF2B5EF4-FFF2-40B4-BE49-F238E27FC236}">
                <a16:creationId xmlns:a16="http://schemas.microsoft.com/office/drawing/2014/main" id="{EAB2CBEE-4D33-4074-8F3C-5815989458F4}"/>
              </a:ext>
            </a:extLst>
          </p:cNvPr>
          <p:cNvSpPr>
            <a:spLocks noChangeArrowheads="1"/>
          </p:cNvSpPr>
          <p:nvPr/>
        </p:nvSpPr>
        <p:spPr bwMode="auto">
          <a:xfrm>
            <a:off x="2465388" y="4910138"/>
            <a:ext cx="1519237" cy="687387"/>
          </a:xfrm>
          <a:prstGeom prst="wedgeRoundRectCallout">
            <a:avLst>
              <a:gd name="adj1" fmla="val -10190"/>
              <a:gd name="adj2" fmla="val 9815"/>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b="1">
                <a:latin typeface="Times New Roman" panose="02020603050405020304" pitchFamily="18" charset="0"/>
              </a:rPr>
              <a:t>光纤</a:t>
            </a:r>
            <a:r>
              <a:rPr lang="en-US" altLang="zh-CN" b="1">
                <a:latin typeface="Times New Roman" panose="02020603050405020304" pitchFamily="18" charset="0"/>
              </a:rPr>
              <a:t>2</a:t>
            </a:r>
          </a:p>
        </p:txBody>
      </p:sp>
      <p:sp>
        <p:nvSpPr>
          <p:cNvPr id="1165328" name="AutoShape 16">
            <a:extLst>
              <a:ext uri="{FF2B5EF4-FFF2-40B4-BE49-F238E27FC236}">
                <a16:creationId xmlns:a16="http://schemas.microsoft.com/office/drawing/2014/main" id="{41290F7D-F266-4CD3-9154-A90D8C36FCC8}"/>
              </a:ext>
            </a:extLst>
          </p:cNvPr>
          <p:cNvSpPr>
            <a:spLocks noChangeArrowheads="1"/>
          </p:cNvSpPr>
          <p:nvPr/>
        </p:nvSpPr>
        <p:spPr bwMode="auto">
          <a:xfrm>
            <a:off x="4645025" y="2438400"/>
            <a:ext cx="3887788" cy="687388"/>
          </a:xfrm>
          <a:prstGeom prst="wedgeRoundRectCallout">
            <a:avLst>
              <a:gd name="adj1" fmla="val -40852"/>
              <a:gd name="adj2" fmla="val 215356"/>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b="1">
                <a:latin typeface="Times New Roman" panose="02020603050405020304" pitchFamily="18" charset="0"/>
              </a:rPr>
              <a:t>棱柱或者衍射光栅</a:t>
            </a:r>
          </a:p>
        </p:txBody>
      </p:sp>
      <p:sp>
        <p:nvSpPr>
          <p:cNvPr id="1165329" name="AutoShape 17">
            <a:extLst>
              <a:ext uri="{FF2B5EF4-FFF2-40B4-BE49-F238E27FC236}">
                <a16:creationId xmlns:a16="http://schemas.microsoft.com/office/drawing/2014/main" id="{9129168F-19EB-4484-A6F4-85AD69EFF2CE}"/>
              </a:ext>
            </a:extLst>
          </p:cNvPr>
          <p:cNvSpPr>
            <a:spLocks noChangeArrowheads="1"/>
          </p:cNvSpPr>
          <p:nvPr/>
        </p:nvSpPr>
        <p:spPr bwMode="auto">
          <a:xfrm>
            <a:off x="4937125" y="5014913"/>
            <a:ext cx="2206625" cy="687387"/>
          </a:xfrm>
          <a:prstGeom prst="wedgeRoundRectCallout">
            <a:avLst>
              <a:gd name="adj1" fmla="val 3815"/>
              <a:gd name="adj2" fmla="val -71708"/>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b="1">
                <a:latin typeface="Times New Roman" panose="02020603050405020304" pitchFamily="18" charset="0"/>
              </a:rPr>
              <a:t>共享光纤</a:t>
            </a:r>
          </a:p>
        </p:txBody>
      </p:sp>
      <p:sp>
        <p:nvSpPr>
          <p:cNvPr id="1165330" name="AutoShape 18">
            <a:extLst>
              <a:ext uri="{FF2B5EF4-FFF2-40B4-BE49-F238E27FC236}">
                <a16:creationId xmlns:a16="http://schemas.microsoft.com/office/drawing/2014/main" id="{1A2DEC8C-38B3-4017-BC07-5F5F40BEC896}"/>
              </a:ext>
            </a:extLst>
          </p:cNvPr>
          <p:cNvSpPr>
            <a:spLocks noChangeArrowheads="1"/>
          </p:cNvSpPr>
          <p:nvPr/>
        </p:nvSpPr>
        <p:spPr bwMode="auto">
          <a:xfrm>
            <a:off x="8602663" y="1649413"/>
            <a:ext cx="1519237" cy="687387"/>
          </a:xfrm>
          <a:prstGeom prst="wedgeRoundRectCallout">
            <a:avLst>
              <a:gd name="adj1" fmla="val 8204"/>
              <a:gd name="adj2" fmla="val 211662"/>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b="1">
                <a:latin typeface="Times New Roman" panose="02020603050405020304" pitchFamily="18" charset="0"/>
              </a:rPr>
              <a:t>光纤</a:t>
            </a:r>
            <a:r>
              <a:rPr lang="en-US" altLang="zh-CN" b="1">
                <a:latin typeface="Times New Roman" panose="02020603050405020304" pitchFamily="18" charset="0"/>
              </a:rPr>
              <a:t>3</a:t>
            </a:r>
          </a:p>
        </p:txBody>
      </p:sp>
      <p:sp>
        <p:nvSpPr>
          <p:cNvPr id="1165331" name="AutoShape 19">
            <a:extLst>
              <a:ext uri="{FF2B5EF4-FFF2-40B4-BE49-F238E27FC236}">
                <a16:creationId xmlns:a16="http://schemas.microsoft.com/office/drawing/2014/main" id="{91268BCB-F0FB-4D78-A2EA-6983EC37BCFF}"/>
              </a:ext>
            </a:extLst>
          </p:cNvPr>
          <p:cNvSpPr>
            <a:spLocks noChangeArrowheads="1"/>
          </p:cNvSpPr>
          <p:nvPr/>
        </p:nvSpPr>
        <p:spPr bwMode="auto">
          <a:xfrm>
            <a:off x="8369300" y="5133975"/>
            <a:ext cx="1519238" cy="687388"/>
          </a:xfrm>
          <a:prstGeom prst="wedgeRoundRectCallout">
            <a:avLst>
              <a:gd name="adj1" fmla="val 35685"/>
              <a:gd name="adj2" fmla="val 2889"/>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b="1">
                <a:latin typeface="Times New Roman" panose="02020603050405020304" pitchFamily="18" charset="0"/>
              </a:rPr>
              <a:t>光纤</a:t>
            </a:r>
            <a:r>
              <a:rPr lang="en-US" altLang="zh-CN" b="1">
                <a:latin typeface="Times New Roman" panose="02020603050405020304" pitchFamily="18" charset="0"/>
              </a:rPr>
              <a:t>4</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65318"/>
                                        </p:tgtEl>
                                        <p:attrNameLst>
                                          <p:attrName>style.visibility</p:attrName>
                                        </p:attrNameLst>
                                      </p:cBhvr>
                                      <p:to>
                                        <p:strVal val="visible"/>
                                      </p:to>
                                    </p:set>
                                    <p:animEffect transition="in" filter="wipe(left)">
                                      <p:cBhvr>
                                        <p:cTn id="7" dur="500"/>
                                        <p:tgtEl>
                                          <p:spTgt spid="11653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65326"/>
                                        </p:tgtEl>
                                        <p:attrNameLst>
                                          <p:attrName>style.visibility</p:attrName>
                                        </p:attrNameLst>
                                      </p:cBhvr>
                                      <p:to>
                                        <p:strVal val="visible"/>
                                      </p:to>
                                    </p:set>
                                    <p:animEffect transition="in" filter="dissolve">
                                      <p:cBhvr>
                                        <p:cTn id="12" dur="500"/>
                                        <p:tgtEl>
                                          <p:spTgt spid="11653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165319"/>
                                        </p:tgtEl>
                                        <p:attrNameLst>
                                          <p:attrName>style.visibility</p:attrName>
                                        </p:attrNameLst>
                                      </p:cBhvr>
                                      <p:to>
                                        <p:strVal val="visible"/>
                                      </p:to>
                                    </p:set>
                                    <p:animEffect transition="in" filter="wipe(left)">
                                      <p:cBhvr>
                                        <p:cTn id="17" dur="500"/>
                                        <p:tgtEl>
                                          <p:spTgt spid="11653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165327"/>
                                        </p:tgtEl>
                                        <p:attrNameLst>
                                          <p:attrName>style.visibility</p:attrName>
                                        </p:attrNameLst>
                                      </p:cBhvr>
                                      <p:to>
                                        <p:strVal val="visible"/>
                                      </p:to>
                                    </p:set>
                                    <p:animEffect transition="in" filter="checkerboard(across)">
                                      <p:cBhvr>
                                        <p:cTn id="22" dur="500"/>
                                        <p:tgtEl>
                                          <p:spTgt spid="116532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165315"/>
                                        </p:tgtEl>
                                        <p:attrNameLst>
                                          <p:attrName>style.visibility</p:attrName>
                                        </p:attrNameLst>
                                      </p:cBhvr>
                                      <p:to>
                                        <p:strVal val="visible"/>
                                      </p:to>
                                    </p:set>
                                    <p:animEffect transition="in" filter="wipe(up)">
                                      <p:cBhvr>
                                        <p:cTn id="27" dur="500"/>
                                        <p:tgtEl>
                                          <p:spTgt spid="116531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65328"/>
                                        </p:tgtEl>
                                        <p:attrNameLst>
                                          <p:attrName>style.visibility</p:attrName>
                                        </p:attrNameLst>
                                      </p:cBhvr>
                                      <p:to>
                                        <p:strVal val="visible"/>
                                      </p:to>
                                    </p:set>
                                    <p:animEffect transition="in" filter="wipe(left)">
                                      <p:cBhvr>
                                        <p:cTn id="32" dur="500"/>
                                        <p:tgtEl>
                                          <p:spTgt spid="116532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165317"/>
                                        </p:tgtEl>
                                        <p:attrNameLst>
                                          <p:attrName>style.visibility</p:attrName>
                                        </p:attrNameLst>
                                      </p:cBhvr>
                                      <p:to>
                                        <p:strVal val="visible"/>
                                      </p:to>
                                    </p:set>
                                    <p:animEffect transition="in" filter="wipe(left)">
                                      <p:cBhvr>
                                        <p:cTn id="37" dur="500"/>
                                        <p:tgtEl>
                                          <p:spTgt spid="116531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165320"/>
                                        </p:tgtEl>
                                        <p:attrNameLst>
                                          <p:attrName>style.visibility</p:attrName>
                                        </p:attrNameLst>
                                      </p:cBhvr>
                                      <p:to>
                                        <p:strVal val="visible"/>
                                      </p:to>
                                    </p:set>
                                    <p:animEffect transition="in" filter="wipe(left)">
                                      <p:cBhvr>
                                        <p:cTn id="42" dur="500"/>
                                        <p:tgtEl>
                                          <p:spTgt spid="116532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165323"/>
                                        </p:tgtEl>
                                        <p:attrNameLst>
                                          <p:attrName>style.visibility</p:attrName>
                                        </p:attrNameLst>
                                      </p:cBhvr>
                                      <p:to>
                                        <p:strVal val="visible"/>
                                      </p:to>
                                    </p:set>
                                    <p:animEffect transition="in" filter="wipe(left)">
                                      <p:cBhvr>
                                        <p:cTn id="47" dur="500"/>
                                        <p:tgtEl>
                                          <p:spTgt spid="116532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7" presetClass="entr" presetSubtype="10" fill="hold" grpId="0" nodeType="clickEffect">
                                  <p:stCondLst>
                                    <p:cond delay="0"/>
                                  </p:stCondLst>
                                  <p:childTnLst>
                                    <p:set>
                                      <p:cBhvr>
                                        <p:cTn id="51" dur="1" fill="hold">
                                          <p:stCondLst>
                                            <p:cond delay="0"/>
                                          </p:stCondLst>
                                        </p:cTn>
                                        <p:tgtEl>
                                          <p:spTgt spid="1165329"/>
                                        </p:tgtEl>
                                        <p:attrNameLst>
                                          <p:attrName>style.visibility</p:attrName>
                                        </p:attrNameLst>
                                      </p:cBhvr>
                                      <p:to>
                                        <p:strVal val="visible"/>
                                      </p:to>
                                    </p:set>
                                    <p:anim calcmode="lin" valueType="num">
                                      <p:cBhvr>
                                        <p:cTn id="52" dur="500" fill="hold"/>
                                        <p:tgtEl>
                                          <p:spTgt spid="1165329"/>
                                        </p:tgtEl>
                                        <p:attrNameLst>
                                          <p:attrName>ppt_w</p:attrName>
                                        </p:attrNameLst>
                                      </p:cBhvr>
                                      <p:tavLst>
                                        <p:tav tm="0">
                                          <p:val>
                                            <p:fltVal val="0"/>
                                          </p:val>
                                        </p:tav>
                                        <p:tav tm="100000">
                                          <p:val>
                                            <p:strVal val="#ppt_w"/>
                                          </p:val>
                                        </p:tav>
                                      </p:tavLst>
                                    </p:anim>
                                    <p:anim calcmode="lin" valueType="num">
                                      <p:cBhvr>
                                        <p:cTn id="53" dur="500" fill="hold"/>
                                        <p:tgtEl>
                                          <p:spTgt spid="1165329"/>
                                        </p:tgtEl>
                                        <p:attrNameLst>
                                          <p:attrName>ppt_h</p:attrName>
                                        </p:attrNameLst>
                                      </p:cBhvr>
                                      <p:tavLst>
                                        <p:tav tm="0">
                                          <p:val>
                                            <p:strVal val="#ppt_h"/>
                                          </p:val>
                                        </p:tav>
                                        <p:tav tm="100000">
                                          <p:val>
                                            <p:strVal val="#ppt_h"/>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1165316"/>
                                        </p:tgtEl>
                                        <p:attrNameLst>
                                          <p:attrName>style.visibility</p:attrName>
                                        </p:attrNameLst>
                                      </p:cBhvr>
                                      <p:to>
                                        <p:strVal val="visible"/>
                                      </p:to>
                                    </p:set>
                                    <p:animEffect transition="in" filter="wipe(up)">
                                      <p:cBhvr>
                                        <p:cTn id="58" dur="500"/>
                                        <p:tgtEl>
                                          <p:spTgt spid="1165316"/>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1165324"/>
                                        </p:tgtEl>
                                        <p:attrNameLst>
                                          <p:attrName>style.visibility</p:attrName>
                                        </p:attrNameLst>
                                      </p:cBhvr>
                                      <p:to>
                                        <p:strVal val="visible"/>
                                      </p:to>
                                    </p:set>
                                    <p:animEffect transition="in" filter="wipe(left)">
                                      <p:cBhvr>
                                        <p:cTn id="63" dur="500"/>
                                        <p:tgtEl>
                                          <p:spTgt spid="1165324"/>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1165325"/>
                                        </p:tgtEl>
                                        <p:attrNameLst>
                                          <p:attrName>style.visibility</p:attrName>
                                        </p:attrNameLst>
                                      </p:cBhvr>
                                      <p:to>
                                        <p:strVal val="visible"/>
                                      </p:to>
                                    </p:set>
                                    <p:animEffect transition="in" filter="wipe(left)">
                                      <p:cBhvr>
                                        <p:cTn id="68" dur="500"/>
                                        <p:tgtEl>
                                          <p:spTgt spid="1165325"/>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1165321"/>
                                        </p:tgtEl>
                                        <p:attrNameLst>
                                          <p:attrName>style.visibility</p:attrName>
                                        </p:attrNameLst>
                                      </p:cBhvr>
                                      <p:to>
                                        <p:strVal val="visible"/>
                                      </p:to>
                                    </p:set>
                                    <p:animEffect transition="in" filter="wipe(left)">
                                      <p:cBhvr>
                                        <p:cTn id="73" dur="500"/>
                                        <p:tgtEl>
                                          <p:spTgt spid="1165321"/>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 presetClass="entr" presetSubtype="2" fill="hold" grpId="0" nodeType="clickEffect">
                                  <p:stCondLst>
                                    <p:cond delay="0"/>
                                  </p:stCondLst>
                                  <p:childTnLst>
                                    <p:set>
                                      <p:cBhvr>
                                        <p:cTn id="77" dur="1" fill="hold">
                                          <p:stCondLst>
                                            <p:cond delay="0"/>
                                          </p:stCondLst>
                                        </p:cTn>
                                        <p:tgtEl>
                                          <p:spTgt spid="1165330"/>
                                        </p:tgtEl>
                                        <p:attrNameLst>
                                          <p:attrName>style.visibility</p:attrName>
                                        </p:attrNameLst>
                                      </p:cBhvr>
                                      <p:to>
                                        <p:strVal val="visible"/>
                                      </p:to>
                                    </p:set>
                                    <p:anim calcmode="lin" valueType="num">
                                      <p:cBhvr additive="base">
                                        <p:cTn id="78" dur="500" fill="hold"/>
                                        <p:tgtEl>
                                          <p:spTgt spid="1165330"/>
                                        </p:tgtEl>
                                        <p:attrNameLst>
                                          <p:attrName>ppt_x</p:attrName>
                                        </p:attrNameLst>
                                      </p:cBhvr>
                                      <p:tavLst>
                                        <p:tav tm="0">
                                          <p:val>
                                            <p:strVal val="1+#ppt_w/2"/>
                                          </p:val>
                                        </p:tav>
                                        <p:tav tm="100000">
                                          <p:val>
                                            <p:strVal val="#ppt_x"/>
                                          </p:val>
                                        </p:tav>
                                      </p:tavLst>
                                    </p:anim>
                                    <p:anim calcmode="lin" valueType="num">
                                      <p:cBhvr additive="base">
                                        <p:cTn id="79" dur="500" fill="hold"/>
                                        <p:tgtEl>
                                          <p:spTgt spid="1165330"/>
                                        </p:tgtEl>
                                        <p:attrNameLst>
                                          <p:attrName>ppt_y</p:attrName>
                                        </p:attrNameLst>
                                      </p:cBhvr>
                                      <p:tavLst>
                                        <p:tav tm="0">
                                          <p:val>
                                            <p:strVal val="#ppt_y"/>
                                          </p:val>
                                        </p:tav>
                                        <p:tav tm="100000">
                                          <p:val>
                                            <p:strVal val="#ppt_y"/>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1165322"/>
                                        </p:tgtEl>
                                        <p:attrNameLst>
                                          <p:attrName>style.visibility</p:attrName>
                                        </p:attrNameLst>
                                      </p:cBhvr>
                                      <p:to>
                                        <p:strVal val="visible"/>
                                      </p:to>
                                    </p:set>
                                    <p:animEffect transition="in" filter="wipe(left)">
                                      <p:cBhvr>
                                        <p:cTn id="84" dur="500"/>
                                        <p:tgtEl>
                                          <p:spTgt spid="1165322"/>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 presetClass="entr" presetSubtype="2" fill="hold" grpId="0" nodeType="clickEffect">
                                  <p:stCondLst>
                                    <p:cond delay="0"/>
                                  </p:stCondLst>
                                  <p:childTnLst>
                                    <p:set>
                                      <p:cBhvr>
                                        <p:cTn id="88" dur="1" fill="hold">
                                          <p:stCondLst>
                                            <p:cond delay="0"/>
                                          </p:stCondLst>
                                        </p:cTn>
                                        <p:tgtEl>
                                          <p:spTgt spid="1165331"/>
                                        </p:tgtEl>
                                        <p:attrNameLst>
                                          <p:attrName>style.visibility</p:attrName>
                                        </p:attrNameLst>
                                      </p:cBhvr>
                                      <p:to>
                                        <p:strVal val="visible"/>
                                      </p:to>
                                    </p:set>
                                    <p:anim calcmode="lin" valueType="num">
                                      <p:cBhvr additive="base">
                                        <p:cTn id="89" dur="500" fill="hold"/>
                                        <p:tgtEl>
                                          <p:spTgt spid="1165331"/>
                                        </p:tgtEl>
                                        <p:attrNameLst>
                                          <p:attrName>ppt_x</p:attrName>
                                        </p:attrNameLst>
                                      </p:cBhvr>
                                      <p:tavLst>
                                        <p:tav tm="0">
                                          <p:val>
                                            <p:strVal val="1+#ppt_w/2"/>
                                          </p:val>
                                        </p:tav>
                                        <p:tav tm="100000">
                                          <p:val>
                                            <p:strVal val="#ppt_x"/>
                                          </p:val>
                                        </p:tav>
                                      </p:tavLst>
                                    </p:anim>
                                    <p:anim calcmode="lin" valueType="num">
                                      <p:cBhvr additive="base">
                                        <p:cTn id="90" dur="500" fill="hold"/>
                                        <p:tgtEl>
                                          <p:spTgt spid="11653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5315" grpId="0" animBg="1"/>
      <p:bldP spid="1165316" grpId="0" animBg="1"/>
      <p:bldP spid="1165326" grpId="0" animBg="1" autoUpdateAnimBg="0"/>
      <p:bldP spid="1165327" grpId="0" animBg="1" autoUpdateAnimBg="0"/>
      <p:bldP spid="1165328" grpId="0" animBg="1" autoUpdateAnimBg="0"/>
      <p:bldP spid="1165329" grpId="0" animBg="1" autoUpdateAnimBg="0"/>
      <p:bldP spid="1165330" grpId="0" animBg="1" autoUpdateAnimBg="0"/>
      <p:bldP spid="1165331" grpId="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62" name="Text Box 2">
            <a:extLst>
              <a:ext uri="{FF2B5EF4-FFF2-40B4-BE49-F238E27FC236}">
                <a16:creationId xmlns:a16="http://schemas.microsoft.com/office/drawing/2014/main" id="{3190D7FE-E15F-4064-A736-920A254B58EB}"/>
              </a:ext>
            </a:extLst>
          </p:cNvPr>
          <p:cNvSpPr txBox="1">
            <a:spLocks noChangeArrowheads="1"/>
          </p:cNvSpPr>
          <p:nvPr/>
        </p:nvSpPr>
        <p:spPr bwMode="auto">
          <a:xfrm>
            <a:off x="695325" y="1387475"/>
            <a:ext cx="10801350" cy="102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10000"/>
              </a:lnSpc>
              <a:spcBef>
                <a:spcPct val="0"/>
              </a:spcBef>
              <a:buClrTx/>
              <a:buSzTx/>
              <a:buFontTx/>
              <a:buNone/>
            </a:pPr>
            <a:r>
              <a:rPr lang="en-US" altLang="zh-CN" sz="2800">
                <a:solidFill>
                  <a:srgbClr val="002060"/>
                </a:solidFill>
                <a:latin typeface="华文楷体" panose="02010600040101010101" pitchFamily="2" charset="-122"/>
                <a:ea typeface="华文楷体" panose="02010600040101010101" pitchFamily="2" charset="-122"/>
              </a:rPr>
              <a:t>CDMA</a:t>
            </a:r>
            <a:r>
              <a:rPr lang="zh-CN" altLang="en-US" sz="2800">
                <a:solidFill>
                  <a:srgbClr val="002060"/>
                </a:solidFill>
                <a:latin typeface="华文楷体" panose="02010600040101010101" pitchFamily="2" charset="-122"/>
                <a:ea typeface="华文楷体" panose="02010600040101010101" pitchFamily="2" charset="-122"/>
              </a:rPr>
              <a:t>的复用原理是基于码型分割信道。每个用户分配有一个地址码，而这些码型互不重叠，其特点是频率和时间资源均为共享。</a:t>
            </a:r>
          </a:p>
        </p:txBody>
      </p:sp>
      <p:sp>
        <p:nvSpPr>
          <p:cNvPr id="21507" name="Rectangle 3">
            <a:extLst>
              <a:ext uri="{FF2B5EF4-FFF2-40B4-BE49-F238E27FC236}">
                <a16:creationId xmlns:a16="http://schemas.microsoft.com/office/drawing/2014/main" id="{CA2FBC49-2337-4995-9161-C04D61422708}"/>
              </a:ext>
            </a:extLst>
          </p:cNvPr>
          <p:cNvSpPr>
            <a:spLocks noGrp="1" noChangeArrowheads="1"/>
          </p:cNvSpPr>
          <p:nvPr>
            <p:ph type="title" idx="4294967295"/>
          </p:nvPr>
        </p:nvSpPr>
        <p:spPr>
          <a:xfrm>
            <a:off x="2667000" y="228600"/>
            <a:ext cx="6096000" cy="638175"/>
          </a:xfrm>
          <a:noFill/>
        </p:spPr>
        <p:txBody>
          <a:bodyPr wrap="none"/>
          <a:lstStyle/>
          <a:p>
            <a:pPr eaLnBrk="1" hangingPunct="1"/>
            <a:r>
              <a:rPr lang="en-US" altLang="zh-CN">
                <a:ea typeface="华文楷体" panose="02010600040101010101" pitchFamily="2" charset="-122"/>
              </a:rPr>
              <a:t>CDMA</a:t>
            </a:r>
          </a:p>
        </p:txBody>
      </p:sp>
      <p:sp>
        <p:nvSpPr>
          <p:cNvPr id="1167366" name="Text Box 6">
            <a:extLst>
              <a:ext uri="{FF2B5EF4-FFF2-40B4-BE49-F238E27FC236}">
                <a16:creationId xmlns:a16="http://schemas.microsoft.com/office/drawing/2014/main" id="{EF49E7D9-CC14-48F9-87B1-AA6186E30795}"/>
              </a:ext>
            </a:extLst>
          </p:cNvPr>
          <p:cNvSpPr txBox="1">
            <a:spLocks noChangeArrowheads="1"/>
          </p:cNvSpPr>
          <p:nvPr/>
        </p:nvSpPr>
        <p:spPr bwMode="auto">
          <a:xfrm>
            <a:off x="695326" y="2614613"/>
            <a:ext cx="10657258" cy="3518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10000"/>
              </a:lnSpc>
              <a:spcBef>
                <a:spcPct val="50000"/>
              </a:spcBef>
              <a:buClrTx/>
              <a:buSzTx/>
              <a:buFontTx/>
              <a:buNone/>
            </a:pPr>
            <a:r>
              <a:rPr lang="en-US" altLang="zh-CN">
                <a:latin typeface="华文楷体" panose="02010600040101010101" pitchFamily="2" charset="-122"/>
                <a:ea typeface="华文楷体" panose="02010600040101010101" pitchFamily="2" charset="-122"/>
              </a:rPr>
              <a:t>CDMA</a:t>
            </a:r>
            <a:r>
              <a:rPr lang="zh-CN" altLang="en-US">
                <a:latin typeface="华文楷体" panose="02010600040101010101" pitchFamily="2" charset="-122"/>
                <a:ea typeface="华文楷体" panose="02010600040101010101" pitchFamily="2" charset="-122"/>
              </a:rPr>
              <a:t>与</a:t>
            </a:r>
            <a:r>
              <a:rPr lang="en-US" altLang="zh-CN">
                <a:latin typeface="华文楷体" panose="02010600040101010101" pitchFamily="2" charset="-122"/>
                <a:ea typeface="华文楷体" panose="02010600040101010101" pitchFamily="2" charset="-122"/>
              </a:rPr>
              <a:t>TDM</a:t>
            </a:r>
            <a:r>
              <a:rPr lang="zh-CN" altLang="en-US">
                <a:latin typeface="华文楷体" panose="02010600040101010101" pitchFamily="2" charset="-122"/>
                <a:ea typeface="华文楷体" panose="02010600040101010101" pitchFamily="2" charset="-122"/>
              </a:rPr>
              <a:t>及</a:t>
            </a:r>
            <a:r>
              <a:rPr lang="en-US" altLang="zh-CN">
                <a:latin typeface="华文楷体" panose="02010600040101010101" pitchFamily="2" charset="-122"/>
                <a:ea typeface="华文楷体" panose="02010600040101010101" pitchFamily="2" charset="-122"/>
              </a:rPr>
              <a:t>FDM</a:t>
            </a:r>
            <a:r>
              <a:rPr lang="zh-CN" altLang="en-US">
                <a:latin typeface="华文楷体" panose="02010600040101010101" pitchFamily="2" charset="-122"/>
                <a:ea typeface="华文楷体" panose="02010600040101010101" pitchFamily="2" charset="-122"/>
              </a:rPr>
              <a:t>的区别，就好像在一个会议室里：</a:t>
            </a:r>
            <a:endParaRPr lang="en-US" altLang="zh-CN">
              <a:latin typeface="华文楷体" panose="02010600040101010101" pitchFamily="2" charset="-122"/>
              <a:ea typeface="华文楷体" panose="02010600040101010101" pitchFamily="2" charset="-122"/>
            </a:endParaRPr>
          </a:p>
          <a:p>
            <a:pPr algn="just" eaLnBrk="1" hangingPunct="1">
              <a:lnSpc>
                <a:spcPct val="110000"/>
              </a:lnSpc>
              <a:spcBef>
                <a:spcPct val="50000"/>
              </a:spcBef>
              <a:buClrTx/>
              <a:buSzTx/>
              <a:buFontTx/>
              <a:buNone/>
            </a:pPr>
            <a:r>
              <a:rPr lang="en-US" altLang="zh-CN">
                <a:latin typeface="华文楷体" panose="02010600040101010101" pitchFamily="2" charset="-122"/>
                <a:ea typeface="华文楷体" panose="02010600040101010101" pitchFamily="2" charset="-122"/>
              </a:rPr>
              <a:t>TDM</a:t>
            </a:r>
            <a:r>
              <a:rPr lang="zh-CN" altLang="en-US">
                <a:latin typeface="华文楷体" panose="02010600040101010101" pitchFamily="2" charset="-122"/>
                <a:ea typeface="华文楷体" panose="02010600040101010101" pitchFamily="2" charset="-122"/>
              </a:rPr>
              <a:t>是任何时刻只能有一个人讲话，大家轮流发言；</a:t>
            </a:r>
            <a:endParaRPr lang="en-US" altLang="zh-CN">
              <a:latin typeface="华文楷体" panose="02010600040101010101" pitchFamily="2" charset="-122"/>
              <a:ea typeface="华文楷体" panose="02010600040101010101" pitchFamily="2" charset="-122"/>
            </a:endParaRPr>
          </a:p>
          <a:p>
            <a:pPr algn="just" eaLnBrk="1" hangingPunct="1">
              <a:lnSpc>
                <a:spcPct val="110000"/>
              </a:lnSpc>
              <a:spcBef>
                <a:spcPct val="50000"/>
              </a:spcBef>
              <a:buClrTx/>
              <a:buSzTx/>
              <a:buFontTx/>
              <a:buNone/>
            </a:pPr>
            <a:r>
              <a:rPr lang="en-US" altLang="zh-CN">
                <a:latin typeface="华文楷体" panose="02010600040101010101" pitchFamily="2" charset="-122"/>
                <a:ea typeface="华文楷体" panose="02010600040101010101" pitchFamily="2" charset="-122"/>
              </a:rPr>
              <a:t>FDM</a:t>
            </a:r>
            <a:r>
              <a:rPr lang="zh-CN" altLang="en-US">
                <a:latin typeface="华文楷体" panose="02010600040101010101" pitchFamily="2" charset="-122"/>
                <a:ea typeface="华文楷体" panose="02010600040101010101" pitchFamily="2" charset="-122"/>
              </a:rPr>
              <a:t>则是把与会人员分组，每组同时讨论；</a:t>
            </a:r>
            <a:endParaRPr lang="en-US" altLang="zh-CN">
              <a:latin typeface="华文楷体" panose="02010600040101010101" pitchFamily="2" charset="-122"/>
              <a:ea typeface="华文楷体" panose="02010600040101010101" pitchFamily="2" charset="-122"/>
            </a:endParaRPr>
          </a:p>
          <a:p>
            <a:pPr algn="just" eaLnBrk="1" hangingPunct="1">
              <a:lnSpc>
                <a:spcPct val="110000"/>
              </a:lnSpc>
              <a:spcBef>
                <a:spcPct val="50000"/>
              </a:spcBef>
              <a:buClrTx/>
              <a:buSzTx/>
              <a:buFontTx/>
              <a:buNone/>
            </a:pPr>
            <a:r>
              <a:rPr lang="en-US" altLang="zh-CN">
                <a:latin typeface="华文楷体" panose="02010600040101010101" pitchFamily="2" charset="-122"/>
                <a:ea typeface="华文楷体" panose="02010600040101010101" pitchFamily="2" charset="-122"/>
              </a:rPr>
              <a:t>CDMA</a:t>
            </a:r>
            <a:r>
              <a:rPr lang="zh-CN" altLang="en-US">
                <a:latin typeface="华文楷体" panose="02010600040101010101" pitchFamily="2" charset="-122"/>
                <a:ea typeface="华文楷体" panose="02010600040101010101" pitchFamily="2" charset="-122"/>
              </a:rPr>
              <a:t>则像是多个人同时用各自的民族语言讲话，别人并不理解某个人在将什么，仅被视为噪音而已。</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67362">
                                            <p:txEl>
                                              <p:pRg st="0" end="0"/>
                                            </p:txEl>
                                          </p:spTgt>
                                        </p:tgtEl>
                                        <p:attrNameLst>
                                          <p:attrName>style.visibility</p:attrName>
                                        </p:attrNameLst>
                                      </p:cBhvr>
                                      <p:to>
                                        <p:strVal val="visible"/>
                                      </p:to>
                                    </p:set>
                                    <p:animEffect transition="in" filter="wipe(left)">
                                      <p:cBhvr>
                                        <p:cTn id="7" dur="500"/>
                                        <p:tgtEl>
                                          <p:spTgt spid="116736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167366">
                                            <p:txEl>
                                              <p:pRg st="0" end="0"/>
                                            </p:txEl>
                                          </p:spTgt>
                                        </p:tgtEl>
                                        <p:attrNameLst>
                                          <p:attrName>style.visibility</p:attrName>
                                        </p:attrNameLst>
                                      </p:cBhvr>
                                      <p:to>
                                        <p:strVal val="visible"/>
                                      </p:to>
                                    </p:set>
                                    <p:anim calcmode="lin" valueType="num">
                                      <p:cBhvr additive="base">
                                        <p:cTn id="12" dur="500" fill="hold"/>
                                        <p:tgtEl>
                                          <p:spTgt spid="1167366">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116736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167366">
                                            <p:txEl>
                                              <p:pRg st="1" end="1"/>
                                            </p:txEl>
                                          </p:spTgt>
                                        </p:tgtEl>
                                        <p:attrNameLst>
                                          <p:attrName>style.visibility</p:attrName>
                                        </p:attrNameLst>
                                      </p:cBhvr>
                                      <p:to>
                                        <p:strVal val="visible"/>
                                      </p:to>
                                    </p:set>
                                    <p:anim calcmode="lin" valueType="num">
                                      <p:cBhvr additive="base">
                                        <p:cTn id="18" dur="500" fill="hold"/>
                                        <p:tgtEl>
                                          <p:spTgt spid="1167366">
                                            <p:txEl>
                                              <p:pRg st="1" end="1"/>
                                            </p:txEl>
                                          </p:spTgt>
                                        </p:tgtEl>
                                        <p:attrNameLst>
                                          <p:attrName>ppt_x</p:attrName>
                                        </p:attrNameLst>
                                      </p:cBhvr>
                                      <p:tavLst>
                                        <p:tav tm="0">
                                          <p:val>
                                            <p:strVal val="1+#ppt_w/2"/>
                                          </p:val>
                                        </p:tav>
                                        <p:tav tm="100000">
                                          <p:val>
                                            <p:strVal val="#ppt_x"/>
                                          </p:val>
                                        </p:tav>
                                      </p:tavLst>
                                    </p:anim>
                                    <p:anim calcmode="lin" valueType="num">
                                      <p:cBhvr additive="base">
                                        <p:cTn id="19" dur="500" fill="hold"/>
                                        <p:tgtEl>
                                          <p:spTgt spid="116736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1167366">
                                            <p:txEl>
                                              <p:pRg st="2" end="2"/>
                                            </p:txEl>
                                          </p:spTgt>
                                        </p:tgtEl>
                                        <p:attrNameLst>
                                          <p:attrName>style.visibility</p:attrName>
                                        </p:attrNameLst>
                                      </p:cBhvr>
                                      <p:to>
                                        <p:strVal val="visible"/>
                                      </p:to>
                                    </p:set>
                                    <p:anim calcmode="lin" valueType="num">
                                      <p:cBhvr additive="base">
                                        <p:cTn id="24" dur="500" fill="hold"/>
                                        <p:tgtEl>
                                          <p:spTgt spid="1167366">
                                            <p:txEl>
                                              <p:pRg st="2" end="2"/>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116736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1167366">
                                            <p:txEl>
                                              <p:pRg st="3" end="3"/>
                                            </p:txEl>
                                          </p:spTgt>
                                        </p:tgtEl>
                                        <p:attrNameLst>
                                          <p:attrName>style.visibility</p:attrName>
                                        </p:attrNameLst>
                                      </p:cBhvr>
                                      <p:to>
                                        <p:strVal val="visible"/>
                                      </p:to>
                                    </p:set>
                                    <p:anim calcmode="lin" valueType="num">
                                      <p:cBhvr additive="base">
                                        <p:cTn id="30" dur="500" fill="hold"/>
                                        <p:tgtEl>
                                          <p:spTgt spid="1167366">
                                            <p:txEl>
                                              <p:pRg st="3" end="3"/>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1167366">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62" grpId="0" build="p" autoUpdateAnimBg="0"/>
      <p:bldP spid="1167366"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519516FB-4995-4A19-ACE7-ABC3645FA18E}"/>
              </a:ext>
            </a:extLst>
          </p:cNvPr>
          <p:cNvSpPr>
            <a:spLocks noGrp="1" noChangeArrowheads="1"/>
          </p:cNvSpPr>
          <p:nvPr>
            <p:ph type="title"/>
          </p:nvPr>
        </p:nvSpPr>
        <p:spPr>
          <a:xfrm>
            <a:off x="263525" y="92075"/>
            <a:ext cx="4751388" cy="792163"/>
          </a:xfrm>
          <a:noFill/>
        </p:spPr>
        <p:txBody>
          <a:bodyPr/>
          <a:lstStyle/>
          <a:p>
            <a:pPr algn="l" eaLnBrk="1" hangingPunct="1"/>
            <a:r>
              <a:rPr lang="en-US" altLang="zh-CN">
                <a:ea typeface="华文楷体" panose="02010600040101010101" pitchFamily="2" charset="-122"/>
              </a:rPr>
              <a:t>3.7  </a:t>
            </a:r>
            <a:r>
              <a:rPr lang="zh-CN" altLang="en-US">
                <a:ea typeface="华文楷体" panose="02010600040101010101" pitchFamily="2" charset="-122"/>
              </a:rPr>
              <a:t>交换技术</a:t>
            </a:r>
          </a:p>
        </p:txBody>
      </p:sp>
      <p:sp>
        <p:nvSpPr>
          <p:cNvPr id="1170435" name="Text Box 3">
            <a:extLst>
              <a:ext uri="{FF2B5EF4-FFF2-40B4-BE49-F238E27FC236}">
                <a16:creationId xmlns:a16="http://schemas.microsoft.com/office/drawing/2014/main" id="{83581DF7-8677-4FAD-89F1-FCF6DF383F60}"/>
              </a:ext>
            </a:extLst>
          </p:cNvPr>
          <p:cNvSpPr txBox="1">
            <a:spLocks noChangeArrowheads="1"/>
          </p:cNvSpPr>
          <p:nvPr/>
        </p:nvSpPr>
        <p:spPr bwMode="auto">
          <a:xfrm>
            <a:off x="428948" y="1484784"/>
            <a:ext cx="11593288"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857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buClrTx/>
              <a:buSzTx/>
              <a:buFont typeface="Wingdings" panose="05000000000000000000" pitchFamily="2" charset="2"/>
              <a:buChar char="Ø"/>
            </a:pPr>
            <a:r>
              <a:rPr lang="zh-CN" altLang="en-US" sz="2800" b="1">
                <a:solidFill>
                  <a:schemeClr val="tx2"/>
                </a:solidFill>
                <a:latin typeface="华文楷体" panose="02010600040101010101" pitchFamily="2" charset="-122"/>
                <a:ea typeface="华文楷体" panose="02010600040101010101" pitchFamily="2" charset="-122"/>
              </a:rPr>
              <a:t>线路交换</a:t>
            </a:r>
            <a:r>
              <a:rPr lang="zh-CN" altLang="en-US" sz="2800">
                <a:latin typeface="华文楷体" panose="02010600040101010101" pitchFamily="2" charset="-122"/>
                <a:ea typeface="华文楷体" panose="02010600040101010101" pitchFamily="2" charset="-122"/>
              </a:rPr>
              <a:t>（</a:t>
            </a:r>
            <a:r>
              <a:rPr lang="en-US" altLang="zh-CN" sz="2800">
                <a:latin typeface="华文楷体" panose="02010600040101010101" pitchFamily="2" charset="-122"/>
                <a:ea typeface="华文楷体" panose="02010600040101010101" pitchFamily="2" charset="-122"/>
              </a:rPr>
              <a:t>Circuit Switching</a:t>
            </a:r>
            <a:r>
              <a:rPr lang="zh-CN" altLang="en-US" sz="2800">
                <a:latin typeface="华文楷体" panose="02010600040101010101" pitchFamily="2" charset="-122"/>
                <a:ea typeface="华文楷体" panose="02010600040101010101" pitchFamily="2" charset="-122"/>
              </a:rPr>
              <a:t>）</a:t>
            </a:r>
          </a:p>
          <a:p>
            <a:pPr algn="just" eaLnBrk="1" hangingPunct="1">
              <a:buClrTx/>
              <a:buSzTx/>
              <a:buFont typeface="Wingdings" panose="05000000000000000000" pitchFamily="2" charset="2"/>
              <a:buChar char="Ø"/>
            </a:pPr>
            <a:r>
              <a:rPr lang="zh-CN" altLang="en-US" sz="2800" b="1">
                <a:solidFill>
                  <a:schemeClr val="tx2"/>
                </a:solidFill>
                <a:latin typeface="华文楷体" panose="02010600040101010101" pitchFamily="2" charset="-122"/>
                <a:ea typeface="华文楷体" panose="02010600040101010101" pitchFamily="2" charset="-122"/>
              </a:rPr>
              <a:t>存储转发交换</a:t>
            </a:r>
            <a:endParaRPr kumimoji="0" lang="zh-CN" altLang="en-US" sz="2400" b="1" i="1">
              <a:solidFill>
                <a:schemeClr val="tx2"/>
              </a:solidFill>
              <a:latin typeface="华文楷体" panose="02010600040101010101" pitchFamily="2" charset="-122"/>
              <a:ea typeface="华文楷体" panose="02010600040101010101" pitchFamily="2" charset="-122"/>
            </a:endParaRPr>
          </a:p>
          <a:p>
            <a:pPr lvl="1" algn="just" eaLnBrk="1" hangingPunct="1">
              <a:buClr>
                <a:schemeClr val="accent2"/>
              </a:buClr>
              <a:buSzTx/>
              <a:buFont typeface="Wingdings" panose="05000000000000000000" pitchFamily="2" charset="2"/>
              <a:buChar char="ü"/>
            </a:pPr>
            <a:r>
              <a:rPr lang="zh-CN" altLang="en-US">
                <a:solidFill>
                  <a:schemeClr val="accent2"/>
                </a:solidFill>
                <a:latin typeface="华文楷体" panose="02010600040101010101" pitchFamily="2" charset="-122"/>
                <a:ea typeface="华文楷体" panose="02010600040101010101" pitchFamily="2" charset="-122"/>
              </a:rPr>
              <a:t>报文交换</a:t>
            </a:r>
            <a:r>
              <a:rPr lang="zh-CN" altLang="en-US">
                <a:latin typeface="华文楷体" panose="02010600040101010101" pitchFamily="2" charset="-122"/>
                <a:ea typeface="华文楷体" panose="02010600040101010101" pitchFamily="2" charset="-122"/>
              </a:rPr>
              <a:t>（</a:t>
            </a:r>
            <a:r>
              <a:rPr lang="en-US" altLang="zh-CN">
                <a:latin typeface="华文楷体" panose="02010600040101010101" pitchFamily="2" charset="-122"/>
                <a:ea typeface="华文楷体" panose="02010600040101010101" pitchFamily="2" charset="-122"/>
              </a:rPr>
              <a:t>Message Switching</a:t>
            </a:r>
            <a:r>
              <a:rPr lang="zh-CN" altLang="en-US">
                <a:latin typeface="华文楷体" panose="02010600040101010101" pitchFamily="2" charset="-122"/>
                <a:ea typeface="华文楷体" panose="02010600040101010101" pitchFamily="2" charset="-122"/>
              </a:rPr>
              <a:t>）</a:t>
            </a:r>
          </a:p>
          <a:p>
            <a:pPr lvl="1" algn="just" eaLnBrk="1" hangingPunct="1">
              <a:buClr>
                <a:schemeClr val="accent2"/>
              </a:buClr>
              <a:buSzTx/>
              <a:buFont typeface="Wingdings" panose="05000000000000000000" pitchFamily="2" charset="2"/>
              <a:buChar char="ü"/>
            </a:pPr>
            <a:r>
              <a:rPr lang="zh-CN" altLang="en-US">
                <a:solidFill>
                  <a:schemeClr val="accent2"/>
                </a:solidFill>
                <a:latin typeface="华文楷体" panose="02010600040101010101" pitchFamily="2" charset="-122"/>
                <a:ea typeface="华文楷体" panose="02010600040101010101" pitchFamily="2" charset="-122"/>
              </a:rPr>
              <a:t>分组交换</a:t>
            </a:r>
            <a:r>
              <a:rPr lang="zh-CN" altLang="en-US">
                <a:latin typeface="华文楷体" panose="02010600040101010101" pitchFamily="2" charset="-122"/>
                <a:ea typeface="华文楷体" panose="02010600040101010101" pitchFamily="2" charset="-122"/>
              </a:rPr>
              <a:t>（</a:t>
            </a:r>
            <a:r>
              <a:rPr lang="en-US" altLang="zh-CN">
                <a:latin typeface="华文楷体" panose="02010600040101010101" pitchFamily="2" charset="-122"/>
                <a:ea typeface="华文楷体" panose="02010600040101010101" pitchFamily="2" charset="-122"/>
              </a:rPr>
              <a:t>Packet Switching</a:t>
            </a:r>
            <a:r>
              <a:rPr lang="zh-CN" altLang="en-US">
                <a:latin typeface="华文楷体" panose="02010600040101010101" pitchFamily="2" charset="-122"/>
                <a:ea typeface="华文楷体" panose="02010600040101010101" pitchFamily="2" charset="-122"/>
              </a:rPr>
              <a:t>）</a:t>
            </a:r>
          </a:p>
          <a:p>
            <a:pPr algn="just" eaLnBrk="1" hangingPunct="1">
              <a:buClrTx/>
              <a:buSzTx/>
              <a:buFont typeface="Wingdings" panose="05000000000000000000" pitchFamily="2" charset="2"/>
              <a:buChar char="Ø"/>
            </a:pPr>
            <a:r>
              <a:rPr lang="zh-CN" altLang="en-US" sz="2800">
                <a:latin typeface="华文楷体" panose="02010600040101010101" pitchFamily="2" charset="-122"/>
                <a:ea typeface="华文楷体" panose="02010600040101010101" pitchFamily="2" charset="-122"/>
              </a:rPr>
              <a:t>帧中继（</a:t>
            </a:r>
            <a:r>
              <a:rPr lang="en-US" altLang="zh-CN" sz="2800">
                <a:latin typeface="华文楷体" panose="02010600040101010101" pitchFamily="2" charset="-122"/>
                <a:ea typeface="华文楷体" panose="02010600040101010101" pitchFamily="2" charset="-122"/>
              </a:rPr>
              <a:t>Frame Relay</a:t>
            </a:r>
            <a:r>
              <a:rPr lang="zh-CN" altLang="en-US" sz="2800">
                <a:latin typeface="华文楷体" panose="02010600040101010101" pitchFamily="2" charset="-122"/>
                <a:ea typeface="华文楷体" panose="02010600040101010101" pitchFamily="2" charset="-122"/>
              </a:rPr>
              <a:t>）</a:t>
            </a:r>
          </a:p>
          <a:p>
            <a:pPr eaLnBrk="1" hangingPunct="1">
              <a:buClrTx/>
              <a:buSzTx/>
              <a:buFont typeface="Wingdings" panose="05000000000000000000" pitchFamily="2" charset="2"/>
              <a:buChar char="Ø"/>
            </a:pPr>
            <a:r>
              <a:rPr lang="zh-CN" altLang="en-US" sz="2800">
                <a:latin typeface="华文楷体" panose="02010600040101010101" pitchFamily="2" charset="-122"/>
                <a:ea typeface="华文楷体" panose="02010600040101010101" pitchFamily="2" charset="-122"/>
              </a:rPr>
              <a:t>信元交换，即异步传输模式</a:t>
            </a:r>
            <a:r>
              <a:rPr lang="en-US" altLang="zh-CN" sz="2800">
                <a:latin typeface="华文楷体" panose="02010600040101010101" pitchFamily="2" charset="-122"/>
                <a:ea typeface="华文楷体" panose="02010600040101010101" pitchFamily="2" charset="-122"/>
              </a:rPr>
              <a:t>ATM</a:t>
            </a:r>
            <a:r>
              <a:rPr lang="zh-CN" altLang="en-US" sz="2800">
                <a:latin typeface="华文楷体" panose="02010600040101010101" pitchFamily="2" charset="-122"/>
                <a:ea typeface="华文楷体" panose="02010600040101010101" pitchFamily="2" charset="-122"/>
              </a:rPr>
              <a:t>（</a:t>
            </a:r>
            <a:r>
              <a:rPr lang="en-US" altLang="zh-CN" sz="2800">
                <a:latin typeface="华文楷体" panose="02010600040101010101" pitchFamily="2" charset="-122"/>
                <a:ea typeface="华文楷体" panose="02010600040101010101" pitchFamily="2" charset="-122"/>
              </a:rPr>
              <a:t>Asynchronous Transfer Mode</a:t>
            </a:r>
            <a:r>
              <a:rPr lang="zh-CN" altLang="en-US" sz="2800">
                <a:latin typeface="华文楷体" panose="02010600040101010101" pitchFamily="2" charset="-122"/>
                <a:ea typeface="华文楷体" panose="02010600040101010101" pitchFamily="2" charset="-122"/>
              </a:rPr>
              <a:t>）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70435">
                                            <p:txEl>
                                              <p:pRg st="0" end="0"/>
                                            </p:txEl>
                                          </p:spTgt>
                                        </p:tgtEl>
                                        <p:attrNameLst>
                                          <p:attrName>style.visibility</p:attrName>
                                        </p:attrNameLst>
                                      </p:cBhvr>
                                      <p:to>
                                        <p:strVal val="visible"/>
                                      </p:to>
                                    </p:set>
                                    <p:anim calcmode="lin" valueType="num">
                                      <p:cBhvr additive="base">
                                        <p:cTn id="7" dur="500" fill="hold"/>
                                        <p:tgtEl>
                                          <p:spTgt spid="117043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1704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170435">
                                            <p:txEl>
                                              <p:pRg st="1" end="1"/>
                                            </p:txEl>
                                          </p:spTgt>
                                        </p:tgtEl>
                                        <p:attrNameLst>
                                          <p:attrName>style.visibility</p:attrName>
                                        </p:attrNameLst>
                                      </p:cBhvr>
                                      <p:to>
                                        <p:strVal val="visible"/>
                                      </p:to>
                                    </p:set>
                                    <p:anim calcmode="lin" valueType="num">
                                      <p:cBhvr additive="base">
                                        <p:cTn id="13" dur="500" fill="hold"/>
                                        <p:tgtEl>
                                          <p:spTgt spid="117043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170435">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1170435">
                                            <p:txEl>
                                              <p:pRg st="2" end="2"/>
                                            </p:txEl>
                                          </p:spTgt>
                                        </p:tgtEl>
                                        <p:attrNameLst>
                                          <p:attrName>style.visibility</p:attrName>
                                        </p:attrNameLst>
                                      </p:cBhvr>
                                      <p:to>
                                        <p:strVal val="visible"/>
                                      </p:to>
                                    </p:set>
                                    <p:anim calcmode="lin" valueType="num">
                                      <p:cBhvr additive="base">
                                        <p:cTn id="17" dur="500" fill="hold"/>
                                        <p:tgtEl>
                                          <p:spTgt spid="1170435">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170435">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170435">
                                            <p:txEl>
                                              <p:pRg st="3" end="3"/>
                                            </p:txEl>
                                          </p:spTgt>
                                        </p:tgtEl>
                                        <p:attrNameLst>
                                          <p:attrName>style.visibility</p:attrName>
                                        </p:attrNameLst>
                                      </p:cBhvr>
                                      <p:to>
                                        <p:strVal val="visible"/>
                                      </p:to>
                                    </p:set>
                                    <p:anim calcmode="lin" valueType="num">
                                      <p:cBhvr additive="base">
                                        <p:cTn id="21" dur="500" fill="hold"/>
                                        <p:tgtEl>
                                          <p:spTgt spid="1170435">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1704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1170435">
                                            <p:txEl>
                                              <p:pRg st="4" end="4"/>
                                            </p:txEl>
                                          </p:spTgt>
                                        </p:tgtEl>
                                        <p:attrNameLst>
                                          <p:attrName>style.visibility</p:attrName>
                                        </p:attrNameLst>
                                      </p:cBhvr>
                                      <p:to>
                                        <p:strVal val="visible"/>
                                      </p:to>
                                    </p:set>
                                    <p:anim calcmode="lin" valueType="num">
                                      <p:cBhvr additive="base">
                                        <p:cTn id="27" dur="500" fill="hold"/>
                                        <p:tgtEl>
                                          <p:spTgt spid="1170435">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17043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1170435">
                                            <p:txEl>
                                              <p:pRg st="5" end="5"/>
                                            </p:txEl>
                                          </p:spTgt>
                                        </p:tgtEl>
                                        <p:attrNameLst>
                                          <p:attrName>style.visibility</p:attrName>
                                        </p:attrNameLst>
                                      </p:cBhvr>
                                      <p:to>
                                        <p:strVal val="visible"/>
                                      </p:to>
                                    </p:set>
                                    <p:anim calcmode="lin" valueType="num">
                                      <p:cBhvr additive="base">
                                        <p:cTn id="33" dur="500" fill="hold"/>
                                        <p:tgtEl>
                                          <p:spTgt spid="1170435">
                                            <p:txEl>
                                              <p:pRg st="5" end="5"/>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170435">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0435"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6B3B7AD6-E7DF-4068-AC53-5500F325C904}"/>
              </a:ext>
            </a:extLst>
          </p:cNvPr>
          <p:cNvSpPr>
            <a:spLocks noGrp="1" noChangeArrowheads="1"/>
          </p:cNvSpPr>
          <p:nvPr>
            <p:ph type="title"/>
          </p:nvPr>
        </p:nvSpPr>
        <p:spPr>
          <a:xfrm>
            <a:off x="3683000" y="115888"/>
            <a:ext cx="4860925" cy="850900"/>
          </a:xfrm>
          <a:noFill/>
        </p:spPr>
        <p:txBody>
          <a:bodyPr/>
          <a:lstStyle/>
          <a:p>
            <a:pPr eaLnBrk="1" hangingPunct="1"/>
            <a:r>
              <a:rPr lang="zh-CN" altLang="en-US">
                <a:ea typeface="华文楷体" panose="02010600040101010101" pitchFamily="2" charset="-122"/>
              </a:rPr>
              <a:t>线路交换</a:t>
            </a:r>
          </a:p>
        </p:txBody>
      </p:sp>
      <p:sp>
        <p:nvSpPr>
          <p:cNvPr id="1171459" name="Text Box 3">
            <a:extLst>
              <a:ext uri="{FF2B5EF4-FFF2-40B4-BE49-F238E27FC236}">
                <a16:creationId xmlns:a16="http://schemas.microsoft.com/office/drawing/2014/main" id="{5859F2C7-5E6C-492D-AA09-026927BCDE35}"/>
              </a:ext>
            </a:extLst>
          </p:cNvPr>
          <p:cNvSpPr txBox="1">
            <a:spLocks noChangeArrowheads="1"/>
          </p:cNvSpPr>
          <p:nvPr/>
        </p:nvSpPr>
        <p:spPr bwMode="auto">
          <a:xfrm>
            <a:off x="2443163" y="1412776"/>
            <a:ext cx="7253287" cy="3926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0500" indent="-1905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666750" indent="-2095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nSpc>
                <a:spcPct val="90000"/>
              </a:lnSpc>
              <a:spcBef>
                <a:spcPct val="30000"/>
              </a:spcBef>
              <a:buClr>
                <a:schemeClr val="tx1"/>
              </a:buClr>
              <a:buSzPct val="75000"/>
              <a:buFont typeface="Wingdings" panose="05000000000000000000" pitchFamily="2" charset="2"/>
              <a:buChar char="§"/>
            </a:pPr>
            <a:r>
              <a:rPr kumimoji="0" lang="zh-CN" altLang="en-US" sz="2800">
                <a:latin typeface="华文楷体" panose="02010600040101010101" pitchFamily="2" charset="-122"/>
                <a:ea typeface="华文楷体" panose="02010600040101010101" pitchFamily="2" charset="-122"/>
              </a:rPr>
              <a:t>三个阶段</a:t>
            </a:r>
            <a:r>
              <a:rPr kumimoji="0" lang="en-US" altLang="zh-CN" sz="2800">
                <a:latin typeface="华文楷体" panose="02010600040101010101" pitchFamily="2" charset="-122"/>
                <a:ea typeface="华文楷体" panose="02010600040101010101" pitchFamily="2" charset="-122"/>
              </a:rPr>
              <a:t>(Three phases)</a:t>
            </a:r>
          </a:p>
          <a:p>
            <a:pPr lvl="1">
              <a:lnSpc>
                <a:spcPct val="90000"/>
              </a:lnSpc>
              <a:spcBef>
                <a:spcPct val="30000"/>
              </a:spcBef>
              <a:buClr>
                <a:schemeClr val="tx1"/>
              </a:buClr>
              <a:buSzPct val="100000"/>
              <a:buFontTx/>
              <a:buAutoNum type="arabicPeriod"/>
            </a:pPr>
            <a:r>
              <a:rPr kumimoji="0" lang="en-US" altLang="zh-CN" sz="2400">
                <a:latin typeface="华文楷体" panose="02010600040101010101" pitchFamily="2" charset="-122"/>
                <a:ea typeface="华文楷体" panose="02010600040101010101" pitchFamily="2" charset="-122"/>
              </a:rPr>
              <a:t>circuit establishment (</a:t>
            </a:r>
            <a:r>
              <a:rPr kumimoji="0" lang="zh-CN" altLang="en-US" sz="2400">
                <a:latin typeface="华文楷体" panose="02010600040101010101" pitchFamily="2" charset="-122"/>
                <a:ea typeface="华文楷体" panose="02010600040101010101" pitchFamily="2" charset="-122"/>
              </a:rPr>
              <a:t>建立线路）</a:t>
            </a:r>
          </a:p>
          <a:p>
            <a:pPr lvl="1">
              <a:lnSpc>
                <a:spcPct val="90000"/>
              </a:lnSpc>
              <a:spcBef>
                <a:spcPct val="30000"/>
              </a:spcBef>
              <a:buClr>
                <a:schemeClr val="tx1"/>
              </a:buClr>
              <a:buSzPct val="100000"/>
              <a:buFontTx/>
              <a:buAutoNum type="arabicPeriod"/>
            </a:pPr>
            <a:r>
              <a:rPr kumimoji="0" lang="en-US" altLang="zh-CN" sz="2400">
                <a:latin typeface="华文楷体" panose="02010600040101010101" pitchFamily="2" charset="-122"/>
                <a:ea typeface="华文楷体" panose="02010600040101010101" pitchFamily="2" charset="-122"/>
              </a:rPr>
              <a:t>data transfer (</a:t>
            </a:r>
            <a:r>
              <a:rPr kumimoji="0" lang="zh-CN" altLang="en-US" sz="2400">
                <a:latin typeface="华文楷体" panose="02010600040101010101" pitchFamily="2" charset="-122"/>
                <a:ea typeface="华文楷体" panose="02010600040101010101" pitchFamily="2" charset="-122"/>
              </a:rPr>
              <a:t>数据传输）</a:t>
            </a:r>
          </a:p>
          <a:p>
            <a:pPr lvl="1">
              <a:lnSpc>
                <a:spcPct val="90000"/>
              </a:lnSpc>
              <a:spcBef>
                <a:spcPct val="30000"/>
              </a:spcBef>
              <a:buClr>
                <a:schemeClr val="tx1"/>
              </a:buClr>
              <a:buSzPct val="100000"/>
              <a:buFontTx/>
              <a:buAutoNum type="arabicPeriod"/>
            </a:pPr>
            <a:r>
              <a:rPr kumimoji="0" lang="en-US" altLang="zh-CN" sz="2400">
                <a:latin typeface="华文楷体" panose="02010600040101010101" pitchFamily="2" charset="-122"/>
                <a:ea typeface="华文楷体" panose="02010600040101010101" pitchFamily="2" charset="-122"/>
              </a:rPr>
              <a:t>circuit termination </a:t>
            </a:r>
            <a:r>
              <a:rPr kumimoji="0" lang="en-US" altLang="zh-CN" sz="1800">
                <a:solidFill>
                  <a:srgbClr val="000099"/>
                </a:solidFill>
                <a:latin typeface="华文楷体" panose="02010600040101010101" pitchFamily="2" charset="-122"/>
                <a:ea typeface="华文楷体" panose="02010600040101010101" pitchFamily="2" charset="-122"/>
              </a:rPr>
              <a:t>(“tear down”)</a:t>
            </a:r>
            <a:r>
              <a:rPr kumimoji="0" lang="en-US" altLang="zh-CN" sz="2400">
                <a:latin typeface="华文楷体" panose="02010600040101010101" pitchFamily="2" charset="-122"/>
                <a:ea typeface="华文楷体" panose="02010600040101010101" pitchFamily="2" charset="-122"/>
              </a:rPr>
              <a:t>(</a:t>
            </a:r>
            <a:r>
              <a:rPr kumimoji="0" lang="zh-CN" altLang="en-US" sz="2400">
                <a:latin typeface="华文楷体" panose="02010600040101010101" pitchFamily="2" charset="-122"/>
                <a:ea typeface="华文楷体" panose="02010600040101010101" pitchFamily="2" charset="-122"/>
              </a:rPr>
              <a:t>释放线路）</a:t>
            </a:r>
            <a:br>
              <a:rPr kumimoji="0" lang="zh-CN" altLang="en-US" sz="2400">
                <a:latin typeface="华文楷体" panose="02010600040101010101" pitchFamily="2" charset="-122"/>
                <a:ea typeface="华文楷体" panose="02010600040101010101" pitchFamily="2" charset="-122"/>
              </a:rPr>
            </a:br>
            <a:br>
              <a:rPr kumimoji="0" lang="zh-CN" altLang="en-US" sz="2400">
                <a:latin typeface="华文楷体" panose="02010600040101010101" pitchFamily="2" charset="-122"/>
                <a:ea typeface="华文楷体" panose="02010600040101010101" pitchFamily="2" charset="-122"/>
              </a:rPr>
            </a:br>
            <a:endParaRPr kumimoji="0" lang="zh-CN" altLang="en-US" sz="2400">
              <a:latin typeface="华文楷体" panose="02010600040101010101" pitchFamily="2" charset="-122"/>
              <a:ea typeface="华文楷体" panose="02010600040101010101" pitchFamily="2" charset="-122"/>
            </a:endParaRPr>
          </a:p>
          <a:p>
            <a:pPr>
              <a:lnSpc>
                <a:spcPct val="90000"/>
              </a:lnSpc>
              <a:spcBef>
                <a:spcPct val="30000"/>
              </a:spcBef>
              <a:buClr>
                <a:schemeClr val="tx1"/>
              </a:buClr>
              <a:buSzPct val="75000"/>
              <a:buFont typeface="Wingdings" panose="05000000000000000000" pitchFamily="2" charset="2"/>
              <a:buChar char="§"/>
            </a:pPr>
            <a:r>
              <a:rPr kumimoji="0" lang="zh-CN" altLang="en-US" sz="2800">
                <a:latin typeface="华文楷体" panose="02010600040101010101" pitchFamily="2" charset="-122"/>
                <a:ea typeface="华文楷体" panose="02010600040101010101" pitchFamily="2" charset="-122"/>
              </a:rPr>
              <a:t>如果线路不可用</a:t>
            </a:r>
            <a:r>
              <a:rPr kumimoji="0" lang="en-US" altLang="zh-CN" sz="2800">
                <a:latin typeface="华文楷体" panose="02010600040101010101" pitchFamily="2" charset="-122"/>
                <a:ea typeface="华文楷体" panose="02010600040101010101" pitchFamily="2" charset="-122"/>
              </a:rPr>
              <a:t>: “</a:t>
            </a:r>
            <a:r>
              <a:rPr kumimoji="0" lang="zh-CN" altLang="en-US" sz="2800">
                <a:latin typeface="华文楷体" panose="02010600040101010101" pitchFamily="2" charset="-122"/>
                <a:ea typeface="华文楷体" panose="02010600040101010101" pitchFamily="2" charset="-122"/>
              </a:rPr>
              <a:t>忙信号”</a:t>
            </a:r>
          </a:p>
          <a:p>
            <a:pPr>
              <a:lnSpc>
                <a:spcPct val="120000"/>
              </a:lnSpc>
              <a:spcBef>
                <a:spcPct val="0"/>
              </a:spcBef>
              <a:buClr>
                <a:srgbClr val="000099"/>
              </a:buClr>
              <a:buSzPct val="75000"/>
              <a:buFont typeface="Wingdings" panose="05000000000000000000" pitchFamily="2" charset="2"/>
              <a:buChar char="v"/>
            </a:pPr>
            <a:r>
              <a:rPr kumimoji="0" lang="zh-CN" altLang="en-US" sz="2800">
                <a:latin typeface="华文楷体" panose="02010600040101010101" pitchFamily="2" charset="-122"/>
                <a:ea typeface="华文楷体" panose="02010600040101010101" pitchFamily="2" charset="-122"/>
              </a:rPr>
              <a:t> </a:t>
            </a:r>
            <a:r>
              <a:rPr kumimoji="0" lang="zh-CN" altLang="en-US" sz="2000">
                <a:latin typeface="华文楷体" panose="02010600040101010101" pitchFamily="2" charset="-122"/>
                <a:ea typeface="华文楷体" panose="02010600040101010101" pitchFamily="2" charset="-122"/>
              </a:rPr>
              <a:t>最初，线路为一条</a:t>
            </a:r>
            <a:r>
              <a:rPr kumimoji="0" lang="en-US" altLang="zh-CN" sz="2000">
                <a:latin typeface="华文楷体" panose="02010600040101010101" pitchFamily="2" charset="-122"/>
                <a:ea typeface="华文楷体" panose="02010600040101010101" pitchFamily="2" charset="-122"/>
              </a:rPr>
              <a:t>end-to-end </a:t>
            </a:r>
            <a:r>
              <a:rPr kumimoji="0" lang="zh-CN" altLang="en-US" sz="2000">
                <a:latin typeface="华文楷体" panose="02010600040101010101" pitchFamily="2" charset="-122"/>
                <a:ea typeface="华文楷体" panose="02010600040101010101" pitchFamily="2" charset="-122"/>
              </a:rPr>
              <a:t>物理线路。 </a:t>
            </a:r>
          </a:p>
          <a:p>
            <a:pPr>
              <a:lnSpc>
                <a:spcPct val="120000"/>
              </a:lnSpc>
              <a:spcBef>
                <a:spcPct val="0"/>
              </a:spcBef>
              <a:buClr>
                <a:srgbClr val="000099"/>
              </a:buClr>
              <a:buSzPct val="75000"/>
              <a:buFont typeface="Wingdings" panose="05000000000000000000" pitchFamily="2" charset="2"/>
              <a:buChar char="v"/>
            </a:pPr>
            <a:r>
              <a:rPr kumimoji="0" lang="zh-CN" altLang="en-US" sz="2400">
                <a:latin typeface="华文楷体" panose="02010600040101010101" pitchFamily="2" charset="-122"/>
                <a:ea typeface="华文楷体" panose="02010600040101010101" pitchFamily="2" charset="-122"/>
              </a:rPr>
              <a:t> 现在，一般采用虚线路。</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71459">
                                            <p:txEl>
                                              <p:pRg st="0" end="0"/>
                                            </p:txEl>
                                          </p:spTgt>
                                        </p:tgtEl>
                                        <p:attrNameLst>
                                          <p:attrName>style.visibility</p:attrName>
                                        </p:attrNameLst>
                                      </p:cBhvr>
                                      <p:to>
                                        <p:strVal val="visible"/>
                                      </p:to>
                                    </p:set>
                                    <p:anim calcmode="lin" valueType="num">
                                      <p:cBhvr additive="base">
                                        <p:cTn id="7" dur="500" fill="hold"/>
                                        <p:tgtEl>
                                          <p:spTgt spid="117145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17145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171459">
                                            <p:txEl>
                                              <p:pRg st="1" end="1"/>
                                            </p:txEl>
                                          </p:spTgt>
                                        </p:tgtEl>
                                        <p:attrNameLst>
                                          <p:attrName>style.visibility</p:attrName>
                                        </p:attrNameLst>
                                      </p:cBhvr>
                                      <p:to>
                                        <p:strVal val="visible"/>
                                      </p:to>
                                    </p:set>
                                    <p:anim calcmode="lin" valueType="num">
                                      <p:cBhvr additive="base">
                                        <p:cTn id="11" dur="500" fill="hold"/>
                                        <p:tgtEl>
                                          <p:spTgt spid="1171459">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171459">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171459">
                                            <p:txEl>
                                              <p:pRg st="2" end="2"/>
                                            </p:txEl>
                                          </p:spTgt>
                                        </p:tgtEl>
                                        <p:attrNameLst>
                                          <p:attrName>style.visibility</p:attrName>
                                        </p:attrNameLst>
                                      </p:cBhvr>
                                      <p:to>
                                        <p:strVal val="visible"/>
                                      </p:to>
                                    </p:set>
                                    <p:anim calcmode="lin" valueType="num">
                                      <p:cBhvr additive="base">
                                        <p:cTn id="15" dur="500" fill="hold"/>
                                        <p:tgtEl>
                                          <p:spTgt spid="1171459">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171459">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171459">
                                            <p:txEl>
                                              <p:pRg st="3" end="3"/>
                                            </p:txEl>
                                          </p:spTgt>
                                        </p:tgtEl>
                                        <p:attrNameLst>
                                          <p:attrName>style.visibility</p:attrName>
                                        </p:attrNameLst>
                                      </p:cBhvr>
                                      <p:to>
                                        <p:strVal val="visible"/>
                                      </p:to>
                                    </p:set>
                                    <p:anim calcmode="lin" valueType="num">
                                      <p:cBhvr additive="base">
                                        <p:cTn id="19" dur="500" fill="hold"/>
                                        <p:tgtEl>
                                          <p:spTgt spid="1171459">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17145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171459">
                                            <p:txEl>
                                              <p:pRg st="4" end="4"/>
                                            </p:txEl>
                                          </p:spTgt>
                                        </p:tgtEl>
                                        <p:attrNameLst>
                                          <p:attrName>style.visibility</p:attrName>
                                        </p:attrNameLst>
                                      </p:cBhvr>
                                      <p:to>
                                        <p:strVal val="visible"/>
                                      </p:to>
                                    </p:set>
                                    <p:anim calcmode="lin" valueType="num">
                                      <p:cBhvr additive="base">
                                        <p:cTn id="25" dur="500" fill="hold"/>
                                        <p:tgtEl>
                                          <p:spTgt spid="1171459">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17145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171459">
                                            <p:txEl>
                                              <p:pRg st="5" end="5"/>
                                            </p:txEl>
                                          </p:spTgt>
                                        </p:tgtEl>
                                        <p:attrNameLst>
                                          <p:attrName>style.visibility</p:attrName>
                                        </p:attrNameLst>
                                      </p:cBhvr>
                                      <p:to>
                                        <p:strVal val="visible"/>
                                      </p:to>
                                    </p:set>
                                    <p:anim calcmode="lin" valueType="num">
                                      <p:cBhvr additive="base">
                                        <p:cTn id="31" dur="500" fill="hold"/>
                                        <p:tgtEl>
                                          <p:spTgt spid="1171459">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17145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171459">
                                            <p:txEl>
                                              <p:pRg st="6" end="6"/>
                                            </p:txEl>
                                          </p:spTgt>
                                        </p:tgtEl>
                                        <p:attrNameLst>
                                          <p:attrName>style.visibility</p:attrName>
                                        </p:attrNameLst>
                                      </p:cBhvr>
                                      <p:to>
                                        <p:strVal val="visible"/>
                                      </p:to>
                                    </p:set>
                                    <p:anim calcmode="lin" valueType="num">
                                      <p:cBhvr additive="base">
                                        <p:cTn id="37" dur="500" fill="hold"/>
                                        <p:tgtEl>
                                          <p:spTgt spid="1171459">
                                            <p:txEl>
                                              <p:pRg st="6" end="6"/>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17145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1459"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a:extLst>
              <a:ext uri="{FF2B5EF4-FFF2-40B4-BE49-F238E27FC236}">
                <a16:creationId xmlns:a16="http://schemas.microsoft.com/office/drawing/2014/main" id="{2EAFE39B-B955-4E3A-A1E8-793FF344F1BE}"/>
              </a:ext>
            </a:extLst>
          </p:cNvPr>
          <p:cNvSpPr txBox="1">
            <a:spLocks noChangeArrowheads="1"/>
          </p:cNvSpPr>
          <p:nvPr/>
        </p:nvSpPr>
        <p:spPr bwMode="auto">
          <a:xfrm>
            <a:off x="8893175" y="3616325"/>
            <a:ext cx="16033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latin typeface="Comic Sans MS" panose="030F0702030302020204" pitchFamily="66" charset="0"/>
              </a:rPr>
              <a:t>Destination</a:t>
            </a:r>
          </a:p>
          <a:p>
            <a:pPr algn="ctr">
              <a:spcBef>
                <a:spcPct val="0"/>
              </a:spcBef>
              <a:buClrTx/>
              <a:buSzTx/>
              <a:buFontTx/>
              <a:buNone/>
            </a:pPr>
            <a:r>
              <a:rPr kumimoji="0" lang="en-US" altLang="zh-CN" sz="1600">
                <a:latin typeface="Comic Sans MS" panose="030F0702030302020204" pitchFamily="66" charset="0"/>
              </a:rPr>
              <a:t>“Callee”(</a:t>
            </a:r>
            <a:r>
              <a:rPr kumimoji="0" lang="zh-CN" altLang="en-US" sz="1600">
                <a:latin typeface="Comic Sans MS" panose="030F0702030302020204" pitchFamily="66" charset="0"/>
              </a:rPr>
              <a:t>被叫</a:t>
            </a:r>
            <a:r>
              <a:rPr kumimoji="0" lang="en-US" altLang="zh-CN" sz="1600">
                <a:latin typeface="Comic Sans MS" panose="030F0702030302020204" pitchFamily="66" charset="0"/>
              </a:rPr>
              <a:t>)</a:t>
            </a:r>
          </a:p>
        </p:txBody>
      </p:sp>
      <p:sp>
        <p:nvSpPr>
          <p:cNvPr id="25603" name="Text Box 3">
            <a:extLst>
              <a:ext uri="{FF2B5EF4-FFF2-40B4-BE49-F238E27FC236}">
                <a16:creationId xmlns:a16="http://schemas.microsoft.com/office/drawing/2014/main" id="{FEC6E0AA-BF72-40CD-A180-45E91BF2FC54}"/>
              </a:ext>
            </a:extLst>
          </p:cNvPr>
          <p:cNvSpPr txBox="1">
            <a:spLocks noChangeArrowheads="1"/>
          </p:cNvSpPr>
          <p:nvPr/>
        </p:nvSpPr>
        <p:spPr bwMode="auto">
          <a:xfrm>
            <a:off x="5589588" y="6015038"/>
            <a:ext cx="12985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600">
                <a:latin typeface="Comic Sans MS" panose="030F0702030302020204" pitchFamily="66" charset="0"/>
              </a:rPr>
              <a:t>Trunk(</a:t>
            </a:r>
            <a:r>
              <a:rPr kumimoji="0" lang="zh-CN" altLang="en-US" sz="1600">
                <a:latin typeface="Comic Sans MS" panose="030F0702030302020204" pitchFamily="66" charset="0"/>
              </a:rPr>
              <a:t>干线</a:t>
            </a:r>
            <a:r>
              <a:rPr kumimoji="0" lang="en-US" altLang="zh-CN" sz="1600">
                <a:latin typeface="Comic Sans MS" panose="030F0702030302020204" pitchFamily="66" charset="0"/>
              </a:rPr>
              <a:t>)</a:t>
            </a:r>
          </a:p>
          <a:p>
            <a:pPr algn="ctr">
              <a:spcBef>
                <a:spcPct val="0"/>
              </a:spcBef>
              <a:buClrTx/>
              <a:buSzTx/>
              <a:buFontTx/>
              <a:buNone/>
            </a:pPr>
            <a:r>
              <a:rPr kumimoji="0" lang="en-US" altLang="zh-CN" sz="1600">
                <a:latin typeface="Comic Sans MS" panose="030F0702030302020204" pitchFamily="66" charset="0"/>
              </a:rPr>
              <a:t>Exchange</a:t>
            </a:r>
          </a:p>
        </p:txBody>
      </p:sp>
      <p:grpSp>
        <p:nvGrpSpPr>
          <p:cNvPr id="25604" name="Group 4">
            <a:extLst>
              <a:ext uri="{FF2B5EF4-FFF2-40B4-BE49-F238E27FC236}">
                <a16:creationId xmlns:a16="http://schemas.microsoft.com/office/drawing/2014/main" id="{4BE48BD6-9CF2-489D-AD62-DA9448727C65}"/>
              </a:ext>
            </a:extLst>
          </p:cNvPr>
          <p:cNvGrpSpPr>
            <a:grpSpLocks/>
          </p:cNvGrpSpPr>
          <p:nvPr/>
        </p:nvGrpSpPr>
        <p:grpSpPr bwMode="auto">
          <a:xfrm>
            <a:off x="1809750" y="1566863"/>
            <a:ext cx="7981950" cy="4441825"/>
            <a:chOff x="180" y="987"/>
            <a:chExt cx="5028" cy="2798"/>
          </a:xfrm>
        </p:grpSpPr>
        <p:sp>
          <p:nvSpPr>
            <p:cNvPr id="25606" name="Line 5">
              <a:extLst>
                <a:ext uri="{FF2B5EF4-FFF2-40B4-BE49-F238E27FC236}">
                  <a16:creationId xmlns:a16="http://schemas.microsoft.com/office/drawing/2014/main" id="{C89010D3-AAE1-4EE8-98D4-DAB63496416B}"/>
                </a:ext>
              </a:extLst>
            </p:cNvPr>
            <p:cNvSpPr>
              <a:spLocks noChangeShapeType="1"/>
            </p:cNvSpPr>
            <p:nvPr/>
          </p:nvSpPr>
          <p:spPr bwMode="auto">
            <a:xfrm flipV="1">
              <a:off x="4308" y="2187"/>
              <a:ext cx="576"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07" name="Text Box 6">
              <a:extLst>
                <a:ext uri="{FF2B5EF4-FFF2-40B4-BE49-F238E27FC236}">
                  <a16:creationId xmlns:a16="http://schemas.microsoft.com/office/drawing/2014/main" id="{90823D0F-3E96-49E8-9C96-DB7F85FC3254}"/>
                </a:ext>
              </a:extLst>
            </p:cNvPr>
            <p:cNvSpPr txBox="1">
              <a:spLocks noChangeArrowheads="1"/>
            </p:cNvSpPr>
            <p:nvPr/>
          </p:nvSpPr>
          <p:spPr bwMode="auto">
            <a:xfrm>
              <a:off x="180" y="2356"/>
              <a:ext cx="611"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Source</a:t>
              </a:r>
            </a:p>
            <a:p>
              <a:pPr>
                <a:spcBef>
                  <a:spcPct val="0"/>
                </a:spcBef>
                <a:buClrTx/>
                <a:buSzTx/>
                <a:buFontTx/>
                <a:buNone/>
              </a:pPr>
              <a:r>
                <a:rPr kumimoji="0" lang="en-US" altLang="zh-CN" sz="1600">
                  <a:latin typeface="Comic Sans MS" panose="030F0702030302020204" pitchFamily="66" charset="0"/>
                </a:rPr>
                <a:t>“Caller”</a:t>
              </a:r>
            </a:p>
          </p:txBody>
        </p:sp>
        <p:grpSp>
          <p:nvGrpSpPr>
            <p:cNvPr id="25608" name="Group 7">
              <a:extLst>
                <a:ext uri="{FF2B5EF4-FFF2-40B4-BE49-F238E27FC236}">
                  <a16:creationId xmlns:a16="http://schemas.microsoft.com/office/drawing/2014/main" id="{EA76770E-9892-4DAF-8EE3-E27C9EBB7D28}"/>
                </a:ext>
              </a:extLst>
            </p:cNvPr>
            <p:cNvGrpSpPr>
              <a:grpSpLocks/>
            </p:cNvGrpSpPr>
            <p:nvPr/>
          </p:nvGrpSpPr>
          <p:grpSpPr bwMode="auto">
            <a:xfrm>
              <a:off x="324" y="1974"/>
              <a:ext cx="372" cy="300"/>
              <a:chOff x="384" y="1394"/>
              <a:chExt cx="372" cy="300"/>
            </a:xfrm>
          </p:grpSpPr>
          <p:sp>
            <p:nvSpPr>
              <p:cNvPr id="25669" name="Rectangle 8">
                <a:extLst>
                  <a:ext uri="{FF2B5EF4-FFF2-40B4-BE49-F238E27FC236}">
                    <a16:creationId xmlns:a16="http://schemas.microsoft.com/office/drawing/2014/main" id="{65EE2BA7-FD4B-4D97-8A5C-FF99401C6007}"/>
                  </a:ext>
                </a:extLst>
              </p:cNvPr>
              <p:cNvSpPr>
                <a:spLocks noChangeArrowheads="1"/>
              </p:cNvSpPr>
              <p:nvPr/>
            </p:nvSpPr>
            <p:spPr bwMode="auto">
              <a:xfrm>
                <a:off x="433" y="1651"/>
                <a:ext cx="264" cy="4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5670" name="Freeform 9">
                <a:extLst>
                  <a:ext uri="{FF2B5EF4-FFF2-40B4-BE49-F238E27FC236}">
                    <a16:creationId xmlns:a16="http://schemas.microsoft.com/office/drawing/2014/main" id="{41A09C9B-5AF3-49C8-B0AF-94680E6486F3}"/>
                  </a:ext>
                </a:extLst>
              </p:cNvPr>
              <p:cNvSpPr>
                <a:spLocks/>
              </p:cNvSpPr>
              <p:nvPr/>
            </p:nvSpPr>
            <p:spPr bwMode="auto">
              <a:xfrm rot="-2304584">
                <a:off x="384" y="1394"/>
                <a:ext cx="372" cy="286"/>
              </a:xfrm>
              <a:custGeom>
                <a:avLst/>
                <a:gdLst>
                  <a:gd name="T0" fmla="*/ 7 w 553"/>
                  <a:gd name="T1" fmla="*/ 1 h 470"/>
                  <a:gd name="T2" fmla="*/ 6 w 553"/>
                  <a:gd name="T3" fmla="*/ 1 h 470"/>
                  <a:gd name="T4" fmla="*/ 5 w 553"/>
                  <a:gd name="T5" fmla="*/ 1 h 470"/>
                  <a:gd name="T6" fmla="*/ 5 w 553"/>
                  <a:gd name="T7" fmla="*/ 1 h 470"/>
                  <a:gd name="T8" fmla="*/ 5 w 553"/>
                  <a:gd name="T9" fmla="*/ 1 h 470"/>
                  <a:gd name="T10" fmla="*/ 5 w 553"/>
                  <a:gd name="T11" fmla="*/ 1 h 470"/>
                  <a:gd name="T12" fmla="*/ 5 w 553"/>
                  <a:gd name="T13" fmla="*/ 2 h 470"/>
                  <a:gd name="T14" fmla="*/ 4 w 553"/>
                  <a:gd name="T15" fmla="*/ 2 h 470"/>
                  <a:gd name="T16" fmla="*/ 3 w 553"/>
                  <a:gd name="T17" fmla="*/ 2 h 470"/>
                  <a:gd name="T18" fmla="*/ 2 w 553"/>
                  <a:gd name="T19" fmla="*/ 1 h 470"/>
                  <a:gd name="T20" fmla="*/ 1 w 553"/>
                  <a:gd name="T21" fmla="*/ 1 h 470"/>
                  <a:gd name="T22" fmla="*/ 1 w 553"/>
                  <a:gd name="T23" fmla="*/ 1 h 470"/>
                  <a:gd name="T24" fmla="*/ 1 w 553"/>
                  <a:gd name="T25" fmla="*/ 1 h 470"/>
                  <a:gd name="T26" fmla="*/ 1 w 553"/>
                  <a:gd name="T27" fmla="*/ 1 h 470"/>
                  <a:gd name="T28" fmla="*/ 2 w 553"/>
                  <a:gd name="T29" fmla="*/ 1 h 470"/>
                  <a:gd name="T30" fmla="*/ 3 w 553"/>
                  <a:gd name="T31" fmla="*/ 1 h 470"/>
                  <a:gd name="T32" fmla="*/ 3 w 553"/>
                  <a:gd name="T33" fmla="*/ 0 h 470"/>
                  <a:gd name="T34" fmla="*/ 4 w 553"/>
                  <a:gd name="T35" fmla="*/ 1 h 470"/>
                  <a:gd name="T36" fmla="*/ 5 w 553"/>
                  <a:gd name="T37" fmla="*/ 1 h 470"/>
                  <a:gd name="T38" fmla="*/ 6 w 553"/>
                  <a:gd name="T39" fmla="*/ 1 h 470"/>
                  <a:gd name="T40" fmla="*/ 7 w 553"/>
                  <a:gd name="T41" fmla="*/ 1 h 470"/>
                  <a:gd name="T42" fmla="*/ 7 w 553"/>
                  <a:gd name="T43" fmla="*/ 1 h 470"/>
                  <a:gd name="T44" fmla="*/ 8 w 553"/>
                  <a:gd name="T45" fmla="*/ 1 h 470"/>
                  <a:gd name="T46" fmla="*/ 9 w 553"/>
                  <a:gd name="T47" fmla="*/ 1 h 470"/>
                  <a:gd name="T48" fmla="*/ 10 w 553"/>
                  <a:gd name="T49" fmla="*/ 1 h 470"/>
                  <a:gd name="T50" fmla="*/ 11 w 553"/>
                  <a:gd name="T51" fmla="*/ 1 h 470"/>
                  <a:gd name="T52" fmla="*/ 12 w 553"/>
                  <a:gd name="T53" fmla="*/ 1 h 470"/>
                  <a:gd name="T54" fmla="*/ 13 w 553"/>
                  <a:gd name="T55" fmla="*/ 2 h 470"/>
                  <a:gd name="T56" fmla="*/ 15 w 553"/>
                  <a:gd name="T57" fmla="*/ 2 h 470"/>
                  <a:gd name="T58" fmla="*/ 15 w 553"/>
                  <a:gd name="T59" fmla="*/ 3 h 470"/>
                  <a:gd name="T60" fmla="*/ 15 w 553"/>
                  <a:gd name="T61" fmla="*/ 3 h 470"/>
                  <a:gd name="T62" fmla="*/ 15 w 553"/>
                  <a:gd name="T63" fmla="*/ 4 h 470"/>
                  <a:gd name="T64" fmla="*/ 15 w 553"/>
                  <a:gd name="T65" fmla="*/ 4 h 470"/>
                  <a:gd name="T66" fmla="*/ 15 w 553"/>
                  <a:gd name="T67" fmla="*/ 4 h 470"/>
                  <a:gd name="T68" fmla="*/ 15 w 553"/>
                  <a:gd name="T69" fmla="*/ 5 h 470"/>
                  <a:gd name="T70" fmla="*/ 14 w 553"/>
                  <a:gd name="T71" fmla="*/ 5 h 470"/>
                  <a:gd name="T72" fmla="*/ 11 w 553"/>
                  <a:gd name="T73" fmla="*/ 4 h 470"/>
                  <a:gd name="T74" fmla="*/ 11 w 553"/>
                  <a:gd name="T75" fmla="*/ 4 h 470"/>
                  <a:gd name="T76" fmla="*/ 11 w 553"/>
                  <a:gd name="T77" fmla="*/ 4 h 470"/>
                  <a:gd name="T78" fmla="*/ 12 w 553"/>
                  <a:gd name="T79" fmla="*/ 4 h 470"/>
                  <a:gd name="T80" fmla="*/ 13 w 553"/>
                  <a:gd name="T81" fmla="*/ 4 h 470"/>
                  <a:gd name="T82" fmla="*/ 13 w 553"/>
                  <a:gd name="T83" fmla="*/ 4 h 470"/>
                  <a:gd name="T84" fmla="*/ 13 w 553"/>
                  <a:gd name="T85" fmla="*/ 3 h 470"/>
                  <a:gd name="T86" fmla="*/ 12 w 553"/>
                  <a:gd name="T87" fmla="*/ 3 h 470"/>
                  <a:gd name="T88" fmla="*/ 11 w 553"/>
                  <a:gd name="T89" fmla="*/ 3 h 470"/>
                  <a:gd name="T90" fmla="*/ 11 w 553"/>
                  <a:gd name="T91" fmla="*/ 2 h 470"/>
                  <a:gd name="T92" fmla="*/ 10 w 553"/>
                  <a:gd name="T93" fmla="*/ 2 h 470"/>
                  <a:gd name="T94" fmla="*/ 9 w 553"/>
                  <a:gd name="T95" fmla="*/ 2 h 470"/>
                  <a:gd name="T96" fmla="*/ 7 w 553"/>
                  <a:gd name="T97" fmla="*/ 1 h 47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553" h="470">
                    <a:moveTo>
                      <a:pt x="262" y="122"/>
                    </a:moveTo>
                    <a:lnTo>
                      <a:pt x="250" y="114"/>
                    </a:lnTo>
                    <a:lnTo>
                      <a:pt x="237" y="106"/>
                    </a:lnTo>
                    <a:lnTo>
                      <a:pt x="223" y="98"/>
                    </a:lnTo>
                    <a:lnTo>
                      <a:pt x="209" y="92"/>
                    </a:lnTo>
                    <a:lnTo>
                      <a:pt x="196" y="89"/>
                    </a:lnTo>
                    <a:lnTo>
                      <a:pt x="186" y="89"/>
                    </a:lnTo>
                    <a:lnTo>
                      <a:pt x="179" y="95"/>
                    </a:lnTo>
                    <a:lnTo>
                      <a:pt x="177" y="106"/>
                    </a:lnTo>
                    <a:lnTo>
                      <a:pt x="175" y="117"/>
                    </a:lnTo>
                    <a:lnTo>
                      <a:pt x="172" y="127"/>
                    </a:lnTo>
                    <a:lnTo>
                      <a:pt x="167" y="136"/>
                    </a:lnTo>
                    <a:lnTo>
                      <a:pt x="162" y="144"/>
                    </a:lnTo>
                    <a:lnTo>
                      <a:pt x="155" y="153"/>
                    </a:lnTo>
                    <a:lnTo>
                      <a:pt x="147" y="162"/>
                    </a:lnTo>
                    <a:lnTo>
                      <a:pt x="139" y="168"/>
                    </a:lnTo>
                    <a:lnTo>
                      <a:pt x="129" y="176"/>
                    </a:lnTo>
                    <a:lnTo>
                      <a:pt x="115" y="170"/>
                    </a:lnTo>
                    <a:lnTo>
                      <a:pt x="97" y="160"/>
                    </a:lnTo>
                    <a:lnTo>
                      <a:pt x="75" y="149"/>
                    </a:lnTo>
                    <a:lnTo>
                      <a:pt x="53" y="136"/>
                    </a:lnTo>
                    <a:lnTo>
                      <a:pt x="34" y="125"/>
                    </a:lnTo>
                    <a:lnTo>
                      <a:pt x="16" y="114"/>
                    </a:lnTo>
                    <a:lnTo>
                      <a:pt x="5" y="107"/>
                    </a:lnTo>
                    <a:lnTo>
                      <a:pt x="0" y="105"/>
                    </a:lnTo>
                    <a:lnTo>
                      <a:pt x="8" y="90"/>
                    </a:lnTo>
                    <a:lnTo>
                      <a:pt x="19" y="73"/>
                    </a:lnTo>
                    <a:lnTo>
                      <a:pt x="31" y="57"/>
                    </a:lnTo>
                    <a:lnTo>
                      <a:pt x="46" y="41"/>
                    </a:lnTo>
                    <a:lnTo>
                      <a:pt x="62" y="26"/>
                    </a:lnTo>
                    <a:lnTo>
                      <a:pt x="80" y="13"/>
                    </a:lnTo>
                    <a:lnTo>
                      <a:pt x="98" y="5"/>
                    </a:lnTo>
                    <a:lnTo>
                      <a:pt x="117" y="0"/>
                    </a:lnTo>
                    <a:lnTo>
                      <a:pt x="127" y="0"/>
                    </a:lnTo>
                    <a:lnTo>
                      <a:pt x="137" y="0"/>
                    </a:lnTo>
                    <a:lnTo>
                      <a:pt x="150" y="2"/>
                    </a:lnTo>
                    <a:lnTo>
                      <a:pt x="162" y="3"/>
                    </a:lnTo>
                    <a:lnTo>
                      <a:pt x="175" y="4"/>
                    </a:lnTo>
                    <a:lnTo>
                      <a:pt x="189" y="6"/>
                    </a:lnTo>
                    <a:lnTo>
                      <a:pt x="203" y="10"/>
                    </a:lnTo>
                    <a:lnTo>
                      <a:pt x="218" y="12"/>
                    </a:lnTo>
                    <a:lnTo>
                      <a:pt x="232" y="17"/>
                    </a:lnTo>
                    <a:lnTo>
                      <a:pt x="247" y="20"/>
                    </a:lnTo>
                    <a:lnTo>
                      <a:pt x="262" y="25"/>
                    </a:lnTo>
                    <a:lnTo>
                      <a:pt x="276" y="29"/>
                    </a:lnTo>
                    <a:lnTo>
                      <a:pt x="291" y="34"/>
                    </a:lnTo>
                    <a:lnTo>
                      <a:pt x="303" y="40"/>
                    </a:lnTo>
                    <a:lnTo>
                      <a:pt x="317" y="45"/>
                    </a:lnTo>
                    <a:lnTo>
                      <a:pt x="330" y="51"/>
                    </a:lnTo>
                    <a:lnTo>
                      <a:pt x="351" y="61"/>
                    </a:lnTo>
                    <a:lnTo>
                      <a:pt x="372" y="74"/>
                    </a:lnTo>
                    <a:lnTo>
                      <a:pt x="392" y="89"/>
                    </a:lnTo>
                    <a:lnTo>
                      <a:pt x="414" y="105"/>
                    </a:lnTo>
                    <a:lnTo>
                      <a:pt x="435" y="124"/>
                    </a:lnTo>
                    <a:lnTo>
                      <a:pt x="456" y="144"/>
                    </a:lnTo>
                    <a:lnTo>
                      <a:pt x="477" y="167"/>
                    </a:lnTo>
                    <a:lnTo>
                      <a:pt x="497" y="193"/>
                    </a:lnTo>
                    <a:lnTo>
                      <a:pt x="509" y="210"/>
                    </a:lnTo>
                    <a:lnTo>
                      <a:pt x="518" y="228"/>
                    </a:lnTo>
                    <a:lnTo>
                      <a:pt x="527" y="249"/>
                    </a:lnTo>
                    <a:lnTo>
                      <a:pt x="535" y="269"/>
                    </a:lnTo>
                    <a:lnTo>
                      <a:pt x="542" y="288"/>
                    </a:lnTo>
                    <a:lnTo>
                      <a:pt x="547" y="305"/>
                    </a:lnTo>
                    <a:lnTo>
                      <a:pt x="550" y="321"/>
                    </a:lnTo>
                    <a:lnTo>
                      <a:pt x="553" y="334"/>
                    </a:lnTo>
                    <a:lnTo>
                      <a:pt x="553" y="356"/>
                    </a:lnTo>
                    <a:lnTo>
                      <a:pt x="549" y="378"/>
                    </a:lnTo>
                    <a:lnTo>
                      <a:pt x="545" y="399"/>
                    </a:lnTo>
                    <a:lnTo>
                      <a:pt x="538" y="419"/>
                    </a:lnTo>
                    <a:lnTo>
                      <a:pt x="527" y="436"/>
                    </a:lnTo>
                    <a:lnTo>
                      <a:pt x="516" y="451"/>
                    </a:lnTo>
                    <a:lnTo>
                      <a:pt x="502" y="463"/>
                    </a:lnTo>
                    <a:lnTo>
                      <a:pt x="487" y="470"/>
                    </a:lnTo>
                    <a:lnTo>
                      <a:pt x="393" y="381"/>
                    </a:lnTo>
                    <a:lnTo>
                      <a:pt x="396" y="370"/>
                    </a:lnTo>
                    <a:lnTo>
                      <a:pt x="400" y="361"/>
                    </a:lnTo>
                    <a:lnTo>
                      <a:pt x="406" y="351"/>
                    </a:lnTo>
                    <a:lnTo>
                      <a:pt x="414" y="343"/>
                    </a:lnTo>
                    <a:lnTo>
                      <a:pt x="422" y="338"/>
                    </a:lnTo>
                    <a:lnTo>
                      <a:pt x="433" y="332"/>
                    </a:lnTo>
                    <a:lnTo>
                      <a:pt x="444" y="326"/>
                    </a:lnTo>
                    <a:lnTo>
                      <a:pt x="457" y="323"/>
                    </a:lnTo>
                    <a:lnTo>
                      <a:pt x="459" y="317"/>
                    </a:lnTo>
                    <a:lnTo>
                      <a:pt x="458" y="309"/>
                    </a:lnTo>
                    <a:lnTo>
                      <a:pt x="453" y="300"/>
                    </a:lnTo>
                    <a:lnTo>
                      <a:pt x="448" y="289"/>
                    </a:lnTo>
                    <a:lnTo>
                      <a:pt x="441" y="279"/>
                    </a:lnTo>
                    <a:lnTo>
                      <a:pt x="433" y="270"/>
                    </a:lnTo>
                    <a:lnTo>
                      <a:pt x="426" y="260"/>
                    </a:lnTo>
                    <a:lnTo>
                      <a:pt x="419" y="254"/>
                    </a:lnTo>
                    <a:lnTo>
                      <a:pt x="406" y="241"/>
                    </a:lnTo>
                    <a:lnTo>
                      <a:pt x="389" y="225"/>
                    </a:lnTo>
                    <a:lnTo>
                      <a:pt x="369" y="208"/>
                    </a:lnTo>
                    <a:lnTo>
                      <a:pt x="347" y="188"/>
                    </a:lnTo>
                    <a:lnTo>
                      <a:pt x="324" y="170"/>
                    </a:lnTo>
                    <a:lnTo>
                      <a:pt x="302" y="152"/>
                    </a:lnTo>
                    <a:lnTo>
                      <a:pt x="280" y="136"/>
                    </a:lnTo>
                    <a:lnTo>
                      <a:pt x="262" y="12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71" name="Line 10">
                <a:extLst>
                  <a:ext uri="{FF2B5EF4-FFF2-40B4-BE49-F238E27FC236}">
                    <a16:creationId xmlns:a16="http://schemas.microsoft.com/office/drawing/2014/main" id="{A7657095-807A-4C64-A0CD-9C2C63659FC3}"/>
                  </a:ext>
                </a:extLst>
              </p:cNvPr>
              <p:cNvSpPr>
                <a:spLocks noChangeShapeType="1"/>
              </p:cNvSpPr>
              <p:nvPr/>
            </p:nvSpPr>
            <p:spPr bwMode="auto">
              <a:xfrm>
                <a:off x="676" y="1569"/>
                <a:ext cx="53" cy="53"/>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72" name="Line 11">
                <a:extLst>
                  <a:ext uri="{FF2B5EF4-FFF2-40B4-BE49-F238E27FC236}">
                    <a16:creationId xmlns:a16="http://schemas.microsoft.com/office/drawing/2014/main" id="{B046AB21-E2E0-40B4-B10F-2BED82557287}"/>
                  </a:ext>
                </a:extLst>
              </p:cNvPr>
              <p:cNvSpPr>
                <a:spLocks noChangeShapeType="1"/>
              </p:cNvSpPr>
              <p:nvPr/>
            </p:nvSpPr>
            <p:spPr bwMode="auto">
              <a:xfrm>
                <a:off x="481" y="1434"/>
                <a:ext cx="68" cy="38"/>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73" name="Freeform 12">
                <a:extLst>
                  <a:ext uri="{FF2B5EF4-FFF2-40B4-BE49-F238E27FC236}">
                    <a16:creationId xmlns:a16="http://schemas.microsoft.com/office/drawing/2014/main" id="{08B853A8-9FAA-4347-9DF7-E261D4EE57B1}"/>
                  </a:ext>
                </a:extLst>
              </p:cNvPr>
              <p:cNvSpPr>
                <a:spLocks/>
              </p:cNvSpPr>
              <p:nvPr/>
            </p:nvSpPr>
            <p:spPr bwMode="auto">
              <a:xfrm>
                <a:off x="433" y="1508"/>
                <a:ext cx="264" cy="133"/>
              </a:xfrm>
              <a:custGeom>
                <a:avLst/>
                <a:gdLst>
                  <a:gd name="T0" fmla="*/ 1 w 529"/>
                  <a:gd name="T1" fmla="*/ 1 h 266"/>
                  <a:gd name="T2" fmla="*/ 1 w 529"/>
                  <a:gd name="T3" fmla="*/ 1 h 266"/>
                  <a:gd name="T4" fmla="*/ 0 w 529"/>
                  <a:gd name="T5" fmla="*/ 1 h 266"/>
                  <a:gd name="T6" fmla="*/ 0 w 529"/>
                  <a:gd name="T7" fmla="*/ 1 h 266"/>
                  <a:gd name="T8" fmla="*/ 0 w 529"/>
                  <a:gd name="T9" fmla="*/ 1 h 266"/>
                  <a:gd name="T10" fmla="*/ 0 w 529"/>
                  <a:gd name="T11" fmla="*/ 1 h 266"/>
                  <a:gd name="T12" fmla="*/ 0 w 529"/>
                  <a:gd name="T13" fmla="*/ 1 h 266"/>
                  <a:gd name="T14" fmla="*/ 0 w 529"/>
                  <a:gd name="T15" fmla="*/ 1 h 266"/>
                  <a:gd name="T16" fmla="*/ 0 w 529"/>
                  <a:gd name="T17" fmla="*/ 1 h 266"/>
                  <a:gd name="T18" fmla="*/ 0 w 529"/>
                  <a:gd name="T19" fmla="*/ 1 h 266"/>
                  <a:gd name="T20" fmla="*/ 0 w 529"/>
                  <a:gd name="T21" fmla="*/ 1 h 266"/>
                  <a:gd name="T22" fmla="*/ 0 w 529"/>
                  <a:gd name="T23" fmla="*/ 1 h 266"/>
                  <a:gd name="T24" fmla="*/ 0 w 529"/>
                  <a:gd name="T25" fmla="*/ 0 h 266"/>
                  <a:gd name="T26" fmla="*/ 0 w 529"/>
                  <a:gd name="T27" fmla="*/ 1 h 266"/>
                  <a:gd name="T28" fmla="*/ 0 w 529"/>
                  <a:gd name="T29" fmla="*/ 1 h 266"/>
                  <a:gd name="T30" fmla="*/ 0 w 529"/>
                  <a:gd name="T31" fmla="*/ 1 h 266"/>
                  <a:gd name="T32" fmla="*/ 0 w 529"/>
                  <a:gd name="T33" fmla="*/ 1 h 266"/>
                  <a:gd name="T34" fmla="*/ 0 w 529"/>
                  <a:gd name="T35" fmla="*/ 1 h 266"/>
                  <a:gd name="T36" fmla="*/ 0 w 529"/>
                  <a:gd name="T37" fmla="*/ 1 h 266"/>
                  <a:gd name="T38" fmla="*/ 0 w 529"/>
                  <a:gd name="T39" fmla="*/ 1 h 266"/>
                  <a:gd name="T40" fmla="*/ 0 w 529"/>
                  <a:gd name="T41" fmla="*/ 1 h 266"/>
                  <a:gd name="T42" fmla="*/ 0 w 529"/>
                  <a:gd name="T43" fmla="*/ 1 h 266"/>
                  <a:gd name="T44" fmla="*/ 0 w 529"/>
                  <a:gd name="T45" fmla="*/ 1 h 266"/>
                  <a:gd name="T46" fmla="*/ 0 w 529"/>
                  <a:gd name="T47" fmla="*/ 1 h 266"/>
                  <a:gd name="T48" fmla="*/ 0 w 529"/>
                  <a:gd name="T49" fmla="*/ 1 h 266"/>
                  <a:gd name="T50" fmla="*/ 0 w 529"/>
                  <a:gd name="T51" fmla="*/ 1 h 266"/>
                  <a:gd name="T52" fmla="*/ 0 w 529"/>
                  <a:gd name="T53" fmla="*/ 1 h 266"/>
                  <a:gd name="T54" fmla="*/ 0 w 529"/>
                  <a:gd name="T55" fmla="*/ 1 h 266"/>
                  <a:gd name="T56" fmla="*/ 0 w 529"/>
                  <a:gd name="T57" fmla="*/ 1 h 266"/>
                  <a:gd name="T58" fmla="*/ 0 w 529"/>
                  <a:gd name="T59" fmla="*/ 1 h 266"/>
                  <a:gd name="T60" fmla="*/ 0 w 529"/>
                  <a:gd name="T61" fmla="*/ 1 h 266"/>
                  <a:gd name="T62" fmla="*/ 0 w 529"/>
                  <a:gd name="T63" fmla="*/ 1 h 266"/>
                  <a:gd name="T64" fmla="*/ 1 w 529"/>
                  <a:gd name="T65" fmla="*/ 1 h 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529" h="266">
                    <a:moveTo>
                      <a:pt x="529" y="266"/>
                    </a:moveTo>
                    <a:lnTo>
                      <a:pt x="527" y="256"/>
                    </a:lnTo>
                    <a:lnTo>
                      <a:pt x="523" y="250"/>
                    </a:lnTo>
                    <a:lnTo>
                      <a:pt x="517" y="245"/>
                    </a:lnTo>
                    <a:lnTo>
                      <a:pt x="509" y="242"/>
                    </a:lnTo>
                    <a:lnTo>
                      <a:pt x="501" y="240"/>
                    </a:lnTo>
                    <a:lnTo>
                      <a:pt x="490" y="235"/>
                    </a:lnTo>
                    <a:lnTo>
                      <a:pt x="480" y="229"/>
                    </a:lnTo>
                    <a:lnTo>
                      <a:pt x="469" y="220"/>
                    </a:lnTo>
                    <a:lnTo>
                      <a:pt x="457" y="208"/>
                    </a:lnTo>
                    <a:lnTo>
                      <a:pt x="447" y="196"/>
                    </a:lnTo>
                    <a:lnTo>
                      <a:pt x="439" y="182"/>
                    </a:lnTo>
                    <a:lnTo>
                      <a:pt x="433" y="166"/>
                    </a:lnTo>
                    <a:lnTo>
                      <a:pt x="429" y="150"/>
                    </a:lnTo>
                    <a:lnTo>
                      <a:pt x="427" y="131"/>
                    </a:lnTo>
                    <a:lnTo>
                      <a:pt x="429" y="113"/>
                    </a:lnTo>
                    <a:lnTo>
                      <a:pt x="434" y="93"/>
                    </a:lnTo>
                    <a:lnTo>
                      <a:pt x="464" y="93"/>
                    </a:lnTo>
                    <a:lnTo>
                      <a:pt x="464" y="49"/>
                    </a:lnTo>
                    <a:lnTo>
                      <a:pt x="425" y="49"/>
                    </a:lnTo>
                    <a:lnTo>
                      <a:pt x="425" y="22"/>
                    </a:lnTo>
                    <a:lnTo>
                      <a:pt x="425" y="18"/>
                    </a:lnTo>
                    <a:lnTo>
                      <a:pt x="422" y="9"/>
                    </a:lnTo>
                    <a:lnTo>
                      <a:pt x="415" y="5"/>
                    </a:lnTo>
                    <a:lnTo>
                      <a:pt x="406" y="1"/>
                    </a:lnTo>
                    <a:lnTo>
                      <a:pt x="395" y="0"/>
                    </a:lnTo>
                    <a:lnTo>
                      <a:pt x="383" y="1"/>
                    </a:lnTo>
                    <a:lnTo>
                      <a:pt x="374" y="5"/>
                    </a:lnTo>
                    <a:lnTo>
                      <a:pt x="367" y="9"/>
                    </a:lnTo>
                    <a:lnTo>
                      <a:pt x="365" y="18"/>
                    </a:lnTo>
                    <a:lnTo>
                      <a:pt x="366" y="22"/>
                    </a:lnTo>
                    <a:lnTo>
                      <a:pt x="366" y="49"/>
                    </a:lnTo>
                    <a:lnTo>
                      <a:pt x="147" y="49"/>
                    </a:lnTo>
                    <a:lnTo>
                      <a:pt x="147" y="22"/>
                    </a:lnTo>
                    <a:lnTo>
                      <a:pt x="144" y="14"/>
                    </a:lnTo>
                    <a:lnTo>
                      <a:pt x="137" y="9"/>
                    </a:lnTo>
                    <a:lnTo>
                      <a:pt x="128" y="6"/>
                    </a:lnTo>
                    <a:lnTo>
                      <a:pt x="118" y="6"/>
                    </a:lnTo>
                    <a:lnTo>
                      <a:pt x="107" y="7"/>
                    </a:lnTo>
                    <a:lnTo>
                      <a:pt x="98" y="11"/>
                    </a:lnTo>
                    <a:lnTo>
                      <a:pt x="91" y="15"/>
                    </a:lnTo>
                    <a:lnTo>
                      <a:pt x="89" y="22"/>
                    </a:lnTo>
                    <a:lnTo>
                      <a:pt x="89" y="51"/>
                    </a:lnTo>
                    <a:lnTo>
                      <a:pt x="53" y="51"/>
                    </a:lnTo>
                    <a:lnTo>
                      <a:pt x="53" y="93"/>
                    </a:lnTo>
                    <a:lnTo>
                      <a:pt x="57" y="93"/>
                    </a:lnTo>
                    <a:lnTo>
                      <a:pt x="65" y="93"/>
                    </a:lnTo>
                    <a:lnTo>
                      <a:pt x="75" y="93"/>
                    </a:lnTo>
                    <a:lnTo>
                      <a:pt x="87" y="93"/>
                    </a:lnTo>
                    <a:lnTo>
                      <a:pt x="91" y="107"/>
                    </a:lnTo>
                    <a:lnTo>
                      <a:pt x="94" y="122"/>
                    </a:lnTo>
                    <a:lnTo>
                      <a:pt x="94" y="139"/>
                    </a:lnTo>
                    <a:lnTo>
                      <a:pt x="91" y="157"/>
                    </a:lnTo>
                    <a:lnTo>
                      <a:pt x="86" y="174"/>
                    </a:lnTo>
                    <a:lnTo>
                      <a:pt x="79" y="190"/>
                    </a:lnTo>
                    <a:lnTo>
                      <a:pt x="69" y="206"/>
                    </a:lnTo>
                    <a:lnTo>
                      <a:pt x="57" y="220"/>
                    </a:lnTo>
                    <a:lnTo>
                      <a:pt x="45" y="229"/>
                    </a:lnTo>
                    <a:lnTo>
                      <a:pt x="35" y="236"/>
                    </a:lnTo>
                    <a:lnTo>
                      <a:pt x="26" y="241"/>
                    </a:lnTo>
                    <a:lnTo>
                      <a:pt x="17" y="244"/>
                    </a:lnTo>
                    <a:lnTo>
                      <a:pt x="11" y="248"/>
                    </a:lnTo>
                    <a:lnTo>
                      <a:pt x="5" y="251"/>
                    </a:lnTo>
                    <a:lnTo>
                      <a:pt x="1" y="257"/>
                    </a:lnTo>
                    <a:lnTo>
                      <a:pt x="0" y="266"/>
                    </a:lnTo>
                    <a:lnTo>
                      <a:pt x="529" y="26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74" name="Freeform 13">
                <a:extLst>
                  <a:ext uri="{FF2B5EF4-FFF2-40B4-BE49-F238E27FC236}">
                    <a16:creationId xmlns:a16="http://schemas.microsoft.com/office/drawing/2014/main" id="{DDDBE2E5-60AA-4EF7-ABE5-C212B2F4DE4B}"/>
                  </a:ext>
                </a:extLst>
              </p:cNvPr>
              <p:cNvSpPr>
                <a:spLocks/>
              </p:cNvSpPr>
              <p:nvPr/>
            </p:nvSpPr>
            <p:spPr bwMode="auto">
              <a:xfrm>
                <a:off x="558" y="1547"/>
                <a:ext cx="40" cy="39"/>
              </a:xfrm>
              <a:custGeom>
                <a:avLst/>
                <a:gdLst>
                  <a:gd name="T0" fmla="*/ 1 w 79"/>
                  <a:gd name="T1" fmla="*/ 0 h 80"/>
                  <a:gd name="T2" fmla="*/ 1 w 79"/>
                  <a:gd name="T3" fmla="*/ 0 h 80"/>
                  <a:gd name="T4" fmla="*/ 1 w 79"/>
                  <a:gd name="T5" fmla="*/ 0 h 80"/>
                  <a:gd name="T6" fmla="*/ 1 w 79"/>
                  <a:gd name="T7" fmla="*/ 0 h 80"/>
                  <a:gd name="T8" fmla="*/ 1 w 79"/>
                  <a:gd name="T9" fmla="*/ 0 h 80"/>
                  <a:gd name="T10" fmla="*/ 1 w 79"/>
                  <a:gd name="T11" fmla="*/ 0 h 80"/>
                  <a:gd name="T12" fmla="*/ 1 w 79"/>
                  <a:gd name="T13" fmla="*/ 0 h 80"/>
                  <a:gd name="T14" fmla="*/ 1 w 79"/>
                  <a:gd name="T15" fmla="*/ 0 h 80"/>
                  <a:gd name="T16" fmla="*/ 1 w 79"/>
                  <a:gd name="T17" fmla="*/ 0 h 80"/>
                  <a:gd name="T18" fmla="*/ 0 w 79"/>
                  <a:gd name="T19" fmla="*/ 0 h 80"/>
                  <a:gd name="T20" fmla="*/ 0 w 79"/>
                  <a:gd name="T21" fmla="*/ 0 h 80"/>
                  <a:gd name="T22" fmla="*/ 1 w 79"/>
                  <a:gd name="T23" fmla="*/ 0 h 80"/>
                  <a:gd name="T24" fmla="*/ 1 w 79"/>
                  <a:gd name="T25" fmla="*/ 0 h 80"/>
                  <a:gd name="T26" fmla="*/ 1 w 79"/>
                  <a:gd name="T27" fmla="*/ 0 h 80"/>
                  <a:gd name="T28" fmla="*/ 1 w 79"/>
                  <a:gd name="T29" fmla="*/ 0 h 80"/>
                  <a:gd name="T30" fmla="*/ 1 w 79"/>
                  <a:gd name="T31" fmla="*/ 0 h 80"/>
                  <a:gd name="T32" fmla="*/ 1 w 79"/>
                  <a:gd name="T33" fmla="*/ 0 h 80"/>
                  <a:gd name="T34" fmla="*/ 1 w 79"/>
                  <a:gd name="T35" fmla="*/ 0 h 80"/>
                  <a:gd name="T36" fmla="*/ 1 w 79"/>
                  <a:gd name="T37" fmla="*/ 0 h 80"/>
                  <a:gd name="T38" fmla="*/ 1 w 79"/>
                  <a:gd name="T39" fmla="*/ 0 h 80"/>
                  <a:gd name="T40" fmla="*/ 1 w 79"/>
                  <a:gd name="T41" fmla="*/ 0 h 8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9" h="80">
                    <a:moveTo>
                      <a:pt x="79" y="80"/>
                    </a:moveTo>
                    <a:lnTo>
                      <a:pt x="79" y="80"/>
                    </a:lnTo>
                    <a:lnTo>
                      <a:pt x="77" y="65"/>
                    </a:lnTo>
                    <a:lnTo>
                      <a:pt x="72" y="50"/>
                    </a:lnTo>
                    <a:lnTo>
                      <a:pt x="65" y="36"/>
                    </a:lnTo>
                    <a:lnTo>
                      <a:pt x="55" y="23"/>
                    </a:lnTo>
                    <a:lnTo>
                      <a:pt x="44" y="14"/>
                    </a:lnTo>
                    <a:lnTo>
                      <a:pt x="30" y="7"/>
                    </a:lnTo>
                    <a:lnTo>
                      <a:pt x="15" y="3"/>
                    </a:lnTo>
                    <a:lnTo>
                      <a:pt x="0" y="0"/>
                    </a:lnTo>
                    <a:lnTo>
                      <a:pt x="0" y="12"/>
                    </a:lnTo>
                    <a:lnTo>
                      <a:pt x="15" y="12"/>
                    </a:lnTo>
                    <a:lnTo>
                      <a:pt x="27" y="17"/>
                    </a:lnTo>
                    <a:lnTo>
                      <a:pt x="39" y="23"/>
                    </a:lnTo>
                    <a:lnTo>
                      <a:pt x="48" y="30"/>
                    </a:lnTo>
                    <a:lnTo>
                      <a:pt x="56" y="41"/>
                    </a:lnTo>
                    <a:lnTo>
                      <a:pt x="63" y="52"/>
                    </a:lnTo>
                    <a:lnTo>
                      <a:pt x="68" y="65"/>
                    </a:lnTo>
                    <a:lnTo>
                      <a:pt x="68" y="80"/>
                    </a:lnTo>
                    <a:lnTo>
                      <a:pt x="79" y="8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75" name="Freeform 14">
                <a:extLst>
                  <a:ext uri="{FF2B5EF4-FFF2-40B4-BE49-F238E27FC236}">
                    <a16:creationId xmlns:a16="http://schemas.microsoft.com/office/drawing/2014/main" id="{CCD2EE75-4646-4715-A303-9214315A31C4}"/>
                  </a:ext>
                </a:extLst>
              </p:cNvPr>
              <p:cNvSpPr>
                <a:spLocks/>
              </p:cNvSpPr>
              <p:nvPr/>
            </p:nvSpPr>
            <p:spPr bwMode="auto">
              <a:xfrm>
                <a:off x="558" y="1586"/>
                <a:ext cx="40" cy="40"/>
              </a:xfrm>
              <a:custGeom>
                <a:avLst/>
                <a:gdLst>
                  <a:gd name="T0" fmla="*/ 0 w 79"/>
                  <a:gd name="T1" fmla="*/ 1 h 78"/>
                  <a:gd name="T2" fmla="*/ 0 w 79"/>
                  <a:gd name="T3" fmla="*/ 1 h 78"/>
                  <a:gd name="T4" fmla="*/ 1 w 79"/>
                  <a:gd name="T5" fmla="*/ 1 h 78"/>
                  <a:gd name="T6" fmla="*/ 1 w 79"/>
                  <a:gd name="T7" fmla="*/ 1 h 78"/>
                  <a:gd name="T8" fmla="*/ 1 w 79"/>
                  <a:gd name="T9" fmla="*/ 1 h 78"/>
                  <a:gd name="T10" fmla="*/ 1 w 79"/>
                  <a:gd name="T11" fmla="*/ 1 h 78"/>
                  <a:gd name="T12" fmla="*/ 1 w 79"/>
                  <a:gd name="T13" fmla="*/ 1 h 78"/>
                  <a:gd name="T14" fmla="*/ 1 w 79"/>
                  <a:gd name="T15" fmla="*/ 1 h 78"/>
                  <a:gd name="T16" fmla="*/ 1 w 79"/>
                  <a:gd name="T17" fmla="*/ 1 h 78"/>
                  <a:gd name="T18" fmla="*/ 1 w 79"/>
                  <a:gd name="T19" fmla="*/ 0 h 78"/>
                  <a:gd name="T20" fmla="*/ 1 w 79"/>
                  <a:gd name="T21" fmla="*/ 0 h 78"/>
                  <a:gd name="T22" fmla="*/ 1 w 79"/>
                  <a:gd name="T23" fmla="*/ 1 h 78"/>
                  <a:gd name="T24" fmla="*/ 1 w 79"/>
                  <a:gd name="T25" fmla="*/ 1 h 78"/>
                  <a:gd name="T26" fmla="*/ 1 w 79"/>
                  <a:gd name="T27" fmla="*/ 1 h 78"/>
                  <a:gd name="T28" fmla="*/ 1 w 79"/>
                  <a:gd name="T29" fmla="*/ 1 h 78"/>
                  <a:gd name="T30" fmla="*/ 1 w 79"/>
                  <a:gd name="T31" fmla="*/ 1 h 78"/>
                  <a:gd name="T32" fmla="*/ 1 w 79"/>
                  <a:gd name="T33" fmla="*/ 1 h 78"/>
                  <a:gd name="T34" fmla="*/ 1 w 79"/>
                  <a:gd name="T35" fmla="*/ 1 h 78"/>
                  <a:gd name="T36" fmla="*/ 0 w 79"/>
                  <a:gd name="T37" fmla="*/ 1 h 78"/>
                  <a:gd name="T38" fmla="*/ 0 w 79"/>
                  <a:gd name="T39" fmla="*/ 1 h 78"/>
                  <a:gd name="T40" fmla="*/ 0 w 79"/>
                  <a:gd name="T41" fmla="*/ 1 h 7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9" h="78">
                    <a:moveTo>
                      <a:pt x="0" y="78"/>
                    </a:moveTo>
                    <a:lnTo>
                      <a:pt x="0" y="78"/>
                    </a:lnTo>
                    <a:lnTo>
                      <a:pt x="15" y="76"/>
                    </a:lnTo>
                    <a:lnTo>
                      <a:pt x="30" y="71"/>
                    </a:lnTo>
                    <a:lnTo>
                      <a:pt x="44" y="64"/>
                    </a:lnTo>
                    <a:lnTo>
                      <a:pt x="55" y="55"/>
                    </a:lnTo>
                    <a:lnTo>
                      <a:pt x="65" y="42"/>
                    </a:lnTo>
                    <a:lnTo>
                      <a:pt x="72" y="31"/>
                    </a:lnTo>
                    <a:lnTo>
                      <a:pt x="77" y="15"/>
                    </a:lnTo>
                    <a:lnTo>
                      <a:pt x="79" y="0"/>
                    </a:lnTo>
                    <a:lnTo>
                      <a:pt x="68" y="0"/>
                    </a:lnTo>
                    <a:lnTo>
                      <a:pt x="68" y="15"/>
                    </a:lnTo>
                    <a:lnTo>
                      <a:pt x="63" y="26"/>
                    </a:lnTo>
                    <a:lnTo>
                      <a:pt x="56" y="38"/>
                    </a:lnTo>
                    <a:lnTo>
                      <a:pt x="48" y="48"/>
                    </a:lnTo>
                    <a:lnTo>
                      <a:pt x="39" y="55"/>
                    </a:lnTo>
                    <a:lnTo>
                      <a:pt x="27" y="62"/>
                    </a:lnTo>
                    <a:lnTo>
                      <a:pt x="15" y="67"/>
                    </a:lnTo>
                    <a:lnTo>
                      <a:pt x="0" y="67"/>
                    </a:lnTo>
                    <a:lnTo>
                      <a:pt x="0" y="7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76" name="Freeform 15">
                <a:extLst>
                  <a:ext uri="{FF2B5EF4-FFF2-40B4-BE49-F238E27FC236}">
                    <a16:creationId xmlns:a16="http://schemas.microsoft.com/office/drawing/2014/main" id="{897B4E29-A519-4030-818F-05A9CBAA4E8A}"/>
                  </a:ext>
                </a:extLst>
              </p:cNvPr>
              <p:cNvSpPr>
                <a:spLocks/>
              </p:cNvSpPr>
              <p:nvPr/>
            </p:nvSpPr>
            <p:spPr bwMode="auto">
              <a:xfrm>
                <a:off x="519" y="1586"/>
                <a:ext cx="39" cy="40"/>
              </a:xfrm>
              <a:custGeom>
                <a:avLst/>
                <a:gdLst>
                  <a:gd name="T0" fmla="*/ 0 w 79"/>
                  <a:gd name="T1" fmla="*/ 0 h 78"/>
                  <a:gd name="T2" fmla="*/ 0 w 79"/>
                  <a:gd name="T3" fmla="*/ 0 h 78"/>
                  <a:gd name="T4" fmla="*/ 0 w 79"/>
                  <a:gd name="T5" fmla="*/ 1 h 78"/>
                  <a:gd name="T6" fmla="*/ 0 w 79"/>
                  <a:gd name="T7" fmla="*/ 1 h 78"/>
                  <a:gd name="T8" fmla="*/ 0 w 79"/>
                  <a:gd name="T9" fmla="*/ 1 h 78"/>
                  <a:gd name="T10" fmla="*/ 0 w 79"/>
                  <a:gd name="T11" fmla="*/ 1 h 78"/>
                  <a:gd name="T12" fmla="*/ 0 w 79"/>
                  <a:gd name="T13" fmla="*/ 1 h 78"/>
                  <a:gd name="T14" fmla="*/ 0 w 79"/>
                  <a:gd name="T15" fmla="*/ 1 h 78"/>
                  <a:gd name="T16" fmla="*/ 0 w 79"/>
                  <a:gd name="T17" fmla="*/ 1 h 78"/>
                  <a:gd name="T18" fmla="*/ 0 w 79"/>
                  <a:gd name="T19" fmla="*/ 1 h 78"/>
                  <a:gd name="T20" fmla="*/ 0 w 79"/>
                  <a:gd name="T21" fmla="*/ 1 h 78"/>
                  <a:gd name="T22" fmla="*/ 0 w 79"/>
                  <a:gd name="T23" fmla="*/ 1 h 78"/>
                  <a:gd name="T24" fmla="*/ 0 w 79"/>
                  <a:gd name="T25" fmla="*/ 1 h 78"/>
                  <a:gd name="T26" fmla="*/ 0 w 79"/>
                  <a:gd name="T27" fmla="*/ 1 h 78"/>
                  <a:gd name="T28" fmla="*/ 0 w 79"/>
                  <a:gd name="T29" fmla="*/ 1 h 78"/>
                  <a:gd name="T30" fmla="*/ 0 w 79"/>
                  <a:gd name="T31" fmla="*/ 1 h 78"/>
                  <a:gd name="T32" fmla="*/ 0 w 79"/>
                  <a:gd name="T33" fmla="*/ 1 h 78"/>
                  <a:gd name="T34" fmla="*/ 0 w 79"/>
                  <a:gd name="T35" fmla="*/ 1 h 78"/>
                  <a:gd name="T36" fmla="*/ 0 w 79"/>
                  <a:gd name="T37" fmla="*/ 0 h 78"/>
                  <a:gd name="T38" fmla="*/ 0 w 79"/>
                  <a:gd name="T39" fmla="*/ 0 h 78"/>
                  <a:gd name="T40" fmla="*/ 0 w 79"/>
                  <a:gd name="T41" fmla="*/ 0 h 7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9" h="78">
                    <a:moveTo>
                      <a:pt x="0" y="0"/>
                    </a:moveTo>
                    <a:lnTo>
                      <a:pt x="0" y="0"/>
                    </a:lnTo>
                    <a:lnTo>
                      <a:pt x="3" y="15"/>
                    </a:lnTo>
                    <a:lnTo>
                      <a:pt x="7" y="31"/>
                    </a:lnTo>
                    <a:lnTo>
                      <a:pt x="14" y="42"/>
                    </a:lnTo>
                    <a:lnTo>
                      <a:pt x="23" y="55"/>
                    </a:lnTo>
                    <a:lnTo>
                      <a:pt x="36" y="64"/>
                    </a:lnTo>
                    <a:lnTo>
                      <a:pt x="48" y="71"/>
                    </a:lnTo>
                    <a:lnTo>
                      <a:pt x="64" y="76"/>
                    </a:lnTo>
                    <a:lnTo>
                      <a:pt x="79" y="78"/>
                    </a:lnTo>
                    <a:lnTo>
                      <a:pt x="79" y="67"/>
                    </a:lnTo>
                    <a:lnTo>
                      <a:pt x="64" y="67"/>
                    </a:lnTo>
                    <a:lnTo>
                      <a:pt x="52" y="62"/>
                    </a:lnTo>
                    <a:lnTo>
                      <a:pt x="41" y="55"/>
                    </a:lnTo>
                    <a:lnTo>
                      <a:pt x="30" y="48"/>
                    </a:lnTo>
                    <a:lnTo>
                      <a:pt x="23" y="38"/>
                    </a:lnTo>
                    <a:lnTo>
                      <a:pt x="16" y="26"/>
                    </a:lnTo>
                    <a:lnTo>
                      <a:pt x="12" y="15"/>
                    </a:lnTo>
                    <a:lnTo>
                      <a:pt x="1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77" name="Freeform 16">
                <a:extLst>
                  <a:ext uri="{FF2B5EF4-FFF2-40B4-BE49-F238E27FC236}">
                    <a16:creationId xmlns:a16="http://schemas.microsoft.com/office/drawing/2014/main" id="{8B153F9B-9940-4F00-ABB9-73ADCB2F5C51}"/>
                  </a:ext>
                </a:extLst>
              </p:cNvPr>
              <p:cNvSpPr>
                <a:spLocks/>
              </p:cNvSpPr>
              <p:nvPr/>
            </p:nvSpPr>
            <p:spPr bwMode="auto">
              <a:xfrm>
                <a:off x="519" y="1547"/>
                <a:ext cx="39" cy="39"/>
              </a:xfrm>
              <a:custGeom>
                <a:avLst/>
                <a:gdLst>
                  <a:gd name="T0" fmla="*/ 0 w 79"/>
                  <a:gd name="T1" fmla="*/ 0 h 80"/>
                  <a:gd name="T2" fmla="*/ 0 w 79"/>
                  <a:gd name="T3" fmla="*/ 0 h 80"/>
                  <a:gd name="T4" fmla="*/ 0 w 79"/>
                  <a:gd name="T5" fmla="*/ 0 h 80"/>
                  <a:gd name="T6" fmla="*/ 0 w 79"/>
                  <a:gd name="T7" fmla="*/ 0 h 80"/>
                  <a:gd name="T8" fmla="*/ 0 w 79"/>
                  <a:gd name="T9" fmla="*/ 0 h 80"/>
                  <a:gd name="T10" fmla="*/ 0 w 79"/>
                  <a:gd name="T11" fmla="*/ 0 h 80"/>
                  <a:gd name="T12" fmla="*/ 0 w 79"/>
                  <a:gd name="T13" fmla="*/ 0 h 80"/>
                  <a:gd name="T14" fmla="*/ 0 w 79"/>
                  <a:gd name="T15" fmla="*/ 0 h 80"/>
                  <a:gd name="T16" fmla="*/ 0 w 79"/>
                  <a:gd name="T17" fmla="*/ 0 h 80"/>
                  <a:gd name="T18" fmla="*/ 0 w 79"/>
                  <a:gd name="T19" fmla="*/ 0 h 80"/>
                  <a:gd name="T20" fmla="*/ 0 w 79"/>
                  <a:gd name="T21" fmla="*/ 0 h 80"/>
                  <a:gd name="T22" fmla="*/ 0 w 79"/>
                  <a:gd name="T23" fmla="*/ 0 h 80"/>
                  <a:gd name="T24" fmla="*/ 0 w 79"/>
                  <a:gd name="T25" fmla="*/ 0 h 80"/>
                  <a:gd name="T26" fmla="*/ 0 w 79"/>
                  <a:gd name="T27" fmla="*/ 0 h 80"/>
                  <a:gd name="T28" fmla="*/ 0 w 79"/>
                  <a:gd name="T29" fmla="*/ 0 h 80"/>
                  <a:gd name="T30" fmla="*/ 0 w 79"/>
                  <a:gd name="T31" fmla="*/ 0 h 80"/>
                  <a:gd name="T32" fmla="*/ 0 w 79"/>
                  <a:gd name="T33" fmla="*/ 0 h 80"/>
                  <a:gd name="T34" fmla="*/ 0 w 79"/>
                  <a:gd name="T35" fmla="*/ 0 h 80"/>
                  <a:gd name="T36" fmla="*/ 0 w 79"/>
                  <a:gd name="T37" fmla="*/ 0 h 80"/>
                  <a:gd name="T38" fmla="*/ 0 w 79"/>
                  <a:gd name="T39" fmla="*/ 0 h 80"/>
                  <a:gd name="T40" fmla="*/ 0 w 79"/>
                  <a:gd name="T41" fmla="*/ 0 h 8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9" h="80">
                    <a:moveTo>
                      <a:pt x="79" y="0"/>
                    </a:moveTo>
                    <a:lnTo>
                      <a:pt x="79" y="0"/>
                    </a:lnTo>
                    <a:lnTo>
                      <a:pt x="64" y="3"/>
                    </a:lnTo>
                    <a:lnTo>
                      <a:pt x="48" y="7"/>
                    </a:lnTo>
                    <a:lnTo>
                      <a:pt x="36" y="14"/>
                    </a:lnTo>
                    <a:lnTo>
                      <a:pt x="23" y="23"/>
                    </a:lnTo>
                    <a:lnTo>
                      <a:pt x="14" y="36"/>
                    </a:lnTo>
                    <a:lnTo>
                      <a:pt x="7" y="50"/>
                    </a:lnTo>
                    <a:lnTo>
                      <a:pt x="3" y="65"/>
                    </a:lnTo>
                    <a:lnTo>
                      <a:pt x="0" y="80"/>
                    </a:lnTo>
                    <a:lnTo>
                      <a:pt x="12" y="80"/>
                    </a:lnTo>
                    <a:lnTo>
                      <a:pt x="12" y="65"/>
                    </a:lnTo>
                    <a:lnTo>
                      <a:pt x="16" y="52"/>
                    </a:lnTo>
                    <a:lnTo>
                      <a:pt x="23" y="41"/>
                    </a:lnTo>
                    <a:lnTo>
                      <a:pt x="30" y="30"/>
                    </a:lnTo>
                    <a:lnTo>
                      <a:pt x="41" y="23"/>
                    </a:lnTo>
                    <a:lnTo>
                      <a:pt x="52" y="17"/>
                    </a:lnTo>
                    <a:lnTo>
                      <a:pt x="64" y="12"/>
                    </a:lnTo>
                    <a:lnTo>
                      <a:pt x="79" y="12"/>
                    </a:lnTo>
                    <a:lnTo>
                      <a:pt x="7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78" name="Rectangle 17">
                <a:extLst>
                  <a:ext uri="{FF2B5EF4-FFF2-40B4-BE49-F238E27FC236}">
                    <a16:creationId xmlns:a16="http://schemas.microsoft.com/office/drawing/2014/main" id="{4DFC22BB-068D-47B4-A122-E5D4DE7C9417}"/>
                  </a:ext>
                </a:extLst>
              </p:cNvPr>
              <p:cNvSpPr>
                <a:spLocks noChangeArrowheads="1"/>
              </p:cNvSpPr>
              <p:nvPr/>
            </p:nvSpPr>
            <p:spPr bwMode="auto">
              <a:xfrm>
                <a:off x="432" y="1641"/>
                <a:ext cx="265" cy="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sp>
          <p:nvSpPr>
            <p:cNvPr id="25609" name="Rectangle 18">
              <a:extLst>
                <a:ext uri="{FF2B5EF4-FFF2-40B4-BE49-F238E27FC236}">
                  <a16:creationId xmlns:a16="http://schemas.microsoft.com/office/drawing/2014/main" id="{4E7A2059-5C6D-4F69-A9F2-900DCFC3CA3F}"/>
                </a:ext>
              </a:extLst>
            </p:cNvPr>
            <p:cNvSpPr>
              <a:spLocks noChangeArrowheads="1"/>
            </p:cNvSpPr>
            <p:nvPr/>
          </p:nvSpPr>
          <p:spPr bwMode="auto">
            <a:xfrm>
              <a:off x="1236" y="2932"/>
              <a:ext cx="591"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Central </a:t>
              </a:r>
            </a:p>
            <a:p>
              <a:pPr>
                <a:spcBef>
                  <a:spcPct val="0"/>
                </a:spcBef>
                <a:buClrTx/>
                <a:buSzTx/>
                <a:buFontTx/>
                <a:buNone/>
              </a:pPr>
              <a:r>
                <a:rPr kumimoji="0" lang="en-US" altLang="zh-CN" sz="1600">
                  <a:latin typeface="Comic Sans MS" panose="030F0702030302020204" pitchFamily="66" charset="0"/>
                </a:rPr>
                <a:t>Office</a:t>
              </a:r>
            </a:p>
            <a:p>
              <a:pPr>
                <a:spcBef>
                  <a:spcPct val="0"/>
                </a:spcBef>
                <a:buClrTx/>
                <a:buSzTx/>
                <a:buFontTx/>
                <a:buNone/>
              </a:pPr>
              <a:r>
                <a:rPr kumimoji="0" lang="en-US" altLang="zh-CN" sz="1600">
                  <a:latin typeface="Comic Sans MS" panose="030F0702030302020204" pitchFamily="66" charset="0"/>
                </a:rPr>
                <a:t>“C.O.”</a:t>
              </a:r>
            </a:p>
          </p:txBody>
        </p:sp>
        <p:pic>
          <p:nvPicPr>
            <p:cNvPr id="25610" name="Picture 19" descr="bl00194_">
              <a:extLst>
                <a:ext uri="{FF2B5EF4-FFF2-40B4-BE49-F238E27FC236}">
                  <a16:creationId xmlns:a16="http://schemas.microsoft.com/office/drawing/2014/main" id="{0ECCA4CC-A143-46AB-82E4-8043A2F88D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4" y="3172"/>
              <a:ext cx="495" cy="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1" name="AutoShape 20">
              <a:extLst>
                <a:ext uri="{FF2B5EF4-FFF2-40B4-BE49-F238E27FC236}">
                  <a16:creationId xmlns:a16="http://schemas.microsoft.com/office/drawing/2014/main" id="{09AB843E-34D7-4824-87E4-05851F116175}"/>
                </a:ext>
              </a:extLst>
            </p:cNvPr>
            <p:cNvSpPr>
              <a:spLocks noChangeArrowheads="1"/>
            </p:cNvSpPr>
            <p:nvPr/>
          </p:nvSpPr>
          <p:spPr bwMode="auto">
            <a:xfrm rot="3284493">
              <a:off x="2052" y="1780"/>
              <a:ext cx="240" cy="1008"/>
            </a:xfrm>
            <a:prstGeom prst="can">
              <a:avLst>
                <a:gd name="adj" fmla="val 42408"/>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5612" name="AutoShape 21">
              <a:extLst>
                <a:ext uri="{FF2B5EF4-FFF2-40B4-BE49-F238E27FC236}">
                  <a16:creationId xmlns:a16="http://schemas.microsoft.com/office/drawing/2014/main" id="{042666B2-ED4A-4B3F-8E21-846FEDF24A74}"/>
                </a:ext>
              </a:extLst>
            </p:cNvPr>
            <p:cNvSpPr>
              <a:spLocks noChangeArrowheads="1"/>
            </p:cNvSpPr>
            <p:nvPr/>
          </p:nvSpPr>
          <p:spPr bwMode="auto">
            <a:xfrm rot="7561455">
              <a:off x="2100" y="2596"/>
              <a:ext cx="240" cy="1008"/>
            </a:xfrm>
            <a:prstGeom prst="can">
              <a:avLst>
                <a:gd name="adj" fmla="val 42408"/>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5613" name="AutoShape 22">
              <a:extLst>
                <a:ext uri="{FF2B5EF4-FFF2-40B4-BE49-F238E27FC236}">
                  <a16:creationId xmlns:a16="http://schemas.microsoft.com/office/drawing/2014/main" id="{AB26BF48-4758-4EC6-AA98-1F8EC4D1841B}"/>
                </a:ext>
              </a:extLst>
            </p:cNvPr>
            <p:cNvSpPr>
              <a:spLocks noChangeArrowheads="1"/>
            </p:cNvSpPr>
            <p:nvPr/>
          </p:nvSpPr>
          <p:spPr bwMode="auto">
            <a:xfrm rot="7561455">
              <a:off x="3540" y="1828"/>
              <a:ext cx="240" cy="1008"/>
            </a:xfrm>
            <a:prstGeom prst="can">
              <a:avLst>
                <a:gd name="adj" fmla="val 42408"/>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5614" name="AutoShape 23">
              <a:extLst>
                <a:ext uri="{FF2B5EF4-FFF2-40B4-BE49-F238E27FC236}">
                  <a16:creationId xmlns:a16="http://schemas.microsoft.com/office/drawing/2014/main" id="{924BDFCD-4555-4525-B201-35BD73ED72E6}"/>
                </a:ext>
              </a:extLst>
            </p:cNvPr>
            <p:cNvSpPr>
              <a:spLocks noChangeArrowheads="1"/>
            </p:cNvSpPr>
            <p:nvPr/>
          </p:nvSpPr>
          <p:spPr bwMode="auto">
            <a:xfrm rot="3284493">
              <a:off x="3588" y="2692"/>
              <a:ext cx="240" cy="1008"/>
            </a:xfrm>
            <a:prstGeom prst="can">
              <a:avLst>
                <a:gd name="adj" fmla="val 42408"/>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5615" name="Rectangle 24">
              <a:extLst>
                <a:ext uri="{FF2B5EF4-FFF2-40B4-BE49-F238E27FC236}">
                  <a16:creationId xmlns:a16="http://schemas.microsoft.com/office/drawing/2014/main" id="{B147C80B-F8A1-4D18-9823-0E85F9D63708}"/>
                </a:ext>
              </a:extLst>
            </p:cNvPr>
            <p:cNvSpPr>
              <a:spLocks noChangeArrowheads="1"/>
            </p:cNvSpPr>
            <p:nvPr/>
          </p:nvSpPr>
          <p:spPr bwMode="auto">
            <a:xfrm>
              <a:off x="4068" y="3076"/>
              <a:ext cx="591"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Central </a:t>
              </a:r>
            </a:p>
            <a:p>
              <a:pPr>
                <a:spcBef>
                  <a:spcPct val="0"/>
                </a:spcBef>
                <a:buClrTx/>
                <a:buSzTx/>
                <a:buFontTx/>
                <a:buNone/>
              </a:pPr>
              <a:r>
                <a:rPr kumimoji="0" lang="en-US" altLang="zh-CN" sz="1600">
                  <a:latin typeface="Comic Sans MS" panose="030F0702030302020204" pitchFamily="66" charset="0"/>
                </a:rPr>
                <a:t>Office</a:t>
              </a:r>
            </a:p>
            <a:p>
              <a:pPr>
                <a:spcBef>
                  <a:spcPct val="0"/>
                </a:spcBef>
                <a:buClrTx/>
                <a:buSzTx/>
                <a:buFontTx/>
                <a:buNone/>
              </a:pPr>
              <a:r>
                <a:rPr kumimoji="0" lang="en-US" altLang="zh-CN" sz="1600">
                  <a:latin typeface="Comic Sans MS" panose="030F0702030302020204" pitchFamily="66" charset="0"/>
                </a:rPr>
                <a:t>“C.O.”</a:t>
              </a:r>
            </a:p>
          </p:txBody>
        </p:sp>
        <p:pic>
          <p:nvPicPr>
            <p:cNvPr id="25616" name="Picture 25" descr="bl00194_">
              <a:extLst>
                <a:ext uri="{FF2B5EF4-FFF2-40B4-BE49-F238E27FC236}">
                  <a16:creationId xmlns:a16="http://schemas.microsoft.com/office/drawing/2014/main" id="{A9FC813C-6985-4248-AAE4-E94B45FF23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6" y="1540"/>
              <a:ext cx="495" cy="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17" name="Group 26">
              <a:extLst>
                <a:ext uri="{FF2B5EF4-FFF2-40B4-BE49-F238E27FC236}">
                  <a16:creationId xmlns:a16="http://schemas.microsoft.com/office/drawing/2014/main" id="{5499BE26-C22F-42F4-BC58-E3FD8E0AC547}"/>
                </a:ext>
              </a:extLst>
            </p:cNvPr>
            <p:cNvGrpSpPr>
              <a:grpSpLocks/>
            </p:cNvGrpSpPr>
            <p:nvPr/>
          </p:nvGrpSpPr>
          <p:grpSpPr bwMode="auto">
            <a:xfrm>
              <a:off x="612" y="1924"/>
              <a:ext cx="4320" cy="768"/>
              <a:chOff x="528" y="1561"/>
              <a:chExt cx="4320" cy="768"/>
            </a:xfrm>
          </p:grpSpPr>
          <p:sp>
            <p:nvSpPr>
              <p:cNvPr id="25665" name="Line 27">
                <a:extLst>
                  <a:ext uri="{FF2B5EF4-FFF2-40B4-BE49-F238E27FC236}">
                    <a16:creationId xmlns:a16="http://schemas.microsoft.com/office/drawing/2014/main" id="{1846DEE5-C546-4A13-B7D2-A5D244B4296E}"/>
                  </a:ext>
                </a:extLst>
              </p:cNvPr>
              <p:cNvSpPr>
                <a:spLocks noChangeShapeType="1"/>
              </p:cNvSpPr>
              <p:nvPr/>
            </p:nvSpPr>
            <p:spPr bwMode="auto">
              <a:xfrm>
                <a:off x="528" y="1897"/>
                <a:ext cx="720" cy="336"/>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66" name="Line 28">
                <a:extLst>
                  <a:ext uri="{FF2B5EF4-FFF2-40B4-BE49-F238E27FC236}">
                    <a16:creationId xmlns:a16="http://schemas.microsoft.com/office/drawing/2014/main" id="{D4D012C4-D0DC-4FC2-8A90-F2B570E627C8}"/>
                  </a:ext>
                </a:extLst>
              </p:cNvPr>
              <p:cNvSpPr>
                <a:spLocks noChangeShapeType="1"/>
              </p:cNvSpPr>
              <p:nvPr/>
            </p:nvSpPr>
            <p:spPr bwMode="auto">
              <a:xfrm flipV="1">
                <a:off x="4272" y="1801"/>
                <a:ext cx="576" cy="432"/>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67" name="Line 29">
                <a:extLst>
                  <a:ext uri="{FF2B5EF4-FFF2-40B4-BE49-F238E27FC236}">
                    <a16:creationId xmlns:a16="http://schemas.microsoft.com/office/drawing/2014/main" id="{E020A8BE-AD5F-448E-B4E9-7D820C1EE0F1}"/>
                  </a:ext>
                </a:extLst>
              </p:cNvPr>
              <p:cNvSpPr>
                <a:spLocks noChangeShapeType="1"/>
              </p:cNvSpPr>
              <p:nvPr/>
            </p:nvSpPr>
            <p:spPr bwMode="auto">
              <a:xfrm flipV="1">
                <a:off x="1584" y="1561"/>
                <a:ext cx="1008" cy="72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68" name="Line 30">
                <a:extLst>
                  <a:ext uri="{FF2B5EF4-FFF2-40B4-BE49-F238E27FC236}">
                    <a16:creationId xmlns:a16="http://schemas.microsoft.com/office/drawing/2014/main" id="{881DF5D5-263F-4F59-B481-36A43FBCFAA8}"/>
                  </a:ext>
                </a:extLst>
              </p:cNvPr>
              <p:cNvSpPr>
                <a:spLocks noChangeShapeType="1"/>
              </p:cNvSpPr>
              <p:nvPr/>
            </p:nvSpPr>
            <p:spPr bwMode="auto">
              <a:xfrm flipH="1" flipV="1">
                <a:off x="3072" y="1609"/>
                <a:ext cx="1008" cy="72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25618" name="Picture 31">
              <a:extLst>
                <a:ext uri="{FF2B5EF4-FFF2-40B4-BE49-F238E27FC236}">
                  <a16:creationId xmlns:a16="http://schemas.microsoft.com/office/drawing/2014/main" id="{1D9562D4-0AF0-4A0A-9D0F-40FDF26F7ACD}"/>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1284" y="2548"/>
              <a:ext cx="48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19" name="Picture 32">
              <a:extLst>
                <a:ext uri="{FF2B5EF4-FFF2-40B4-BE49-F238E27FC236}">
                  <a16:creationId xmlns:a16="http://schemas.microsoft.com/office/drawing/2014/main" id="{A96DD33A-074C-44F8-9E9F-80654825A9F1}"/>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4116" y="2596"/>
              <a:ext cx="48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5620" name="Group 33">
              <a:extLst>
                <a:ext uri="{FF2B5EF4-FFF2-40B4-BE49-F238E27FC236}">
                  <a16:creationId xmlns:a16="http://schemas.microsoft.com/office/drawing/2014/main" id="{AFDAE9DA-1BCF-4AA7-A89E-2B1500BF6D46}"/>
                </a:ext>
              </a:extLst>
            </p:cNvPr>
            <p:cNvGrpSpPr>
              <a:grpSpLocks/>
            </p:cNvGrpSpPr>
            <p:nvPr/>
          </p:nvGrpSpPr>
          <p:grpSpPr bwMode="auto">
            <a:xfrm>
              <a:off x="228" y="987"/>
              <a:ext cx="3984" cy="2665"/>
              <a:chOff x="144" y="624"/>
              <a:chExt cx="3984" cy="2665"/>
            </a:xfrm>
          </p:grpSpPr>
          <p:grpSp>
            <p:nvGrpSpPr>
              <p:cNvPr id="25633" name="Group 34">
                <a:extLst>
                  <a:ext uri="{FF2B5EF4-FFF2-40B4-BE49-F238E27FC236}">
                    <a16:creationId xmlns:a16="http://schemas.microsoft.com/office/drawing/2014/main" id="{1525F690-16A8-4069-B195-23CC37233C3A}"/>
                  </a:ext>
                </a:extLst>
              </p:cNvPr>
              <p:cNvGrpSpPr>
                <a:grpSpLocks/>
              </p:cNvGrpSpPr>
              <p:nvPr/>
            </p:nvGrpSpPr>
            <p:grpSpPr bwMode="auto">
              <a:xfrm>
                <a:off x="144" y="624"/>
                <a:ext cx="3984" cy="2665"/>
                <a:chOff x="144" y="624"/>
                <a:chExt cx="3984" cy="2665"/>
              </a:xfrm>
            </p:grpSpPr>
            <p:grpSp>
              <p:nvGrpSpPr>
                <p:cNvPr id="25640" name="Group 35">
                  <a:extLst>
                    <a:ext uri="{FF2B5EF4-FFF2-40B4-BE49-F238E27FC236}">
                      <a16:creationId xmlns:a16="http://schemas.microsoft.com/office/drawing/2014/main" id="{14D0838A-A636-4B7F-A9F9-9685A773C440}"/>
                    </a:ext>
                  </a:extLst>
                </p:cNvPr>
                <p:cNvGrpSpPr>
                  <a:grpSpLocks/>
                </p:cNvGrpSpPr>
                <p:nvPr/>
              </p:nvGrpSpPr>
              <p:grpSpPr bwMode="auto">
                <a:xfrm>
                  <a:off x="1584" y="1465"/>
                  <a:ext cx="2544" cy="1824"/>
                  <a:chOff x="1584" y="1465"/>
                  <a:chExt cx="2544" cy="1824"/>
                </a:xfrm>
              </p:grpSpPr>
              <p:grpSp>
                <p:nvGrpSpPr>
                  <p:cNvPr id="25642" name="Group 36">
                    <a:extLst>
                      <a:ext uri="{FF2B5EF4-FFF2-40B4-BE49-F238E27FC236}">
                        <a16:creationId xmlns:a16="http://schemas.microsoft.com/office/drawing/2014/main" id="{BF3F1CC1-5BCE-40C0-A5B5-437FFBED7DEA}"/>
                      </a:ext>
                    </a:extLst>
                  </p:cNvPr>
                  <p:cNvGrpSpPr>
                    <a:grpSpLocks/>
                  </p:cNvGrpSpPr>
                  <p:nvPr/>
                </p:nvGrpSpPr>
                <p:grpSpPr bwMode="auto">
                  <a:xfrm>
                    <a:off x="3120" y="2377"/>
                    <a:ext cx="1008" cy="912"/>
                    <a:chOff x="3168" y="2160"/>
                    <a:chExt cx="1008" cy="912"/>
                  </a:xfrm>
                </p:grpSpPr>
                <p:sp>
                  <p:nvSpPr>
                    <p:cNvPr id="25660" name="Line 37">
                      <a:extLst>
                        <a:ext uri="{FF2B5EF4-FFF2-40B4-BE49-F238E27FC236}">
                          <a16:creationId xmlns:a16="http://schemas.microsoft.com/office/drawing/2014/main" id="{1A4AA8F5-3A69-4E55-BD88-803C4367B7D1}"/>
                        </a:ext>
                      </a:extLst>
                    </p:cNvPr>
                    <p:cNvSpPr>
                      <a:spLocks noChangeShapeType="1"/>
                    </p:cNvSpPr>
                    <p:nvPr/>
                  </p:nvSpPr>
                  <p:spPr bwMode="auto">
                    <a:xfrm flipV="1">
                      <a:off x="3168" y="2160"/>
                      <a:ext cx="1008" cy="72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61" name="Line 38">
                      <a:extLst>
                        <a:ext uri="{FF2B5EF4-FFF2-40B4-BE49-F238E27FC236}">
                          <a16:creationId xmlns:a16="http://schemas.microsoft.com/office/drawing/2014/main" id="{3F8EBA05-502D-4C2C-90E6-16D28246E087}"/>
                        </a:ext>
                      </a:extLst>
                    </p:cNvPr>
                    <p:cNvSpPr>
                      <a:spLocks noChangeShapeType="1"/>
                    </p:cNvSpPr>
                    <p:nvPr/>
                  </p:nvSpPr>
                  <p:spPr bwMode="auto">
                    <a:xfrm flipV="1">
                      <a:off x="3168" y="2208"/>
                      <a:ext cx="1008" cy="72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62" name="Line 39">
                      <a:extLst>
                        <a:ext uri="{FF2B5EF4-FFF2-40B4-BE49-F238E27FC236}">
                          <a16:creationId xmlns:a16="http://schemas.microsoft.com/office/drawing/2014/main" id="{8139BB6B-F1EB-461B-A8C3-BE6C9200D08E}"/>
                        </a:ext>
                      </a:extLst>
                    </p:cNvPr>
                    <p:cNvSpPr>
                      <a:spLocks noChangeShapeType="1"/>
                    </p:cNvSpPr>
                    <p:nvPr/>
                  </p:nvSpPr>
                  <p:spPr bwMode="auto">
                    <a:xfrm flipV="1">
                      <a:off x="3168" y="2256"/>
                      <a:ext cx="1008" cy="72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63" name="Line 40">
                      <a:extLst>
                        <a:ext uri="{FF2B5EF4-FFF2-40B4-BE49-F238E27FC236}">
                          <a16:creationId xmlns:a16="http://schemas.microsoft.com/office/drawing/2014/main" id="{79D7EA5C-8E8C-4F7C-B3A4-9C22DFF73AF2}"/>
                        </a:ext>
                      </a:extLst>
                    </p:cNvPr>
                    <p:cNvSpPr>
                      <a:spLocks noChangeShapeType="1"/>
                    </p:cNvSpPr>
                    <p:nvPr/>
                  </p:nvSpPr>
                  <p:spPr bwMode="auto">
                    <a:xfrm flipV="1">
                      <a:off x="3168" y="2304"/>
                      <a:ext cx="1008" cy="72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64" name="Line 41">
                      <a:extLst>
                        <a:ext uri="{FF2B5EF4-FFF2-40B4-BE49-F238E27FC236}">
                          <a16:creationId xmlns:a16="http://schemas.microsoft.com/office/drawing/2014/main" id="{429B8E0F-67E4-463F-8B67-DB77E476BD54}"/>
                        </a:ext>
                      </a:extLst>
                    </p:cNvPr>
                    <p:cNvSpPr>
                      <a:spLocks noChangeShapeType="1"/>
                    </p:cNvSpPr>
                    <p:nvPr/>
                  </p:nvSpPr>
                  <p:spPr bwMode="auto">
                    <a:xfrm flipV="1">
                      <a:off x="3168" y="2352"/>
                      <a:ext cx="1008" cy="72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5643" name="Group 42">
                    <a:extLst>
                      <a:ext uri="{FF2B5EF4-FFF2-40B4-BE49-F238E27FC236}">
                        <a16:creationId xmlns:a16="http://schemas.microsoft.com/office/drawing/2014/main" id="{D93870D6-5E9A-4FAB-A09C-B82DAF2BEBBC}"/>
                      </a:ext>
                    </a:extLst>
                  </p:cNvPr>
                  <p:cNvGrpSpPr>
                    <a:grpSpLocks/>
                  </p:cNvGrpSpPr>
                  <p:nvPr/>
                </p:nvGrpSpPr>
                <p:grpSpPr bwMode="auto">
                  <a:xfrm flipH="1">
                    <a:off x="1632" y="2281"/>
                    <a:ext cx="1008" cy="912"/>
                    <a:chOff x="912" y="2736"/>
                    <a:chExt cx="1008" cy="912"/>
                  </a:xfrm>
                </p:grpSpPr>
                <p:sp>
                  <p:nvSpPr>
                    <p:cNvPr id="25655" name="Line 43">
                      <a:extLst>
                        <a:ext uri="{FF2B5EF4-FFF2-40B4-BE49-F238E27FC236}">
                          <a16:creationId xmlns:a16="http://schemas.microsoft.com/office/drawing/2014/main" id="{A423810E-2475-432A-B67C-0EEEDA1478AD}"/>
                        </a:ext>
                      </a:extLst>
                    </p:cNvPr>
                    <p:cNvSpPr>
                      <a:spLocks noChangeShapeType="1"/>
                    </p:cNvSpPr>
                    <p:nvPr/>
                  </p:nvSpPr>
                  <p:spPr bwMode="auto">
                    <a:xfrm flipV="1">
                      <a:off x="912" y="2736"/>
                      <a:ext cx="1008" cy="72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56" name="Line 44">
                      <a:extLst>
                        <a:ext uri="{FF2B5EF4-FFF2-40B4-BE49-F238E27FC236}">
                          <a16:creationId xmlns:a16="http://schemas.microsoft.com/office/drawing/2014/main" id="{2515B818-7B45-4860-8D20-D5A48FFFB838}"/>
                        </a:ext>
                      </a:extLst>
                    </p:cNvPr>
                    <p:cNvSpPr>
                      <a:spLocks noChangeShapeType="1"/>
                    </p:cNvSpPr>
                    <p:nvPr/>
                  </p:nvSpPr>
                  <p:spPr bwMode="auto">
                    <a:xfrm flipV="1">
                      <a:off x="912" y="2784"/>
                      <a:ext cx="1008" cy="72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57" name="Line 45">
                      <a:extLst>
                        <a:ext uri="{FF2B5EF4-FFF2-40B4-BE49-F238E27FC236}">
                          <a16:creationId xmlns:a16="http://schemas.microsoft.com/office/drawing/2014/main" id="{DE98D088-1567-4DB6-AEB7-2F58FBFA3467}"/>
                        </a:ext>
                      </a:extLst>
                    </p:cNvPr>
                    <p:cNvSpPr>
                      <a:spLocks noChangeShapeType="1"/>
                    </p:cNvSpPr>
                    <p:nvPr/>
                  </p:nvSpPr>
                  <p:spPr bwMode="auto">
                    <a:xfrm flipV="1">
                      <a:off x="912" y="2832"/>
                      <a:ext cx="1008" cy="72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58" name="Line 46">
                      <a:extLst>
                        <a:ext uri="{FF2B5EF4-FFF2-40B4-BE49-F238E27FC236}">
                          <a16:creationId xmlns:a16="http://schemas.microsoft.com/office/drawing/2014/main" id="{A43F26A9-F537-49C4-835D-D9746FC54EFD}"/>
                        </a:ext>
                      </a:extLst>
                    </p:cNvPr>
                    <p:cNvSpPr>
                      <a:spLocks noChangeShapeType="1"/>
                    </p:cNvSpPr>
                    <p:nvPr/>
                  </p:nvSpPr>
                  <p:spPr bwMode="auto">
                    <a:xfrm flipV="1">
                      <a:off x="912" y="2880"/>
                      <a:ext cx="1008" cy="72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59" name="Line 47">
                      <a:extLst>
                        <a:ext uri="{FF2B5EF4-FFF2-40B4-BE49-F238E27FC236}">
                          <a16:creationId xmlns:a16="http://schemas.microsoft.com/office/drawing/2014/main" id="{9EAA1DCE-ABE7-4B39-97C6-9E9A185FB549}"/>
                        </a:ext>
                      </a:extLst>
                    </p:cNvPr>
                    <p:cNvSpPr>
                      <a:spLocks noChangeShapeType="1"/>
                    </p:cNvSpPr>
                    <p:nvPr/>
                  </p:nvSpPr>
                  <p:spPr bwMode="auto">
                    <a:xfrm flipV="1">
                      <a:off x="912" y="2928"/>
                      <a:ext cx="1008" cy="72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5644" name="Group 48">
                    <a:extLst>
                      <a:ext uri="{FF2B5EF4-FFF2-40B4-BE49-F238E27FC236}">
                        <a16:creationId xmlns:a16="http://schemas.microsoft.com/office/drawing/2014/main" id="{E81ABDA3-06A0-4665-AD33-81BBD629F01D}"/>
                      </a:ext>
                    </a:extLst>
                  </p:cNvPr>
                  <p:cNvGrpSpPr>
                    <a:grpSpLocks/>
                  </p:cNvGrpSpPr>
                  <p:nvPr/>
                </p:nvGrpSpPr>
                <p:grpSpPr bwMode="auto">
                  <a:xfrm>
                    <a:off x="1584" y="1465"/>
                    <a:ext cx="2496" cy="960"/>
                    <a:chOff x="1584" y="1465"/>
                    <a:chExt cx="2496" cy="960"/>
                  </a:xfrm>
                </p:grpSpPr>
                <p:grpSp>
                  <p:nvGrpSpPr>
                    <p:cNvPr id="25645" name="Group 49">
                      <a:extLst>
                        <a:ext uri="{FF2B5EF4-FFF2-40B4-BE49-F238E27FC236}">
                          <a16:creationId xmlns:a16="http://schemas.microsoft.com/office/drawing/2014/main" id="{95E73F42-F84C-45D7-AA63-A8823E2A4C1C}"/>
                        </a:ext>
                      </a:extLst>
                    </p:cNvPr>
                    <p:cNvGrpSpPr>
                      <a:grpSpLocks/>
                    </p:cNvGrpSpPr>
                    <p:nvPr/>
                  </p:nvGrpSpPr>
                  <p:grpSpPr bwMode="auto">
                    <a:xfrm>
                      <a:off x="1584" y="1465"/>
                      <a:ext cx="1008" cy="912"/>
                      <a:chOff x="1584" y="1465"/>
                      <a:chExt cx="1008" cy="912"/>
                    </a:xfrm>
                  </p:grpSpPr>
                  <p:sp>
                    <p:nvSpPr>
                      <p:cNvPr id="25651" name="Line 50">
                        <a:extLst>
                          <a:ext uri="{FF2B5EF4-FFF2-40B4-BE49-F238E27FC236}">
                            <a16:creationId xmlns:a16="http://schemas.microsoft.com/office/drawing/2014/main" id="{E27F3EAF-5AAB-43D6-9CC0-1C6F5F97337E}"/>
                          </a:ext>
                        </a:extLst>
                      </p:cNvPr>
                      <p:cNvSpPr>
                        <a:spLocks noChangeShapeType="1"/>
                      </p:cNvSpPr>
                      <p:nvPr/>
                    </p:nvSpPr>
                    <p:spPr bwMode="auto">
                      <a:xfrm flipV="1">
                        <a:off x="1584" y="1657"/>
                        <a:ext cx="1008"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52" name="Line 51">
                        <a:extLst>
                          <a:ext uri="{FF2B5EF4-FFF2-40B4-BE49-F238E27FC236}">
                            <a16:creationId xmlns:a16="http://schemas.microsoft.com/office/drawing/2014/main" id="{E175A306-6B93-4110-9230-288EFB182444}"/>
                          </a:ext>
                        </a:extLst>
                      </p:cNvPr>
                      <p:cNvSpPr>
                        <a:spLocks noChangeShapeType="1"/>
                      </p:cNvSpPr>
                      <p:nvPr/>
                    </p:nvSpPr>
                    <p:spPr bwMode="auto">
                      <a:xfrm flipV="1">
                        <a:off x="1584" y="1465"/>
                        <a:ext cx="1008"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53" name="Line 52">
                        <a:extLst>
                          <a:ext uri="{FF2B5EF4-FFF2-40B4-BE49-F238E27FC236}">
                            <a16:creationId xmlns:a16="http://schemas.microsoft.com/office/drawing/2014/main" id="{260E29DD-FFDA-45B3-BF15-034C7D43BA4E}"/>
                          </a:ext>
                        </a:extLst>
                      </p:cNvPr>
                      <p:cNvSpPr>
                        <a:spLocks noChangeShapeType="1"/>
                      </p:cNvSpPr>
                      <p:nvPr/>
                    </p:nvSpPr>
                    <p:spPr bwMode="auto">
                      <a:xfrm flipV="1">
                        <a:off x="1584" y="1513"/>
                        <a:ext cx="1008"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54" name="Line 53">
                        <a:extLst>
                          <a:ext uri="{FF2B5EF4-FFF2-40B4-BE49-F238E27FC236}">
                            <a16:creationId xmlns:a16="http://schemas.microsoft.com/office/drawing/2014/main" id="{701B8BA3-A405-4321-A928-C30DB3A2ABA6}"/>
                          </a:ext>
                        </a:extLst>
                      </p:cNvPr>
                      <p:cNvSpPr>
                        <a:spLocks noChangeShapeType="1"/>
                      </p:cNvSpPr>
                      <p:nvPr/>
                    </p:nvSpPr>
                    <p:spPr bwMode="auto">
                      <a:xfrm flipV="1">
                        <a:off x="1584" y="1609"/>
                        <a:ext cx="1008"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5646" name="Group 54">
                      <a:extLst>
                        <a:ext uri="{FF2B5EF4-FFF2-40B4-BE49-F238E27FC236}">
                          <a16:creationId xmlns:a16="http://schemas.microsoft.com/office/drawing/2014/main" id="{98AE48B0-E031-49D1-8049-FEC3246BB53B}"/>
                        </a:ext>
                      </a:extLst>
                    </p:cNvPr>
                    <p:cNvGrpSpPr>
                      <a:grpSpLocks/>
                    </p:cNvGrpSpPr>
                    <p:nvPr/>
                  </p:nvGrpSpPr>
                  <p:grpSpPr bwMode="auto">
                    <a:xfrm>
                      <a:off x="3072" y="1513"/>
                      <a:ext cx="1008" cy="912"/>
                      <a:chOff x="3072" y="1513"/>
                      <a:chExt cx="1008" cy="912"/>
                    </a:xfrm>
                  </p:grpSpPr>
                  <p:sp>
                    <p:nvSpPr>
                      <p:cNvPr id="25647" name="Line 55">
                        <a:extLst>
                          <a:ext uri="{FF2B5EF4-FFF2-40B4-BE49-F238E27FC236}">
                            <a16:creationId xmlns:a16="http://schemas.microsoft.com/office/drawing/2014/main" id="{6C9BA543-1E07-4410-BA21-51F912884F6E}"/>
                          </a:ext>
                        </a:extLst>
                      </p:cNvPr>
                      <p:cNvSpPr>
                        <a:spLocks noChangeShapeType="1"/>
                      </p:cNvSpPr>
                      <p:nvPr/>
                    </p:nvSpPr>
                    <p:spPr bwMode="auto">
                      <a:xfrm flipH="1" flipV="1">
                        <a:off x="3072" y="1513"/>
                        <a:ext cx="1008"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48" name="Line 56">
                        <a:extLst>
                          <a:ext uri="{FF2B5EF4-FFF2-40B4-BE49-F238E27FC236}">
                            <a16:creationId xmlns:a16="http://schemas.microsoft.com/office/drawing/2014/main" id="{B3356D62-3D09-49FF-80D1-E5D8CD725ADD}"/>
                          </a:ext>
                        </a:extLst>
                      </p:cNvPr>
                      <p:cNvSpPr>
                        <a:spLocks noChangeShapeType="1"/>
                      </p:cNvSpPr>
                      <p:nvPr/>
                    </p:nvSpPr>
                    <p:spPr bwMode="auto">
                      <a:xfrm flipH="1" flipV="1">
                        <a:off x="3072" y="1561"/>
                        <a:ext cx="1008"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49" name="Line 57">
                        <a:extLst>
                          <a:ext uri="{FF2B5EF4-FFF2-40B4-BE49-F238E27FC236}">
                            <a16:creationId xmlns:a16="http://schemas.microsoft.com/office/drawing/2014/main" id="{70DF2BA2-3C0F-463C-92CB-0EE572260BCD}"/>
                          </a:ext>
                        </a:extLst>
                      </p:cNvPr>
                      <p:cNvSpPr>
                        <a:spLocks noChangeShapeType="1"/>
                      </p:cNvSpPr>
                      <p:nvPr/>
                    </p:nvSpPr>
                    <p:spPr bwMode="auto">
                      <a:xfrm flipH="1" flipV="1">
                        <a:off x="3072" y="1657"/>
                        <a:ext cx="1008"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50" name="Line 58">
                        <a:extLst>
                          <a:ext uri="{FF2B5EF4-FFF2-40B4-BE49-F238E27FC236}">
                            <a16:creationId xmlns:a16="http://schemas.microsoft.com/office/drawing/2014/main" id="{A7420CE9-AD27-4DBA-9343-18BB2785EF54}"/>
                          </a:ext>
                        </a:extLst>
                      </p:cNvPr>
                      <p:cNvSpPr>
                        <a:spLocks noChangeShapeType="1"/>
                      </p:cNvSpPr>
                      <p:nvPr/>
                    </p:nvSpPr>
                    <p:spPr bwMode="auto">
                      <a:xfrm flipH="1" flipV="1">
                        <a:off x="3072" y="1705"/>
                        <a:ext cx="1008"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sp>
              <p:nvSpPr>
                <p:cNvPr id="25641" name="AutoShape 59">
                  <a:extLst>
                    <a:ext uri="{FF2B5EF4-FFF2-40B4-BE49-F238E27FC236}">
                      <a16:creationId xmlns:a16="http://schemas.microsoft.com/office/drawing/2014/main" id="{1C1833B8-ADF6-457E-AB0A-57DD597E0658}"/>
                    </a:ext>
                  </a:extLst>
                </p:cNvPr>
                <p:cNvSpPr>
                  <a:spLocks noChangeArrowheads="1"/>
                </p:cNvSpPr>
                <p:nvPr/>
              </p:nvSpPr>
              <p:spPr bwMode="auto">
                <a:xfrm>
                  <a:off x="144" y="624"/>
                  <a:ext cx="2256" cy="912"/>
                </a:xfrm>
                <a:prstGeom prst="wedgeRoundRectCallout">
                  <a:avLst>
                    <a:gd name="adj1" fmla="val 38343"/>
                    <a:gd name="adj2" fmla="val 76315"/>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Each phone call is allocated 64kb/s. So, a 2.5Gb/s trunk line</a:t>
                  </a:r>
                  <a:r>
                    <a:rPr kumimoji="0" lang="zh-CN" altLang="en-US" sz="1600">
                      <a:latin typeface="Comic Sans MS" panose="030F0702030302020204" pitchFamily="66" charset="0"/>
                    </a:rPr>
                    <a:t>（中继线） </a:t>
                  </a:r>
                  <a:r>
                    <a:rPr kumimoji="0" lang="en-US" altLang="zh-CN" sz="1600">
                      <a:latin typeface="Comic Sans MS" panose="030F0702030302020204" pitchFamily="66" charset="0"/>
                    </a:rPr>
                    <a:t>can carry about 39,000 calls.</a:t>
                  </a:r>
                </a:p>
              </p:txBody>
            </p:sp>
          </p:grpSp>
          <p:grpSp>
            <p:nvGrpSpPr>
              <p:cNvPr id="25634" name="Group 60">
                <a:extLst>
                  <a:ext uri="{FF2B5EF4-FFF2-40B4-BE49-F238E27FC236}">
                    <a16:creationId xmlns:a16="http://schemas.microsoft.com/office/drawing/2014/main" id="{B79BCB51-CAB2-4B0E-AA44-ADB9E68E8E5C}"/>
                  </a:ext>
                </a:extLst>
              </p:cNvPr>
              <p:cNvGrpSpPr>
                <a:grpSpLocks/>
              </p:cNvGrpSpPr>
              <p:nvPr/>
            </p:nvGrpSpPr>
            <p:grpSpPr bwMode="auto">
              <a:xfrm>
                <a:off x="576" y="1248"/>
                <a:ext cx="1344" cy="192"/>
                <a:chOff x="288" y="1200"/>
                <a:chExt cx="1824" cy="240"/>
              </a:xfrm>
            </p:grpSpPr>
            <p:sp>
              <p:nvSpPr>
                <p:cNvPr id="25635" name="AutoShape 61">
                  <a:extLst>
                    <a:ext uri="{FF2B5EF4-FFF2-40B4-BE49-F238E27FC236}">
                      <a16:creationId xmlns:a16="http://schemas.microsoft.com/office/drawing/2014/main" id="{528F4749-CF8C-4A69-8877-4FF95D4CF62E}"/>
                    </a:ext>
                  </a:extLst>
                </p:cNvPr>
                <p:cNvSpPr>
                  <a:spLocks noChangeArrowheads="1"/>
                </p:cNvSpPr>
                <p:nvPr/>
              </p:nvSpPr>
              <p:spPr bwMode="auto">
                <a:xfrm rot="5400000">
                  <a:off x="1104" y="672"/>
                  <a:ext cx="240" cy="1296"/>
                </a:xfrm>
                <a:prstGeom prst="can">
                  <a:avLst>
                    <a:gd name="adj" fmla="val 63450"/>
                  </a:avLst>
                </a:prstGeom>
                <a:solidFill>
                  <a:schemeClr val="accent1">
                    <a:alpha val="50195"/>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5636" name="Line 62">
                  <a:extLst>
                    <a:ext uri="{FF2B5EF4-FFF2-40B4-BE49-F238E27FC236}">
                      <a16:creationId xmlns:a16="http://schemas.microsoft.com/office/drawing/2014/main" id="{2AD852B3-8BE4-4E7E-ABB6-2BFC8C4722DB}"/>
                    </a:ext>
                  </a:extLst>
                </p:cNvPr>
                <p:cNvSpPr>
                  <a:spLocks noChangeShapeType="1"/>
                </p:cNvSpPr>
                <p:nvPr/>
              </p:nvSpPr>
              <p:spPr bwMode="auto">
                <a:xfrm>
                  <a:off x="288" y="1248"/>
                  <a:ext cx="18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37" name="Line 63">
                  <a:extLst>
                    <a:ext uri="{FF2B5EF4-FFF2-40B4-BE49-F238E27FC236}">
                      <a16:creationId xmlns:a16="http://schemas.microsoft.com/office/drawing/2014/main" id="{12C70DD4-9102-4317-9506-F76337EF3FCE}"/>
                    </a:ext>
                  </a:extLst>
                </p:cNvPr>
                <p:cNvSpPr>
                  <a:spLocks noChangeShapeType="1"/>
                </p:cNvSpPr>
                <p:nvPr/>
              </p:nvSpPr>
              <p:spPr bwMode="auto">
                <a:xfrm>
                  <a:off x="288" y="1296"/>
                  <a:ext cx="18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38" name="Line 64">
                  <a:extLst>
                    <a:ext uri="{FF2B5EF4-FFF2-40B4-BE49-F238E27FC236}">
                      <a16:creationId xmlns:a16="http://schemas.microsoft.com/office/drawing/2014/main" id="{B633FAA5-B053-408D-9AD3-AC94B18AB078}"/>
                    </a:ext>
                  </a:extLst>
                </p:cNvPr>
                <p:cNvSpPr>
                  <a:spLocks noChangeShapeType="1"/>
                </p:cNvSpPr>
                <p:nvPr/>
              </p:nvSpPr>
              <p:spPr bwMode="auto">
                <a:xfrm>
                  <a:off x="288" y="1344"/>
                  <a:ext cx="18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39" name="Line 65">
                  <a:extLst>
                    <a:ext uri="{FF2B5EF4-FFF2-40B4-BE49-F238E27FC236}">
                      <a16:creationId xmlns:a16="http://schemas.microsoft.com/office/drawing/2014/main" id="{B7D14C66-6279-4367-873B-59A31335F3EA}"/>
                    </a:ext>
                  </a:extLst>
                </p:cNvPr>
                <p:cNvSpPr>
                  <a:spLocks noChangeShapeType="1"/>
                </p:cNvSpPr>
                <p:nvPr/>
              </p:nvSpPr>
              <p:spPr bwMode="auto">
                <a:xfrm>
                  <a:off x="288" y="1392"/>
                  <a:ext cx="18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25621" name="Line 66">
              <a:extLst>
                <a:ext uri="{FF2B5EF4-FFF2-40B4-BE49-F238E27FC236}">
                  <a16:creationId xmlns:a16="http://schemas.microsoft.com/office/drawing/2014/main" id="{F7E73A5B-1FAB-454F-AE02-565BCE17F606}"/>
                </a:ext>
              </a:extLst>
            </p:cNvPr>
            <p:cNvSpPr>
              <a:spLocks noChangeShapeType="1"/>
            </p:cNvSpPr>
            <p:nvPr/>
          </p:nvSpPr>
          <p:spPr bwMode="auto">
            <a:xfrm>
              <a:off x="660" y="2283"/>
              <a:ext cx="72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5622" name="Group 67">
              <a:extLst>
                <a:ext uri="{FF2B5EF4-FFF2-40B4-BE49-F238E27FC236}">
                  <a16:creationId xmlns:a16="http://schemas.microsoft.com/office/drawing/2014/main" id="{0180DDB0-2C5C-4D4D-97EF-75A6A335ABA8}"/>
                </a:ext>
              </a:extLst>
            </p:cNvPr>
            <p:cNvGrpSpPr>
              <a:grpSpLocks/>
            </p:cNvGrpSpPr>
            <p:nvPr/>
          </p:nvGrpSpPr>
          <p:grpSpPr bwMode="auto">
            <a:xfrm>
              <a:off x="4836" y="1887"/>
              <a:ext cx="372" cy="300"/>
              <a:chOff x="384" y="1394"/>
              <a:chExt cx="372" cy="300"/>
            </a:xfrm>
          </p:grpSpPr>
          <p:sp>
            <p:nvSpPr>
              <p:cNvPr id="25623" name="Rectangle 68">
                <a:extLst>
                  <a:ext uri="{FF2B5EF4-FFF2-40B4-BE49-F238E27FC236}">
                    <a16:creationId xmlns:a16="http://schemas.microsoft.com/office/drawing/2014/main" id="{FFE762F7-0116-48CA-9028-E1C5A9447E09}"/>
                  </a:ext>
                </a:extLst>
              </p:cNvPr>
              <p:cNvSpPr>
                <a:spLocks noChangeArrowheads="1"/>
              </p:cNvSpPr>
              <p:nvPr/>
            </p:nvSpPr>
            <p:spPr bwMode="auto">
              <a:xfrm>
                <a:off x="433" y="1651"/>
                <a:ext cx="264" cy="4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5624" name="Freeform 69">
                <a:extLst>
                  <a:ext uri="{FF2B5EF4-FFF2-40B4-BE49-F238E27FC236}">
                    <a16:creationId xmlns:a16="http://schemas.microsoft.com/office/drawing/2014/main" id="{246ADC08-A118-4DCF-AB45-6F88BBA9074E}"/>
                  </a:ext>
                </a:extLst>
              </p:cNvPr>
              <p:cNvSpPr>
                <a:spLocks/>
              </p:cNvSpPr>
              <p:nvPr/>
            </p:nvSpPr>
            <p:spPr bwMode="auto">
              <a:xfrm rot="-2304584">
                <a:off x="384" y="1394"/>
                <a:ext cx="372" cy="286"/>
              </a:xfrm>
              <a:custGeom>
                <a:avLst/>
                <a:gdLst>
                  <a:gd name="T0" fmla="*/ 7 w 553"/>
                  <a:gd name="T1" fmla="*/ 1 h 470"/>
                  <a:gd name="T2" fmla="*/ 6 w 553"/>
                  <a:gd name="T3" fmla="*/ 1 h 470"/>
                  <a:gd name="T4" fmla="*/ 5 w 553"/>
                  <a:gd name="T5" fmla="*/ 1 h 470"/>
                  <a:gd name="T6" fmla="*/ 5 w 553"/>
                  <a:gd name="T7" fmla="*/ 1 h 470"/>
                  <a:gd name="T8" fmla="*/ 5 w 553"/>
                  <a:gd name="T9" fmla="*/ 1 h 470"/>
                  <a:gd name="T10" fmla="*/ 5 w 553"/>
                  <a:gd name="T11" fmla="*/ 1 h 470"/>
                  <a:gd name="T12" fmla="*/ 5 w 553"/>
                  <a:gd name="T13" fmla="*/ 2 h 470"/>
                  <a:gd name="T14" fmla="*/ 4 w 553"/>
                  <a:gd name="T15" fmla="*/ 2 h 470"/>
                  <a:gd name="T16" fmla="*/ 3 w 553"/>
                  <a:gd name="T17" fmla="*/ 2 h 470"/>
                  <a:gd name="T18" fmla="*/ 2 w 553"/>
                  <a:gd name="T19" fmla="*/ 1 h 470"/>
                  <a:gd name="T20" fmla="*/ 1 w 553"/>
                  <a:gd name="T21" fmla="*/ 1 h 470"/>
                  <a:gd name="T22" fmla="*/ 1 w 553"/>
                  <a:gd name="T23" fmla="*/ 1 h 470"/>
                  <a:gd name="T24" fmla="*/ 1 w 553"/>
                  <a:gd name="T25" fmla="*/ 1 h 470"/>
                  <a:gd name="T26" fmla="*/ 1 w 553"/>
                  <a:gd name="T27" fmla="*/ 1 h 470"/>
                  <a:gd name="T28" fmla="*/ 2 w 553"/>
                  <a:gd name="T29" fmla="*/ 1 h 470"/>
                  <a:gd name="T30" fmla="*/ 3 w 553"/>
                  <a:gd name="T31" fmla="*/ 1 h 470"/>
                  <a:gd name="T32" fmla="*/ 3 w 553"/>
                  <a:gd name="T33" fmla="*/ 0 h 470"/>
                  <a:gd name="T34" fmla="*/ 4 w 553"/>
                  <a:gd name="T35" fmla="*/ 1 h 470"/>
                  <a:gd name="T36" fmla="*/ 5 w 553"/>
                  <a:gd name="T37" fmla="*/ 1 h 470"/>
                  <a:gd name="T38" fmla="*/ 6 w 553"/>
                  <a:gd name="T39" fmla="*/ 1 h 470"/>
                  <a:gd name="T40" fmla="*/ 7 w 553"/>
                  <a:gd name="T41" fmla="*/ 1 h 470"/>
                  <a:gd name="T42" fmla="*/ 7 w 553"/>
                  <a:gd name="T43" fmla="*/ 1 h 470"/>
                  <a:gd name="T44" fmla="*/ 8 w 553"/>
                  <a:gd name="T45" fmla="*/ 1 h 470"/>
                  <a:gd name="T46" fmla="*/ 9 w 553"/>
                  <a:gd name="T47" fmla="*/ 1 h 470"/>
                  <a:gd name="T48" fmla="*/ 10 w 553"/>
                  <a:gd name="T49" fmla="*/ 1 h 470"/>
                  <a:gd name="T50" fmla="*/ 11 w 553"/>
                  <a:gd name="T51" fmla="*/ 1 h 470"/>
                  <a:gd name="T52" fmla="*/ 12 w 553"/>
                  <a:gd name="T53" fmla="*/ 1 h 470"/>
                  <a:gd name="T54" fmla="*/ 13 w 553"/>
                  <a:gd name="T55" fmla="*/ 2 h 470"/>
                  <a:gd name="T56" fmla="*/ 15 w 553"/>
                  <a:gd name="T57" fmla="*/ 2 h 470"/>
                  <a:gd name="T58" fmla="*/ 15 w 553"/>
                  <a:gd name="T59" fmla="*/ 3 h 470"/>
                  <a:gd name="T60" fmla="*/ 15 w 553"/>
                  <a:gd name="T61" fmla="*/ 3 h 470"/>
                  <a:gd name="T62" fmla="*/ 15 w 553"/>
                  <a:gd name="T63" fmla="*/ 4 h 470"/>
                  <a:gd name="T64" fmla="*/ 15 w 553"/>
                  <a:gd name="T65" fmla="*/ 4 h 470"/>
                  <a:gd name="T66" fmla="*/ 15 w 553"/>
                  <a:gd name="T67" fmla="*/ 4 h 470"/>
                  <a:gd name="T68" fmla="*/ 15 w 553"/>
                  <a:gd name="T69" fmla="*/ 5 h 470"/>
                  <a:gd name="T70" fmla="*/ 14 w 553"/>
                  <a:gd name="T71" fmla="*/ 5 h 470"/>
                  <a:gd name="T72" fmla="*/ 11 w 553"/>
                  <a:gd name="T73" fmla="*/ 4 h 470"/>
                  <a:gd name="T74" fmla="*/ 11 w 553"/>
                  <a:gd name="T75" fmla="*/ 4 h 470"/>
                  <a:gd name="T76" fmla="*/ 11 w 553"/>
                  <a:gd name="T77" fmla="*/ 4 h 470"/>
                  <a:gd name="T78" fmla="*/ 12 w 553"/>
                  <a:gd name="T79" fmla="*/ 4 h 470"/>
                  <a:gd name="T80" fmla="*/ 13 w 553"/>
                  <a:gd name="T81" fmla="*/ 4 h 470"/>
                  <a:gd name="T82" fmla="*/ 13 w 553"/>
                  <a:gd name="T83" fmla="*/ 4 h 470"/>
                  <a:gd name="T84" fmla="*/ 13 w 553"/>
                  <a:gd name="T85" fmla="*/ 3 h 470"/>
                  <a:gd name="T86" fmla="*/ 12 w 553"/>
                  <a:gd name="T87" fmla="*/ 3 h 470"/>
                  <a:gd name="T88" fmla="*/ 11 w 553"/>
                  <a:gd name="T89" fmla="*/ 3 h 470"/>
                  <a:gd name="T90" fmla="*/ 11 w 553"/>
                  <a:gd name="T91" fmla="*/ 2 h 470"/>
                  <a:gd name="T92" fmla="*/ 10 w 553"/>
                  <a:gd name="T93" fmla="*/ 2 h 470"/>
                  <a:gd name="T94" fmla="*/ 9 w 553"/>
                  <a:gd name="T95" fmla="*/ 2 h 470"/>
                  <a:gd name="T96" fmla="*/ 7 w 553"/>
                  <a:gd name="T97" fmla="*/ 1 h 47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553" h="470">
                    <a:moveTo>
                      <a:pt x="262" y="122"/>
                    </a:moveTo>
                    <a:lnTo>
                      <a:pt x="250" y="114"/>
                    </a:lnTo>
                    <a:lnTo>
                      <a:pt x="237" y="106"/>
                    </a:lnTo>
                    <a:lnTo>
                      <a:pt x="223" y="98"/>
                    </a:lnTo>
                    <a:lnTo>
                      <a:pt x="209" y="92"/>
                    </a:lnTo>
                    <a:lnTo>
                      <a:pt x="196" y="89"/>
                    </a:lnTo>
                    <a:lnTo>
                      <a:pt x="186" y="89"/>
                    </a:lnTo>
                    <a:lnTo>
                      <a:pt x="179" y="95"/>
                    </a:lnTo>
                    <a:lnTo>
                      <a:pt x="177" y="106"/>
                    </a:lnTo>
                    <a:lnTo>
                      <a:pt x="175" y="117"/>
                    </a:lnTo>
                    <a:lnTo>
                      <a:pt x="172" y="127"/>
                    </a:lnTo>
                    <a:lnTo>
                      <a:pt x="167" y="136"/>
                    </a:lnTo>
                    <a:lnTo>
                      <a:pt x="162" y="144"/>
                    </a:lnTo>
                    <a:lnTo>
                      <a:pt x="155" y="153"/>
                    </a:lnTo>
                    <a:lnTo>
                      <a:pt x="147" y="162"/>
                    </a:lnTo>
                    <a:lnTo>
                      <a:pt x="139" y="168"/>
                    </a:lnTo>
                    <a:lnTo>
                      <a:pt x="129" y="176"/>
                    </a:lnTo>
                    <a:lnTo>
                      <a:pt x="115" y="170"/>
                    </a:lnTo>
                    <a:lnTo>
                      <a:pt x="97" y="160"/>
                    </a:lnTo>
                    <a:lnTo>
                      <a:pt x="75" y="149"/>
                    </a:lnTo>
                    <a:lnTo>
                      <a:pt x="53" y="136"/>
                    </a:lnTo>
                    <a:lnTo>
                      <a:pt x="34" y="125"/>
                    </a:lnTo>
                    <a:lnTo>
                      <a:pt x="16" y="114"/>
                    </a:lnTo>
                    <a:lnTo>
                      <a:pt x="5" y="107"/>
                    </a:lnTo>
                    <a:lnTo>
                      <a:pt x="0" y="105"/>
                    </a:lnTo>
                    <a:lnTo>
                      <a:pt x="8" y="90"/>
                    </a:lnTo>
                    <a:lnTo>
                      <a:pt x="19" y="73"/>
                    </a:lnTo>
                    <a:lnTo>
                      <a:pt x="31" y="57"/>
                    </a:lnTo>
                    <a:lnTo>
                      <a:pt x="46" y="41"/>
                    </a:lnTo>
                    <a:lnTo>
                      <a:pt x="62" y="26"/>
                    </a:lnTo>
                    <a:lnTo>
                      <a:pt x="80" y="13"/>
                    </a:lnTo>
                    <a:lnTo>
                      <a:pt x="98" y="5"/>
                    </a:lnTo>
                    <a:lnTo>
                      <a:pt x="117" y="0"/>
                    </a:lnTo>
                    <a:lnTo>
                      <a:pt x="127" y="0"/>
                    </a:lnTo>
                    <a:lnTo>
                      <a:pt x="137" y="0"/>
                    </a:lnTo>
                    <a:lnTo>
                      <a:pt x="150" y="2"/>
                    </a:lnTo>
                    <a:lnTo>
                      <a:pt x="162" y="3"/>
                    </a:lnTo>
                    <a:lnTo>
                      <a:pt x="175" y="4"/>
                    </a:lnTo>
                    <a:lnTo>
                      <a:pt x="189" y="6"/>
                    </a:lnTo>
                    <a:lnTo>
                      <a:pt x="203" y="10"/>
                    </a:lnTo>
                    <a:lnTo>
                      <a:pt x="218" y="12"/>
                    </a:lnTo>
                    <a:lnTo>
                      <a:pt x="232" y="17"/>
                    </a:lnTo>
                    <a:lnTo>
                      <a:pt x="247" y="20"/>
                    </a:lnTo>
                    <a:lnTo>
                      <a:pt x="262" y="25"/>
                    </a:lnTo>
                    <a:lnTo>
                      <a:pt x="276" y="29"/>
                    </a:lnTo>
                    <a:lnTo>
                      <a:pt x="291" y="34"/>
                    </a:lnTo>
                    <a:lnTo>
                      <a:pt x="303" y="40"/>
                    </a:lnTo>
                    <a:lnTo>
                      <a:pt x="317" y="45"/>
                    </a:lnTo>
                    <a:lnTo>
                      <a:pt x="330" y="51"/>
                    </a:lnTo>
                    <a:lnTo>
                      <a:pt x="351" y="61"/>
                    </a:lnTo>
                    <a:lnTo>
                      <a:pt x="372" y="74"/>
                    </a:lnTo>
                    <a:lnTo>
                      <a:pt x="392" y="89"/>
                    </a:lnTo>
                    <a:lnTo>
                      <a:pt x="414" y="105"/>
                    </a:lnTo>
                    <a:lnTo>
                      <a:pt x="435" y="124"/>
                    </a:lnTo>
                    <a:lnTo>
                      <a:pt x="456" y="144"/>
                    </a:lnTo>
                    <a:lnTo>
                      <a:pt x="477" y="167"/>
                    </a:lnTo>
                    <a:lnTo>
                      <a:pt x="497" y="193"/>
                    </a:lnTo>
                    <a:lnTo>
                      <a:pt x="509" y="210"/>
                    </a:lnTo>
                    <a:lnTo>
                      <a:pt x="518" y="228"/>
                    </a:lnTo>
                    <a:lnTo>
                      <a:pt x="527" y="249"/>
                    </a:lnTo>
                    <a:lnTo>
                      <a:pt x="535" y="269"/>
                    </a:lnTo>
                    <a:lnTo>
                      <a:pt x="542" y="288"/>
                    </a:lnTo>
                    <a:lnTo>
                      <a:pt x="547" y="305"/>
                    </a:lnTo>
                    <a:lnTo>
                      <a:pt x="550" y="321"/>
                    </a:lnTo>
                    <a:lnTo>
                      <a:pt x="553" y="334"/>
                    </a:lnTo>
                    <a:lnTo>
                      <a:pt x="553" y="356"/>
                    </a:lnTo>
                    <a:lnTo>
                      <a:pt x="549" y="378"/>
                    </a:lnTo>
                    <a:lnTo>
                      <a:pt x="545" y="399"/>
                    </a:lnTo>
                    <a:lnTo>
                      <a:pt x="538" y="419"/>
                    </a:lnTo>
                    <a:lnTo>
                      <a:pt x="527" y="436"/>
                    </a:lnTo>
                    <a:lnTo>
                      <a:pt x="516" y="451"/>
                    </a:lnTo>
                    <a:lnTo>
                      <a:pt x="502" y="463"/>
                    </a:lnTo>
                    <a:lnTo>
                      <a:pt x="487" y="470"/>
                    </a:lnTo>
                    <a:lnTo>
                      <a:pt x="393" y="381"/>
                    </a:lnTo>
                    <a:lnTo>
                      <a:pt x="396" y="370"/>
                    </a:lnTo>
                    <a:lnTo>
                      <a:pt x="400" y="361"/>
                    </a:lnTo>
                    <a:lnTo>
                      <a:pt x="406" y="351"/>
                    </a:lnTo>
                    <a:lnTo>
                      <a:pt x="414" y="343"/>
                    </a:lnTo>
                    <a:lnTo>
                      <a:pt x="422" y="338"/>
                    </a:lnTo>
                    <a:lnTo>
                      <a:pt x="433" y="332"/>
                    </a:lnTo>
                    <a:lnTo>
                      <a:pt x="444" y="326"/>
                    </a:lnTo>
                    <a:lnTo>
                      <a:pt x="457" y="323"/>
                    </a:lnTo>
                    <a:lnTo>
                      <a:pt x="459" y="317"/>
                    </a:lnTo>
                    <a:lnTo>
                      <a:pt x="458" y="309"/>
                    </a:lnTo>
                    <a:lnTo>
                      <a:pt x="453" y="300"/>
                    </a:lnTo>
                    <a:lnTo>
                      <a:pt x="448" y="289"/>
                    </a:lnTo>
                    <a:lnTo>
                      <a:pt x="441" y="279"/>
                    </a:lnTo>
                    <a:lnTo>
                      <a:pt x="433" y="270"/>
                    </a:lnTo>
                    <a:lnTo>
                      <a:pt x="426" y="260"/>
                    </a:lnTo>
                    <a:lnTo>
                      <a:pt x="419" y="254"/>
                    </a:lnTo>
                    <a:lnTo>
                      <a:pt x="406" y="241"/>
                    </a:lnTo>
                    <a:lnTo>
                      <a:pt x="389" y="225"/>
                    </a:lnTo>
                    <a:lnTo>
                      <a:pt x="369" y="208"/>
                    </a:lnTo>
                    <a:lnTo>
                      <a:pt x="347" y="188"/>
                    </a:lnTo>
                    <a:lnTo>
                      <a:pt x="324" y="170"/>
                    </a:lnTo>
                    <a:lnTo>
                      <a:pt x="302" y="152"/>
                    </a:lnTo>
                    <a:lnTo>
                      <a:pt x="280" y="136"/>
                    </a:lnTo>
                    <a:lnTo>
                      <a:pt x="262" y="12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25" name="Line 70">
                <a:extLst>
                  <a:ext uri="{FF2B5EF4-FFF2-40B4-BE49-F238E27FC236}">
                    <a16:creationId xmlns:a16="http://schemas.microsoft.com/office/drawing/2014/main" id="{F89B173F-F261-439B-A96F-89612BA1D2B0}"/>
                  </a:ext>
                </a:extLst>
              </p:cNvPr>
              <p:cNvSpPr>
                <a:spLocks noChangeShapeType="1"/>
              </p:cNvSpPr>
              <p:nvPr/>
            </p:nvSpPr>
            <p:spPr bwMode="auto">
              <a:xfrm>
                <a:off x="676" y="1569"/>
                <a:ext cx="53" cy="53"/>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26" name="Line 71">
                <a:extLst>
                  <a:ext uri="{FF2B5EF4-FFF2-40B4-BE49-F238E27FC236}">
                    <a16:creationId xmlns:a16="http://schemas.microsoft.com/office/drawing/2014/main" id="{1FB39350-EFA9-4830-81CD-F4B5078F60E9}"/>
                  </a:ext>
                </a:extLst>
              </p:cNvPr>
              <p:cNvSpPr>
                <a:spLocks noChangeShapeType="1"/>
              </p:cNvSpPr>
              <p:nvPr/>
            </p:nvSpPr>
            <p:spPr bwMode="auto">
              <a:xfrm>
                <a:off x="481" y="1434"/>
                <a:ext cx="68" cy="38"/>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27" name="Freeform 72">
                <a:extLst>
                  <a:ext uri="{FF2B5EF4-FFF2-40B4-BE49-F238E27FC236}">
                    <a16:creationId xmlns:a16="http://schemas.microsoft.com/office/drawing/2014/main" id="{7492A1BD-409D-4464-9CF4-AE2F31314256}"/>
                  </a:ext>
                </a:extLst>
              </p:cNvPr>
              <p:cNvSpPr>
                <a:spLocks/>
              </p:cNvSpPr>
              <p:nvPr/>
            </p:nvSpPr>
            <p:spPr bwMode="auto">
              <a:xfrm>
                <a:off x="433" y="1508"/>
                <a:ext cx="264" cy="133"/>
              </a:xfrm>
              <a:custGeom>
                <a:avLst/>
                <a:gdLst>
                  <a:gd name="T0" fmla="*/ 1 w 529"/>
                  <a:gd name="T1" fmla="*/ 1 h 266"/>
                  <a:gd name="T2" fmla="*/ 1 w 529"/>
                  <a:gd name="T3" fmla="*/ 1 h 266"/>
                  <a:gd name="T4" fmla="*/ 0 w 529"/>
                  <a:gd name="T5" fmla="*/ 1 h 266"/>
                  <a:gd name="T6" fmla="*/ 0 w 529"/>
                  <a:gd name="T7" fmla="*/ 1 h 266"/>
                  <a:gd name="T8" fmla="*/ 0 w 529"/>
                  <a:gd name="T9" fmla="*/ 1 h 266"/>
                  <a:gd name="T10" fmla="*/ 0 w 529"/>
                  <a:gd name="T11" fmla="*/ 1 h 266"/>
                  <a:gd name="T12" fmla="*/ 0 w 529"/>
                  <a:gd name="T13" fmla="*/ 1 h 266"/>
                  <a:gd name="T14" fmla="*/ 0 w 529"/>
                  <a:gd name="T15" fmla="*/ 1 h 266"/>
                  <a:gd name="T16" fmla="*/ 0 w 529"/>
                  <a:gd name="T17" fmla="*/ 1 h 266"/>
                  <a:gd name="T18" fmla="*/ 0 w 529"/>
                  <a:gd name="T19" fmla="*/ 1 h 266"/>
                  <a:gd name="T20" fmla="*/ 0 w 529"/>
                  <a:gd name="T21" fmla="*/ 1 h 266"/>
                  <a:gd name="T22" fmla="*/ 0 w 529"/>
                  <a:gd name="T23" fmla="*/ 1 h 266"/>
                  <a:gd name="T24" fmla="*/ 0 w 529"/>
                  <a:gd name="T25" fmla="*/ 0 h 266"/>
                  <a:gd name="T26" fmla="*/ 0 w 529"/>
                  <a:gd name="T27" fmla="*/ 1 h 266"/>
                  <a:gd name="T28" fmla="*/ 0 w 529"/>
                  <a:gd name="T29" fmla="*/ 1 h 266"/>
                  <a:gd name="T30" fmla="*/ 0 w 529"/>
                  <a:gd name="T31" fmla="*/ 1 h 266"/>
                  <a:gd name="T32" fmla="*/ 0 w 529"/>
                  <a:gd name="T33" fmla="*/ 1 h 266"/>
                  <a:gd name="T34" fmla="*/ 0 w 529"/>
                  <a:gd name="T35" fmla="*/ 1 h 266"/>
                  <a:gd name="T36" fmla="*/ 0 w 529"/>
                  <a:gd name="T37" fmla="*/ 1 h 266"/>
                  <a:gd name="T38" fmla="*/ 0 w 529"/>
                  <a:gd name="T39" fmla="*/ 1 h 266"/>
                  <a:gd name="T40" fmla="*/ 0 w 529"/>
                  <a:gd name="T41" fmla="*/ 1 h 266"/>
                  <a:gd name="T42" fmla="*/ 0 w 529"/>
                  <a:gd name="T43" fmla="*/ 1 h 266"/>
                  <a:gd name="T44" fmla="*/ 0 w 529"/>
                  <a:gd name="T45" fmla="*/ 1 h 266"/>
                  <a:gd name="T46" fmla="*/ 0 w 529"/>
                  <a:gd name="T47" fmla="*/ 1 h 266"/>
                  <a:gd name="T48" fmla="*/ 0 w 529"/>
                  <a:gd name="T49" fmla="*/ 1 h 266"/>
                  <a:gd name="T50" fmla="*/ 0 w 529"/>
                  <a:gd name="T51" fmla="*/ 1 h 266"/>
                  <a:gd name="T52" fmla="*/ 0 w 529"/>
                  <a:gd name="T53" fmla="*/ 1 h 266"/>
                  <a:gd name="T54" fmla="*/ 0 w 529"/>
                  <a:gd name="T55" fmla="*/ 1 h 266"/>
                  <a:gd name="T56" fmla="*/ 0 w 529"/>
                  <a:gd name="T57" fmla="*/ 1 h 266"/>
                  <a:gd name="T58" fmla="*/ 0 w 529"/>
                  <a:gd name="T59" fmla="*/ 1 h 266"/>
                  <a:gd name="T60" fmla="*/ 0 w 529"/>
                  <a:gd name="T61" fmla="*/ 1 h 266"/>
                  <a:gd name="T62" fmla="*/ 0 w 529"/>
                  <a:gd name="T63" fmla="*/ 1 h 266"/>
                  <a:gd name="T64" fmla="*/ 1 w 529"/>
                  <a:gd name="T65" fmla="*/ 1 h 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529" h="266">
                    <a:moveTo>
                      <a:pt x="529" y="266"/>
                    </a:moveTo>
                    <a:lnTo>
                      <a:pt x="527" y="256"/>
                    </a:lnTo>
                    <a:lnTo>
                      <a:pt x="523" y="250"/>
                    </a:lnTo>
                    <a:lnTo>
                      <a:pt x="517" y="245"/>
                    </a:lnTo>
                    <a:lnTo>
                      <a:pt x="509" y="242"/>
                    </a:lnTo>
                    <a:lnTo>
                      <a:pt x="501" y="240"/>
                    </a:lnTo>
                    <a:lnTo>
                      <a:pt x="490" y="235"/>
                    </a:lnTo>
                    <a:lnTo>
                      <a:pt x="480" y="229"/>
                    </a:lnTo>
                    <a:lnTo>
                      <a:pt x="469" y="220"/>
                    </a:lnTo>
                    <a:lnTo>
                      <a:pt x="457" y="208"/>
                    </a:lnTo>
                    <a:lnTo>
                      <a:pt x="447" y="196"/>
                    </a:lnTo>
                    <a:lnTo>
                      <a:pt x="439" y="182"/>
                    </a:lnTo>
                    <a:lnTo>
                      <a:pt x="433" y="166"/>
                    </a:lnTo>
                    <a:lnTo>
                      <a:pt x="429" y="150"/>
                    </a:lnTo>
                    <a:lnTo>
                      <a:pt x="427" y="131"/>
                    </a:lnTo>
                    <a:lnTo>
                      <a:pt x="429" y="113"/>
                    </a:lnTo>
                    <a:lnTo>
                      <a:pt x="434" y="93"/>
                    </a:lnTo>
                    <a:lnTo>
                      <a:pt x="464" y="93"/>
                    </a:lnTo>
                    <a:lnTo>
                      <a:pt x="464" y="49"/>
                    </a:lnTo>
                    <a:lnTo>
                      <a:pt x="425" y="49"/>
                    </a:lnTo>
                    <a:lnTo>
                      <a:pt x="425" y="22"/>
                    </a:lnTo>
                    <a:lnTo>
                      <a:pt x="425" y="18"/>
                    </a:lnTo>
                    <a:lnTo>
                      <a:pt x="422" y="9"/>
                    </a:lnTo>
                    <a:lnTo>
                      <a:pt x="415" y="5"/>
                    </a:lnTo>
                    <a:lnTo>
                      <a:pt x="406" y="1"/>
                    </a:lnTo>
                    <a:lnTo>
                      <a:pt x="395" y="0"/>
                    </a:lnTo>
                    <a:lnTo>
                      <a:pt x="383" y="1"/>
                    </a:lnTo>
                    <a:lnTo>
                      <a:pt x="374" y="5"/>
                    </a:lnTo>
                    <a:lnTo>
                      <a:pt x="367" y="9"/>
                    </a:lnTo>
                    <a:lnTo>
                      <a:pt x="365" y="18"/>
                    </a:lnTo>
                    <a:lnTo>
                      <a:pt x="366" y="22"/>
                    </a:lnTo>
                    <a:lnTo>
                      <a:pt x="366" y="49"/>
                    </a:lnTo>
                    <a:lnTo>
                      <a:pt x="147" y="49"/>
                    </a:lnTo>
                    <a:lnTo>
                      <a:pt x="147" y="22"/>
                    </a:lnTo>
                    <a:lnTo>
                      <a:pt x="144" y="14"/>
                    </a:lnTo>
                    <a:lnTo>
                      <a:pt x="137" y="9"/>
                    </a:lnTo>
                    <a:lnTo>
                      <a:pt x="128" y="6"/>
                    </a:lnTo>
                    <a:lnTo>
                      <a:pt x="118" y="6"/>
                    </a:lnTo>
                    <a:lnTo>
                      <a:pt x="107" y="7"/>
                    </a:lnTo>
                    <a:lnTo>
                      <a:pt x="98" y="11"/>
                    </a:lnTo>
                    <a:lnTo>
                      <a:pt x="91" y="15"/>
                    </a:lnTo>
                    <a:lnTo>
                      <a:pt x="89" y="22"/>
                    </a:lnTo>
                    <a:lnTo>
                      <a:pt x="89" y="51"/>
                    </a:lnTo>
                    <a:lnTo>
                      <a:pt x="53" y="51"/>
                    </a:lnTo>
                    <a:lnTo>
                      <a:pt x="53" y="93"/>
                    </a:lnTo>
                    <a:lnTo>
                      <a:pt x="57" y="93"/>
                    </a:lnTo>
                    <a:lnTo>
                      <a:pt x="65" y="93"/>
                    </a:lnTo>
                    <a:lnTo>
                      <a:pt x="75" y="93"/>
                    </a:lnTo>
                    <a:lnTo>
                      <a:pt x="87" y="93"/>
                    </a:lnTo>
                    <a:lnTo>
                      <a:pt x="91" y="107"/>
                    </a:lnTo>
                    <a:lnTo>
                      <a:pt x="94" y="122"/>
                    </a:lnTo>
                    <a:lnTo>
                      <a:pt x="94" y="139"/>
                    </a:lnTo>
                    <a:lnTo>
                      <a:pt x="91" y="157"/>
                    </a:lnTo>
                    <a:lnTo>
                      <a:pt x="86" y="174"/>
                    </a:lnTo>
                    <a:lnTo>
                      <a:pt x="79" y="190"/>
                    </a:lnTo>
                    <a:lnTo>
                      <a:pt x="69" y="206"/>
                    </a:lnTo>
                    <a:lnTo>
                      <a:pt x="57" y="220"/>
                    </a:lnTo>
                    <a:lnTo>
                      <a:pt x="45" y="229"/>
                    </a:lnTo>
                    <a:lnTo>
                      <a:pt x="35" y="236"/>
                    </a:lnTo>
                    <a:lnTo>
                      <a:pt x="26" y="241"/>
                    </a:lnTo>
                    <a:lnTo>
                      <a:pt x="17" y="244"/>
                    </a:lnTo>
                    <a:lnTo>
                      <a:pt x="11" y="248"/>
                    </a:lnTo>
                    <a:lnTo>
                      <a:pt x="5" y="251"/>
                    </a:lnTo>
                    <a:lnTo>
                      <a:pt x="1" y="257"/>
                    </a:lnTo>
                    <a:lnTo>
                      <a:pt x="0" y="266"/>
                    </a:lnTo>
                    <a:lnTo>
                      <a:pt x="529" y="26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28" name="Freeform 73">
                <a:extLst>
                  <a:ext uri="{FF2B5EF4-FFF2-40B4-BE49-F238E27FC236}">
                    <a16:creationId xmlns:a16="http://schemas.microsoft.com/office/drawing/2014/main" id="{5A466773-BD6D-408D-976C-F3239B45BF7B}"/>
                  </a:ext>
                </a:extLst>
              </p:cNvPr>
              <p:cNvSpPr>
                <a:spLocks/>
              </p:cNvSpPr>
              <p:nvPr/>
            </p:nvSpPr>
            <p:spPr bwMode="auto">
              <a:xfrm>
                <a:off x="558" y="1547"/>
                <a:ext cx="40" cy="39"/>
              </a:xfrm>
              <a:custGeom>
                <a:avLst/>
                <a:gdLst>
                  <a:gd name="T0" fmla="*/ 1 w 79"/>
                  <a:gd name="T1" fmla="*/ 0 h 80"/>
                  <a:gd name="T2" fmla="*/ 1 w 79"/>
                  <a:gd name="T3" fmla="*/ 0 h 80"/>
                  <a:gd name="T4" fmla="*/ 1 w 79"/>
                  <a:gd name="T5" fmla="*/ 0 h 80"/>
                  <a:gd name="T6" fmla="*/ 1 w 79"/>
                  <a:gd name="T7" fmla="*/ 0 h 80"/>
                  <a:gd name="T8" fmla="*/ 1 w 79"/>
                  <a:gd name="T9" fmla="*/ 0 h 80"/>
                  <a:gd name="T10" fmla="*/ 1 w 79"/>
                  <a:gd name="T11" fmla="*/ 0 h 80"/>
                  <a:gd name="T12" fmla="*/ 1 w 79"/>
                  <a:gd name="T13" fmla="*/ 0 h 80"/>
                  <a:gd name="T14" fmla="*/ 1 w 79"/>
                  <a:gd name="T15" fmla="*/ 0 h 80"/>
                  <a:gd name="T16" fmla="*/ 1 w 79"/>
                  <a:gd name="T17" fmla="*/ 0 h 80"/>
                  <a:gd name="T18" fmla="*/ 0 w 79"/>
                  <a:gd name="T19" fmla="*/ 0 h 80"/>
                  <a:gd name="T20" fmla="*/ 0 w 79"/>
                  <a:gd name="T21" fmla="*/ 0 h 80"/>
                  <a:gd name="T22" fmla="*/ 1 w 79"/>
                  <a:gd name="T23" fmla="*/ 0 h 80"/>
                  <a:gd name="T24" fmla="*/ 1 w 79"/>
                  <a:gd name="T25" fmla="*/ 0 h 80"/>
                  <a:gd name="T26" fmla="*/ 1 w 79"/>
                  <a:gd name="T27" fmla="*/ 0 h 80"/>
                  <a:gd name="T28" fmla="*/ 1 w 79"/>
                  <a:gd name="T29" fmla="*/ 0 h 80"/>
                  <a:gd name="T30" fmla="*/ 1 w 79"/>
                  <a:gd name="T31" fmla="*/ 0 h 80"/>
                  <a:gd name="T32" fmla="*/ 1 w 79"/>
                  <a:gd name="T33" fmla="*/ 0 h 80"/>
                  <a:gd name="T34" fmla="*/ 1 w 79"/>
                  <a:gd name="T35" fmla="*/ 0 h 80"/>
                  <a:gd name="T36" fmla="*/ 1 w 79"/>
                  <a:gd name="T37" fmla="*/ 0 h 80"/>
                  <a:gd name="T38" fmla="*/ 1 w 79"/>
                  <a:gd name="T39" fmla="*/ 0 h 80"/>
                  <a:gd name="T40" fmla="*/ 1 w 79"/>
                  <a:gd name="T41" fmla="*/ 0 h 8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9" h="80">
                    <a:moveTo>
                      <a:pt x="79" y="80"/>
                    </a:moveTo>
                    <a:lnTo>
                      <a:pt x="79" y="80"/>
                    </a:lnTo>
                    <a:lnTo>
                      <a:pt x="77" y="65"/>
                    </a:lnTo>
                    <a:lnTo>
                      <a:pt x="72" y="50"/>
                    </a:lnTo>
                    <a:lnTo>
                      <a:pt x="65" y="36"/>
                    </a:lnTo>
                    <a:lnTo>
                      <a:pt x="55" y="23"/>
                    </a:lnTo>
                    <a:lnTo>
                      <a:pt x="44" y="14"/>
                    </a:lnTo>
                    <a:lnTo>
                      <a:pt x="30" y="7"/>
                    </a:lnTo>
                    <a:lnTo>
                      <a:pt x="15" y="3"/>
                    </a:lnTo>
                    <a:lnTo>
                      <a:pt x="0" y="0"/>
                    </a:lnTo>
                    <a:lnTo>
                      <a:pt x="0" y="12"/>
                    </a:lnTo>
                    <a:lnTo>
                      <a:pt x="15" y="12"/>
                    </a:lnTo>
                    <a:lnTo>
                      <a:pt x="27" y="17"/>
                    </a:lnTo>
                    <a:lnTo>
                      <a:pt x="39" y="23"/>
                    </a:lnTo>
                    <a:lnTo>
                      <a:pt x="48" y="30"/>
                    </a:lnTo>
                    <a:lnTo>
                      <a:pt x="56" y="41"/>
                    </a:lnTo>
                    <a:lnTo>
                      <a:pt x="63" y="52"/>
                    </a:lnTo>
                    <a:lnTo>
                      <a:pt x="68" y="65"/>
                    </a:lnTo>
                    <a:lnTo>
                      <a:pt x="68" y="80"/>
                    </a:lnTo>
                    <a:lnTo>
                      <a:pt x="79" y="8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29" name="Freeform 74">
                <a:extLst>
                  <a:ext uri="{FF2B5EF4-FFF2-40B4-BE49-F238E27FC236}">
                    <a16:creationId xmlns:a16="http://schemas.microsoft.com/office/drawing/2014/main" id="{3541855A-4331-4DAF-81F0-4BD24FEA251F}"/>
                  </a:ext>
                </a:extLst>
              </p:cNvPr>
              <p:cNvSpPr>
                <a:spLocks/>
              </p:cNvSpPr>
              <p:nvPr/>
            </p:nvSpPr>
            <p:spPr bwMode="auto">
              <a:xfrm>
                <a:off x="558" y="1586"/>
                <a:ext cx="40" cy="40"/>
              </a:xfrm>
              <a:custGeom>
                <a:avLst/>
                <a:gdLst>
                  <a:gd name="T0" fmla="*/ 0 w 79"/>
                  <a:gd name="T1" fmla="*/ 1 h 78"/>
                  <a:gd name="T2" fmla="*/ 0 w 79"/>
                  <a:gd name="T3" fmla="*/ 1 h 78"/>
                  <a:gd name="T4" fmla="*/ 1 w 79"/>
                  <a:gd name="T5" fmla="*/ 1 h 78"/>
                  <a:gd name="T6" fmla="*/ 1 w 79"/>
                  <a:gd name="T7" fmla="*/ 1 h 78"/>
                  <a:gd name="T8" fmla="*/ 1 w 79"/>
                  <a:gd name="T9" fmla="*/ 1 h 78"/>
                  <a:gd name="T10" fmla="*/ 1 w 79"/>
                  <a:gd name="T11" fmla="*/ 1 h 78"/>
                  <a:gd name="T12" fmla="*/ 1 w 79"/>
                  <a:gd name="T13" fmla="*/ 1 h 78"/>
                  <a:gd name="T14" fmla="*/ 1 w 79"/>
                  <a:gd name="T15" fmla="*/ 1 h 78"/>
                  <a:gd name="T16" fmla="*/ 1 w 79"/>
                  <a:gd name="T17" fmla="*/ 1 h 78"/>
                  <a:gd name="T18" fmla="*/ 1 w 79"/>
                  <a:gd name="T19" fmla="*/ 0 h 78"/>
                  <a:gd name="T20" fmla="*/ 1 w 79"/>
                  <a:gd name="T21" fmla="*/ 0 h 78"/>
                  <a:gd name="T22" fmla="*/ 1 w 79"/>
                  <a:gd name="T23" fmla="*/ 1 h 78"/>
                  <a:gd name="T24" fmla="*/ 1 w 79"/>
                  <a:gd name="T25" fmla="*/ 1 h 78"/>
                  <a:gd name="T26" fmla="*/ 1 w 79"/>
                  <a:gd name="T27" fmla="*/ 1 h 78"/>
                  <a:gd name="T28" fmla="*/ 1 w 79"/>
                  <a:gd name="T29" fmla="*/ 1 h 78"/>
                  <a:gd name="T30" fmla="*/ 1 w 79"/>
                  <a:gd name="T31" fmla="*/ 1 h 78"/>
                  <a:gd name="T32" fmla="*/ 1 w 79"/>
                  <a:gd name="T33" fmla="*/ 1 h 78"/>
                  <a:gd name="T34" fmla="*/ 1 w 79"/>
                  <a:gd name="T35" fmla="*/ 1 h 78"/>
                  <a:gd name="T36" fmla="*/ 0 w 79"/>
                  <a:gd name="T37" fmla="*/ 1 h 78"/>
                  <a:gd name="T38" fmla="*/ 0 w 79"/>
                  <a:gd name="T39" fmla="*/ 1 h 78"/>
                  <a:gd name="T40" fmla="*/ 0 w 79"/>
                  <a:gd name="T41" fmla="*/ 1 h 7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9" h="78">
                    <a:moveTo>
                      <a:pt x="0" y="78"/>
                    </a:moveTo>
                    <a:lnTo>
                      <a:pt x="0" y="78"/>
                    </a:lnTo>
                    <a:lnTo>
                      <a:pt x="15" y="76"/>
                    </a:lnTo>
                    <a:lnTo>
                      <a:pt x="30" y="71"/>
                    </a:lnTo>
                    <a:lnTo>
                      <a:pt x="44" y="64"/>
                    </a:lnTo>
                    <a:lnTo>
                      <a:pt x="55" y="55"/>
                    </a:lnTo>
                    <a:lnTo>
                      <a:pt x="65" y="42"/>
                    </a:lnTo>
                    <a:lnTo>
                      <a:pt x="72" y="31"/>
                    </a:lnTo>
                    <a:lnTo>
                      <a:pt x="77" y="15"/>
                    </a:lnTo>
                    <a:lnTo>
                      <a:pt x="79" y="0"/>
                    </a:lnTo>
                    <a:lnTo>
                      <a:pt x="68" y="0"/>
                    </a:lnTo>
                    <a:lnTo>
                      <a:pt x="68" y="15"/>
                    </a:lnTo>
                    <a:lnTo>
                      <a:pt x="63" y="26"/>
                    </a:lnTo>
                    <a:lnTo>
                      <a:pt x="56" y="38"/>
                    </a:lnTo>
                    <a:lnTo>
                      <a:pt x="48" y="48"/>
                    </a:lnTo>
                    <a:lnTo>
                      <a:pt x="39" y="55"/>
                    </a:lnTo>
                    <a:lnTo>
                      <a:pt x="27" y="62"/>
                    </a:lnTo>
                    <a:lnTo>
                      <a:pt x="15" y="67"/>
                    </a:lnTo>
                    <a:lnTo>
                      <a:pt x="0" y="67"/>
                    </a:lnTo>
                    <a:lnTo>
                      <a:pt x="0" y="7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30" name="Freeform 75">
                <a:extLst>
                  <a:ext uri="{FF2B5EF4-FFF2-40B4-BE49-F238E27FC236}">
                    <a16:creationId xmlns:a16="http://schemas.microsoft.com/office/drawing/2014/main" id="{164192DF-3108-40A4-A116-44E063E90725}"/>
                  </a:ext>
                </a:extLst>
              </p:cNvPr>
              <p:cNvSpPr>
                <a:spLocks/>
              </p:cNvSpPr>
              <p:nvPr/>
            </p:nvSpPr>
            <p:spPr bwMode="auto">
              <a:xfrm>
                <a:off x="519" y="1586"/>
                <a:ext cx="39" cy="40"/>
              </a:xfrm>
              <a:custGeom>
                <a:avLst/>
                <a:gdLst>
                  <a:gd name="T0" fmla="*/ 0 w 79"/>
                  <a:gd name="T1" fmla="*/ 0 h 78"/>
                  <a:gd name="T2" fmla="*/ 0 w 79"/>
                  <a:gd name="T3" fmla="*/ 0 h 78"/>
                  <a:gd name="T4" fmla="*/ 0 w 79"/>
                  <a:gd name="T5" fmla="*/ 1 h 78"/>
                  <a:gd name="T6" fmla="*/ 0 w 79"/>
                  <a:gd name="T7" fmla="*/ 1 h 78"/>
                  <a:gd name="T8" fmla="*/ 0 w 79"/>
                  <a:gd name="T9" fmla="*/ 1 h 78"/>
                  <a:gd name="T10" fmla="*/ 0 w 79"/>
                  <a:gd name="T11" fmla="*/ 1 h 78"/>
                  <a:gd name="T12" fmla="*/ 0 w 79"/>
                  <a:gd name="T13" fmla="*/ 1 h 78"/>
                  <a:gd name="T14" fmla="*/ 0 w 79"/>
                  <a:gd name="T15" fmla="*/ 1 h 78"/>
                  <a:gd name="T16" fmla="*/ 0 w 79"/>
                  <a:gd name="T17" fmla="*/ 1 h 78"/>
                  <a:gd name="T18" fmla="*/ 0 w 79"/>
                  <a:gd name="T19" fmla="*/ 1 h 78"/>
                  <a:gd name="T20" fmla="*/ 0 w 79"/>
                  <a:gd name="T21" fmla="*/ 1 h 78"/>
                  <a:gd name="T22" fmla="*/ 0 w 79"/>
                  <a:gd name="T23" fmla="*/ 1 h 78"/>
                  <a:gd name="T24" fmla="*/ 0 w 79"/>
                  <a:gd name="T25" fmla="*/ 1 h 78"/>
                  <a:gd name="T26" fmla="*/ 0 w 79"/>
                  <a:gd name="T27" fmla="*/ 1 h 78"/>
                  <a:gd name="T28" fmla="*/ 0 w 79"/>
                  <a:gd name="T29" fmla="*/ 1 h 78"/>
                  <a:gd name="T30" fmla="*/ 0 w 79"/>
                  <a:gd name="T31" fmla="*/ 1 h 78"/>
                  <a:gd name="T32" fmla="*/ 0 w 79"/>
                  <a:gd name="T33" fmla="*/ 1 h 78"/>
                  <a:gd name="T34" fmla="*/ 0 w 79"/>
                  <a:gd name="T35" fmla="*/ 1 h 78"/>
                  <a:gd name="T36" fmla="*/ 0 w 79"/>
                  <a:gd name="T37" fmla="*/ 0 h 78"/>
                  <a:gd name="T38" fmla="*/ 0 w 79"/>
                  <a:gd name="T39" fmla="*/ 0 h 78"/>
                  <a:gd name="T40" fmla="*/ 0 w 79"/>
                  <a:gd name="T41" fmla="*/ 0 h 7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9" h="78">
                    <a:moveTo>
                      <a:pt x="0" y="0"/>
                    </a:moveTo>
                    <a:lnTo>
                      <a:pt x="0" y="0"/>
                    </a:lnTo>
                    <a:lnTo>
                      <a:pt x="3" y="15"/>
                    </a:lnTo>
                    <a:lnTo>
                      <a:pt x="7" y="31"/>
                    </a:lnTo>
                    <a:lnTo>
                      <a:pt x="14" y="42"/>
                    </a:lnTo>
                    <a:lnTo>
                      <a:pt x="23" y="55"/>
                    </a:lnTo>
                    <a:lnTo>
                      <a:pt x="36" y="64"/>
                    </a:lnTo>
                    <a:lnTo>
                      <a:pt x="48" y="71"/>
                    </a:lnTo>
                    <a:lnTo>
                      <a:pt x="64" y="76"/>
                    </a:lnTo>
                    <a:lnTo>
                      <a:pt x="79" y="78"/>
                    </a:lnTo>
                    <a:lnTo>
                      <a:pt x="79" y="67"/>
                    </a:lnTo>
                    <a:lnTo>
                      <a:pt x="64" y="67"/>
                    </a:lnTo>
                    <a:lnTo>
                      <a:pt x="52" y="62"/>
                    </a:lnTo>
                    <a:lnTo>
                      <a:pt x="41" y="55"/>
                    </a:lnTo>
                    <a:lnTo>
                      <a:pt x="30" y="48"/>
                    </a:lnTo>
                    <a:lnTo>
                      <a:pt x="23" y="38"/>
                    </a:lnTo>
                    <a:lnTo>
                      <a:pt x="16" y="26"/>
                    </a:lnTo>
                    <a:lnTo>
                      <a:pt x="12" y="15"/>
                    </a:lnTo>
                    <a:lnTo>
                      <a:pt x="1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31" name="Freeform 76">
                <a:extLst>
                  <a:ext uri="{FF2B5EF4-FFF2-40B4-BE49-F238E27FC236}">
                    <a16:creationId xmlns:a16="http://schemas.microsoft.com/office/drawing/2014/main" id="{EB51D3EE-CC3A-4C7D-B096-B58D06A2C44E}"/>
                  </a:ext>
                </a:extLst>
              </p:cNvPr>
              <p:cNvSpPr>
                <a:spLocks/>
              </p:cNvSpPr>
              <p:nvPr/>
            </p:nvSpPr>
            <p:spPr bwMode="auto">
              <a:xfrm>
                <a:off x="519" y="1547"/>
                <a:ext cx="39" cy="39"/>
              </a:xfrm>
              <a:custGeom>
                <a:avLst/>
                <a:gdLst>
                  <a:gd name="T0" fmla="*/ 0 w 79"/>
                  <a:gd name="T1" fmla="*/ 0 h 80"/>
                  <a:gd name="T2" fmla="*/ 0 w 79"/>
                  <a:gd name="T3" fmla="*/ 0 h 80"/>
                  <a:gd name="T4" fmla="*/ 0 w 79"/>
                  <a:gd name="T5" fmla="*/ 0 h 80"/>
                  <a:gd name="T6" fmla="*/ 0 w 79"/>
                  <a:gd name="T7" fmla="*/ 0 h 80"/>
                  <a:gd name="T8" fmla="*/ 0 w 79"/>
                  <a:gd name="T9" fmla="*/ 0 h 80"/>
                  <a:gd name="T10" fmla="*/ 0 w 79"/>
                  <a:gd name="T11" fmla="*/ 0 h 80"/>
                  <a:gd name="T12" fmla="*/ 0 w 79"/>
                  <a:gd name="T13" fmla="*/ 0 h 80"/>
                  <a:gd name="T14" fmla="*/ 0 w 79"/>
                  <a:gd name="T15" fmla="*/ 0 h 80"/>
                  <a:gd name="T16" fmla="*/ 0 w 79"/>
                  <a:gd name="T17" fmla="*/ 0 h 80"/>
                  <a:gd name="T18" fmla="*/ 0 w 79"/>
                  <a:gd name="T19" fmla="*/ 0 h 80"/>
                  <a:gd name="T20" fmla="*/ 0 w 79"/>
                  <a:gd name="T21" fmla="*/ 0 h 80"/>
                  <a:gd name="T22" fmla="*/ 0 w 79"/>
                  <a:gd name="T23" fmla="*/ 0 h 80"/>
                  <a:gd name="T24" fmla="*/ 0 w 79"/>
                  <a:gd name="T25" fmla="*/ 0 h 80"/>
                  <a:gd name="T26" fmla="*/ 0 w 79"/>
                  <a:gd name="T27" fmla="*/ 0 h 80"/>
                  <a:gd name="T28" fmla="*/ 0 w 79"/>
                  <a:gd name="T29" fmla="*/ 0 h 80"/>
                  <a:gd name="T30" fmla="*/ 0 w 79"/>
                  <a:gd name="T31" fmla="*/ 0 h 80"/>
                  <a:gd name="T32" fmla="*/ 0 w 79"/>
                  <a:gd name="T33" fmla="*/ 0 h 80"/>
                  <a:gd name="T34" fmla="*/ 0 w 79"/>
                  <a:gd name="T35" fmla="*/ 0 h 80"/>
                  <a:gd name="T36" fmla="*/ 0 w 79"/>
                  <a:gd name="T37" fmla="*/ 0 h 80"/>
                  <a:gd name="T38" fmla="*/ 0 w 79"/>
                  <a:gd name="T39" fmla="*/ 0 h 80"/>
                  <a:gd name="T40" fmla="*/ 0 w 79"/>
                  <a:gd name="T41" fmla="*/ 0 h 8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9" h="80">
                    <a:moveTo>
                      <a:pt x="79" y="0"/>
                    </a:moveTo>
                    <a:lnTo>
                      <a:pt x="79" y="0"/>
                    </a:lnTo>
                    <a:lnTo>
                      <a:pt x="64" y="3"/>
                    </a:lnTo>
                    <a:lnTo>
                      <a:pt x="48" y="7"/>
                    </a:lnTo>
                    <a:lnTo>
                      <a:pt x="36" y="14"/>
                    </a:lnTo>
                    <a:lnTo>
                      <a:pt x="23" y="23"/>
                    </a:lnTo>
                    <a:lnTo>
                      <a:pt x="14" y="36"/>
                    </a:lnTo>
                    <a:lnTo>
                      <a:pt x="7" y="50"/>
                    </a:lnTo>
                    <a:lnTo>
                      <a:pt x="3" y="65"/>
                    </a:lnTo>
                    <a:lnTo>
                      <a:pt x="0" y="80"/>
                    </a:lnTo>
                    <a:lnTo>
                      <a:pt x="12" y="80"/>
                    </a:lnTo>
                    <a:lnTo>
                      <a:pt x="12" y="65"/>
                    </a:lnTo>
                    <a:lnTo>
                      <a:pt x="16" y="52"/>
                    </a:lnTo>
                    <a:lnTo>
                      <a:pt x="23" y="41"/>
                    </a:lnTo>
                    <a:lnTo>
                      <a:pt x="30" y="30"/>
                    </a:lnTo>
                    <a:lnTo>
                      <a:pt x="41" y="23"/>
                    </a:lnTo>
                    <a:lnTo>
                      <a:pt x="52" y="17"/>
                    </a:lnTo>
                    <a:lnTo>
                      <a:pt x="64" y="12"/>
                    </a:lnTo>
                    <a:lnTo>
                      <a:pt x="79" y="12"/>
                    </a:lnTo>
                    <a:lnTo>
                      <a:pt x="7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632" name="Rectangle 77">
                <a:extLst>
                  <a:ext uri="{FF2B5EF4-FFF2-40B4-BE49-F238E27FC236}">
                    <a16:creationId xmlns:a16="http://schemas.microsoft.com/office/drawing/2014/main" id="{7AEDB60C-3490-48EF-B3EA-8E6FB643EEC7}"/>
                  </a:ext>
                </a:extLst>
              </p:cNvPr>
              <p:cNvSpPr>
                <a:spLocks noChangeArrowheads="1"/>
              </p:cNvSpPr>
              <p:nvPr/>
            </p:nvSpPr>
            <p:spPr bwMode="auto">
              <a:xfrm>
                <a:off x="432" y="1641"/>
                <a:ext cx="265" cy="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sp>
        <p:nvSpPr>
          <p:cNvPr id="25605" name="Rectangle 78">
            <a:extLst>
              <a:ext uri="{FF2B5EF4-FFF2-40B4-BE49-F238E27FC236}">
                <a16:creationId xmlns:a16="http://schemas.microsoft.com/office/drawing/2014/main" id="{BBD4A2ED-4275-428E-B5AC-D1B70C628CBE}"/>
              </a:ext>
            </a:extLst>
          </p:cNvPr>
          <p:cNvSpPr>
            <a:spLocks noGrp="1" noChangeArrowheads="1"/>
          </p:cNvSpPr>
          <p:nvPr>
            <p:ph type="title"/>
          </p:nvPr>
        </p:nvSpPr>
        <p:spPr>
          <a:xfrm>
            <a:off x="2222500" y="0"/>
            <a:ext cx="7772400" cy="881062"/>
          </a:xfrm>
          <a:noFill/>
        </p:spPr>
        <p:txBody>
          <a:bodyPr/>
          <a:lstStyle/>
          <a:p>
            <a:pPr eaLnBrk="1" hangingPunct="1"/>
            <a:r>
              <a:rPr lang="en-US" altLang="zh-CN">
                <a:ea typeface="华文楷体" panose="02010600040101010101" pitchFamily="2" charset="-122"/>
              </a:rPr>
              <a:t>Circuit Switching</a:t>
            </a:r>
            <a:endParaRPr lang="en-US" altLang="zh-CN" sz="1800">
              <a:ea typeface="华文楷体" panose="02010600040101010101" pitchFamily="2" charset="-122"/>
            </a:endParaRPr>
          </a:p>
        </p:txBody>
      </p:sp>
    </p:spTree>
  </p:cSld>
  <p:clrMapOvr>
    <a:masterClrMapping/>
  </p:clrMapOvr>
  <p:transition spd="med">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A66E983-BC97-4F29-BB23-AEEC4AB7B348}"/>
              </a:ext>
            </a:extLst>
          </p:cNvPr>
          <p:cNvSpPr>
            <a:spLocks noGrp="1" noChangeArrowheads="1"/>
          </p:cNvSpPr>
          <p:nvPr>
            <p:ph type="title"/>
          </p:nvPr>
        </p:nvSpPr>
        <p:spPr>
          <a:xfrm>
            <a:off x="3898900" y="158750"/>
            <a:ext cx="4691063" cy="719138"/>
          </a:xfrm>
          <a:noFill/>
        </p:spPr>
        <p:txBody>
          <a:bodyPr/>
          <a:lstStyle/>
          <a:p>
            <a:pPr eaLnBrk="1" hangingPunct="1"/>
            <a:r>
              <a:rPr lang="zh-CN" altLang="en-US">
                <a:ea typeface="华文楷体" panose="02010600040101010101" pitchFamily="2" charset="-122"/>
              </a:rPr>
              <a:t>线路交换的特点</a:t>
            </a:r>
          </a:p>
        </p:txBody>
      </p:sp>
      <p:sp>
        <p:nvSpPr>
          <p:cNvPr id="1175555" name="Text Box 3">
            <a:extLst>
              <a:ext uri="{FF2B5EF4-FFF2-40B4-BE49-F238E27FC236}">
                <a16:creationId xmlns:a16="http://schemas.microsoft.com/office/drawing/2014/main" id="{5A38A905-7556-47BF-9E67-8B297C79DBF6}"/>
              </a:ext>
            </a:extLst>
          </p:cNvPr>
          <p:cNvSpPr txBox="1">
            <a:spLocks noChangeArrowheads="1"/>
          </p:cNvSpPr>
          <p:nvPr/>
        </p:nvSpPr>
        <p:spPr bwMode="auto">
          <a:xfrm>
            <a:off x="647700" y="1155700"/>
            <a:ext cx="1120139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81000" indent="-381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
                <a:schemeClr val="hlink"/>
              </a:buClr>
              <a:buSzTx/>
              <a:buFont typeface="Wingdings" panose="05000000000000000000" pitchFamily="2" charset="2"/>
              <a:buChar char="q"/>
            </a:pPr>
            <a:r>
              <a:rPr lang="zh-CN" altLang="en-US" b="1">
                <a:solidFill>
                  <a:schemeClr val="accent2"/>
                </a:solidFill>
                <a:latin typeface="Times New Roman" panose="02020603050405020304" pitchFamily="18" charset="0"/>
                <a:ea typeface="华文楷体" panose="02010600040101010101" pitchFamily="2" charset="-122"/>
              </a:rPr>
              <a:t>适合进行实时或交互式通信。</a:t>
            </a:r>
            <a:r>
              <a:rPr lang="zh-CN" altLang="en-US">
                <a:latin typeface="Times New Roman" panose="02020603050405020304" pitchFamily="18" charset="0"/>
                <a:ea typeface="华文楷体" panose="02010600040101010101" pitchFamily="2" charset="-122"/>
              </a:rPr>
              <a:t>对数字数据通信来说，有些服务，如文件传输、远程作业输入、实时数据处理等，不允许有明显的传输时延，这时采用线路交换方式</a:t>
            </a:r>
          </a:p>
          <a:p>
            <a:pPr eaLnBrk="1" hangingPunct="1">
              <a:spcBef>
                <a:spcPct val="0"/>
              </a:spcBef>
              <a:buClr>
                <a:schemeClr val="hlink"/>
              </a:buClr>
              <a:buSzTx/>
              <a:buFont typeface="Wingdings" panose="05000000000000000000" pitchFamily="2" charset="2"/>
              <a:buChar char="q"/>
            </a:pPr>
            <a:r>
              <a:rPr lang="zh-CN" altLang="en-US" b="1">
                <a:solidFill>
                  <a:schemeClr val="accent2"/>
                </a:solidFill>
                <a:latin typeface="Times New Roman" panose="02020603050405020304" pitchFamily="18" charset="0"/>
                <a:ea typeface="华文楷体" panose="02010600040101010101" pitchFamily="2" charset="-122"/>
              </a:rPr>
              <a:t>连接建立的时间较长。</a:t>
            </a:r>
            <a:r>
              <a:rPr lang="zh-CN" altLang="en-US">
                <a:latin typeface="Times New Roman" panose="02020603050405020304" pitchFamily="18" charset="0"/>
                <a:ea typeface="华文楷体" panose="02010600040101010101" pitchFamily="2" charset="-122"/>
              </a:rPr>
              <a:t>如果线路占线或被叫用户忙，则无法建立连接，也无法估计要等多久才能建立连接；</a:t>
            </a:r>
          </a:p>
          <a:p>
            <a:pPr eaLnBrk="1" hangingPunct="1">
              <a:spcBef>
                <a:spcPct val="0"/>
              </a:spcBef>
              <a:buClr>
                <a:schemeClr val="hlink"/>
              </a:buClr>
              <a:buSzTx/>
              <a:buFont typeface="Wingdings" panose="05000000000000000000" pitchFamily="2" charset="2"/>
              <a:buChar char="q"/>
            </a:pPr>
            <a:r>
              <a:rPr lang="zh-CN" altLang="en-US" b="1">
                <a:solidFill>
                  <a:schemeClr val="accent2"/>
                </a:solidFill>
                <a:latin typeface="Times New Roman" panose="02020603050405020304" pitchFamily="18" charset="0"/>
                <a:ea typeface="华文楷体" panose="02010600040101010101" pitchFamily="2" charset="-122"/>
              </a:rPr>
              <a:t>线路利用率低。</a:t>
            </a:r>
            <a:r>
              <a:rPr lang="zh-CN" altLang="en-US">
                <a:latin typeface="Times New Roman" panose="02020603050405020304" pitchFamily="18" charset="0"/>
                <a:ea typeface="华文楷体" panose="02010600040101010101" pitchFamily="2" charset="-122"/>
              </a:rPr>
              <a:t>因为一旦两终端建立起连接，在它们通信期间，信道和使用中的有关设备都被一直占用而无法提供给别的用户使用。另外，在短信息传输时，由于信息传输的时间相对于连接建立的时间来说要短，其线路利用率就更低。</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75555">
                                            <p:txEl>
                                              <p:pRg st="0" end="0"/>
                                            </p:txEl>
                                          </p:spTgt>
                                        </p:tgtEl>
                                        <p:attrNameLst>
                                          <p:attrName>style.visibility</p:attrName>
                                        </p:attrNameLst>
                                      </p:cBhvr>
                                      <p:to>
                                        <p:strVal val="visible"/>
                                      </p:to>
                                    </p:set>
                                    <p:anim calcmode="lin" valueType="num">
                                      <p:cBhvr additive="base">
                                        <p:cTn id="7" dur="500" fill="hold"/>
                                        <p:tgtEl>
                                          <p:spTgt spid="117555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1755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175555">
                                            <p:txEl>
                                              <p:pRg st="1" end="1"/>
                                            </p:txEl>
                                          </p:spTgt>
                                        </p:tgtEl>
                                        <p:attrNameLst>
                                          <p:attrName>style.visibility</p:attrName>
                                        </p:attrNameLst>
                                      </p:cBhvr>
                                      <p:to>
                                        <p:strVal val="visible"/>
                                      </p:to>
                                    </p:set>
                                    <p:anim calcmode="lin" valueType="num">
                                      <p:cBhvr additive="base">
                                        <p:cTn id="13" dur="500" fill="hold"/>
                                        <p:tgtEl>
                                          <p:spTgt spid="117555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1755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175555">
                                            <p:txEl>
                                              <p:pRg st="2" end="2"/>
                                            </p:txEl>
                                          </p:spTgt>
                                        </p:tgtEl>
                                        <p:attrNameLst>
                                          <p:attrName>style.visibility</p:attrName>
                                        </p:attrNameLst>
                                      </p:cBhvr>
                                      <p:to>
                                        <p:strVal val="visible"/>
                                      </p:to>
                                    </p:set>
                                    <p:anim calcmode="lin" valueType="num">
                                      <p:cBhvr additive="base">
                                        <p:cTn id="19" dur="500" fill="hold"/>
                                        <p:tgtEl>
                                          <p:spTgt spid="117555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17555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5555"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BB7084F-E62C-4764-BB16-8462D3FC98C9}"/>
              </a:ext>
            </a:extLst>
          </p:cNvPr>
          <p:cNvSpPr>
            <a:spLocks noChangeArrowheads="1"/>
          </p:cNvSpPr>
          <p:nvPr/>
        </p:nvSpPr>
        <p:spPr bwMode="auto">
          <a:xfrm>
            <a:off x="5784850" y="1711325"/>
            <a:ext cx="0" cy="11113"/>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8675" name="Rectangle 3">
            <a:extLst>
              <a:ext uri="{FF2B5EF4-FFF2-40B4-BE49-F238E27FC236}">
                <a16:creationId xmlns:a16="http://schemas.microsoft.com/office/drawing/2014/main" id="{B80BEEE6-DCB2-4705-951B-17E2ACF6D19D}"/>
              </a:ext>
            </a:extLst>
          </p:cNvPr>
          <p:cNvSpPr>
            <a:spLocks noChangeArrowheads="1"/>
          </p:cNvSpPr>
          <p:nvPr/>
        </p:nvSpPr>
        <p:spPr bwMode="auto">
          <a:xfrm>
            <a:off x="5784850" y="1770063"/>
            <a:ext cx="0" cy="11112"/>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8676" name="Rectangle 4">
            <a:extLst>
              <a:ext uri="{FF2B5EF4-FFF2-40B4-BE49-F238E27FC236}">
                <a16:creationId xmlns:a16="http://schemas.microsoft.com/office/drawing/2014/main" id="{69002ED3-BAC2-4EC4-93EE-7A8BEA84F208}"/>
              </a:ext>
            </a:extLst>
          </p:cNvPr>
          <p:cNvSpPr>
            <a:spLocks noChangeArrowheads="1"/>
          </p:cNvSpPr>
          <p:nvPr/>
        </p:nvSpPr>
        <p:spPr bwMode="auto">
          <a:xfrm>
            <a:off x="2590800" y="1917700"/>
            <a:ext cx="0" cy="127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8677" name="Rectangle 5">
            <a:extLst>
              <a:ext uri="{FF2B5EF4-FFF2-40B4-BE49-F238E27FC236}">
                <a16:creationId xmlns:a16="http://schemas.microsoft.com/office/drawing/2014/main" id="{CA2DA551-F218-4FCA-94F9-819275D63CD5}"/>
              </a:ext>
            </a:extLst>
          </p:cNvPr>
          <p:cNvSpPr>
            <a:spLocks noChangeArrowheads="1"/>
          </p:cNvSpPr>
          <p:nvPr/>
        </p:nvSpPr>
        <p:spPr bwMode="auto">
          <a:xfrm>
            <a:off x="3314700" y="2070100"/>
            <a:ext cx="0" cy="127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8678" name="Rectangle 6">
            <a:extLst>
              <a:ext uri="{FF2B5EF4-FFF2-40B4-BE49-F238E27FC236}">
                <a16:creationId xmlns:a16="http://schemas.microsoft.com/office/drawing/2014/main" id="{98244376-CD9D-4DD0-A65B-244D0B878457}"/>
              </a:ext>
            </a:extLst>
          </p:cNvPr>
          <p:cNvSpPr>
            <a:spLocks noChangeArrowheads="1"/>
          </p:cNvSpPr>
          <p:nvPr/>
        </p:nvSpPr>
        <p:spPr bwMode="auto">
          <a:xfrm>
            <a:off x="2590800" y="1993900"/>
            <a:ext cx="0" cy="127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8679" name="Rectangle 7">
            <a:extLst>
              <a:ext uri="{FF2B5EF4-FFF2-40B4-BE49-F238E27FC236}">
                <a16:creationId xmlns:a16="http://schemas.microsoft.com/office/drawing/2014/main" id="{0355584D-4D9F-47BB-B7C0-5BD80DF6AFFA}"/>
              </a:ext>
            </a:extLst>
          </p:cNvPr>
          <p:cNvSpPr>
            <a:spLocks noChangeArrowheads="1"/>
          </p:cNvSpPr>
          <p:nvPr/>
        </p:nvSpPr>
        <p:spPr bwMode="auto">
          <a:xfrm>
            <a:off x="3314700" y="2146300"/>
            <a:ext cx="0" cy="127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8680" name="Rectangle 8">
            <a:extLst>
              <a:ext uri="{FF2B5EF4-FFF2-40B4-BE49-F238E27FC236}">
                <a16:creationId xmlns:a16="http://schemas.microsoft.com/office/drawing/2014/main" id="{9F81F482-D609-49F9-960C-0AC9313BF9CB}"/>
              </a:ext>
            </a:extLst>
          </p:cNvPr>
          <p:cNvSpPr>
            <a:spLocks noChangeArrowheads="1"/>
          </p:cNvSpPr>
          <p:nvPr/>
        </p:nvSpPr>
        <p:spPr bwMode="auto">
          <a:xfrm>
            <a:off x="2590800" y="3086100"/>
            <a:ext cx="0" cy="127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8681" name="Rectangle 9">
            <a:extLst>
              <a:ext uri="{FF2B5EF4-FFF2-40B4-BE49-F238E27FC236}">
                <a16:creationId xmlns:a16="http://schemas.microsoft.com/office/drawing/2014/main" id="{0EB6EDD2-C5D1-4A86-9F69-BC768E8A7FA6}"/>
              </a:ext>
            </a:extLst>
          </p:cNvPr>
          <p:cNvSpPr>
            <a:spLocks noChangeArrowheads="1"/>
          </p:cNvSpPr>
          <p:nvPr/>
        </p:nvSpPr>
        <p:spPr bwMode="auto">
          <a:xfrm>
            <a:off x="4675188" y="3519488"/>
            <a:ext cx="0" cy="127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8682" name="Rectangle 10">
            <a:extLst>
              <a:ext uri="{FF2B5EF4-FFF2-40B4-BE49-F238E27FC236}">
                <a16:creationId xmlns:a16="http://schemas.microsoft.com/office/drawing/2014/main" id="{93AB082A-10FE-40AB-9F66-55C24F5639D4}"/>
              </a:ext>
            </a:extLst>
          </p:cNvPr>
          <p:cNvSpPr>
            <a:spLocks noChangeArrowheads="1"/>
          </p:cNvSpPr>
          <p:nvPr/>
        </p:nvSpPr>
        <p:spPr bwMode="auto">
          <a:xfrm>
            <a:off x="2590800" y="3811588"/>
            <a:ext cx="0" cy="127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8683" name="Rectangle 11">
            <a:extLst>
              <a:ext uri="{FF2B5EF4-FFF2-40B4-BE49-F238E27FC236}">
                <a16:creationId xmlns:a16="http://schemas.microsoft.com/office/drawing/2014/main" id="{9FCC1AA0-0CCC-4905-93FE-677AA83AA8F3}"/>
              </a:ext>
            </a:extLst>
          </p:cNvPr>
          <p:cNvSpPr>
            <a:spLocks noChangeArrowheads="1"/>
          </p:cNvSpPr>
          <p:nvPr/>
        </p:nvSpPr>
        <p:spPr bwMode="auto">
          <a:xfrm>
            <a:off x="4675188" y="4256088"/>
            <a:ext cx="0" cy="127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nvGrpSpPr>
          <p:cNvPr id="28684" name="Group 12">
            <a:extLst>
              <a:ext uri="{FF2B5EF4-FFF2-40B4-BE49-F238E27FC236}">
                <a16:creationId xmlns:a16="http://schemas.microsoft.com/office/drawing/2014/main" id="{33F41ECE-8E1E-4384-B942-AB9BC1B5A4DE}"/>
              </a:ext>
            </a:extLst>
          </p:cNvPr>
          <p:cNvGrpSpPr>
            <a:grpSpLocks/>
          </p:cNvGrpSpPr>
          <p:nvPr/>
        </p:nvGrpSpPr>
        <p:grpSpPr bwMode="auto">
          <a:xfrm>
            <a:off x="1828800" y="1443038"/>
            <a:ext cx="8629650" cy="4933950"/>
            <a:chOff x="192" y="909"/>
            <a:chExt cx="5436" cy="3108"/>
          </a:xfrm>
        </p:grpSpPr>
        <p:sp>
          <p:nvSpPr>
            <p:cNvPr id="28686" name="AutoShape 13">
              <a:extLst>
                <a:ext uri="{FF2B5EF4-FFF2-40B4-BE49-F238E27FC236}">
                  <a16:creationId xmlns:a16="http://schemas.microsoft.com/office/drawing/2014/main" id="{6C5D08A4-B162-410B-9BED-F03C3ACE808B}"/>
                </a:ext>
              </a:extLst>
            </p:cNvPr>
            <p:cNvSpPr>
              <a:spLocks noChangeArrowheads="1"/>
            </p:cNvSpPr>
            <p:nvPr/>
          </p:nvSpPr>
          <p:spPr bwMode="auto">
            <a:xfrm rot="5400000">
              <a:off x="2340" y="1513"/>
              <a:ext cx="1113" cy="3261"/>
            </a:xfrm>
            <a:prstGeom prst="parallelogram">
              <a:avLst>
                <a:gd name="adj" fmla="val 25000"/>
              </a:avLst>
            </a:prstGeom>
            <a:solidFill>
              <a:srgbClr val="C1CE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91974" tIns="45988" rIns="91974" bIns="45988"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ts val="1000"/>
                </a:spcBef>
                <a:spcAft>
                  <a:spcPts val="1000"/>
                </a:spcAft>
                <a:buClrTx/>
                <a:buSzTx/>
                <a:buFont typeface="Wingdings" panose="05000000000000000000" pitchFamily="2" charset="2"/>
                <a:buNone/>
              </a:pPr>
              <a:r>
                <a:rPr kumimoji="0" lang="en-US" altLang="zh-TW" sz="2400" i="1">
                  <a:solidFill>
                    <a:srgbClr val="000000"/>
                  </a:solidFill>
                  <a:latin typeface="Arial" panose="020B0604020202020204" pitchFamily="34" charset="0"/>
                  <a:ea typeface="PMingLiU" panose="02020500000000000000" pitchFamily="18" charset="-120"/>
                </a:rPr>
                <a:t>DATA</a:t>
              </a:r>
            </a:p>
          </p:txBody>
        </p:sp>
        <p:sp>
          <p:nvSpPr>
            <p:cNvPr id="28687" name="Line 14">
              <a:extLst>
                <a:ext uri="{FF2B5EF4-FFF2-40B4-BE49-F238E27FC236}">
                  <a16:creationId xmlns:a16="http://schemas.microsoft.com/office/drawing/2014/main" id="{9FAB649A-4589-443D-8441-7D92EE06100F}"/>
                </a:ext>
              </a:extLst>
            </p:cNvPr>
            <p:cNvSpPr>
              <a:spLocks noChangeShapeType="1"/>
            </p:cNvSpPr>
            <p:nvPr/>
          </p:nvSpPr>
          <p:spPr bwMode="auto">
            <a:xfrm>
              <a:off x="2349" y="1869"/>
              <a:ext cx="2" cy="212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92121" tIns="46062" rIns="92121" bIns="46062" anchor="ctr"/>
            <a:lstStyle/>
            <a:p>
              <a:endParaRPr lang="zh-CN" altLang="en-US"/>
            </a:p>
          </p:txBody>
        </p:sp>
        <p:sp>
          <p:nvSpPr>
            <p:cNvPr id="28688" name="Line 15">
              <a:extLst>
                <a:ext uri="{FF2B5EF4-FFF2-40B4-BE49-F238E27FC236}">
                  <a16:creationId xmlns:a16="http://schemas.microsoft.com/office/drawing/2014/main" id="{4F2880C2-65A2-4ABB-B50A-A8AD2C142F80}"/>
                </a:ext>
              </a:extLst>
            </p:cNvPr>
            <p:cNvSpPr>
              <a:spLocks noChangeShapeType="1"/>
            </p:cNvSpPr>
            <p:nvPr/>
          </p:nvSpPr>
          <p:spPr bwMode="auto">
            <a:xfrm>
              <a:off x="1263" y="1761"/>
              <a:ext cx="0" cy="222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92121" tIns="46062" rIns="92121" bIns="46062" anchor="ctr"/>
            <a:lstStyle/>
            <a:p>
              <a:endParaRPr lang="zh-CN" altLang="en-US"/>
            </a:p>
          </p:txBody>
        </p:sp>
        <p:sp>
          <p:nvSpPr>
            <p:cNvPr id="28689" name="Line 16">
              <a:extLst>
                <a:ext uri="{FF2B5EF4-FFF2-40B4-BE49-F238E27FC236}">
                  <a16:creationId xmlns:a16="http://schemas.microsoft.com/office/drawing/2014/main" id="{0942B151-E49B-4CF7-9064-6A7D433768BA}"/>
                </a:ext>
              </a:extLst>
            </p:cNvPr>
            <p:cNvSpPr>
              <a:spLocks noChangeShapeType="1"/>
            </p:cNvSpPr>
            <p:nvPr/>
          </p:nvSpPr>
          <p:spPr bwMode="auto">
            <a:xfrm>
              <a:off x="4524" y="1761"/>
              <a:ext cx="0" cy="222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92121" tIns="46062" rIns="92121" bIns="46062" anchor="ctr"/>
            <a:lstStyle/>
            <a:p>
              <a:endParaRPr lang="zh-CN" altLang="en-US"/>
            </a:p>
          </p:txBody>
        </p:sp>
        <p:sp>
          <p:nvSpPr>
            <p:cNvPr id="28690" name="AutoShape 17">
              <a:extLst>
                <a:ext uri="{FF2B5EF4-FFF2-40B4-BE49-F238E27FC236}">
                  <a16:creationId xmlns:a16="http://schemas.microsoft.com/office/drawing/2014/main" id="{94E1AA68-3ADA-4749-AC3A-6C7EDF3AAE7C}"/>
                </a:ext>
              </a:extLst>
            </p:cNvPr>
            <p:cNvSpPr>
              <a:spLocks noChangeArrowheads="1"/>
            </p:cNvSpPr>
            <p:nvPr/>
          </p:nvSpPr>
          <p:spPr bwMode="auto">
            <a:xfrm rot="16200000" flipH="1">
              <a:off x="2778" y="2182"/>
              <a:ext cx="232" cy="3261"/>
            </a:xfrm>
            <a:prstGeom prst="parallelogram">
              <a:avLst>
                <a:gd name="adj" fmla="val 8089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92121" tIns="46062" rIns="92121" bIns="46062"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8691" name="AutoShape 18">
              <a:extLst>
                <a:ext uri="{FF2B5EF4-FFF2-40B4-BE49-F238E27FC236}">
                  <a16:creationId xmlns:a16="http://schemas.microsoft.com/office/drawing/2014/main" id="{B186C399-ABB0-4C62-AC24-AD47CFAB6CA2}"/>
                </a:ext>
              </a:extLst>
            </p:cNvPr>
            <p:cNvSpPr>
              <a:spLocks noChangeArrowheads="1"/>
            </p:cNvSpPr>
            <p:nvPr/>
          </p:nvSpPr>
          <p:spPr bwMode="auto">
            <a:xfrm rot="16200000" flipH="1">
              <a:off x="2798" y="861"/>
              <a:ext cx="191" cy="3261"/>
            </a:xfrm>
            <a:prstGeom prst="parallelogram">
              <a:avLst>
                <a:gd name="adj" fmla="val 7957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92121" tIns="46062" rIns="92121" bIns="46062"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8692" name="AutoShape 19">
              <a:extLst>
                <a:ext uri="{FF2B5EF4-FFF2-40B4-BE49-F238E27FC236}">
                  <a16:creationId xmlns:a16="http://schemas.microsoft.com/office/drawing/2014/main" id="{3175326A-B7CE-41EB-BB32-389A5FCCA957}"/>
                </a:ext>
              </a:extLst>
            </p:cNvPr>
            <p:cNvSpPr>
              <a:spLocks noChangeArrowheads="1"/>
            </p:cNvSpPr>
            <p:nvPr/>
          </p:nvSpPr>
          <p:spPr bwMode="auto">
            <a:xfrm rot="5400000">
              <a:off x="2836" y="1660"/>
              <a:ext cx="115" cy="1087"/>
            </a:xfrm>
            <a:prstGeom prst="parallelogram">
              <a:avLst>
                <a:gd name="adj" fmla="val 6388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92121" tIns="46062" rIns="92121" bIns="46062"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8693" name="AutoShape 20">
              <a:extLst>
                <a:ext uri="{FF2B5EF4-FFF2-40B4-BE49-F238E27FC236}">
                  <a16:creationId xmlns:a16="http://schemas.microsoft.com/office/drawing/2014/main" id="{2B0F368C-D6A2-4DBF-8087-A6CE12341EC0}"/>
                </a:ext>
              </a:extLst>
            </p:cNvPr>
            <p:cNvSpPr>
              <a:spLocks noChangeArrowheads="1"/>
            </p:cNvSpPr>
            <p:nvPr/>
          </p:nvSpPr>
          <p:spPr bwMode="auto">
            <a:xfrm rot="5400000">
              <a:off x="1749" y="1544"/>
              <a:ext cx="116" cy="1087"/>
            </a:xfrm>
            <a:prstGeom prst="parallelogram">
              <a:avLst>
                <a:gd name="adj" fmla="val 6388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92121" tIns="46062" rIns="92121" bIns="46062"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aphicFrame>
          <p:nvGraphicFramePr>
            <p:cNvPr id="28694" name="Object 21">
              <a:extLst>
                <a:ext uri="{FF2B5EF4-FFF2-40B4-BE49-F238E27FC236}">
                  <a16:creationId xmlns:a16="http://schemas.microsoft.com/office/drawing/2014/main" id="{ECEA39E4-4FAF-4994-A950-D480EED7FA08}"/>
                </a:ext>
              </a:extLst>
            </p:cNvPr>
            <p:cNvGraphicFramePr>
              <a:graphicFrameLocks noChangeAspect="1"/>
            </p:cNvGraphicFramePr>
            <p:nvPr/>
          </p:nvGraphicFramePr>
          <p:xfrm>
            <a:off x="192" y="909"/>
            <a:ext cx="5185" cy="750"/>
          </p:xfrm>
          <a:graphic>
            <a:graphicData uri="http://schemas.openxmlformats.org/presentationml/2006/ole">
              <mc:AlternateContent xmlns:mc="http://schemas.openxmlformats.org/markup-compatibility/2006">
                <mc:Choice xmlns:v="urn:schemas-microsoft-com:vml" Requires="v">
                  <p:oleObj spid="_x0000_s46097" name="VISIO" r:id="rId5" imgW="8280400" imgH="1153160" progId="Visio.Drawing.4">
                    <p:embed/>
                  </p:oleObj>
                </mc:Choice>
                <mc:Fallback>
                  <p:oleObj name="VISIO" r:id="rId5" imgW="8280400" imgH="1153160" progId="Visio.Drawing.4">
                    <p:embed/>
                    <p:pic>
                      <p:nvPicPr>
                        <p:cNvPr id="28694" name="Object 21">
                          <a:extLst>
                            <a:ext uri="{FF2B5EF4-FFF2-40B4-BE49-F238E27FC236}">
                              <a16:creationId xmlns:a16="http://schemas.microsoft.com/office/drawing/2014/main" id="{ECEA39E4-4FAF-4994-A950-D480EED7FA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 y="909"/>
                          <a:ext cx="5185" cy="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8695" name="Group 22">
              <a:extLst>
                <a:ext uri="{FF2B5EF4-FFF2-40B4-BE49-F238E27FC236}">
                  <a16:creationId xmlns:a16="http://schemas.microsoft.com/office/drawing/2014/main" id="{00E5E7EA-131D-4663-B312-71D37D0A7244}"/>
                </a:ext>
              </a:extLst>
            </p:cNvPr>
            <p:cNvGrpSpPr>
              <a:grpSpLocks/>
            </p:cNvGrpSpPr>
            <p:nvPr/>
          </p:nvGrpSpPr>
          <p:grpSpPr bwMode="auto">
            <a:xfrm>
              <a:off x="1097" y="2016"/>
              <a:ext cx="48" cy="1920"/>
              <a:chOff x="1152" y="2016"/>
              <a:chExt cx="48" cy="1920"/>
            </a:xfrm>
          </p:grpSpPr>
          <p:sp>
            <p:nvSpPr>
              <p:cNvPr id="28716" name="AutoShape 23">
                <a:extLst>
                  <a:ext uri="{FF2B5EF4-FFF2-40B4-BE49-F238E27FC236}">
                    <a16:creationId xmlns:a16="http://schemas.microsoft.com/office/drawing/2014/main" id="{6F8E097E-3F5C-43E8-9B16-B86CB2C3A0B0}"/>
                  </a:ext>
                </a:extLst>
              </p:cNvPr>
              <p:cNvSpPr>
                <a:spLocks/>
              </p:cNvSpPr>
              <p:nvPr/>
            </p:nvSpPr>
            <p:spPr bwMode="auto">
              <a:xfrm>
                <a:off x="1152" y="2016"/>
                <a:ext cx="48" cy="528"/>
              </a:xfrm>
              <a:prstGeom prst="leftBrace">
                <a:avLst>
                  <a:gd name="adj1" fmla="val 91667"/>
                  <a:gd name="adj2" fmla="val 36366"/>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13500000" algn="ctr" rotWithShape="0">
                        <a:schemeClr val="bg2"/>
                      </a:outerShdw>
                    </a:effectLst>
                  </a14:hiddenEffects>
                </a:ext>
              </a:extLst>
            </p:spPr>
            <p:txBody>
              <a:bodyPr wrap="none" lIns="91698" tIns="45851" rIns="91698" bIns="229263"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a:spcBef>
                    <a:spcPct val="50000"/>
                  </a:spcBef>
                  <a:spcAft>
                    <a:spcPts val="1000"/>
                  </a:spcAft>
                  <a:buClrTx/>
                  <a:buSzTx/>
                  <a:buFont typeface="Wingdings" panose="05000000000000000000" pitchFamily="2" charset="2"/>
                  <a:buNone/>
                </a:pPr>
                <a:r>
                  <a:rPr kumimoji="0" lang="zh-CN" altLang="en-US" sz="1600">
                    <a:latin typeface="PMingLiU" panose="02020500000000000000" pitchFamily="18" charset="-120"/>
                  </a:rPr>
                  <a:t>建立线路   </a:t>
                </a:r>
                <a:endParaRPr kumimoji="0" lang="zh-CN" altLang="en-US" sz="1600">
                  <a:solidFill>
                    <a:srgbClr val="000000"/>
                  </a:solidFill>
                  <a:latin typeface="PMingLiU" panose="02020500000000000000" pitchFamily="18" charset="-120"/>
                </a:endParaRPr>
              </a:p>
            </p:txBody>
          </p:sp>
          <p:sp>
            <p:nvSpPr>
              <p:cNvPr id="28717" name="AutoShape 24">
                <a:extLst>
                  <a:ext uri="{FF2B5EF4-FFF2-40B4-BE49-F238E27FC236}">
                    <a16:creationId xmlns:a16="http://schemas.microsoft.com/office/drawing/2014/main" id="{38FAEB2A-C9FA-4624-9F6E-945A04501606}"/>
                  </a:ext>
                </a:extLst>
              </p:cNvPr>
              <p:cNvSpPr>
                <a:spLocks/>
              </p:cNvSpPr>
              <p:nvPr/>
            </p:nvSpPr>
            <p:spPr bwMode="auto">
              <a:xfrm>
                <a:off x="1152" y="2592"/>
                <a:ext cx="48" cy="768"/>
              </a:xfrm>
              <a:prstGeom prst="leftBrace">
                <a:avLst>
                  <a:gd name="adj1" fmla="val 133333"/>
                  <a:gd name="adj2" fmla="val 36366"/>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13500000" algn="ctr" rotWithShape="0">
                        <a:schemeClr val="bg2"/>
                      </a:outerShdw>
                    </a:effectLst>
                  </a14:hiddenEffects>
                </a:ext>
              </a:extLst>
            </p:spPr>
            <p:txBody>
              <a:bodyPr wrap="none" lIns="91698" tIns="45851" rIns="91698" bIns="229263"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a:spcBef>
                    <a:spcPct val="50000"/>
                  </a:spcBef>
                  <a:spcAft>
                    <a:spcPts val="1000"/>
                  </a:spcAft>
                  <a:buClrTx/>
                  <a:buSzTx/>
                  <a:buFont typeface="Wingdings" panose="05000000000000000000" pitchFamily="2" charset="2"/>
                  <a:buNone/>
                </a:pPr>
                <a:r>
                  <a:rPr kumimoji="0" lang="zh-CN" altLang="en-US" sz="1600">
                    <a:latin typeface="PMingLiU" panose="02020500000000000000" pitchFamily="18" charset="-120"/>
                  </a:rPr>
                  <a:t>数据传输  </a:t>
                </a:r>
                <a:r>
                  <a:rPr kumimoji="0" lang="zh-CN" altLang="en-US" sz="1600">
                    <a:solidFill>
                      <a:srgbClr val="000000"/>
                    </a:solidFill>
                    <a:latin typeface="PMingLiU" panose="02020500000000000000" pitchFamily="18" charset="-120"/>
                  </a:rPr>
                  <a:t>   </a:t>
                </a:r>
              </a:p>
            </p:txBody>
          </p:sp>
          <p:sp>
            <p:nvSpPr>
              <p:cNvPr id="28718" name="AutoShape 25">
                <a:extLst>
                  <a:ext uri="{FF2B5EF4-FFF2-40B4-BE49-F238E27FC236}">
                    <a16:creationId xmlns:a16="http://schemas.microsoft.com/office/drawing/2014/main" id="{ACDA884E-CED2-4923-A55C-FAC0DA3E3955}"/>
                  </a:ext>
                </a:extLst>
              </p:cNvPr>
              <p:cNvSpPr>
                <a:spLocks/>
              </p:cNvSpPr>
              <p:nvPr/>
            </p:nvSpPr>
            <p:spPr bwMode="auto">
              <a:xfrm>
                <a:off x="1152" y="3456"/>
                <a:ext cx="48" cy="480"/>
              </a:xfrm>
              <a:prstGeom prst="leftBrace">
                <a:avLst>
                  <a:gd name="adj1" fmla="val 83333"/>
                  <a:gd name="adj2" fmla="val 36366"/>
                </a:avLst>
              </a:pr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13500000" algn="ctr" rotWithShape="0">
                        <a:schemeClr val="bg2"/>
                      </a:outerShdw>
                    </a:effectLst>
                  </a14:hiddenEffects>
                </a:ext>
              </a:extLst>
            </p:spPr>
            <p:txBody>
              <a:bodyPr wrap="none" lIns="91698" tIns="45851" rIns="91698" bIns="229263"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a:spcBef>
                    <a:spcPct val="50000"/>
                  </a:spcBef>
                  <a:spcAft>
                    <a:spcPts val="1000"/>
                  </a:spcAft>
                  <a:buClrTx/>
                  <a:buSzTx/>
                  <a:buFont typeface="Wingdings" panose="05000000000000000000" pitchFamily="2" charset="2"/>
                  <a:buNone/>
                </a:pPr>
                <a:r>
                  <a:rPr kumimoji="0" lang="zh-CN" altLang="en-US" sz="1600">
                    <a:latin typeface="PMingLiU" panose="02020500000000000000" pitchFamily="18" charset="-120"/>
                  </a:rPr>
                  <a:t>释放线路      </a:t>
                </a:r>
              </a:p>
            </p:txBody>
          </p:sp>
        </p:grpSp>
        <p:sp>
          <p:nvSpPr>
            <p:cNvPr id="28696" name="Line 26">
              <a:extLst>
                <a:ext uri="{FF2B5EF4-FFF2-40B4-BE49-F238E27FC236}">
                  <a16:creationId xmlns:a16="http://schemas.microsoft.com/office/drawing/2014/main" id="{96173ACA-61C5-4ABD-B2DE-C3B567DCFA13}"/>
                </a:ext>
              </a:extLst>
            </p:cNvPr>
            <p:cNvSpPr>
              <a:spLocks noChangeShapeType="1"/>
            </p:cNvSpPr>
            <p:nvPr/>
          </p:nvSpPr>
          <p:spPr bwMode="auto">
            <a:xfrm>
              <a:off x="1277" y="2022"/>
              <a:ext cx="3373"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3500000" algn="ctr" rotWithShape="0">
                      <a:schemeClr val="bg2"/>
                    </a:outerShdw>
                  </a:effectLst>
                </a14:hiddenEffects>
              </a:ext>
            </a:extLst>
          </p:spPr>
          <p:txBody>
            <a:bodyPr wrap="none" lIns="274731" tIns="45786" rIns="91570" bIns="228943" anchor="ctr"/>
            <a:lstStyle/>
            <a:p>
              <a:endParaRPr lang="zh-CN" altLang="en-US"/>
            </a:p>
          </p:txBody>
        </p:sp>
        <p:sp>
          <p:nvSpPr>
            <p:cNvPr id="28697" name="Line 27">
              <a:extLst>
                <a:ext uri="{FF2B5EF4-FFF2-40B4-BE49-F238E27FC236}">
                  <a16:creationId xmlns:a16="http://schemas.microsoft.com/office/drawing/2014/main" id="{84B57BBB-466C-4BC0-8585-2A8531F56F02}"/>
                </a:ext>
              </a:extLst>
            </p:cNvPr>
            <p:cNvSpPr>
              <a:spLocks noChangeShapeType="1"/>
            </p:cNvSpPr>
            <p:nvPr/>
          </p:nvSpPr>
          <p:spPr bwMode="auto">
            <a:xfrm>
              <a:off x="2342" y="2108"/>
              <a:ext cx="2308"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3500000" algn="ctr" rotWithShape="0">
                      <a:schemeClr val="bg2"/>
                    </a:outerShdw>
                  </a:effectLst>
                </a14:hiddenEffects>
              </a:ext>
            </a:extLst>
          </p:spPr>
          <p:txBody>
            <a:bodyPr wrap="none" lIns="274731" tIns="45786" rIns="91570" bIns="228943" anchor="ctr"/>
            <a:lstStyle/>
            <a:p>
              <a:endParaRPr lang="zh-CN" altLang="en-US"/>
            </a:p>
          </p:txBody>
        </p:sp>
        <p:sp>
          <p:nvSpPr>
            <p:cNvPr id="28698" name="AutoShape 28">
              <a:extLst>
                <a:ext uri="{FF2B5EF4-FFF2-40B4-BE49-F238E27FC236}">
                  <a16:creationId xmlns:a16="http://schemas.microsoft.com/office/drawing/2014/main" id="{5AF33CD6-B42C-464D-859C-8401565E123D}"/>
                </a:ext>
              </a:extLst>
            </p:cNvPr>
            <p:cNvSpPr>
              <a:spLocks/>
            </p:cNvSpPr>
            <p:nvPr/>
          </p:nvSpPr>
          <p:spPr bwMode="auto">
            <a:xfrm>
              <a:off x="4650" y="2016"/>
              <a:ext cx="47" cy="96"/>
            </a:xfrm>
            <a:prstGeom prst="rightBrace">
              <a:avLst>
                <a:gd name="adj1" fmla="val 17021"/>
                <a:gd name="adj2" fmla="val 50000"/>
              </a:avLst>
            </a:pr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13500000" algn="ctr" rotWithShape="0">
                      <a:schemeClr val="bg2"/>
                    </a:outerShdw>
                  </a:effectLst>
                </a14:hiddenEffects>
              </a:ext>
            </a:extLst>
          </p:spPr>
          <p:txBody>
            <a:bodyPr wrap="none" lIns="274291" tIns="45713" rIns="91423" bIns="228577"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50000"/>
                </a:spcBef>
                <a:spcAft>
                  <a:spcPts val="1000"/>
                </a:spcAft>
                <a:buClrTx/>
                <a:buSzTx/>
                <a:buFont typeface="Wingdings" panose="05000000000000000000" pitchFamily="2" charset="2"/>
                <a:buNone/>
              </a:pPr>
              <a:endParaRPr kumimoji="0" lang="zh-CN" altLang="zh-CN" sz="1400">
                <a:latin typeface="PMingLiU" panose="02020500000000000000" pitchFamily="18" charset="-120"/>
              </a:endParaRPr>
            </a:p>
          </p:txBody>
        </p:sp>
        <p:grpSp>
          <p:nvGrpSpPr>
            <p:cNvPr id="28699" name="Group 29">
              <a:extLst>
                <a:ext uri="{FF2B5EF4-FFF2-40B4-BE49-F238E27FC236}">
                  <a16:creationId xmlns:a16="http://schemas.microsoft.com/office/drawing/2014/main" id="{71495D9D-6038-41E1-9A0A-593275B433B5}"/>
                </a:ext>
              </a:extLst>
            </p:cNvPr>
            <p:cNvGrpSpPr>
              <a:grpSpLocks/>
            </p:cNvGrpSpPr>
            <p:nvPr/>
          </p:nvGrpSpPr>
          <p:grpSpPr bwMode="auto">
            <a:xfrm>
              <a:off x="527" y="1008"/>
              <a:ext cx="4698" cy="406"/>
              <a:chOff x="527" y="1008"/>
              <a:chExt cx="4698" cy="406"/>
            </a:xfrm>
          </p:grpSpPr>
          <p:sp>
            <p:nvSpPr>
              <p:cNvPr id="28712" name="Text Box 30">
                <a:extLst>
                  <a:ext uri="{FF2B5EF4-FFF2-40B4-BE49-F238E27FC236}">
                    <a16:creationId xmlns:a16="http://schemas.microsoft.com/office/drawing/2014/main" id="{3F806243-1E0D-4B95-B9C0-543A7AF272CC}"/>
                  </a:ext>
                </a:extLst>
              </p:cNvPr>
              <p:cNvSpPr txBox="1">
                <a:spLocks noChangeArrowheads="1"/>
              </p:cNvSpPr>
              <p:nvPr/>
            </p:nvSpPr>
            <p:spPr bwMode="auto">
              <a:xfrm>
                <a:off x="527" y="1008"/>
                <a:ext cx="492" cy="3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107763" dir="13500000" algn="ctr" rotWithShape="0">
                        <a:schemeClr val="bg2"/>
                      </a:outerShdw>
                    </a:effectLst>
                  </a14:hiddenEffects>
                </a:ext>
              </a:extLst>
            </p:spPr>
            <p:txBody>
              <a:bodyPr lIns="91423" tIns="45713" rIns="91423" bIns="228577" anchorCtr="1">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50000"/>
                  </a:spcBef>
                  <a:spcAft>
                    <a:spcPts val="1000"/>
                  </a:spcAft>
                  <a:buClrTx/>
                  <a:buSzTx/>
                  <a:buFont typeface="Wingdings" panose="05000000000000000000" pitchFamily="2" charset="2"/>
                  <a:buNone/>
                </a:pPr>
                <a:r>
                  <a:rPr kumimoji="0" lang="en-US" altLang="zh-CN" sz="1400">
                    <a:latin typeface="Arial" panose="020B0604020202020204" pitchFamily="34" charset="0"/>
                  </a:rPr>
                  <a:t>Host 1</a:t>
                </a:r>
              </a:p>
            </p:txBody>
          </p:sp>
          <p:sp>
            <p:nvSpPr>
              <p:cNvPr id="28713" name="Text Box 31">
                <a:extLst>
                  <a:ext uri="{FF2B5EF4-FFF2-40B4-BE49-F238E27FC236}">
                    <a16:creationId xmlns:a16="http://schemas.microsoft.com/office/drawing/2014/main" id="{F0F4DFE2-8CB5-4263-9E75-0816C72D93B1}"/>
                  </a:ext>
                </a:extLst>
              </p:cNvPr>
              <p:cNvSpPr txBox="1">
                <a:spLocks noChangeArrowheads="1"/>
              </p:cNvSpPr>
              <p:nvPr/>
            </p:nvSpPr>
            <p:spPr bwMode="auto">
              <a:xfrm>
                <a:off x="4752" y="1008"/>
                <a:ext cx="473" cy="3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107763" dir="13500000" algn="ctr" rotWithShape="0">
                        <a:schemeClr val="bg2"/>
                      </a:outerShdw>
                    </a:effectLst>
                  </a14:hiddenEffects>
                </a:ext>
              </a:extLst>
            </p:spPr>
            <p:txBody>
              <a:bodyPr lIns="91423" tIns="45713" rIns="91423" bIns="228577" anchorCtr="1">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50000"/>
                  </a:spcBef>
                  <a:spcAft>
                    <a:spcPts val="1000"/>
                  </a:spcAft>
                  <a:buClrTx/>
                  <a:buSzTx/>
                  <a:buFont typeface="Wingdings" panose="05000000000000000000" pitchFamily="2" charset="2"/>
                  <a:buNone/>
                </a:pPr>
                <a:r>
                  <a:rPr kumimoji="0" lang="en-US" altLang="zh-CN" sz="1400">
                    <a:latin typeface="Arial" panose="020B0604020202020204" pitchFamily="34" charset="0"/>
                  </a:rPr>
                  <a:t>Host 2</a:t>
                </a:r>
              </a:p>
            </p:txBody>
          </p:sp>
          <p:sp>
            <p:nvSpPr>
              <p:cNvPr id="28714" name="Text Box 32">
                <a:extLst>
                  <a:ext uri="{FF2B5EF4-FFF2-40B4-BE49-F238E27FC236}">
                    <a16:creationId xmlns:a16="http://schemas.microsoft.com/office/drawing/2014/main" id="{662723C4-08C5-4B4D-B4AD-C9EE85A31810}"/>
                  </a:ext>
                </a:extLst>
              </p:cNvPr>
              <p:cNvSpPr txBox="1">
                <a:spLocks noChangeArrowheads="1"/>
              </p:cNvSpPr>
              <p:nvPr/>
            </p:nvSpPr>
            <p:spPr bwMode="auto">
              <a:xfrm>
                <a:off x="2061" y="1104"/>
                <a:ext cx="527" cy="3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107763" dir="13500000" algn="ctr" rotWithShape="0">
                        <a:schemeClr val="bg2"/>
                      </a:outerShdw>
                    </a:effectLst>
                  </a14:hiddenEffects>
                </a:ext>
              </a:extLst>
            </p:spPr>
            <p:txBody>
              <a:bodyPr lIns="91423" tIns="45713" rIns="91423" bIns="228577" anchorCtr="1">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50000"/>
                  </a:spcBef>
                  <a:spcAft>
                    <a:spcPts val="1000"/>
                  </a:spcAft>
                  <a:buClrTx/>
                  <a:buSzTx/>
                  <a:buFont typeface="Wingdings" panose="05000000000000000000" pitchFamily="2" charset="2"/>
                  <a:buNone/>
                </a:pPr>
                <a:r>
                  <a:rPr kumimoji="0" lang="en-US" altLang="zh-CN" sz="1400">
                    <a:latin typeface="Arial" panose="020B0604020202020204" pitchFamily="34" charset="0"/>
                  </a:rPr>
                  <a:t>Node 1</a:t>
                </a:r>
              </a:p>
            </p:txBody>
          </p:sp>
          <p:sp>
            <p:nvSpPr>
              <p:cNvPr id="28715" name="Text Box 33">
                <a:extLst>
                  <a:ext uri="{FF2B5EF4-FFF2-40B4-BE49-F238E27FC236}">
                    <a16:creationId xmlns:a16="http://schemas.microsoft.com/office/drawing/2014/main" id="{FCD49E23-DBCB-4272-A6E6-D791F54EC0DD}"/>
                  </a:ext>
                </a:extLst>
              </p:cNvPr>
              <p:cNvSpPr txBox="1">
                <a:spLocks noChangeArrowheads="1"/>
              </p:cNvSpPr>
              <p:nvPr/>
            </p:nvSpPr>
            <p:spPr bwMode="auto">
              <a:xfrm>
                <a:off x="3068" y="1104"/>
                <a:ext cx="527" cy="3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107763" dir="13500000" algn="ctr" rotWithShape="0">
                        <a:schemeClr val="bg2"/>
                      </a:outerShdw>
                    </a:effectLst>
                  </a14:hiddenEffects>
                </a:ext>
              </a:extLst>
            </p:spPr>
            <p:txBody>
              <a:bodyPr lIns="91423" tIns="45713" rIns="91423" bIns="228577" anchorCtr="1">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50000"/>
                  </a:spcBef>
                  <a:spcAft>
                    <a:spcPts val="1000"/>
                  </a:spcAft>
                  <a:buClrTx/>
                  <a:buSzTx/>
                  <a:buFont typeface="Wingdings" panose="05000000000000000000" pitchFamily="2" charset="2"/>
                  <a:buNone/>
                </a:pPr>
                <a:r>
                  <a:rPr kumimoji="0" lang="en-US" altLang="zh-CN" sz="1400">
                    <a:latin typeface="Arial" panose="020B0604020202020204" pitchFamily="34" charset="0"/>
                  </a:rPr>
                  <a:t>Node 2</a:t>
                </a:r>
              </a:p>
            </p:txBody>
          </p:sp>
        </p:grpSp>
        <p:sp>
          <p:nvSpPr>
            <p:cNvPr id="28700" name="Text Box 34">
              <a:extLst>
                <a:ext uri="{FF2B5EF4-FFF2-40B4-BE49-F238E27FC236}">
                  <a16:creationId xmlns:a16="http://schemas.microsoft.com/office/drawing/2014/main" id="{C51A8B74-155D-4D07-8899-4907292D116E}"/>
                </a:ext>
              </a:extLst>
            </p:cNvPr>
            <p:cNvSpPr txBox="1">
              <a:spLocks noChangeArrowheads="1"/>
            </p:cNvSpPr>
            <p:nvPr/>
          </p:nvSpPr>
          <p:spPr bwMode="auto">
            <a:xfrm>
              <a:off x="4721" y="1821"/>
              <a:ext cx="907" cy="32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343" tIns="44379" rIns="90343" bIns="44379">
              <a:spAutoFit/>
            </a:bodyPr>
            <a:lstStyle>
              <a:lvl1pPr defTabSz="91281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912813">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912813">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912813">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912813">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zh-CN" altLang="en-US" sz="1400">
                  <a:latin typeface="Arial" panose="020B0604020202020204" pitchFamily="34" charset="0"/>
                </a:rPr>
                <a:t>主机</a:t>
              </a:r>
              <a:r>
                <a:rPr kumimoji="0" lang="en-US" altLang="zh-CN" sz="1400">
                  <a:latin typeface="Arial" panose="020B0604020202020204" pitchFamily="34" charset="0"/>
                </a:rPr>
                <a:t>1</a:t>
              </a:r>
              <a:r>
                <a:rPr kumimoji="0" lang="zh-CN" altLang="en-US" sz="1400">
                  <a:latin typeface="Arial" panose="020B0604020202020204" pitchFamily="34" charset="0"/>
                </a:rPr>
                <a:t>与节点</a:t>
              </a:r>
              <a:r>
                <a:rPr kumimoji="0" lang="en-US" altLang="zh-CN" sz="1400">
                  <a:latin typeface="Arial" panose="020B0604020202020204" pitchFamily="34" charset="0"/>
                </a:rPr>
                <a:t>1</a:t>
              </a:r>
            </a:p>
            <a:p>
              <a:pPr>
                <a:spcBef>
                  <a:spcPct val="0"/>
                </a:spcBef>
                <a:buClrTx/>
                <a:buSzTx/>
                <a:buFontTx/>
                <a:buNone/>
              </a:pPr>
              <a:r>
                <a:rPr kumimoji="0" lang="zh-CN" altLang="en-US" sz="1400">
                  <a:latin typeface="Arial" panose="020B0604020202020204" pitchFamily="34" charset="0"/>
                </a:rPr>
                <a:t>之间的传播时延</a:t>
              </a:r>
            </a:p>
          </p:txBody>
        </p:sp>
        <p:sp>
          <p:nvSpPr>
            <p:cNvPr id="28701" name="AutoShape 35">
              <a:extLst>
                <a:ext uri="{FF2B5EF4-FFF2-40B4-BE49-F238E27FC236}">
                  <a16:creationId xmlns:a16="http://schemas.microsoft.com/office/drawing/2014/main" id="{047EE4C7-1DC1-469F-AD2E-791587D1156F}"/>
                </a:ext>
              </a:extLst>
            </p:cNvPr>
            <p:cNvSpPr>
              <a:spLocks noChangeArrowheads="1"/>
            </p:cNvSpPr>
            <p:nvPr/>
          </p:nvSpPr>
          <p:spPr bwMode="auto">
            <a:xfrm rot="5400000">
              <a:off x="3923" y="1782"/>
              <a:ext cx="116" cy="1087"/>
            </a:xfrm>
            <a:prstGeom prst="parallelogram">
              <a:avLst>
                <a:gd name="adj" fmla="val 6388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92121" tIns="46062" rIns="92121" bIns="46062"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28702" name="Line 36">
              <a:extLst>
                <a:ext uri="{FF2B5EF4-FFF2-40B4-BE49-F238E27FC236}">
                  <a16:creationId xmlns:a16="http://schemas.microsoft.com/office/drawing/2014/main" id="{90D32AC9-0337-44C4-AEC9-0DDBA8B1B96B}"/>
                </a:ext>
              </a:extLst>
            </p:cNvPr>
            <p:cNvSpPr>
              <a:spLocks noChangeShapeType="1"/>
            </p:cNvSpPr>
            <p:nvPr/>
          </p:nvSpPr>
          <p:spPr bwMode="auto">
            <a:xfrm>
              <a:off x="4514" y="2406"/>
              <a:ext cx="138" cy="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3500000" algn="ctr" rotWithShape="0">
                      <a:schemeClr val="bg2"/>
                    </a:outerShdw>
                  </a:effectLst>
                </a14:hiddenEffects>
              </a:ext>
            </a:extLst>
          </p:spPr>
          <p:txBody>
            <a:bodyPr wrap="none" lIns="274731" tIns="45786" rIns="91570" bIns="228943" anchor="ctr"/>
            <a:lstStyle/>
            <a:p>
              <a:endParaRPr lang="zh-CN" altLang="en-US"/>
            </a:p>
          </p:txBody>
        </p:sp>
        <p:sp>
          <p:nvSpPr>
            <p:cNvPr id="28703" name="Line 37">
              <a:extLst>
                <a:ext uri="{FF2B5EF4-FFF2-40B4-BE49-F238E27FC236}">
                  <a16:creationId xmlns:a16="http://schemas.microsoft.com/office/drawing/2014/main" id="{B51D7D8B-A6D5-4600-B8BF-071DA36BE11B}"/>
                </a:ext>
              </a:extLst>
            </p:cNvPr>
            <p:cNvSpPr>
              <a:spLocks noChangeShapeType="1"/>
            </p:cNvSpPr>
            <p:nvPr/>
          </p:nvSpPr>
          <p:spPr bwMode="auto">
            <a:xfrm>
              <a:off x="1265" y="2548"/>
              <a:ext cx="3373"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3500000" algn="ctr" rotWithShape="0">
                      <a:schemeClr val="bg2"/>
                    </a:outerShdw>
                  </a:effectLst>
                </a14:hiddenEffects>
              </a:ext>
            </a:extLst>
          </p:spPr>
          <p:txBody>
            <a:bodyPr wrap="none" lIns="274731" tIns="45786" rIns="91570" bIns="228943" anchor="ctr"/>
            <a:lstStyle/>
            <a:p>
              <a:endParaRPr lang="zh-CN" altLang="en-US"/>
            </a:p>
          </p:txBody>
        </p:sp>
        <p:sp>
          <p:nvSpPr>
            <p:cNvPr id="28704" name="AutoShape 38">
              <a:extLst>
                <a:ext uri="{FF2B5EF4-FFF2-40B4-BE49-F238E27FC236}">
                  <a16:creationId xmlns:a16="http://schemas.microsoft.com/office/drawing/2014/main" id="{7F7EA251-C806-4FCA-B353-72B4815A88E9}"/>
                </a:ext>
              </a:extLst>
            </p:cNvPr>
            <p:cNvSpPr>
              <a:spLocks/>
            </p:cNvSpPr>
            <p:nvPr/>
          </p:nvSpPr>
          <p:spPr bwMode="auto">
            <a:xfrm>
              <a:off x="4668" y="2400"/>
              <a:ext cx="47" cy="136"/>
            </a:xfrm>
            <a:prstGeom prst="rightBrace">
              <a:avLst>
                <a:gd name="adj1" fmla="val 24113"/>
                <a:gd name="adj2" fmla="val 50000"/>
              </a:avLst>
            </a:pr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13500000" algn="ctr" rotWithShape="0">
                      <a:schemeClr val="bg2"/>
                    </a:outerShdw>
                  </a:effectLst>
                </a14:hiddenEffects>
              </a:ext>
            </a:extLst>
          </p:spPr>
          <p:txBody>
            <a:bodyPr wrap="none" lIns="274291" tIns="45713" rIns="91423" bIns="228577"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50000"/>
                </a:spcBef>
                <a:spcAft>
                  <a:spcPts val="1000"/>
                </a:spcAft>
                <a:buClrTx/>
                <a:buSzTx/>
                <a:buFont typeface="Wingdings" panose="05000000000000000000" pitchFamily="2" charset="2"/>
                <a:buNone/>
              </a:pPr>
              <a:endParaRPr kumimoji="0" lang="zh-CN" altLang="zh-CN" sz="1200" i="1">
                <a:solidFill>
                  <a:schemeClr val="tx2"/>
                </a:solidFill>
                <a:latin typeface="Arial" panose="020B0604020202020204" pitchFamily="34" charset="0"/>
              </a:endParaRPr>
            </a:p>
          </p:txBody>
        </p:sp>
        <p:sp>
          <p:nvSpPr>
            <p:cNvPr id="28705" name="Text Box 39">
              <a:extLst>
                <a:ext uri="{FF2B5EF4-FFF2-40B4-BE49-F238E27FC236}">
                  <a16:creationId xmlns:a16="http://schemas.microsoft.com/office/drawing/2014/main" id="{7A60C176-141F-417A-BCBD-FE12584471D6}"/>
                </a:ext>
              </a:extLst>
            </p:cNvPr>
            <p:cNvSpPr txBox="1">
              <a:spLocks noChangeArrowheads="1"/>
            </p:cNvSpPr>
            <p:nvPr/>
          </p:nvSpPr>
          <p:spPr bwMode="auto">
            <a:xfrm>
              <a:off x="4697" y="2274"/>
              <a:ext cx="907" cy="32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343" tIns="44379" rIns="90343" bIns="44379">
              <a:spAutoFit/>
            </a:bodyPr>
            <a:lstStyle>
              <a:lvl1pPr defTabSz="91281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912813">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912813">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912813">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912813">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zh-CN" altLang="en-US" sz="1400">
                  <a:latin typeface="Arial" panose="020B0604020202020204" pitchFamily="34" charset="0"/>
                </a:rPr>
                <a:t>主机</a:t>
              </a:r>
              <a:r>
                <a:rPr kumimoji="0" lang="en-US" altLang="zh-CN" sz="1400">
                  <a:latin typeface="Arial" panose="020B0604020202020204" pitchFamily="34" charset="0"/>
                </a:rPr>
                <a:t>2</a:t>
              </a:r>
              <a:r>
                <a:rPr kumimoji="0" lang="zh-CN" altLang="en-US" sz="1400">
                  <a:latin typeface="Arial" panose="020B0604020202020204" pitchFamily="34" charset="0"/>
                </a:rPr>
                <a:t>与节点</a:t>
              </a:r>
              <a:r>
                <a:rPr kumimoji="0" lang="en-US" altLang="zh-CN" sz="1400">
                  <a:latin typeface="Arial" panose="020B0604020202020204" pitchFamily="34" charset="0"/>
                </a:rPr>
                <a:t>1</a:t>
              </a:r>
            </a:p>
            <a:p>
              <a:pPr>
                <a:spcBef>
                  <a:spcPct val="0"/>
                </a:spcBef>
                <a:buClrTx/>
                <a:buSzTx/>
                <a:buFontTx/>
                <a:buNone/>
              </a:pPr>
              <a:r>
                <a:rPr kumimoji="0" lang="zh-CN" altLang="en-US" sz="1400">
                  <a:latin typeface="Arial" panose="020B0604020202020204" pitchFamily="34" charset="0"/>
                </a:rPr>
                <a:t>之间的传播时延</a:t>
              </a:r>
            </a:p>
          </p:txBody>
        </p:sp>
        <p:sp>
          <p:nvSpPr>
            <p:cNvPr id="28706" name="Line 40">
              <a:extLst>
                <a:ext uri="{FF2B5EF4-FFF2-40B4-BE49-F238E27FC236}">
                  <a16:creationId xmlns:a16="http://schemas.microsoft.com/office/drawing/2014/main" id="{EFC923B4-5C82-42A9-91DB-4FB2B4AF2D10}"/>
                </a:ext>
              </a:extLst>
            </p:cNvPr>
            <p:cNvSpPr>
              <a:spLocks noChangeShapeType="1"/>
            </p:cNvSpPr>
            <p:nvPr/>
          </p:nvSpPr>
          <p:spPr bwMode="auto">
            <a:xfrm flipV="1">
              <a:off x="2349" y="1725"/>
              <a:ext cx="383" cy="38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a:p>
          </p:txBody>
        </p:sp>
        <p:sp>
          <p:nvSpPr>
            <p:cNvPr id="28707" name="AutoShape 41">
              <a:extLst>
                <a:ext uri="{FF2B5EF4-FFF2-40B4-BE49-F238E27FC236}">
                  <a16:creationId xmlns:a16="http://schemas.microsoft.com/office/drawing/2014/main" id="{C208888D-21A2-400C-BA58-EBE680B08CF2}"/>
                </a:ext>
              </a:extLst>
            </p:cNvPr>
            <p:cNvSpPr>
              <a:spLocks/>
            </p:cNvSpPr>
            <p:nvPr/>
          </p:nvSpPr>
          <p:spPr bwMode="auto">
            <a:xfrm>
              <a:off x="2732" y="1725"/>
              <a:ext cx="47" cy="72"/>
            </a:xfrm>
            <a:prstGeom prst="rightBrace">
              <a:avLst>
                <a:gd name="adj1" fmla="val 12766"/>
                <a:gd name="adj2" fmla="val 50000"/>
              </a:avLst>
            </a:pr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13500000" algn="ctr" rotWithShape="0">
                      <a:schemeClr val="bg2"/>
                    </a:outerShdw>
                  </a:effectLst>
                </a14:hiddenEffects>
              </a:ext>
            </a:extLst>
          </p:spPr>
          <p:txBody>
            <a:bodyPr wrap="none" lIns="274291" tIns="45713" rIns="91423" bIns="228577"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50000"/>
                </a:spcBef>
                <a:spcAft>
                  <a:spcPts val="1000"/>
                </a:spcAft>
                <a:buClrTx/>
                <a:buSzTx/>
                <a:buFont typeface="Wingdings" panose="05000000000000000000" pitchFamily="2" charset="2"/>
                <a:buNone/>
              </a:pPr>
              <a:endParaRPr kumimoji="0" lang="zh-CN" altLang="zh-CN" sz="1400">
                <a:latin typeface="PMingLiU" panose="02020500000000000000" pitchFamily="18" charset="-120"/>
              </a:endParaRPr>
            </a:p>
          </p:txBody>
        </p:sp>
        <p:grpSp>
          <p:nvGrpSpPr>
            <p:cNvPr id="28708" name="Group 42">
              <a:extLst>
                <a:ext uri="{FF2B5EF4-FFF2-40B4-BE49-F238E27FC236}">
                  <a16:creationId xmlns:a16="http://schemas.microsoft.com/office/drawing/2014/main" id="{6D0A2F7A-A0A1-4D37-A375-7985820A6FC6}"/>
                </a:ext>
              </a:extLst>
            </p:cNvPr>
            <p:cNvGrpSpPr>
              <a:grpSpLocks/>
            </p:cNvGrpSpPr>
            <p:nvPr/>
          </p:nvGrpSpPr>
          <p:grpSpPr bwMode="auto">
            <a:xfrm>
              <a:off x="2349" y="1631"/>
              <a:ext cx="1599" cy="525"/>
              <a:chOff x="2349" y="1631"/>
              <a:chExt cx="1599" cy="525"/>
            </a:xfrm>
          </p:grpSpPr>
          <p:sp>
            <p:nvSpPr>
              <p:cNvPr id="28710" name="Line 43">
                <a:extLst>
                  <a:ext uri="{FF2B5EF4-FFF2-40B4-BE49-F238E27FC236}">
                    <a16:creationId xmlns:a16="http://schemas.microsoft.com/office/drawing/2014/main" id="{1DB869D4-BC25-4FE0-9961-182D592D0C5A}"/>
                  </a:ext>
                </a:extLst>
              </p:cNvPr>
              <p:cNvSpPr>
                <a:spLocks noChangeShapeType="1"/>
              </p:cNvSpPr>
              <p:nvPr/>
            </p:nvSpPr>
            <p:spPr bwMode="auto">
              <a:xfrm flipV="1">
                <a:off x="2349" y="1773"/>
                <a:ext cx="383" cy="38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a:p>
            </p:txBody>
          </p:sp>
          <p:sp>
            <p:nvSpPr>
              <p:cNvPr id="28711" name="Text Box 44">
                <a:extLst>
                  <a:ext uri="{FF2B5EF4-FFF2-40B4-BE49-F238E27FC236}">
                    <a16:creationId xmlns:a16="http://schemas.microsoft.com/office/drawing/2014/main" id="{DEDFE1F8-6401-45E0-9F60-68C111646DEB}"/>
                  </a:ext>
                </a:extLst>
              </p:cNvPr>
              <p:cNvSpPr txBox="1">
                <a:spLocks noChangeArrowheads="1"/>
              </p:cNvSpPr>
              <p:nvPr/>
            </p:nvSpPr>
            <p:spPr bwMode="auto">
              <a:xfrm>
                <a:off x="2979" y="1631"/>
                <a:ext cx="969" cy="19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343" tIns="44379" rIns="90343" bIns="44379">
                <a:spAutoFit/>
              </a:bodyPr>
              <a:lstStyle>
                <a:lvl1pPr defTabSz="91281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912813">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912813">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912813">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912813">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1400">
                    <a:latin typeface="Arial" panose="020B0604020202020204" pitchFamily="34" charset="0"/>
                  </a:rPr>
                  <a:t>节点</a:t>
                </a:r>
                <a:r>
                  <a:rPr kumimoji="0" lang="en-US" altLang="zh-CN" sz="1400">
                    <a:latin typeface="Arial" panose="020B0604020202020204" pitchFamily="34" charset="0"/>
                  </a:rPr>
                  <a:t>1</a:t>
                </a:r>
                <a:r>
                  <a:rPr kumimoji="0" lang="zh-CN" altLang="en-US" sz="1400">
                    <a:latin typeface="Arial" panose="020B0604020202020204" pitchFamily="34" charset="0"/>
                  </a:rPr>
                  <a:t>的处理时延</a:t>
                </a:r>
              </a:p>
            </p:txBody>
          </p:sp>
        </p:grpSp>
        <p:sp>
          <p:nvSpPr>
            <p:cNvPr id="28709" name="Line 45">
              <a:extLst>
                <a:ext uri="{FF2B5EF4-FFF2-40B4-BE49-F238E27FC236}">
                  <a16:creationId xmlns:a16="http://schemas.microsoft.com/office/drawing/2014/main" id="{95065D74-C762-4F4D-91C6-59790ECCEA11}"/>
                </a:ext>
              </a:extLst>
            </p:cNvPr>
            <p:cNvSpPr>
              <a:spLocks noChangeShapeType="1"/>
            </p:cNvSpPr>
            <p:nvPr/>
          </p:nvSpPr>
          <p:spPr bwMode="auto">
            <a:xfrm flipH="1">
              <a:off x="3435" y="1861"/>
              <a:ext cx="0" cy="215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92121" tIns="46062" rIns="92121" bIns="46062" anchor="ctr"/>
            <a:lstStyle/>
            <a:p>
              <a:endParaRPr lang="zh-CN" altLang="en-US"/>
            </a:p>
          </p:txBody>
        </p:sp>
      </p:grpSp>
      <p:sp>
        <p:nvSpPr>
          <p:cNvPr id="28685" name="Rectangle 46">
            <a:extLst>
              <a:ext uri="{FF2B5EF4-FFF2-40B4-BE49-F238E27FC236}">
                <a16:creationId xmlns:a16="http://schemas.microsoft.com/office/drawing/2014/main" id="{8606FC29-CC14-436F-9AEC-7A8D6B2E45C7}"/>
              </a:ext>
            </a:extLst>
          </p:cNvPr>
          <p:cNvSpPr>
            <a:spLocks noGrp="1" noChangeArrowheads="1"/>
          </p:cNvSpPr>
          <p:nvPr>
            <p:ph type="title"/>
          </p:nvPr>
        </p:nvSpPr>
        <p:spPr>
          <a:xfrm>
            <a:off x="4151313" y="211138"/>
            <a:ext cx="4548187" cy="630237"/>
          </a:xfrm>
          <a:noFill/>
        </p:spPr>
        <p:txBody>
          <a:bodyPr/>
          <a:lstStyle/>
          <a:p>
            <a:pPr eaLnBrk="1" hangingPunct="1"/>
            <a:r>
              <a:rPr lang="zh-CN" altLang="en-US">
                <a:ea typeface="华文楷体" panose="02010600040101010101" pitchFamily="2" charset="-122"/>
              </a:rPr>
              <a:t>线路交换时序</a:t>
            </a:r>
          </a:p>
        </p:txBody>
      </p:sp>
    </p:spTree>
  </p:cSld>
  <p:clrMapOvr>
    <a:masterClrMapping/>
  </p:clrMapOvr>
  <p:transition spd="med">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0EB0E101-823E-4F30-A07D-CF35A5A35D95}"/>
              </a:ext>
            </a:extLst>
          </p:cNvPr>
          <p:cNvSpPr>
            <a:spLocks noGrp="1" noChangeArrowheads="1"/>
          </p:cNvSpPr>
          <p:nvPr>
            <p:ph type="title"/>
          </p:nvPr>
        </p:nvSpPr>
        <p:spPr>
          <a:xfrm>
            <a:off x="2393950" y="249238"/>
            <a:ext cx="7608888" cy="587375"/>
          </a:xfrm>
          <a:noFill/>
        </p:spPr>
        <p:txBody>
          <a:bodyPr/>
          <a:lstStyle/>
          <a:p>
            <a:pPr eaLnBrk="1" hangingPunct="1"/>
            <a:r>
              <a:rPr lang="zh-CN" altLang="en-US">
                <a:ea typeface="华文楷体" panose="02010600040101010101" pitchFamily="2" charset="-122"/>
              </a:rPr>
              <a:t>报文交换</a:t>
            </a:r>
            <a:r>
              <a:rPr lang="zh-CN" altLang="en-US"/>
              <a:t> </a:t>
            </a:r>
          </a:p>
        </p:txBody>
      </p:sp>
      <p:sp>
        <p:nvSpPr>
          <p:cNvPr id="30723" name="Rectangle 3">
            <a:extLst>
              <a:ext uri="{FF2B5EF4-FFF2-40B4-BE49-F238E27FC236}">
                <a16:creationId xmlns:a16="http://schemas.microsoft.com/office/drawing/2014/main" id="{053B2522-09BF-4D92-B08C-48FEAB78A24A}"/>
              </a:ext>
            </a:extLst>
          </p:cNvPr>
          <p:cNvSpPr>
            <a:spLocks noChangeArrowheads="1"/>
          </p:cNvSpPr>
          <p:nvPr/>
        </p:nvSpPr>
        <p:spPr bwMode="auto">
          <a:xfrm>
            <a:off x="3067050" y="1662113"/>
            <a:ext cx="91440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24" name="Rectangle 4">
            <a:extLst>
              <a:ext uri="{FF2B5EF4-FFF2-40B4-BE49-F238E27FC236}">
                <a16:creationId xmlns:a16="http://schemas.microsoft.com/office/drawing/2014/main" id="{E041DC5A-B077-4236-AC8A-E803C26C647E}"/>
              </a:ext>
            </a:extLst>
          </p:cNvPr>
          <p:cNvSpPr>
            <a:spLocks noChangeArrowheads="1"/>
          </p:cNvSpPr>
          <p:nvPr/>
        </p:nvSpPr>
        <p:spPr bwMode="auto">
          <a:xfrm>
            <a:off x="5354638" y="4560888"/>
            <a:ext cx="91440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25" name="Rectangle 5">
            <a:extLst>
              <a:ext uri="{FF2B5EF4-FFF2-40B4-BE49-F238E27FC236}">
                <a16:creationId xmlns:a16="http://schemas.microsoft.com/office/drawing/2014/main" id="{05C5E448-0CF5-4F35-B69B-6C8730E5B708}"/>
              </a:ext>
            </a:extLst>
          </p:cNvPr>
          <p:cNvSpPr>
            <a:spLocks noChangeArrowheads="1"/>
          </p:cNvSpPr>
          <p:nvPr/>
        </p:nvSpPr>
        <p:spPr bwMode="auto">
          <a:xfrm>
            <a:off x="2352675" y="1235075"/>
            <a:ext cx="7059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kumimoji="0" lang="en-US" altLang="zh-CN" sz="2400" i="1">
                <a:solidFill>
                  <a:srgbClr val="000099"/>
                </a:solidFill>
                <a:latin typeface="Comic Sans MS" panose="030F0702030302020204" pitchFamily="66" charset="0"/>
              </a:rPr>
              <a:t>Why not send the entire message in one packet?</a:t>
            </a:r>
          </a:p>
        </p:txBody>
      </p:sp>
      <p:sp>
        <p:nvSpPr>
          <p:cNvPr id="30726" name="Text Box 6">
            <a:extLst>
              <a:ext uri="{FF2B5EF4-FFF2-40B4-BE49-F238E27FC236}">
                <a16:creationId xmlns:a16="http://schemas.microsoft.com/office/drawing/2014/main" id="{E8A00047-54A7-4514-AB45-254DE0F6A9DA}"/>
              </a:ext>
            </a:extLst>
          </p:cNvPr>
          <p:cNvSpPr txBox="1">
            <a:spLocks noChangeArrowheads="1"/>
          </p:cNvSpPr>
          <p:nvPr/>
        </p:nvSpPr>
        <p:spPr bwMode="auto">
          <a:xfrm>
            <a:off x="1803399" y="4462463"/>
            <a:ext cx="954917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Pct val="150000"/>
              <a:buFontTx/>
              <a:buNone/>
            </a:pPr>
            <a:r>
              <a:rPr kumimoji="0" lang="en-US" altLang="zh-CN" sz="2400">
                <a:latin typeface="华文楷体" panose="02010600040101010101" pitchFamily="2" charset="-122"/>
                <a:ea typeface="华文楷体" panose="02010600040101010101" pitchFamily="2" charset="-122"/>
              </a:rPr>
              <a:t>Breaking message into packets allows parallel transmission across all links, reducing end to end latency. It also prevents a link from being “hogged” for a long time by one message</a:t>
            </a:r>
          </a:p>
          <a:p>
            <a:pPr>
              <a:spcBef>
                <a:spcPct val="0"/>
              </a:spcBef>
              <a:buClrTx/>
              <a:buSzPct val="150000"/>
              <a:buFontTx/>
              <a:buNone/>
            </a:pPr>
            <a:r>
              <a:rPr kumimoji="0" lang="zh-CN" altLang="en-US" sz="2400">
                <a:latin typeface="华文楷体" panose="02010600040101010101" pitchFamily="2" charset="-122"/>
                <a:ea typeface="华文楷体" panose="02010600040101010101" pitchFamily="2" charset="-122"/>
              </a:rPr>
              <a:t>（将报文分组后，可并行传送，降低端</a:t>
            </a:r>
            <a:r>
              <a:rPr kumimoji="0" lang="en-US" altLang="zh-CN" sz="2400">
                <a:latin typeface="华文楷体" panose="02010600040101010101" pitchFamily="2" charset="-122"/>
                <a:ea typeface="华文楷体" panose="02010600040101010101" pitchFamily="2" charset="-122"/>
              </a:rPr>
              <a:t>-</a:t>
            </a:r>
            <a:r>
              <a:rPr kumimoji="0" lang="zh-CN" altLang="en-US" sz="2400">
                <a:latin typeface="华文楷体" panose="02010600040101010101" pitchFamily="2" charset="-122"/>
                <a:ea typeface="华文楷体" panose="02010600040101010101" pitchFamily="2" charset="-122"/>
              </a:rPr>
              <a:t>端时延，还可以避免某一个报文长时间占用链路）</a:t>
            </a:r>
            <a:r>
              <a:rPr kumimoji="0" lang="en-US" altLang="zh-CN" sz="2400">
                <a:latin typeface="华文楷体" panose="02010600040101010101" pitchFamily="2" charset="-122"/>
                <a:ea typeface="华文楷体" panose="02010600040101010101" pitchFamily="2" charset="-122"/>
              </a:rPr>
              <a:t>.</a:t>
            </a:r>
          </a:p>
        </p:txBody>
      </p:sp>
      <p:sp>
        <p:nvSpPr>
          <p:cNvPr id="30727" name="Text Box 7">
            <a:extLst>
              <a:ext uri="{FF2B5EF4-FFF2-40B4-BE49-F238E27FC236}">
                <a16:creationId xmlns:a16="http://schemas.microsoft.com/office/drawing/2014/main" id="{B4AAEAAD-6D58-46DD-8514-ECB8E1AB19BE}"/>
              </a:ext>
            </a:extLst>
          </p:cNvPr>
          <p:cNvSpPr txBox="1">
            <a:spLocks noChangeArrowheads="1"/>
          </p:cNvSpPr>
          <p:nvPr/>
        </p:nvSpPr>
        <p:spPr bwMode="auto">
          <a:xfrm>
            <a:off x="6057900" y="2151063"/>
            <a:ext cx="9350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800">
                <a:latin typeface="Comic Sans MS" panose="030F0702030302020204" pitchFamily="66" charset="0"/>
              </a:rPr>
              <a:t>Host A</a:t>
            </a:r>
          </a:p>
        </p:txBody>
      </p:sp>
      <p:sp>
        <p:nvSpPr>
          <p:cNvPr id="30728" name="Text Box 8">
            <a:extLst>
              <a:ext uri="{FF2B5EF4-FFF2-40B4-BE49-F238E27FC236}">
                <a16:creationId xmlns:a16="http://schemas.microsoft.com/office/drawing/2014/main" id="{7AFF4370-8836-4B8F-BE38-F789944232F9}"/>
              </a:ext>
            </a:extLst>
          </p:cNvPr>
          <p:cNvSpPr txBox="1">
            <a:spLocks noChangeArrowheads="1"/>
          </p:cNvSpPr>
          <p:nvPr/>
        </p:nvSpPr>
        <p:spPr bwMode="auto">
          <a:xfrm>
            <a:off x="6057900" y="3511550"/>
            <a:ext cx="9128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800">
                <a:latin typeface="Comic Sans MS" panose="030F0702030302020204" pitchFamily="66" charset="0"/>
              </a:rPr>
              <a:t>Host B</a:t>
            </a:r>
          </a:p>
        </p:txBody>
      </p:sp>
      <p:sp>
        <p:nvSpPr>
          <p:cNvPr id="30729" name="Line 9">
            <a:extLst>
              <a:ext uri="{FF2B5EF4-FFF2-40B4-BE49-F238E27FC236}">
                <a16:creationId xmlns:a16="http://schemas.microsoft.com/office/drawing/2014/main" id="{107D58A9-1B93-4E21-9D3E-880A6E19092A}"/>
              </a:ext>
            </a:extLst>
          </p:cNvPr>
          <p:cNvSpPr>
            <a:spLocks noChangeShapeType="1"/>
          </p:cNvSpPr>
          <p:nvPr/>
        </p:nvSpPr>
        <p:spPr bwMode="auto">
          <a:xfrm>
            <a:off x="6896100" y="2208213"/>
            <a:ext cx="2895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30" name="Line 10">
            <a:extLst>
              <a:ext uri="{FF2B5EF4-FFF2-40B4-BE49-F238E27FC236}">
                <a16:creationId xmlns:a16="http://schemas.microsoft.com/office/drawing/2014/main" id="{9FDFB04B-A479-4FB0-9071-F16CCF5E8464}"/>
              </a:ext>
            </a:extLst>
          </p:cNvPr>
          <p:cNvSpPr>
            <a:spLocks noChangeShapeType="1"/>
          </p:cNvSpPr>
          <p:nvPr/>
        </p:nvSpPr>
        <p:spPr bwMode="auto">
          <a:xfrm>
            <a:off x="6896100" y="3595688"/>
            <a:ext cx="2895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31" name="Line 11">
            <a:extLst>
              <a:ext uri="{FF2B5EF4-FFF2-40B4-BE49-F238E27FC236}">
                <a16:creationId xmlns:a16="http://schemas.microsoft.com/office/drawing/2014/main" id="{C52CCA9D-5028-42DD-883F-6D3BCDB4B785}"/>
              </a:ext>
            </a:extLst>
          </p:cNvPr>
          <p:cNvSpPr>
            <a:spLocks noChangeShapeType="1"/>
          </p:cNvSpPr>
          <p:nvPr/>
        </p:nvSpPr>
        <p:spPr bwMode="auto">
          <a:xfrm>
            <a:off x="6896100" y="2555875"/>
            <a:ext cx="2895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2" name="Line 12">
            <a:extLst>
              <a:ext uri="{FF2B5EF4-FFF2-40B4-BE49-F238E27FC236}">
                <a16:creationId xmlns:a16="http://schemas.microsoft.com/office/drawing/2014/main" id="{E8F68F65-BAB2-4859-A189-EA1A71F5E698}"/>
              </a:ext>
            </a:extLst>
          </p:cNvPr>
          <p:cNvSpPr>
            <a:spLocks noChangeShapeType="1"/>
          </p:cNvSpPr>
          <p:nvPr/>
        </p:nvSpPr>
        <p:spPr bwMode="auto">
          <a:xfrm>
            <a:off x="6896100" y="2901950"/>
            <a:ext cx="2895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3" name="Line 13">
            <a:extLst>
              <a:ext uri="{FF2B5EF4-FFF2-40B4-BE49-F238E27FC236}">
                <a16:creationId xmlns:a16="http://schemas.microsoft.com/office/drawing/2014/main" id="{11A42C25-E632-46E8-A56E-7812125B7A72}"/>
              </a:ext>
            </a:extLst>
          </p:cNvPr>
          <p:cNvSpPr>
            <a:spLocks noChangeShapeType="1"/>
          </p:cNvSpPr>
          <p:nvPr/>
        </p:nvSpPr>
        <p:spPr bwMode="auto">
          <a:xfrm>
            <a:off x="6896100" y="3249613"/>
            <a:ext cx="2895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4" name="Text Box 14">
            <a:extLst>
              <a:ext uri="{FF2B5EF4-FFF2-40B4-BE49-F238E27FC236}">
                <a16:creationId xmlns:a16="http://schemas.microsoft.com/office/drawing/2014/main" id="{3B1CC086-343B-431B-9270-539BBBAC022B}"/>
              </a:ext>
            </a:extLst>
          </p:cNvPr>
          <p:cNvSpPr txBox="1">
            <a:spLocks noChangeArrowheads="1"/>
          </p:cNvSpPr>
          <p:nvPr/>
        </p:nvSpPr>
        <p:spPr bwMode="auto">
          <a:xfrm>
            <a:off x="6600825" y="2527300"/>
            <a:ext cx="34766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200">
                <a:latin typeface="Comic Sans MS" panose="030F0702030302020204" pitchFamily="66" charset="0"/>
              </a:rPr>
              <a:t>R1</a:t>
            </a:r>
          </a:p>
        </p:txBody>
      </p:sp>
      <p:sp>
        <p:nvSpPr>
          <p:cNvPr id="30735" name="Text Box 15">
            <a:extLst>
              <a:ext uri="{FF2B5EF4-FFF2-40B4-BE49-F238E27FC236}">
                <a16:creationId xmlns:a16="http://schemas.microsoft.com/office/drawing/2014/main" id="{8C3F02E2-43C5-4DF1-91DB-192A0967EBFC}"/>
              </a:ext>
            </a:extLst>
          </p:cNvPr>
          <p:cNvSpPr txBox="1">
            <a:spLocks noChangeArrowheads="1"/>
          </p:cNvSpPr>
          <p:nvPr/>
        </p:nvSpPr>
        <p:spPr bwMode="auto">
          <a:xfrm>
            <a:off x="6600825" y="2847975"/>
            <a:ext cx="37306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200">
                <a:latin typeface="Comic Sans MS" panose="030F0702030302020204" pitchFamily="66" charset="0"/>
              </a:rPr>
              <a:t>R2</a:t>
            </a:r>
          </a:p>
        </p:txBody>
      </p:sp>
      <p:sp>
        <p:nvSpPr>
          <p:cNvPr id="30736" name="Text Box 16">
            <a:extLst>
              <a:ext uri="{FF2B5EF4-FFF2-40B4-BE49-F238E27FC236}">
                <a16:creationId xmlns:a16="http://schemas.microsoft.com/office/drawing/2014/main" id="{C2BA341B-3A51-48A9-AB2D-14C7DA539A45}"/>
              </a:ext>
            </a:extLst>
          </p:cNvPr>
          <p:cNvSpPr txBox="1">
            <a:spLocks noChangeArrowheads="1"/>
          </p:cNvSpPr>
          <p:nvPr/>
        </p:nvSpPr>
        <p:spPr bwMode="auto">
          <a:xfrm>
            <a:off x="6600825" y="3194050"/>
            <a:ext cx="37306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200">
                <a:latin typeface="Comic Sans MS" panose="030F0702030302020204" pitchFamily="66" charset="0"/>
              </a:rPr>
              <a:t>R3</a:t>
            </a:r>
          </a:p>
        </p:txBody>
      </p:sp>
      <p:sp>
        <p:nvSpPr>
          <p:cNvPr id="30737" name="Line 17">
            <a:extLst>
              <a:ext uri="{FF2B5EF4-FFF2-40B4-BE49-F238E27FC236}">
                <a16:creationId xmlns:a16="http://schemas.microsoft.com/office/drawing/2014/main" id="{6717F87D-24C2-4078-A378-18B755821748}"/>
              </a:ext>
            </a:extLst>
          </p:cNvPr>
          <p:cNvSpPr>
            <a:spLocks noChangeShapeType="1"/>
          </p:cNvSpPr>
          <p:nvPr/>
        </p:nvSpPr>
        <p:spPr bwMode="auto">
          <a:xfrm>
            <a:off x="7088188" y="2093913"/>
            <a:ext cx="1031875"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8" name="Text Box 18">
            <a:extLst>
              <a:ext uri="{FF2B5EF4-FFF2-40B4-BE49-F238E27FC236}">
                <a16:creationId xmlns:a16="http://schemas.microsoft.com/office/drawing/2014/main" id="{E6D35AF0-3F84-4483-BACC-3B30FE2E8597}"/>
              </a:ext>
            </a:extLst>
          </p:cNvPr>
          <p:cNvSpPr txBox="1">
            <a:spLocks noChangeArrowheads="1"/>
          </p:cNvSpPr>
          <p:nvPr/>
        </p:nvSpPr>
        <p:spPr bwMode="auto">
          <a:xfrm>
            <a:off x="7429500" y="1858963"/>
            <a:ext cx="4476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200" i="1">
                <a:latin typeface="Times New Roman" panose="02020603050405020304" pitchFamily="18" charset="0"/>
              </a:rPr>
              <a:t>M/R</a:t>
            </a:r>
          </a:p>
        </p:txBody>
      </p:sp>
      <p:sp>
        <p:nvSpPr>
          <p:cNvPr id="30739" name="AutoShape 19" descr="Wide upward diagonal">
            <a:extLst>
              <a:ext uri="{FF2B5EF4-FFF2-40B4-BE49-F238E27FC236}">
                <a16:creationId xmlns:a16="http://schemas.microsoft.com/office/drawing/2014/main" id="{AF39ADAC-2676-4F1E-A968-9F46526287F2}"/>
              </a:ext>
            </a:extLst>
          </p:cNvPr>
          <p:cNvSpPr>
            <a:spLocks noChangeArrowheads="1"/>
          </p:cNvSpPr>
          <p:nvPr/>
        </p:nvSpPr>
        <p:spPr bwMode="auto">
          <a:xfrm flipH="1">
            <a:off x="7073900" y="2208213"/>
            <a:ext cx="373063" cy="347662"/>
          </a:xfrm>
          <a:prstGeom prst="parallelogram">
            <a:avLst>
              <a:gd name="adj" fmla="val 36405"/>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40" name="AutoShape 20" descr="Wide upward diagonal">
            <a:extLst>
              <a:ext uri="{FF2B5EF4-FFF2-40B4-BE49-F238E27FC236}">
                <a16:creationId xmlns:a16="http://schemas.microsoft.com/office/drawing/2014/main" id="{8DD69CFC-F885-4FA1-AC5B-DAC1B29D05B5}"/>
              </a:ext>
            </a:extLst>
          </p:cNvPr>
          <p:cNvSpPr>
            <a:spLocks noChangeArrowheads="1"/>
          </p:cNvSpPr>
          <p:nvPr/>
        </p:nvSpPr>
        <p:spPr bwMode="auto">
          <a:xfrm flipH="1">
            <a:off x="7340600" y="2208213"/>
            <a:ext cx="373063" cy="347662"/>
          </a:xfrm>
          <a:prstGeom prst="parallelogram">
            <a:avLst>
              <a:gd name="adj" fmla="val 36405"/>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41" name="AutoShape 21" descr="Wide upward diagonal">
            <a:extLst>
              <a:ext uri="{FF2B5EF4-FFF2-40B4-BE49-F238E27FC236}">
                <a16:creationId xmlns:a16="http://schemas.microsoft.com/office/drawing/2014/main" id="{8B69E667-7B50-4F17-9A04-E4B78D51F901}"/>
              </a:ext>
            </a:extLst>
          </p:cNvPr>
          <p:cNvSpPr>
            <a:spLocks noChangeArrowheads="1"/>
          </p:cNvSpPr>
          <p:nvPr/>
        </p:nvSpPr>
        <p:spPr bwMode="auto">
          <a:xfrm flipH="1">
            <a:off x="7607300" y="2208213"/>
            <a:ext cx="373063" cy="347662"/>
          </a:xfrm>
          <a:prstGeom prst="parallelogram">
            <a:avLst>
              <a:gd name="adj" fmla="val 36405"/>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42" name="AutoShape 22" descr="Wide upward diagonal">
            <a:extLst>
              <a:ext uri="{FF2B5EF4-FFF2-40B4-BE49-F238E27FC236}">
                <a16:creationId xmlns:a16="http://schemas.microsoft.com/office/drawing/2014/main" id="{74AEC201-979E-44DA-97AE-E442592BD81F}"/>
              </a:ext>
            </a:extLst>
          </p:cNvPr>
          <p:cNvSpPr>
            <a:spLocks noChangeArrowheads="1"/>
          </p:cNvSpPr>
          <p:nvPr/>
        </p:nvSpPr>
        <p:spPr bwMode="auto">
          <a:xfrm flipH="1">
            <a:off x="7872413" y="2208213"/>
            <a:ext cx="373062" cy="347662"/>
          </a:xfrm>
          <a:prstGeom prst="parallelogram">
            <a:avLst>
              <a:gd name="adj" fmla="val 36405"/>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43" name="AutoShape 23" descr="Wide upward diagonal">
            <a:extLst>
              <a:ext uri="{FF2B5EF4-FFF2-40B4-BE49-F238E27FC236}">
                <a16:creationId xmlns:a16="http://schemas.microsoft.com/office/drawing/2014/main" id="{DC322969-9273-4022-A40D-1340F87B22C0}"/>
              </a:ext>
            </a:extLst>
          </p:cNvPr>
          <p:cNvSpPr>
            <a:spLocks noChangeArrowheads="1"/>
          </p:cNvSpPr>
          <p:nvPr/>
        </p:nvSpPr>
        <p:spPr bwMode="auto">
          <a:xfrm flipH="1">
            <a:off x="7446963" y="2555875"/>
            <a:ext cx="373062" cy="346075"/>
          </a:xfrm>
          <a:prstGeom prst="parallelogram">
            <a:avLst>
              <a:gd name="adj" fmla="val 36571"/>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44" name="AutoShape 24" descr="Wide upward diagonal">
            <a:extLst>
              <a:ext uri="{FF2B5EF4-FFF2-40B4-BE49-F238E27FC236}">
                <a16:creationId xmlns:a16="http://schemas.microsoft.com/office/drawing/2014/main" id="{7BD142EF-559E-425B-A5BE-4E8B47C9C6BA}"/>
              </a:ext>
            </a:extLst>
          </p:cNvPr>
          <p:cNvSpPr>
            <a:spLocks noChangeArrowheads="1"/>
          </p:cNvSpPr>
          <p:nvPr/>
        </p:nvSpPr>
        <p:spPr bwMode="auto">
          <a:xfrm flipH="1">
            <a:off x="7713663" y="2555875"/>
            <a:ext cx="373062" cy="346075"/>
          </a:xfrm>
          <a:prstGeom prst="parallelogram">
            <a:avLst>
              <a:gd name="adj" fmla="val 36571"/>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45" name="AutoShape 25" descr="Wide upward diagonal">
            <a:extLst>
              <a:ext uri="{FF2B5EF4-FFF2-40B4-BE49-F238E27FC236}">
                <a16:creationId xmlns:a16="http://schemas.microsoft.com/office/drawing/2014/main" id="{218B9287-9B10-46B1-8535-406396FD50C8}"/>
              </a:ext>
            </a:extLst>
          </p:cNvPr>
          <p:cNvSpPr>
            <a:spLocks noChangeArrowheads="1"/>
          </p:cNvSpPr>
          <p:nvPr/>
        </p:nvSpPr>
        <p:spPr bwMode="auto">
          <a:xfrm flipH="1">
            <a:off x="7980363" y="2555875"/>
            <a:ext cx="371475" cy="346075"/>
          </a:xfrm>
          <a:prstGeom prst="parallelogram">
            <a:avLst>
              <a:gd name="adj" fmla="val 36416"/>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46" name="AutoShape 26" descr="Wide upward diagonal">
            <a:extLst>
              <a:ext uri="{FF2B5EF4-FFF2-40B4-BE49-F238E27FC236}">
                <a16:creationId xmlns:a16="http://schemas.microsoft.com/office/drawing/2014/main" id="{64BE6863-5D2A-40CB-B99E-AA7E3F710D1D}"/>
              </a:ext>
            </a:extLst>
          </p:cNvPr>
          <p:cNvSpPr>
            <a:spLocks noChangeArrowheads="1"/>
          </p:cNvSpPr>
          <p:nvPr/>
        </p:nvSpPr>
        <p:spPr bwMode="auto">
          <a:xfrm flipH="1">
            <a:off x="8245475" y="2555875"/>
            <a:ext cx="373063" cy="346075"/>
          </a:xfrm>
          <a:prstGeom prst="parallelogram">
            <a:avLst>
              <a:gd name="adj" fmla="val 36572"/>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47" name="AutoShape 27" descr="Wide upward diagonal">
            <a:extLst>
              <a:ext uri="{FF2B5EF4-FFF2-40B4-BE49-F238E27FC236}">
                <a16:creationId xmlns:a16="http://schemas.microsoft.com/office/drawing/2014/main" id="{6D3764BF-01B2-4F30-AA48-989DACE77E36}"/>
              </a:ext>
            </a:extLst>
          </p:cNvPr>
          <p:cNvSpPr>
            <a:spLocks noChangeArrowheads="1"/>
          </p:cNvSpPr>
          <p:nvPr/>
        </p:nvSpPr>
        <p:spPr bwMode="auto">
          <a:xfrm flipH="1">
            <a:off x="7820025" y="2901950"/>
            <a:ext cx="373063" cy="347663"/>
          </a:xfrm>
          <a:prstGeom prst="parallelogram">
            <a:avLst>
              <a:gd name="adj" fmla="val 36405"/>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48" name="AutoShape 28" descr="Wide upward diagonal">
            <a:extLst>
              <a:ext uri="{FF2B5EF4-FFF2-40B4-BE49-F238E27FC236}">
                <a16:creationId xmlns:a16="http://schemas.microsoft.com/office/drawing/2014/main" id="{DA9BD77E-D477-44EC-B552-FE619EA3F035}"/>
              </a:ext>
            </a:extLst>
          </p:cNvPr>
          <p:cNvSpPr>
            <a:spLocks noChangeArrowheads="1"/>
          </p:cNvSpPr>
          <p:nvPr/>
        </p:nvSpPr>
        <p:spPr bwMode="auto">
          <a:xfrm flipH="1">
            <a:off x="8086725" y="2901950"/>
            <a:ext cx="373063" cy="347663"/>
          </a:xfrm>
          <a:prstGeom prst="parallelogram">
            <a:avLst>
              <a:gd name="adj" fmla="val 36405"/>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49" name="AutoShape 29" descr="Wide upward diagonal">
            <a:extLst>
              <a:ext uri="{FF2B5EF4-FFF2-40B4-BE49-F238E27FC236}">
                <a16:creationId xmlns:a16="http://schemas.microsoft.com/office/drawing/2014/main" id="{CDA0AD05-984E-4E68-94CE-4CB5AF976664}"/>
              </a:ext>
            </a:extLst>
          </p:cNvPr>
          <p:cNvSpPr>
            <a:spLocks noChangeArrowheads="1"/>
          </p:cNvSpPr>
          <p:nvPr/>
        </p:nvSpPr>
        <p:spPr bwMode="auto">
          <a:xfrm flipH="1">
            <a:off x="8351838" y="2901950"/>
            <a:ext cx="373062" cy="347663"/>
          </a:xfrm>
          <a:prstGeom prst="parallelogram">
            <a:avLst>
              <a:gd name="adj" fmla="val 36404"/>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50" name="AutoShape 30" descr="Wide upward diagonal">
            <a:extLst>
              <a:ext uri="{FF2B5EF4-FFF2-40B4-BE49-F238E27FC236}">
                <a16:creationId xmlns:a16="http://schemas.microsoft.com/office/drawing/2014/main" id="{DB16244E-E7DC-479B-A813-A27AABC3C39F}"/>
              </a:ext>
            </a:extLst>
          </p:cNvPr>
          <p:cNvSpPr>
            <a:spLocks noChangeArrowheads="1"/>
          </p:cNvSpPr>
          <p:nvPr/>
        </p:nvSpPr>
        <p:spPr bwMode="auto">
          <a:xfrm flipH="1">
            <a:off x="8618538" y="2901950"/>
            <a:ext cx="373062" cy="347663"/>
          </a:xfrm>
          <a:prstGeom prst="parallelogram">
            <a:avLst>
              <a:gd name="adj" fmla="val 36404"/>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51" name="AutoShape 31" descr="Wide upward diagonal">
            <a:extLst>
              <a:ext uri="{FF2B5EF4-FFF2-40B4-BE49-F238E27FC236}">
                <a16:creationId xmlns:a16="http://schemas.microsoft.com/office/drawing/2014/main" id="{7FEAC317-3E87-4D40-A50C-D5CC9A01A704}"/>
              </a:ext>
            </a:extLst>
          </p:cNvPr>
          <p:cNvSpPr>
            <a:spLocks noChangeArrowheads="1"/>
          </p:cNvSpPr>
          <p:nvPr/>
        </p:nvSpPr>
        <p:spPr bwMode="auto">
          <a:xfrm flipH="1">
            <a:off x="8193088" y="3249613"/>
            <a:ext cx="373062" cy="346075"/>
          </a:xfrm>
          <a:prstGeom prst="parallelogram">
            <a:avLst>
              <a:gd name="adj" fmla="val 36571"/>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52" name="AutoShape 32" descr="Wide upward diagonal">
            <a:extLst>
              <a:ext uri="{FF2B5EF4-FFF2-40B4-BE49-F238E27FC236}">
                <a16:creationId xmlns:a16="http://schemas.microsoft.com/office/drawing/2014/main" id="{41149449-7E06-4512-850B-0C8A2580C547}"/>
              </a:ext>
            </a:extLst>
          </p:cNvPr>
          <p:cNvSpPr>
            <a:spLocks noChangeArrowheads="1"/>
          </p:cNvSpPr>
          <p:nvPr/>
        </p:nvSpPr>
        <p:spPr bwMode="auto">
          <a:xfrm flipH="1">
            <a:off x="8459788" y="3249613"/>
            <a:ext cx="371475" cy="346075"/>
          </a:xfrm>
          <a:prstGeom prst="parallelogram">
            <a:avLst>
              <a:gd name="adj" fmla="val 36416"/>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53" name="AutoShape 33" descr="Wide upward diagonal">
            <a:extLst>
              <a:ext uri="{FF2B5EF4-FFF2-40B4-BE49-F238E27FC236}">
                <a16:creationId xmlns:a16="http://schemas.microsoft.com/office/drawing/2014/main" id="{72FFBB69-C1D1-43A8-9372-3E3C2B49B1B7}"/>
              </a:ext>
            </a:extLst>
          </p:cNvPr>
          <p:cNvSpPr>
            <a:spLocks noChangeArrowheads="1"/>
          </p:cNvSpPr>
          <p:nvPr/>
        </p:nvSpPr>
        <p:spPr bwMode="auto">
          <a:xfrm flipH="1">
            <a:off x="8724900" y="3249613"/>
            <a:ext cx="373063" cy="346075"/>
          </a:xfrm>
          <a:prstGeom prst="parallelogram">
            <a:avLst>
              <a:gd name="adj" fmla="val 36572"/>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54" name="AutoShape 34" descr="Wide upward diagonal">
            <a:extLst>
              <a:ext uri="{FF2B5EF4-FFF2-40B4-BE49-F238E27FC236}">
                <a16:creationId xmlns:a16="http://schemas.microsoft.com/office/drawing/2014/main" id="{44D73C59-6E2F-4C58-AD78-00A527B9EC6F}"/>
              </a:ext>
            </a:extLst>
          </p:cNvPr>
          <p:cNvSpPr>
            <a:spLocks noChangeArrowheads="1"/>
          </p:cNvSpPr>
          <p:nvPr/>
        </p:nvSpPr>
        <p:spPr bwMode="auto">
          <a:xfrm flipH="1">
            <a:off x="8991600" y="3249613"/>
            <a:ext cx="373063" cy="346075"/>
          </a:xfrm>
          <a:prstGeom prst="parallelogram">
            <a:avLst>
              <a:gd name="adj" fmla="val 36572"/>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55" name="Line 35">
            <a:extLst>
              <a:ext uri="{FF2B5EF4-FFF2-40B4-BE49-F238E27FC236}">
                <a16:creationId xmlns:a16="http://schemas.microsoft.com/office/drawing/2014/main" id="{2B406BBF-A25C-4971-95CA-91AF9BEEAE93}"/>
              </a:ext>
            </a:extLst>
          </p:cNvPr>
          <p:cNvSpPr>
            <a:spLocks noChangeShapeType="1"/>
          </p:cNvSpPr>
          <p:nvPr/>
        </p:nvSpPr>
        <p:spPr bwMode="auto">
          <a:xfrm>
            <a:off x="7073900" y="2208213"/>
            <a:ext cx="0" cy="1585912"/>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56" name="Line 36">
            <a:extLst>
              <a:ext uri="{FF2B5EF4-FFF2-40B4-BE49-F238E27FC236}">
                <a16:creationId xmlns:a16="http://schemas.microsoft.com/office/drawing/2014/main" id="{B1DA850C-DE65-4F94-8FCA-092A1D40B221}"/>
              </a:ext>
            </a:extLst>
          </p:cNvPr>
          <p:cNvSpPr>
            <a:spLocks noChangeShapeType="1"/>
          </p:cNvSpPr>
          <p:nvPr/>
        </p:nvSpPr>
        <p:spPr bwMode="auto">
          <a:xfrm flipV="1">
            <a:off x="7048500" y="3687763"/>
            <a:ext cx="2286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57" name="Text Box 37">
            <a:extLst>
              <a:ext uri="{FF2B5EF4-FFF2-40B4-BE49-F238E27FC236}">
                <a16:creationId xmlns:a16="http://schemas.microsoft.com/office/drawing/2014/main" id="{740596C8-A401-49C5-9A7D-BAFB8A51C1E0}"/>
              </a:ext>
            </a:extLst>
          </p:cNvPr>
          <p:cNvSpPr txBox="1">
            <a:spLocks noChangeArrowheads="1"/>
          </p:cNvSpPr>
          <p:nvPr/>
        </p:nvSpPr>
        <p:spPr bwMode="auto">
          <a:xfrm>
            <a:off x="1524000" y="2298700"/>
            <a:ext cx="8493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Host A</a:t>
            </a:r>
          </a:p>
        </p:txBody>
      </p:sp>
      <p:sp>
        <p:nvSpPr>
          <p:cNvPr id="30758" name="Text Box 38">
            <a:extLst>
              <a:ext uri="{FF2B5EF4-FFF2-40B4-BE49-F238E27FC236}">
                <a16:creationId xmlns:a16="http://schemas.microsoft.com/office/drawing/2014/main" id="{5CC2D444-66F2-4BD4-AB1F-4E5A5BCE48C3}"/>
              </a:ext>
            </a:extLst>
          </p:cNvPr>
          <p:cNvSpPr txBox="1">
            <a:spLocks noChangeArrowheads="1"/>
          </p:cNvSpPr>
          <p:nvPr/>
        </p:nvSpPr>
        <p:spPr bwMode="auto">
          <a:xfrm>
            <a:off x="1524000" y="3621088"/>
            <a:ext cx="8286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Host B</a:t>
            </a:r>
          </a:p>
        </p:txBody>
      </p:sp>
      <p:sp>
        <p:nvSpPr>
          <p:cNvPr id="30759" name="Line 39">
            <a:extLst>
              <a:ext uri="{FF2B5EF4-FFF2-40B4-BE49-F238E27FC236}">
                <a16:creationId xmlns:a16="http://schemas.microsoft.com/office/drawing/2014/main" id="{6523F77E-4BDB-47ED-A119-E57283785EB5}"/>
              </a:ext>
            </a:extLst>
          </p:cNvPr>
          <p:cNvSpPr>
            <a:spLocks noChangeShapeType="1"/>
          </p:cNvSpPr>
          <p:nvPr/>
        </p:nvSpPr>
        <p:spPr bwMode="auto">
          <a:xfrm>
            <a:off x="2241550" y="2322513"/>
            <a:ext cx="24780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60" name="Line 40">
            <a:extLst>
              <a:ext uri="{FF2B5EF4-FFF2-40B4-BE49-F238E27FC236}">
                <a16:creationId xmlns:a16="http://schemas.microsoft.com/office/drawing/2014/main" id="{0B9DD166-CC1C-4EE2-A4A9-6FE99FE71201}"/>
              </a:ext>
            </a:extLst>
          </p:cNvPr>
          <p:cNvSpPr>
            <a:spLocks noChangeShapeType="1"/>
          </p:cNvSpPr>
          <p:nvPr/>
        </p:nvSpPr>
        <p:spPr bwMode="auto">
          <a:xfrm>
            <a:off x="2241550" y="3668713"/>
            <a:ext cx="3479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61" name="Line 41">
            <a:extLst>
              <a:ext uri="{FF2B5EF4-FFF2-40B4-BE49-F238E27FC236}">
                <a16:creationId xmlns:a16="http://schemas.microsoft.com/office/drawing/2014/main" id="{4E63715B-EB57-4A9D-AA27-8D56264AB073}"/>
              </a:ext>
            </a:extLst>
          </p:cNvPr>
          <p:cNvSpPr>
            <a:spLocks noChangeShapeType="1"/>
          </p:cNvSpPr>
          <p:nvPr/>
        </p:nvSpPr>
        <p:spPr bwMode="auto">
          <a:xfrm>
            <a:off x="2241550" y="2659063"/>
            <a:ext cx="24780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2" name="Line 42">
            <a:extLst>
              <a:ext uri="{FF2B5EF4-FFF2-40B4-BE49-F238E27FC236}">
                <a16:creationId xmlns:a16="http://schemas.microsoft.com/office/drawing/2014/main" id="{3485D352-ED0A-4AE0-9734-359C54BBA4C6}"/>
              </a:ext>
            </a:extLst>
          </p:cNvPr>
          <p:cNvSpPr>
            <a:spLocks noChangeShapeType="1"/>
          </p:cNvSpPr>
          <p:nvPr/>
        </p:nvSpPr>
        <p:spPr bwMode="auto">
          <a:xfrm>
            <a:off x="2241550" y="2995613"/>
            <a:ext cx="24780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3" name="Line 43">
            <a:extLst>
              <a:ext uri="{FF2B5EF4-FFF2-40B4-BE49-F238E27FC236}">
                <a16:creationId xmlns:a16="http://schemas.microsoft.com/office/drawing/2014/main" id="{7EDF542A-0127-4130-AED1-908173E6CC63}"/>
              </a:ext>
            </a:extLst>
          </p:cNvPr>
          <p:cNvSpPr>
            <a:spLocks noChangeShapeType="1"/>
          </p:cNvSpPr>
          <p:nvPr/>
        </p:nvSpPr>
        <p:spPr bwMode="auto">
          <a:xfrm>
            <a:off x="2241550" y="3332163"/>
            <a:ext cx="24780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4" name="Text Box 44">
            <a:extLst>
              <a:ext uri="{FF2B5EF4-FFF2-40B4-BE49-F238E27FC236}">
                <a16:creationId xmlns:a16="http://schemas.microsoft.com/office/drawing/2014/main" id="{1B42193C-19F1-48CA-9568-26FC0546F166}"/>
              </a:ext>
            </a:extLst>
          </p:cNvPr>
          <p:cNvSpPr txBox="1">
            <a:spLocks noChangeArrowheads="1"/>
          </p:cNvSpPr>
          <p:nvPr/>
        </p:nvSpPr>
        <p:spPr bwMode="auto">
          <a:xfrm>
            <a:off x="1989138" y="2660650"/>
            <a:ext cx="32067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000">
                <a:latin typeface="Comic Sans MS" panose="030F0702030302020204" pitchFamily="66" charset="0"/>
              </a:rPr>
              <a:t>R1</a:t>
            </a:r>
          </a:p>
        </p:txBody>
      </p:sp>
      <p:sp>
        <p:nvSpPr>
          <p:cNvPr id="30765" name="Text Box 45">
            <a:extLst>
              <a:ext uri="{FF2B5EF4-FFF2-40B4-BE49-F238E27FC236}">
                <a16:creationId xmlns:a16="http://schemas.microsoft.com/office/drawing/2014/main" id="{05507E03-9146-47F5-8A89-688B04B17C86}"/>
              </a:ext>
            </a:extLst>
          </p:cNvPr>
          <p:cNvSpPr txBox="1">
            <a:spLocks noChangeArrowheads="1"/>
          </p:cNvSpPr>
          <p:nvPr/>
        </p:nvSpPr>
        <p:spPr bwMode="auto">
          <a:xfrm>
            <a:off x="1989138" y="2973388"/>
            <a:ext cx="34131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000">
                <a:latin typeface="Comic Sans MS" panose="030F0702030302020204" pitchFamily="66" charset="0"/>
              </a:rPr>
              <a:t>R2</a:t>
            </a:r>
          </a:p>
        </p:txBody>
      </p:sp>
      <p:sp>
        <p:nvSpPr>
          <p:cNvPr id="30766" name="Text Box 46">
            <a:extLst>
              <a:ext uri="{FF2B5EF4-FFF2-40B4-BE49-F238E27FC236}">
                <a16:creationId xmlns:a16="http://schemas.microsoft.com/office/drawing/2014/main" id="{E4A99716-71CB-4DAD-B084-990D9AF7D948}"/>
              </a:ext>
            </a:extLst>
          </p:cNvPr>
          <p:cNvSpPr txBox="1">
            <a:spLocks noChangeArrowheads="1"/>
          </p:cNvSpPr>
          <p:nvPr/>
        </p:nvSpPr>
        <p:spPr bwMode="auto">
          <a:xfrm>
            <a:off x="1989138" y="3309938"/>
            <a:ext cx="34131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000">
                <a:latin typeface="Comic Sans MS" panose="030F0702030302020204" pitchFamily="66" charset="0"/>
              </a:rPr>
              <a:t>R3</a:t>
            </a:r>
          </a:p>
        </p:txBody>
      </p:sp>
      <p:sp>
        <p:nvSpPr>
          <p:cNvPr id="30767" name="Line 47">
            <a:extLst>
              <a:ext uri="{FF2B5EF4-FFF2-40B4-BE49-F238E27FC236}">
                <a16:creationId xmlns:a16="http://schemas.microsoft.com/office/drawing/2014/main" id="{B0010695-11E1-482C-9D09-3B418E02C274}"/>
              </a:ext>
            </a:extLst>
          </p:cNvPr>
          <p:cNvSpPr>
            <a:spLocks noChangeShapeType="1"/>
          </p:cNvSpPr>
          <p:nvPr/>
        </p:nvSpPr>
        <p:spPr bwMode="auto">
          <a:xfrm>
            <a:off x="2406650" y="2212975"/>
            <a:ext cx="88265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8" name="AutoShape 48" descr="Wide upward diagonal">
            <a:extLst>
              <a:ext uri="{FF2B5EF4-FFF2-40B4-BE49-F238E27FC236}">
                <a16:creationId xmlns:a16="http://schemas.microsoft.com/office/drawing/2014/main" id="{5C0CA853-F98D-428E-9731-5C8C1BE2F6B0}"/>
              </a:ext>
            </a:extLst>
          </p:cNvPr>
          <p:cNvSpPr>
            <a:spLocks noChangeArrowheads="1"/>
          </p:cNvSpPr>
          <p:nvPr/>
        </p:nvSpPr>
        <p:spPr bwMode="auto">
          <a:xfrm flipH="1">
            <a:off x="2393950" y="2322513"/>
            <a:ext cx="1003300" cy="336550"/>
          </a:xfrm>
          <a:prstGeom prst="parallelogram">
            <a:avLst>
              <a:gd name="adj" fmla="val 32461"/>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69" name="Line 49">
            <a:extLst>
              <a:ext uri="{FF2B5EF4-FFF2-40B4-BE49-F238E27FC236}">
                <a16:creationId xmlns:a16="http://schemas.microsoft.com/office/drawing/2014/main" id="{1958D6CF-8A76-49AB-AD79-35C5491EE045}"/>
              </a:ext>
            </a:extLst>
          </p:cNvPr>
          <p:cNvSpPr>
            <a:spLocks noChangeShapeType="1"/>
          </p:cNvSpPr>
          <p:nvPr/>
        </p:nvSpPr>
        <p:spPr bwMode="auto">
          <a:xfrm>
            <a:off x="2393950" y="2322513"/>
            <a:ext cx="0" cy="1538287"/>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70" name="Line 50">
            <a:extLst>
              <a:ext uri="{FF2B5EF4-FFF2-40B4-BE49-F238E27FC236}">
                <a16:creationId xmlns:a16="http://schemas.microsoft.com/office/drawing/2014/main" id="{FB54CC55-9A51-4731-B45F-24B0E2682967}"/>
              </a:ext>
            </a:extLst>
          </p:cNvPr>
          <p:cNvSpPr>
            <a:spLocks noChangeShapeType="1"/>
          </p:cNvSpPr>
          <p:nvPr/>
        </p:nvSpPr>
        <p:spPr bwMode="auto">
          <a:xfrm>
            <a:off x="2393950" y="3765550"/>
            <a:ext cx="3327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71" name="AutoShape 51" descr="Wide upward diagonal">
            <a:extLst>
              <a:ext uri="{FF2B5EF4-FFF2-40B4-BE49-F238E27FC236}">
                <a16:creationId xmlns:a16="http://schemas.microsoft.com/office/drawing/2014/main" id="{B2E9D0CA-0655-4997-832B-7922CF696E40}"/>
              </a:ext>
            </a:extLst>
          </p:cNvPr>
          <p:cNvSpPr>
            <a:spLocks noChangeArrowheads="1"/>
          </p:cNvSpPr>
          <p:nvPr/>
        </p:nvSpPr>
        <p:spPr bwMode="auto">
          <a:xfrm flipH="1">
            <a:off x="3397250" y="2659063"/>
            <a:ext cx="1001713" cy="336550"/>
          </a:xfrm>
          <a:prstGeom prst="parallelogram">
            <a:avLst>
              <a:gd name="adj" fmla="val 32410"/>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72" name="AutoShape 52" descr="Wide upward diagonal">
            <a:extLst>
              <a:ext uri="{FF2B5EF4-FFF2-40B4-BE49-F238E27FC236}">
                <a16:creationId xmlns:a16="http://schemas.microsoft.com/office/drawing/2014/main" id="{793E103E-8DF7-4D81-9DD6-196C421B70EF}"/>
              </a:ext>
            </a:extLst>
          </p:cNvPr>
          <p:cNvSpPr>
            <a:spLocks noChangeArrowheads="1"/>
          </p:cNvSpPr>
          <p:nvPr/>
        </p:nvSpPr>
        <p:spPr bwMode="auto">
          <a:xfrm flipH="1">
            <a:off x="4718050" y="3332163"/>
            <a:ext cx="1003300" cy="336550"/>
          </a:xfrm>
          <a:prstGeom prst="parallelogram">
            <a:avLst>
              <a:gd name="adj" fmla="val 32461"/>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73" name="Line 53">
            <a:extLst>
              <a:ext uri="{FF2B5EF4-FFF2-40B4-BE49-F238E27FC236}">
                <a16:creationId xmlns:a16="http://schemas.microsoft.com/office/drawing/2014/main" id="{50D04643-32C4-432F-9687-3F53A6D4276D}"/>
              </a:ext>
            </a:extLst>
          </p:cNvPr>
          <p:cNvSpPr>
            <a:spLocks noChangeShapeType="1"/>
          </p:cNvSpPr>
          <p:nvPr/>
        </p:nvSpPr>
        <p:spPr bwMode="auto">
          <a:xfrm>
            <a:off x="4445000" y="3044825"/>
            <a:ext cx="182563" cy="192088"/>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74" name="Text Box 54">
            <a:extLst>
              <a:ext uri="{FF2B5EF4-FFF2-40B4-BE49-F238E27FC236}">
                <a16:creationId xmlns:a16="http://schemas.microsoft.com/office/drawing/2014/main" id="{CFB0B330-D822-4082-84E0-1C160FCB9823}"/>
              </a:ext>
            </a:extLst>
          </p:cNvPr>
          <p:cNvSpPr txBox="1">
            <a:spLocks noChangeArrowheads="1"/>
          </p:cNvSpPr>
          <p:nvPr/>
        </p:nvSpPr>
        <p:spPr bwMode="auto">
          <a:xfrm>
            <a:off x="2667000" y="1938338"/>
            <a:ext cx="4476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200" i="1">
                <a:latin typeface="Times New Roman" panose="02020603050405020304" pitchFamily="18" charset="0"/>
              </a:rPr>
              <a:t>M/R</a:t>
            </a:r>
          </a:p>
        </p:txBody>
      </p:sp>
    </p:spTree>
  </p:cSld>
  <p:clrMapOvr>
    <a:masterClrMapping/>
  </p:clrMapOvr>
  <p:transition spd="med">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4AE9593D-E928-47FF-BB06-7A67849B37F2}"/>
              </a:ext>
            </a:extLst>
          </p:cNvPr>
          <p:cNvSpPr>
            <a:spLocks noGrp="1" noChangeArrowheads="1"/>
          </p:cNvSpPr>
          <p:nvPr>
            <p:ph type="title"/>
          </p:nvPr>
        </p:nvSpPr>
        <p:spPr>
          <a:xfrm>
            <a:off x="4205288" y="188913"/>
            <a:ext cx="3806825" cy="757237"/>
          </a:xfrm>
          <a:noFill/>
        </p:spPr>
        <p:txBody>
          <a:bodyPr/>
          <a:lstStyle/>
          <a:p>
            <a:pPr eaLnBrk="1" hangingPunct="1"/>
            <a:r>
              <a:rPr lang="zh-CN" altLang="en-US">
                <a:ea typeface="华文楷体" panose="02010600040101010101" pitchFamily="2" charset="-122"/>
              </a:rPr>
              <a:t>分组交换</a:t>
            </a:r>
          </a:p>
        </p:txBody>
      </p:sp>
      <p:sp>
        <p:nvSpPr>
          <p:cNvPr id="1179651" name="Text Box 3">
            <a:extLst>
              <a:ext uri="{FF2B5EF4-FFF2-40B4-BE49-F238E27FC236}">
                <a16:creationId xmlns:a16="http://schemas.microsoft.com/office/drawing/2014/main" id="{0F8A351D-0375-486B-9D2B-25F142F5416B}"/>
              </a:ext>
            </a:extLst>
          </p:cNvPr>
          <p:cNvSpPr txBox="1">
            <a:spLocks noChangeArrowheads="1"/>
          </p:cNvSpPr>
          <p:nvPr/>
        </p:nvSpPr>
        <p:spPr bwMode="auto">
          <a:xfrm>
            <a:off x="2251075" y="2428875"/>
            <a:ext cx="7170738" cy="116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
                <a:schemeClr val="hlink"/>
              </a:buClr>
              <a:buSzTx/>
              <a:buFont typeface="Wingdings" panose="05000000000000000000" pitchFamily="2" charset="2"/>
              <a:buChar char="Ø"/>
            </a:pPr>
            <a:r>
              <a:rPr lang="en-US" altLang="zh-CN" sz="2800" b="1">
                <a:latin typeface="华文楷体" panose="02010600040101010101" pitchFamily="2" charset="-122"/>
                <a:ea typeface="华文楷体" panose="02010600040101010101" pitchFamily="2" charset="-122"/>
              </a:rPr>
              <a:t>Datagram Packet Switching (</a:t>
            </a:r>
            <a:r>
              <a:rPr lang="zh-CN" altLang="en-US" sz="2800" b="1">
                <a:latin typeface="华文楷体" panose="02010600040101010101" pitchFamily="2" charset="-122"/>
                <a:ea typeface="华文楷体" panose="02010600040101010101" pitchFamily="2" charset="-122"/>
              </a:rPr>
              <a:t>数据报</a:t>
            </a:r>
            <a:r>
              <a:rPr lang="en-US" altLang="zh-CN" sz="2800" b="1">
                <a:latin typeface="华文楷体" panose="02010600040101010101" pitchFamily="2" charset="-122"/>
                <a:ea typeface="华文楷体" panose="02010600040101010101" pitchFamily="2" charset="-122"/>
              </a:rPr>
              <a:t>)</a:t>
            </a:r>
          </a:p>
          <a:p>
            <a:pPr eaLnBrk="1" hangingPunct="1">
              <a:spcBef>
                <a:spcPct val="50000"/>
              </a:spcBef>
              <a:buClr>
                <a:schemeClr val="hlink"/>
              </a:buClr>
              <a:buSzTx/>
              <a:buFont typeface="Wingdings" panose="05000000000000000000" pitchFamily="2" charset="2"/>
              <a:buChar char="Ø"/>
            </a:pPr>
            <a:r>
              <a:rPr lang="en-US" altLang="zh-CN" sz="2800" b="1">
                <a:latin typeface="华文楷体" panose="02010600040101010101" pitchFamily="2" charset="-122"/>
                <a:ea typeface="华文楷体" panose="02010600040101010101" pitchFamily="2" charset="-122"/>
              </a:rPr>
              <a:t>Virtual-Circuit Packet Switching (</a:t>
            </a:r>
            <a:r>
              <a:rPr lang="zh-CN" altLang="en-US" sz="2800" b="1">
                <a:latin typeface="华文楷体" panose="02010600040101010101" pitchFamily="2" charset="-122"/>
                <a:ea typeface="华文楷体" panose="02010600040101010101" pitchFamily="2" charset="-122"/>
              </a:rPr>
              <a:t>虚电路</a:t>
            </a:r>
            <a:r>
              <a:rPr lang="en-US" altLang="zh-CN" sz="2800" b="1">
                <a:latin typeface="华文楷体" panose="02010600040101010101" pitchFamily="2" charset="-122"/>
                <a:ea typeface="华文楷体" panose="02010600040101010101" pitchFamily="2" charset="-122"/>
              </a:rPr>
              <a: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79651">
                                            <p:txEl>
                                              <p:pRg st="0" end="0"/>
                                            </p:txEl>
                                          </p:spTgt>
                                        </p:tgtEl>
                                        <p:attrNameLst>
                                          <p:attrName>style.visibility</p:attrName>
                                        </p:attrNameLst>
                                      </p:cBhvr>
                                      <p:to>
                                        <p:strVal val="visible"/>
                                      </p:to>
                                    </p:set>
                                    <p:anim calcmode="lin" valueType="num">
                                      <p:cBhvr additive="base">
                                        <p:cTn id="7" dur="500" fill="hold"/>
                                        <p:tgtEl>
                                          <p:spTgt spid="117965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1796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179651">
                                            <p:txEl>
                                              <p:pRg st="1" end="1"/>
                                            </p:txEl>
                                          </p:spTgt>
                                        </p:tgtEl>
                                        <p:attrNameLst>
                                          <p:attrName>style.visibility</p:attrName>
                                        </p:attrNameLst>
                                      </p:cBhvr>
                                      <p:to>
                                        <p:strVal val="visible"/>
                                      </p:to>
                                    </p:set>
                                    <p:anim calcmode="lin" valueType="num">
                                      <p:cBhvr additive="base">
                                        <p:cTn id="13" dur="500" fill="hold"/>
                                        <p:tgtEl>
                                          <p:spTgt spid="117965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179651">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9651"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0674" name="Rectangle 2">
            <a:extLst>
              <a:ext uri="{FF2B5EF4-FFF2-40B4-BE49-F238E27FC236}">
                <a16:creationId xmlns:a16="http://schemas.microsoft.com/office/drawing/2014/main" id="{37F2B867-3A3A-4F52-A286-1DD56A6B3458}"/>
              </a:ext>
            </a:extLst>
          </p:cNvPr>
          <p:cNvSpPr>
            <a:spLocks noGrp="1" noChangeArrowheads="1"/>
          </p:cNvSpPr>
          <p:nvPr>
            <p:ph type="body" idx="1"/>
          </p:nvPr>
        </p:nvSpPr>
        <p:spPr>
          <a:xfrm>
            <a:off x="1758950" y="1382713"/>
            <a:ext cx="9099550" cy="3602037"/>
          </a:xfrm>
        </p:spPr>
        <p:txBody>
          <a:bodyPr lIns="91294" tIns="45647" rIns="91294" bIns="45647"/>
          <a:lstStyle/>
          <a:p>
            <a:pPr eaLnBrk="1" hangingPunct="1"/>
            <a:r>
              <a:rPr lang="zh-CN" altLang="en-US" sz="3600">
                <a:latin typeface="华文楷体" panose="02010600040101010101" pitchFamily="2" charset="-122"/>
                <a:ea typeface="华文楷体" panose="02010600040101010101" pitchFamily="2" charset="-122"/>
              </a:rPr>
              <a:t>每个分组单独传送</a:t>
            </a:r>
          </a:p>
          <a:p>
            <a:pPr eaLnBrk="1" hangingPunct="1"/>
            <a:r>
              <a:rPr lang="zh-CN" altLang="en-US" sz="3600">
                <a:latin typeface="华文楷体" panose="02010600040101010101" pitchFamily="2" charset="-122"/>
                <a:ea typeface="华文楷体" panose="02010600040101010101" pitchFamily="2" charset="-122"/>
              </a:rPr>
              <a:t>在每个分组头中均有目的地地址</a:t>
            </a:r>
          </a:p>
          <a:p>
            <a:pPr eaLnBrk="1" hangingPunct="1"/>
            <a:r>
              <a:rPr lang="zh-CN" altLang="en-US" sz="3600">
                <a:latin typeface="华文楷体" panose="02010600040101010101" pitchFamily="2" charset="-122"/>
                <a:ea typeface="华文楷体" panose="02010600040101010101" pitchFamily="2" charset="-122"/>
              </a:rPr>
              <a:t>不需要预先分配 </a:t>
            </a:r>
            <a:r>
              <a:rPr lang="en-US" altLang="zh-CN" sz="3600">
                <a:latin typeface="华文楷体" panose="02010600040101010101" pitchFamily="2" charset="-122"/>
                <a:ea typeface="华文楷体" panose="02010600040101010101" pitchFamily="2" charset="-122"/>
              </a:rPr>
              <a:t>(</a:t>
            </a:r>
            <a:r>
              <a:rPr lang="zh-CN" altLang="en-US" sz="3600">
                <a:latin typeface="华文楷体" panose="02010600040101010101" pitchFamily="2" charset="-122"/>
                <a:ea typeface="华文楷体" panose="02010600040101010101" pitchFamily="2" charset="-122"/>
              </a:rPr>
              <a:t>预约</a:t>
            </a:r>
            <a:r>
              <a:rPr lang="en-US" altLang="zh-CN" sz="3600">
                <a:latin typeface="华文楷体" panose="02010600040101010101" pitchFamily="2" charset="-122"/>
                <a:ea typeface="华文楷体" panose="02010600040101010101" pitchFamily="2" charset="-122"/>
              </a:rPr>
              <a:t>) </a:t>
            </a:r>
            <a:r>
              <a:rPr lang="zh-CN" altLang="en-US" sz="3600">
                <a:latin typeface="华文楷体" panose="02010600040101010101" pitchFamily="2" charset="-122"/>
                <a:ea typeface="华文楷体" panose="02010600040101010101" pitchFamily="2" charset="-122"/>
              </a:rPr>
              <a:t>资源</a:t>
            </a:r>
          </a:p>
          <a:p>
            <a:pPr eaLnBrk="1" hangingPunct="1"/>
            <a:r>
              <a:rPr lang="zh-CN" altLang="en-US" sz="3600">
                <a:latin typeface="华文楷体" panose="02010600040101010101" pitchFamily="2" charset="-122"/>
                <a:ea typeface="华文楷体" panose="02010600040101010101" pitchFamily="2" charset="-122"/>
              </a:rPr>
              <a:t>比如</a:t>
            </a:r>
            <a:r>
              <a:rPr lang="en-US" altLang="zh-CN" sz="3600">
                <a:latin typeface="华文楷体" panose="02010600040101010101" pitchFamily="2" charset="-122"/>
                <a:ea typeface="华文楷体" panose="02010600040101010101" pitchFamily="2" charset="-122"/>
              </a:rPr>
              <a:t>: IP networks </a:t>
            </a:r>
          </a:p>
          <a:p>
            <a:pPr eaLnBrk="1" hangingPunct="1">
              <a:buFont typeface="Wingdings" panose="05000000000000000000" pitchFamily="2" charset="2"/>
              <a:buNone/>
            </a:pPr>
            <a:r>
              <a:rPr lang="en-US" altLang="zh-CN" sz="3600">
                <a:latin typeface="华文楷体" panose="02010600040101010101" pitchFamily="2" charset="-122"/>
                <a:ea typeface="华文楷体" panose="02010600040101010101" pitchFamily="2" charset="-122"/>
              </a:rPr>
              <a:t>             </a:t>
            </a:r>
            <a:r>
              <a:rPr lang="zh-CN" altLang="en-US" sz="3600">
                <a:latin typeface="华文楷体" panose="02010600040101010101" pitchFamily="2" charset="-122"/>
                <a:ea typeface="华文楷体" panose="02010600040101010101" pitchFamily="2" charset="-122"/>
              </a:rPr>
              <a:t>发信   </a:t>
            </a:r>
          </a:p>
        </p:txBody>
      </p:sp>
      <p:sp>
        <p:nvSpPr>
          <p:cNvPr id="32771" name="Rectangle 3">
            <a:extLst>
              <a:ext uri="{FF2B5EF4-FFF2-40B4-BE49-F238E27FC236}">
                <a16:creationId xmlns:a16="http://schemas.microsoft.com/office/drawing/2014/main" id="{4E46F62A-D515-4A58-9EF2-A6F84C345B9C}"/>
              </a:ext>
            </a:extLst>
          </p:cNvPr>
          <p:cNvSpPr>
            <a:spLocks noGrp="1" noChangeArrowheads="1"/>
          </p:cNvSpPr>
          <p:nvPr>
            <p:ph type="title"/>
          </p:nvPr>
        </p:nvSpPr>
        <p:spPr>
          <a:xfrm>
            <a:off x="3159125" y="257175"/>
            <a:ext cx="5889625" cy="650875"/>
          </a:xfrm>
          <a:noFill/>
        </p:spPr>
        <p:txBody>
          <a:bodyPr/>
          <a:lstStyle/>
          <a:p>
            <a:pPr eaLnBrk="1" hangingPunct="1"/>
            <a:r>
              <a:rPr lang="zh-CN" altLang="en-US">
                <a:ea typeface="华文楷体" panose="02010600040101010101" pitchFamily="2" charset="-122"/>
              </a:rPr>
              <a:t>数据报交换</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80674">
                                            <p:txEl>
                                              <p:pRg st="0" end="0"/>
                                            </p:txEl>
                                          </p:spTgt>
                                        </p:tgtEl>
                                        <p:attrNameLst>
                                          <p:attrName>style.visibility</p:attrName>
                                        </p:attrNameLst>
                                      </p:cBhvr>
                                      <p:to>
                                        <p:strVal val="visible"/>
                                      </p:to>
                                    </p:set>
                                    <p:anim calcmode="lin" valueType="num">
                                      <p:cBhvr additive="base">
                                        <p:cTn id="7" dur="500" fill="hold"/>
                                        <p:tgtEl>
                                          <p:spTgt spid="118067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18067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180674">
                                            <p:txEl>
                                              <p:pRg st="1" end="1"/>
                                            </p:txEl>
                                          </p:spTgt>
                                        </p:tgtEl>
                                        <p:attrNameLst>
                                          <p:attrName>style.visibility</p:attrName>
                                        </p:attrNameLst>
                                      </p:cBhvr>
                                      <p:to>
                                        <p:strVal val="visible"/>
                                      </p:to>
                                    </p:set>
                                    <p:anim calcmode="lin" valueType="num">
                                      <p:cBhvr additive="base">
                                        <p:cTn id="13" dur="500" fill="hold"/>
                                        <p:tgtEl>
                                          <p:spTgt spid="118067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18067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180674">
                                            <p:txEl>
                                              <p:pRg st="2" end="2"/>
                                            </p:txEl>
                                          </p:spTgt>
                                        </p:tgtEl>
                                        <p:attrNameLst>
                                          <p:attrName>style.visibility</p:attrName>
                                        </p:attrNameLst>
                                      </p:cBhvr>
                                      <p:to>
                                        <p:strVal val="visible"/>
                                      </p:to>
                                    </p:set>
                                    <p:anim calcmode="lin" valueType="num">
                                      <p:cBhvr additive="base">
                                        <p:cTn id="19" dur="500" fill="hold"/>
                                        <p:tgtEl>
                                          <p:spTgt spid="1180674">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18067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180674">
                                            <p:txEl>
                                              <p:pRg st="3" end="3"/>
                                            </p:txEl>
                                          </p:spTgt>
                                        </p:tgtEl>
                                        <p:attrNameLst>
                                          <p:attrName>style.visibility</p:attrName>
                                        </p:attrNameLst>
                                      </p:cBhvr>
                                      <p:to>
                                        <p:strVal val="visible"/>
                                      </p:to>
                                    </p:set>
                                    <p:anim calcmode="lin" valueType="num">
                                      <p:cBhvr additive="base">
                                        <p:cTn id="25" dur="500" fill="hold"/>
                                        <p:tgtEl>
                                          <p:spTgt spid="1180674">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18067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180674">
                                            <p:txEl>
                                              <p:pRg st="4" end="4"/>
                                            </p:txEl>
                                          </p:spTgt>
                                        </p:tgtEl>
                                        <p:attrNameLst>
                                          <p:attrName>style.visibility</p:attrName>
                                        </p:attrNameLst>
                                      </p:cBhvr>
                                      <p:to>
                                        <p:strVal val="visible"/>
                                      </p:to>
                                    </p:set>
                                    <p:anim calcmode="lin" valueType="num">
                                      <p:cBhvr additive="base">
                                        <p:cTn id="31" dur="500" fill="hold"/>
                                        <p:tgtEl>
                                          <p:spTgt spid="1180674">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180674">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0674"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F3CA4B0A-A606-4EBC-B60C-A39ABA3DF65F}"/>
              </a:ext>
            </a:extLst>
          </p:cNvPr>
          <p:cNvSpPr>
            <a:spLocks noGrp="1" noChangeArrowheads="1"/>
          </p:cNvSpPr>
          <p:nvPr>
            <p:ph type="title"/>
          </p:nvPr>
        </p:nvSpPr>
        <p:spPr>
          <a:xfrm>
            <a:off x="3779838" y="188913"/>
            <a:ext cx="4611687" cy="730250"/>
          </a:xfrm>
          <a:noFill/>
        </p:spPr>
        <p:txBody>
          <a:bodyPr/>
          <a:lstStyle/>
          <a:p>
            <a:pPr eaLnBrk="1" hangingPunct="1"/>
            <a:r>
              <a:rPr lang="zh-CN" altLang="en-US">
                <a:ea typeface="华文楷体" panose="02010600040101010101" pitchFamily="2" charset="-122"/>
              </a:rPr>
              <a:t>数据报交换</a:t>
            </a:r>
          </a:p>
        </p:txBody>
      </p:sp>
      <p:sp>
        <p:nvSpPr>
          <p:cNvPr id="33795" name="Line 3">
            <a:extLst>
              <a:ext uri="{FF2B5EF4-FFF2-40B4-BE49-F238E27FC236}">
                <a16:creationId xmlns:a16="http://schemas.microsoft.com/office/drawing/2014/main" id="{B32E5457-1571-420A-8577-184B80FE9485}"/>
              </a:ext>
            </a:extLst>
          </p:cNvPr>
          <p:cNvSpPr>
            <a:spLocks noChangeShapeType="1"/>
          </p:cNvSpPr>
          <p:nvPr/>
        </p:nvSpPr>
        <p:spPr bwMode="auto">
          <a:xfrm>
            <a:off x="2278063" y="2503488"/>
            <a:ext cx="1066800" cy="381000"/>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6" name="Line 4">
            <a:extLst>
              <a:ext uri="{FF2B5EF4-FFF2-40B4-BE49-F238E27FC236}">
                <a16:creationId xmlns:a16="http://schemas.microsoft.com/office/drawing/2014/main" id="{63D9291F-3271-4801-A574-18B266894F79}"/>
              </a:ext>
            </a:extLst>
          </p:cNvPr>
          <p:cNvSpPr>
            <a:spLocks noChangeShapeType="1"/>
          </p:cNvSpPr>
          <p:nvPr/>
        </p:nvSpPr>
        <p:spPr bwMode="auto">
          <a:xfrm flipV="1">
            <a:off x="2278063" y="4522788"/>
            <a:ext cx="1066800" cy="592137"/>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7" name="Text Box 5">
            <a:extLst>
              <a:ext uri="{FF2B5EF4-FFF2-40B4-BE49-F238E27FC236}">
                <a16:creationId xmlns:a16="http://schemas.microsoft.com/office/drawing/2014/main" id="{87548576-6FE4-4990-9EF8-9935ADC729F6}"/>
              </a:ext>
            </a:extLst>
          </p:cNvPr>
          <p:cNvSpPr txBox="1">
            <a:spLocks noChangeArrowheads="1"/>
          </p:cNvSpPr>
          <p:nvPr/>
        </p:nvSpPr>
        <p:spPr bwMode="auto">
          <a:xfrm>
            <a:off x="5875338" y="1520825"/>
            <a:ext cx="730250" cy="304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Host C</a:t>
            </a:r>
          </a:p>
        </p:txBody>
      </p:sp>
      <p:grpSp>
        <p:nvGrpSpPr>
          <p:cNvPr id="33798" name="Group 6">
            <a:extLst>
              <a:ext uri="{FF2B5EF4-FFF2-40B4-BE49-F238E27FC236}">
                <a16:creationId xmlns:a16="http://schemas.microsoft.com/office/drawing/2014/main" id="{1FC982BA-2401-4FD2-9B75-CB5357663097}"/>
              </a:ext>
            </a:extLst>
          </p:cNvPr>
          <p:cNvGrpSpPr>
            <a:grpSpLocks/>
          </p:cNvGrpSpPr>
          <p:nvPr/>
        </p:nvGrpSpPr>
        <p:grpSpPr bwMode="auto">
          <a:xfrm>
            <a:off x="2266950" y="1758950"/>
            <a:ext cx="7691438" cy="3581400"/>
            <a:chOff x="587" y="1150"/>
            <a:chExt cx="4845" cy="2256"/>
          </a:xfrm>
        </p:grpSpPr>
        <p:sp>
          <p:nvSpPr>
            <p:cNvPr id="33799" name="Freeform 7">
              <a:extLst>
                <a:ext uri="{FF2B5EF4-FFF2-40B4-BE49-F238E27FC236}">
                  <a16:creationId xmlns:a16="http://schemas.microsoft.com/office/drawing/2014/main" id="{B1198C27-3E09-4E08-BE28-2CC16BD5CA88}"/>
                </a:ext>
              </a:extLst>
            </p:cNvPr>
            <p:cNvSpPr>
              <a:spLocks noEditPoints="1"/>
            </p:cNvSpPr>
            <p:nvPr/>
          </p:nvSpPr>
          <p:spPr bwMode="auto">
            <a:xfrm>
              <a:off x="1137" y="1807"/>
              <a:ext cx="1500" cy="22"/>
            </a:xfrm>
            <a:custGeom>
              <a:avLst/>
              <a:gdLst>
                <a:gd name="T0" fmla="*/ 1500 w 1500"/>
                <a:gd name="T1" fmla="*/ 10 h 22"/>
                <a:gd name="T2" fmla="*/ 1498 w 1500"/>
                <a:gd name="T3" fmla="*/ 2 h 22"/>
                <a:gd name="T4" fmla="*/ 1490 w 1500"/>
                <a:gd name="T5" fmla="*/ 0 h 22"/>
                <a:gd name="T6" fmla="*/ 1482 w 1500"/>
                <a:gd name="T7" fmla="*/ 2 h 22"/>
                <a:gd name="T8" fmla="*/ 1478 w 1500"/>
                <a:gd name="T9" fmla="*/ 10 h 22"/>
                <a:gd name="T10" fmla="*/ 1482 w 1500"/>
                <a:gd name="T11" fmla="*/ 18 h 22"/>
                <a:gd name="T12" fmla="*/ 1490 w 1500"/>
                <a:gd name="T13" fmla="*/ 22 h 22"/>
                <a:gd name="T14" fmla="*/ 1498 w 1500"/>
                <a:gd name="T15" fmla="*/ 18 h 22"/>
                <a:gd name="T16" fmla="*/ 1500 w 1500"/>
                <a:gd name="T17" fmla="*/ 10 h 22"/>
                <a:gd name="T18" fmla="*/ 0 w 1500"/>
                <a:gd name="T19" fmla="*/ 10 h 22"/>
                <a:gd name="T20" fmla="*/ 2 w 1500"/>
                <a:gd name="T21" fmla="*/ 18 h 22"/>
                <a:gd name="T22" fmla="*/ 10 w 1500"/>
                <a:gd name="T23" fmla="*/ 22 h 22"/>
                <a:gd name="T24" fmla="*/ 18 w 1500"/>
                <a:gd name="T25" fmla="*/ 18 h 22"/>
                <a:gd name="T26" fmla="*/ 21 w 1500"/>
                <a:gd name="T27" fmla="*/ 10 h 22"/>
                <a:gd name="T28" fmla="*/ 18 w 1500"/>
                <a:gd name="T29" fmla="*/ 2 h 22"/>
                <a:gd name="T30" fmla="*/ 10 w 1500"/>
                <a:gd name="T31" fmla="*/ 0 h 22"/>
                <a:gd name="T32" fmla="*/ 2 w 1500"/>
                <a:gd name="T33" fmla="*/ 2 h 22"/>
                <a:gd name="T34" fmla="*/ 0 w 1500"/>
                <a:gd name="T35" fmla="*/ 10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500" h="22">
                  <a:moveTo>
                    <a:pt x="1500" y="10"/>
                  </a:moveTo>
                  <a:lnTo>
                    <a:pt x="1498" y="2"/>
                  </a:lnTo>
                  <a:lnTo>
                    <a:pt x="1490" y="0"/>
                  </a:lnTo>
                  <a:lnTo>
                    <a:pt x="1482" y="2"/>
                  </a:lnTo>
                  <a:lnTo>
                    <a:pt x="1478" y="10"/>
                  </a:lnTo>
                  <a:lnTo>
                    <a:pt x="1482" y="18"/>
                  </a:lnTo>
                  <a:lnTo>
                    <a:pt x="1490" y="22"/>
                  </a:lnTo>
                  <a:lnTo>
                    <a:pt x="1498" y="18"/>
                  </a:lnTo>
                  <a:lnTo>
                    <a:pt x="1500" y="10"/>
                  </a:lnTo>
                  <a:close/>
                  <a:moveTo>
                    <a:pt x="0" y="10"/>
                  </a:moveTo>
                  <a:lnTo>
                    <a:pt x="2" y="18"/>
                  </a:lnTo>
                  <a:lnTo>
                    <a:pt x="10" y="22"/>
                  </a:lnTo>
                  <a:lnTo>
                    <a:pt x="18" y="18"/>
                  </a:lnTo>
                  <a:lnTo>
                    <a:pt x="21" y="10"/>
                  </a:lnTo>
                  <a:lnTo>
                    <a:pt x="18" y="2"/>
                  </a:lnTo>
                  <a:lnTo>
                    <a:pt x="10" y="0"/>
                  </a:lnTo>
                  <a:lnTo>
                    <a:pt x="2" y="2"/>
                  </a:lnTo>
                  <a:lnTo>
                    <a:pt x="0" y="10"/>
                  </a:lnTo>
                  <a:close/>
                </a:path>
              </a:pathLst>
            </a:custGeom>
            <a:solidFill>
              <a:srgbClr val="FFFFFF"/>
            </a:solidFill>
            <a:ln w="28575">
              <a:solidFill>
                <a:srgbClr val="FFFFFF"/>
              </a:solidFill>
              <a:prstDash val="solid"/>
              <a:round/>
              <a:headEnd/>
              <a:tailEnd/>
            </a:ln>
          </p:spPr>
          <p:txBody>
            <a:bodyPr/>
            <a:lstStyle/>
            <a:p>
              <a:endParaRPr lang="zh-CN" altLang="en-US"/>
            </a:p>
          </p:txBody>
        </p:sp>
        <p:sp>
          <p:nvSpPr>
            <p:cNvPr id="33800" name="Line 8">
              <a:extLst>
                <a:ext uri="{FF2B5EF4-FFF2-40B4-BE49-F238E27FC236}">
                  <a16:creationId xmlns:a16="http://schemas.microsoft.com/office/drawing/2014/main" id="{64D72271-14B1-44EC-911A-CDCC318E7901}"/>
                </a:ext>
              </a:extLst>
            </p:cNvPr>
            <p:cNvSpPr>
              <a:spLocks noChangeShapeType="1"/>
            </p:cNvSpPr>
            <p:nvPr/>
          </p:nvSpPr>
          <p:spPr bwMode="auto">
            <a:xfrm flipH="1">
              <a:off x="1158" y="1817"/>
              <a:ext cx="1457" cy="1"/>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1" name="Freeform 9">
              <a:extLst>
                <a:ext uri="{FF2B5EF4-FFF2-40B4-BE49-F238E27FC236}">
                  <a16:creationId xmlns:a16="http://schemas.microsoft.com/office/drawing/2014/main" id="{B7FC9B67-FDE2-4DCB-B58F-5D2EC562ED7B}"/>
                </a:ext>
              </a:extLst>
            </p:cNvPr>
            <p:cNvSpPr>
              <a:spLocks noEditPoints="1"/>
            </p:cNvSpPr>
            <p:nvPr/>
          </p:nvSpPr>
          <p:spPr bwMode="auto">
            <a:xfrm>
              <a:off x="1137" y="2456"/>
              <a:ext cx="1500" cy="403"/>
            </a:xfrm>
            <a:custGeom>
              <a:avLst/>
              <a:gdLst>
                <a:gd name="T0" fmla="*/ 0 w 1500"/>
                <a:gd name="T1" fmla="*/ 395 h 403"/>
                <a:gd name="T2" fmla="*/ 4 w 1500"/>
                <a:gd name="T3" fmla="*/ 403 h 403"/>
                <a:gd name="T4" fmla="*/ 14 w 1500"/>
                <a:gd name="T5" fmla="*/ 403 h 403"/>
                <a:gd name="T6" fmla="*/ 20 w 1500"/>
                <a:gd name="T7" fmla="*/ 399 h 403"/>
                <a:gd name="T8" fmla="*/ 21 w 1500"/>
                <a:gd name="T9" fmla="*/ 391 h 403"/>
                <a:gd name="T10" fmla="*/ 16 w 1500"/>
                <a:gd name="T11" fmla="*/ 383 h 403"/>
                <a:gd name="T12" fmla="*/ 8 w 1500"/>
                <a:gd name="T13" fmla="*/ 381 h 403"/>
                <a:gd name="T14" fmla="*/ 0 w 1500"/>
                <a:gd name="T15" fmla="*/ 387 h 403"/>
                <a:gd name="T16" fmla="*/ 0 w 1500"/>
                <a:gd name="T17" fmla="*/ 395 h 403"/>
                <a:gd name="T18" fmla="*/ 1500 w 1500"/>
                <a:gd name="T19" fmla="*/ 8 h 403"/>
                <a:gd name="T20" fmla="*/ 1496 w 1500"/>
                <a:gd name="T21" fmla="*/ 2 h 403"/>
                <a:gd name="T22" fmla="*/ 1486 w 1500"/>
                <a:gd name="T23" fmla="*/ 0 h 403"/>
                <a:gd name="T24" fmla="*/ 1480 w 1500"/>
                <a:gd name="T25" fmla="*/ 6 h 403"/>
                <a:gd name="T26" fmla="*/ 1478 w 1500"/>
                <a:gd name="T27" fmla="*/ 14 h 403"/>
                <a:gd name="T28" fmla="*/ 1484 w 1500"/>
                <a:gd name="T29" fmla="*/ 22 h 403"/>
                <a:gd name="T30" fmla="*/ 1492 w 1500"/>
                <a:gd name="T31" fmla="*/ 22 h 403"/>
                <a:gd name="T32" fmla="*/ 1500 w 1500"/>
                <a:gd name="T33" fmla="*/ 18 h 403"/>
                <a:gd name="T34" fmla="*/ 1500 w 1500"/>
                <a:gd name="T35" fmla="*/ 8 h 40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500" h="403">
                  <a:moveTo>
                    <a:pt x="0" y="395"/>
                  </a:moveTo>
                  <a:lnTo>
                    <a:pt x="4" y="403"/>
                  </a:lnTo>
                  <a:lnTo>
                    <a:pt x="14" y="403"/>
                  </a:lnTo>
                  <a:lnTo>
                    <a:pt x="20" y="399"/>
                  </a:lnTo>
                  <a:lnTo>
                    <a:pt x="21" y="391"/>
                  </a:lnTo>
                  <a:lnTo>
                    <a:pt x="16" y="383"/>
                  </a:lnTo>
                  <a:lnTo>
                    <a:pt x="8" y="381"/>
                  </a:lnTo>
                  <a:lnTo>
                    <a:pt x="0" y="387"/>
                  </a:lnTo>
                  <a:lnTo>
                    <a:pt x="0" y="395"/>
                  </a:lnTo>
                  <a:close/>
                  <a:moveTo>
                    <a:pt x="1500" y="8"/>
                  </a:moveTo>
                  <a:lnTo>
                    <a:pt x="1496" y="2"/>
                  </a:lnTo>
                  <a:lnTo>
                    <a:pt x="1486" y="0"/>
                  </a:lnTo>
                  <a:lnTo>
                    <a:pt x="1480" y="6"/>
                  </a:lnTo>
                  <a:lnTo>
                    <a:pt x="1478" y="14"/>
                  </a:lnTo>
                  <a:lnTo>
                    <a:pt x="1484" y="22"/>
                  </a:lnTo>
                  <a:lnTo>
                    <a:pt x="1492" y="22"/>
                  </a:lnTo>
                  <a:lnTo>
                    <a:pt x="1500" y="18"/>
                  </a:lnTo>
                  <a:lnTo>
                    <a:pt x="1500" y="8"/>
                  </a:lnTo>
                  <a:close/>
                </a:path>
              </a:pathLst>
            </a:custGeom>
            <a:solidFill>
              <a:srgbClr val="FFFFFF"/>
            </a:solidFill>
            <a:ln w="28575">
              <a:solidFill>
                <a:srgbClr val="FFFFFF"/>
              </a:solidFill>
              <a:prstDash val="solid"/>
              <a:round/>
              <a:headEnd/>
              <a:tailEnd/>
            </a:ln>
          </p:spPr>
          <p:txBody>
            <a:bodyPr/>
            <a:lstStyle/>
            <a:p>
              <a:endParaRPr lang="zh-CN" altLang="en-US"/>
            </a:p>
          </p:txBody>
        </p:sp>
        <p:sp>
          <p:nvSpPr>
            <p:cNvPr id="33802" name="Line 10">
              <a:extLst>
                <a:ext uri="{FF2B5EF4-FFF2-40B4-BE49-F238E27FC236}">
                  <a16:creationId xmlns:a16="http://schemas.microsoft.com/office/drawing/2014/main" id="{051DD028-B87E-4498-B60C-BD07DB4AE242}"/>
                </a:ext>
              </a:extLst>
            </p:cNvPr>
            <p:cNvSpPr>
              <a:spLocks noChangeShapeType="1"/>
            </p:cNvSpPr>
            <p:nvPr/>
          </p:nvSpPr>
          <p:spPr bwMode="auto">
            <a:xfrm flipV="1">
              <a:off x="1158" y="2470"/>
              <a:ext cx="1457" cy="377"/>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3" name="Freeform 11">
              <a:extLst>
                <a:ext uri="{FF2B5EF4-FFF2-40B4-BE49-F238E27FC236}">
                  <a16:creationId xmlns:a16="http://schemas.microsoft.com/office/drawing/2014/main" id="{81D18E58-70AB-45F8-B5D6-5458B3F9225F}"/>
                </a:ext>
              </a:extLst>
            </p:cNvPr>
            <p:cNvSpPr>
              <a:spLocks noEditPoints="1"/>
            </p:cNvSpPr>
            <p:nvPr/>
          </p:nvSpPr>
          <p:spPr bwMode="auto">
            <a:xfrm>
              <a:off x="1137" y="2837"/>
              <a:ext cx="1500" cy="381"/>
            </a:xfrm>
            <a:custGeom>
              <a:avLst/>
              <a:gdLst>
                <a:gd name="T0" fmla="*/ 0 w 1500"/>
                <a:gd name="T1" fmla="*/ 10 h 381"/>
                <a:gd name="T2" fmla="*/ 2 w 1500"/>
                <a:gd name="T3" fmla="*/ 18 h 381"/>
                <a:gd name="T4" fmla="*/ 8 w 1500"/>
                <a:gd name="T5" fmla="*/ 22 h 381"/>
                <a:gd name="T6" fmla="*/ 16 w 1500"/>
                <a:gd name="T7" fmla="*/ 22 h 381"/>
                <a:gd name="T8" fmla="*/ 21 w 1500"/>
                <a:gd name="T9" fmla="*/ 14 h 381"/>
                <a:gd name="T10" fmla="*/ 20 w 1500"/>
                <a:gd name="T11" fmla="*/ 6 h 381"/>
                <a:gd name="T12" fmla="*/ 14 w 1500"/>
                <a:gd name="T13" fmla="*/ 0 h 381"/>
                <a:gd name="T14" fmla="*/ 4 w 1500"/>
                <a:gd name="T15" fmla="*/ 2 h 381"/>
                <a:gd name="T16" fmla="*/ 0 w 1500"/>
                <a:gd name="T17" fmla="*/ 10 h 381"/>
                <a:gd name="T18" fmla="*/ 1500 w 1500"/>
                <a:gd name="T19" fmla="*/ 373 h 381"/>
                <a:gd name="T20" fmla="*/ 1500 w 1500"/>
                <a:gd name="T21" fmla="*/ 365 h 381"/>
                <a:gd name="T22" fmla="*/ 1492 w 1500"/>
                <a:gd name="T23" fmla="*/ 359 h 381"/>
                <a:gd name="T24" fmla="*/ 1484 w 1500"/>
                <a:gd name="T25" fmla="*/ 361 h 381"/>
                <a:gd name="T26" fmla="*/ 1478 w 1500"/>
                <a:gd name="T27" fmla="*/ 369 h 381"/>
                <a:gd name="T28" fmla="*/ 1480 w 1500"/>
                <a:gd name="T29" fmla="*/ 377 h 381"/>
                <a:gd name="T30" fmla="*/ 1486 w 1500"/>
                <a:gd name="T31" fmla="*/ 381 h 381"/>
                <a:gd name="T32" fmla="*/ 1496 w 1500"/>
                <a:gd name="T33" fmla="*/ 381 h 381"/>
                <a:gd name="T34" fmla="*/ 1500 w 1500"/>
                <a:gd name="T35" fmla="*/ 373 h 3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500" h="381">
                  <a:moveTo>
                    <a:pt x="0" y="10"/>
                  </a:moveTo>
                  <a:lnTo>
                    <a:pt x="2" y="18"/>
                  </a:lnTo>
                  <a:lnTo>
                    <a:pt x="8" y="22"/>
                  </a:lnTo>
                  <a:lnTo>
                    <a:pt x="16" y="22"/>
                  </a:lnTo>
                  <a:lnTo>
                    <a:pt x="21" y="14"/>
                  </a:lnTo>
                  <a:lnTo>
                    <a:pt x="20" y="6"/>
                  </a:lnTo>
                  <a:lnTo>
                    <a:pt x="14" y="0"/>
                  </a:lnTo>
                  <a:lnTo>
                    <a:pt x="4" y="2"/>
                  </a:lnTo>
                  <a:lnTo>
                    <a:pt x="0" y="10"/>
                  </a:lnTo>
                  <a:close/>
                  <a:moveTo>
                    <a:pt x="1500" y="373"/>
                  </a:moveTo>
                  <a:lnTo>
                    <a:pt x="1500" y="365"/>
                  </a:lnTo>
                  <a:lnTo>
                    <a:pt x="1492" y="359"/>
                  </a:lnTo>
                  <a:lnTo>
                    <a:pt x="1484" y="361"/>
                  </a:lnTo>
                  <a:lnTo>
                    <a:pt x="1478" y="369"/>
                  </a:lnTo>
                  <a:lnTo>
                    <a:pt x="1480" y="377"/>
                  </a:lnTo>
                  <a:lnTo>
                    <a:pt x="1486" y="381"/>
                  </a:lnTo>
                  <a:lnTo>
                    <a:pt x="1496" y="381"/>
                  </a:lnTo>
                  <a:lnTo>
                    <a:pt x="1500" y="373"/>
                  </a:lnTo>
                  <a:close/>
                </a:path>
              </a:pathLst>
            </a:custGeom>
            <a:solidFill>
              <a:srgbClr val="FFFFFF"/>
            </a:solidFill>
            <a:ln w="28575">
              <a:solidFill>
                <a:srgbClr val="FFFFFF"/>
              </a:solidFill>
              <a:prstDash val="solid"/>
              <a:round/>
              <a:headEnd/>
              <a:tailEnd/>
            </a:ln>
          </p:spPr>
          <p:txBody>
            <a:bodyPr/>
            <a:lstStyle/>
            <a:p>
              <a:endParaRPr lang="zh-CN" altLang="en-US"/>
            </a:p>
          </p:txBody>
        </p:sp>
        <p:sp>
          <p:nvSpPr>
            <p:cNvPr id="33804" name="Line 12">
              <a:extLst>
                <a:ext uri="{FF2B5EF4-FFF2-40B4-BE49-F238E27FC236}">
                  <a16:creationId xmlns:a16="http://schemas.microsoft.com/office/drawing/2014/main" id="{70213DC8-CB5A-4786-8CD1-06B351C0B153}"/>
                </a:ext>
              </a:extLst>
            </p:cNvPr>
            <p:cNvSpPr>
              <a:spLocks noChangeShapeType="1"/>
            </p:cNvSpPr>
            <p:nvPr/>
          </p:nvSpPr>
          <p:spPr bwMode="auto">
            <a:xfrm>
              <a:off x="1158" y="2851"/>
              <a:ext cx="1457" cy="355"/>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5" name="Freeform 13">
              <a:extLst>
                <a:ext uri="{FF2B5EF4-FFF2-40B4-BE49-F238E27FC236}">
                  <a16:creationId xmlns:a16="http://schemas.microsoft.com/office/drawing/2014/main" id="{E258B8F2-3D28-4C7E-A8FA-33371214ECCF}"/>
                </a:ext>
              </a:extLst>
            </p:cNvPr>
            <p:cNvSpPr>
              <a:spLocks noEditPoints="1"/>
            </p:cNvSpPr>
            <p:nvPr/>
          </p:nvSpPr>
          <p:spPr bwMode="auto">
            <a:xfrm>
              <a:off x="2615" y="1807"/>
              <a:ext cx="1660" cy="291"/>
            </a:xfrm>
            <a:custGeom>
              <a:avLst/>
              <a:gdLst>
                <a:gd name="T0" fmla="*/ 0 w 1660"/>
                <a:gd name="T1" fmla="*/ 10 h 291"/>
                <a:gd name="T2" fmla="*/ 2 w 1660"/>
                <a:gd name="T3" fmla="*/ 18 h 291"/>
                <a:gd name="T4" fmla="*/ 10 w 1660"/>
                <a:gd name="T5" fmla="*/ 22 h 291"/>
                <a:gd name="T6" fmla="*/ 18 w 1660"/>
                <a:gd name="T7" fmla="*/ 20 h 291"/>
                <a:gd name="T8" fmla="*/ 22 w 1660"/>
                <a:gd name="T9" fmla="*/ 12 h 291"/>
                <a:gd name="T10" fmla="*/ 20 w 1660"/>
                <a:gd name="T11" fmla="*/ 4 h 291"/>
                <a:gd name="T12" fmla="*/ 14 w 1660"/>
                <a:gd name="T13" fmla="*/ 0 h 291"/>
                <a:gd name="T14" fmla="*/ 6 w 1660"/>
                <a:gd name="T15" fmla="*/ 2 h 291"/>
                <a:gd name="T16" fmla="*/ 0 w 1660"/>
                <a:gd name="T17" fmla="*/ 10 h 291"/>
                <a:gd name="T18" fmla="*/ 1660 w 1660"/>
                <a:gd name="T19" fmla="*/ 281 h 291"/>
                <a:gd name="T20" fmla="*/ 1658 w 1660"/>
                <a:gd name="T21" fmla="*/ 273 h 291"/>
                <a:gd name="T22" fmla="*/ 1650 w 1660"/>
                <a:gd name="T23" fmla="*/ 269 h 291"/>
                <a:gd name="T24" fmla="*/ 1642 w 1660"/>
                <a:gd name="T25" fmla="*/ 271 h 291"/>
                <a:gd name="T26" fmla="*/ 1638 w 1660"/>
                <a:gd name="T27" fmla="*/ 279 h 291"/>
                <a:gd name="T28" fmla="*/ 1638 w 1660"/>
                <a:gd name="T29" fmla="*/ 287 h 291"/>
                <a:gd name="T30" fmla="*/ 1646 w 1660"/>
                <a:gd name="T31" fmla="*/ 291 h 291"/>
                <a:gd name="T32" fmla="*/ 1654 w 1660"/>
                <a:gd name="T33" fmla="*/ 289 h 291"/>
                <a:gd name="T34" fmla="*/ 1660 w 1660"/>
                <a:gd name="T35" fmla="*/ 281 h 29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660" h="291">
                  <a:moveTo>
                    <a:pt x="0" y="10"/>
                  </a:moveTo>
                  <a:lnTo>
                    <a:pt x="2" y="18"/>
                  </a:lnTo>
                  <a:lnTo>
                    <a:pt x="10" y="22"/>
                  </a:lnTo>
                  <a:lnTo>
                    <a:pt x="18" y="20"/>
                  </a:lnTo>
                  <a:lnTo>
                    <a:pt x="22" y="12"/>
                  </a:lnTo>
                  <a:lnTo>
                    <a:pt x="20" y="4"/>
                  </a:lnTo>
                  <a:lnTo>
                    <a:pt x="14" y="0"/>
                  </a:lnTo>
                  <a:lnTo>
                    <a:pt x="6" y="2"/>
                  </a:lnTo>
                  <a:lnTo>
                    <a:pt x="0" y="10"/>
                  </a:lnTo>
                  <a:close/>
                  <a:moveTo>
                    <a:pt x="1660" y="281"/>
                  </a:moveTo>
                  <a:lnTo>
                    <a:pt x="1658" y="273"/>
                  </a:lnTo>
                  <a:lnTo>
                    <a:pt x="1650" y="269"/>
                  </a:lnTo>
                  <a:lnTo>
                    <a:pt x="1642" y="271"/>
                  </a:lnTo>
                  <a:lnTo>
                    <a:pt x="1638" y="279"/>
                  </a:lnTo>
                  <a:lnTo>
                    <a:pt x="1638" y="287"/>
                  </a:lnTo>
                  <a:lnTo>
                    <a:pt x="1646" y="291"/>
                  </a:lnTo>
                  <a:lnTo>
                    <a:pt x="1654" y="289"/>
                  </a:lnTo>
                  <a:lnTo>
                    <a:pt x="1660" y="281"/>
                  </a:lnTo>
                  <a:close/>
                </a:path>
              </a:pathLst>
            </a:custGeom>
            <a:solidFill>
              <a:srgbClr val="FFFFFF"/>
            </a:solidFill>
            <a:ln w="28575">
              <a:solidFill>
                <a:srgbClr val="FFFFFF"/>
              </a:solidFill>
              <a:prstDash val="solid"/>
              <a:round/>
              <a:headEnd/>
              <a:tailEnd/>
            </a:ln>
          </p:spPr>
          <p:txBody>
            <a:bodyPr/>
            <a:lstStyle/>
            <a:p>
              <a:endParaRPr lang="zh-CN" altLang="en-US"/>
            </a:p>
          </p:txBody>
        </p:sp>
        <p:sp>
          <p:nvSpPr>
            <p:cNvPr id="33806" name="Line 14">
              <a:extLst>
                <a:ext uri="{FF2B5EF4-FFF2-40B4-BE49-F238E27FC236}">
                  <a16:creationId xmlns:a16="http://schemas.microsoft.com/office/drawing/2014/main" id="{5E8D2096-B154-4751-A750-0510C4D8720D}"/>
                </a:ext>
              </a:extLst>
            </p:cNvPr>
            <p:cNvSpPr>
              <a:spLocks noChangeShapeType="1"/>
            </p:cNvSpPr>
            <p:nvPr/>
          </p:nvSpPr>
          <p:spPr bwMode="auto">
            <a:xfrm>
              <a:off x="2637" y="1819"/>
              <a:ext cx="1616" cy="267"/>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7" name="Freeform 15">
              <a:extLst>
                <a:ext uri="{FF2B5EF4-FFF2-40B4-BE49-F238E27FC236}">
                  <a16:creationId xmlns:a16="http://schemas.microsoft.com/office/drawing/2014/main" id="{927807BB-012A-4F04-8F2F-0391AD7694E2}"/>
                </a:ext>
              </a:extLst>
            </p:cNvPr>
            <p:cNvSpPr>
              <a:spLocks noEditPoints="1"/>
            </p:cNvSpPr>
            <p:nvPr/>
          </p:nvSpPr>
          <p:spPr bwMode="auto">
            <a:xfrm>
              <a:off x="2615" y="2076"/>
              <a:ext cx="1660" cy="402"/>
            </a:xfrm>
            <a:custGeom>
              <a:avLst/>
              <a:gdLst>
                <a:gd name="T0" fmla="*/ 1660 w 1660"/>
                <a:gd name="T1" fmla="*/ 8 h 402"/>
                <a:gd name="T2" fmla="*/ 1654 w 1660"/>
                <a:gd name="T3" fmla="*/ 2 h 402"/>
                <a:gd name="T4" fmla="*/ 1646 w 1660"/>
                <a:gd name="T5" fmla="*/ 0 h 402"/>
                <a:gd name="T6" fmla="*/ 1638 w 1660"/>
                <a:gd name="T7" fmla="*/ 4 h 402"/>
                <a:gd name="T8" fmla="*/ 1638 w 1660"/>
                <a:gd name="T9" fmla="*/ 14 h 402"/>
                <a:gd name="T10" fmla="*/ 1642 w 1660"/>
                <a:gd name="T11" fmla="*/ 20 h 402"/>
                <a:gd name="T12" fmla="*/ 1650 w 1660"/>
                <a:gd name="T13" fmla="*/ 22 h 402"/>
                <a:gd name="T14" fmla="*/ 1658 w 1660"/>
                <a:gd name="T15" fmla="*/ 16 h 402"/>
                <a:gd name="T16" fmla="*/ 1660 w 1660"/>
                <a:gd name="T17" fmla="*/ 8 h 402"/>
                <a:gd name="T18" fmla="*/ 0 w 1660"/>
                <a:gd name="T19" fmla="*/ 394 h 402"/>
                <a:gd name="T20" fmla="*/ 6 w 1660"/>
                <a:gd name="T21" fmla="*/ 400 h 402"/>
                <a:gd name="T22" fmla="*/ 14 w 1660"/>
                <a:gd name="T23" fmla="*/ 402 h 402"/>
                <a:gd name="T24" fmla="*/ 22 w 1660"/>
                <a:gd name="T25" fmla="*/ 398 h 402"/>
                <a:gd name="T26" fmla="*/ 22 w 1660"/>
                <a:gd name="T27" fmla="*/ 388 h 402"/>
                <a:gd name="T28" fmla="*/ 18 w 1660"/>
                <a:gd name="T29" fmla="*/ 382 h 402"/>
                <a:gd name="T30" fmla="*/ 10 w 1660"/>
                <a:gd name="T31" fmla="*/ 380 h 402"/>
                <a:gd name="T32" fmla="*/ 2 w 1660"/>
                <a:gd name="T33" fmla="*/ 386 h 402"/>
                <a:gd name="T34" fmla="*/ 0 w 1660"/>
                <a:gd name="T35" fmla="*/ 394 h 40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660" h="402">
                  <a:moveTo>
                    <a:pt x="1660" y="8"/>
                  </a:moveTo>
                  <a:lnTo>
                    <a:pt x="1654" y="2"/>
                  </a:lnTo>
                  <a:lnTo>
                    <a:pt x="1646" y="0"/>
                  </a:lnTo>
                  <a:lnTo>
                    <a:pt x="1638" y="4"/>
                  </a:lnTo>
                  <a:lnTo>
                    <a:pt x="1638" y="14"/>
                  </a:lnTo>
                  <a:lnTo>
                    <a:pt x="1642" y="20"/>
                  </a:lnTo>
                  <a:lnTo>
                    <a:pt x="1650" y="22"/>
                  </a:lnTo>
                  <a:lnTo>
                    <a:pt x="1658" y="16"/>
                  </a:lnTo>
                  <a:lnTo>
                    <a:pt x="1660" y="8"/>
                  </a:lnTo>
                  <a:close/>
                  <a:moveTo>
                    <a:pt x="0" y="394"/>
                  </a:moveTo>
                  <a:lnTo>
                    <a:pt x="6" y="400"/>
                  </a:lnTo>
                  <a:lnTo>
                    <a:pt x="14" y="402"/>
                  </a:lnTo>
                  <a:lnTo>
                    <a:pt x="22" y="398"/>
                  </a:lnTo>
                  <a:lnTo>
                    <a:pt x="22" y="388"/>
                  </a:lnTo>
                  <a:lnTo>
                    <a:pt x="18" y="382"/>
                  </a:lnTo>
                  <a:lnTo>
                    <a:pt x="10" y="380"/>
                  </a:lnTo>
                  <a:lnTo>
                    <a:pt x="2" y="386"/>
                  </a:lnTo>
                  <a:lnTo>
                    <a:pt x="0" y="394"/>
                  </a:lnTo>
                  <a:close/>
                </a:path>
              </a:pathLst>
            </a:custGeom>
            <a:solidFill>
              <a:srgbClr val="FFFFFF"/>
            </a:solidFill>
            <a:ln w="28575">
              <a:solidFill>
                <a:srgbClr val="FFFFFF"/>
              </a:solidFill>
              <a:prstDash val="solid"/>
              <a:round/>
              <a:headEnd/>
              <a:tailEnd/>
            </a:ln>
          </p:spPr>
          <p:txBody>
            <a:bodyPr/>
            <a:lstStyle/>
            <a:p>
              <a:endParaRPr lang="zh-CN" altLang="en-US"/>
            </a:p>
          </p:txBody>
        </p:sp>
        <p:sp>
          <p:nvSpPr>
            <p:cNvPr id="33808" name="Line 16">
              <a:extLst>
                <a:ext uri="{FF2B5EF4-FFF2-40B4-BE49-F238E27FC236}">
                  <a16:creationId xmlns:a16="http://schemas.microsoft.com/office/drawing/2014/main" id="{6BEEBC26-6E3B-415F-8DD2-3A6D83CBEDF4}"/>
                </a:ext>
              </a:extLst>
            </p:cNvPr>
            <p:cNvSpPr>
              <a:spLocks noChangeShapeType="1"/>
            </p:cNvSpPr>
            <p:nvPr/>
          </p:nvSpPr>
          <p:spPr bwMode="auto">
            <a:xfrm flipH="1">
              <a:off x="2637" y="2090"/>
              <a:ext cx="1616" cy="374"/>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9" name="Freeform 17">
              <a:extLst>
                <a:ext uri="{FF2B5EF4-FFF2-40B4-BE49-F238E27FC236}">
                  <a16:creationId xmlns:a16="http://schemas.microsoft.com/office/drawing/2014/main" id="{DD9F53FF-2DA4-4F43-A83C-5EFEBE849CDE}"/>
                </a:ext>
              </a:extLst>
            </p:cNvPr>
            <p:cNvSpPr>
              <a:spLocks noEditPoints="1"/>
            </p:cNvSpPr>
            <p:nvPr/>
          </p:nvSpPr>
          <p:spPr bwMode="auto">
            <a:xfrm>
              <a:off x="2615" y="3196"/>
              <a:ext cx="1481" cy="24"/>
            </a:xfrm>
            <a:custGeom>
              <a:avLst/>
              <a:gdLst>
                <a:gd name="T0" fmla="*/ 0 w 1481"/>
                <a:gd name="T1" fmla="*/ 12 h 24"/>
                <a:gd name="T2" fmla="*/ 4 w 1481"/>
                <a:gd name="T3" fmla="*/ 20 h 24"/>
                <a:gd name="T4" fmla="*/ 12 w 1481"/>
                <a:gd name="T5" fmla="*/ 24 h 24"/>
                <a:gd name="T6" fmla="*/ 20 w 1481"/>
                <a:gd name="T7" fmla="*/ 20 h 24"/>
                <a:gd name="T8" fmla="*/ 22 w 1481"/>
                <a:gd name="T9" fmla="*/ 12 h 24"/>
                <a:gd name="T10" fmla="*/ 20 w 1481"/>
                <a:gd name="T11" fmla="*/ 4 h 24"/>
                <a:gd name="T12" fmla="*/ 12 w 1481"/>
                <a:gd name="T13" fmla="*/ 0 h 24"/>
                <a:gd name="T14" fmla="*/ 4 w 1481"/>
                <a:gd name="T15" fmla="*/ 4 h 24"/>
                <a:gd name="T16" fmla="*/ 0 w 1481"/>
                <a:gd name="T17" fmla="*/ 12 h 24"/>
                <a:gd name="T18" fmla="*/ 1481 w 1481"/>
                <a:gd name="T19" fmla="*/ 12 h 24"/>
                <a:gd name="T20" fmla="*/ 1477 w 1481"/>
                <a:gd name="T21" fmla="*/ 4 h 24"/>
                <a:gd name="T22" fmla="*/ 1469 w 1481"/>
                <a:gd name="T23" fmla="*/ 0 h 24"/>
                <a:gd name="T24" fmla="*/ 1461 w 1481"/>
                <a:gd name="T25" fmla="*/ 4 h 24"/>
                <a:gd name="T26" fmla="*/ 1457 w 1481"/>
                <a:gd name="T27" fmla="*/ 12 h 24"/>
                <a:gd name="T28" fmla="*/ 1461 w 1481"/>
                <a:gd name="T29" fmla="*/ 20 h 24"/>
                <a:gd name="T30" fmla="*/ 1469 w 1481"/>
                <a:gd name="T31" fmla="*/ 24 h 24"/>
                <a:gd name="T32" fmla="*/ 1477 w 1481"/>
                <a:gd name="T33" fmla="*/ 20 h 24"/>
                <a:gd name="T34" fmla="*/ 1481 w 1481"/>
                <a:gd name="T35" fmla="*/ 12 h 2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481" h="24">
                  <a:moveTo>
                    <a:pt x="0" y="12"/>
                  </a:moveTo>
                  <a:lnTo>
                    <a:pt x="4" y="20"/>
                  </a:lnTo>
                  <a:lnTo>
                    <a:pt x="12" y="24"/>
                  </a:lnTo>
                  <a:lnTo>
                    <a:pt x="20" y="20"/>
                  </a:lnTo>
                  <a:lnTo>
                    <a:pt x="22" y="12"/>
                  </a:lnTo>
                  <a:lnTo>
                    <a:pt x="20" y="4"/>
                  </a:lnTo>
                  <a:lnTo>
                    <a:pt x="12" y="0"/>
                  </a:lnTo>
                  <a:lnTo>
                    <a:pt x="4" y="4"/>
                  </a:lnTo>
                  <a:lnTo>
                    <a:pt x="0" y="12"/>
                  </a:lnTo>
                  <a:close/>
                  <a:moveTo>
                    <a:pt x="1481" y="12"/>
                  </a:moveTo>
                  <a:lnTo>
                    <a:pt x="1477" y="4"/>
                  </a:lnTo>
                  <a:lnTo>
                    <a:pt x="1469" y="0"/>
                  </a:lnTo>
                  <a:lnTo>
                    <a:pt x="1461" y="4"/>
                  </a:lnTo>
                  <a:lnTo>
                    <a:pt x="1457" y="12"/>
                  </a:lnTo>
                  <a:lnTo>
                    <a:pt x="1461" y="20"/>
                  </a:lnTo>
                  <a:lnTo>
                    <a:pt x="1469" y="24"/>
                  </a:lnTo>
                  <a:lnTo>
                    <a:pt x="1477" y="20"/>
                  </a:lnTo>
                  <a:lnTo>
                    <a:pt x="1481" y="12"/>
                  </a:lnTo>
                  <a:close/>
                </a:path>
              </a:pathLst>
            </a:custGeom>
            <a:solidFill>
              <a:srgbClr val="FFFFFF"/>
            </a:solidFill>
            <a:ln w="28575">
              <a:solidFill>
                <a:srgbClr val="FFFFFF"/>
              </a:solidFill>
              <a:prstDash val="solid"/>
              <a:round/>
              <a:headEnd/>
              <a:tailEnd/>
            </a:ln>
          </p:spPr>
          <p:txBody>
            <a:bodyPr/>
            <a:lstStyle/>
            <a:p>
              <a:endParaRPr lang="zh-CN" altLang="en-US"/>
            </a:p>
          </p:txBody>
        </p:sp>
        <p:sp>
          <p:nvSpPr>
            <p:cNvPr id="33810" name="Line 18">
              <a:extLst>
                <a:ext uri="{FF2B5EF4-FFF2-40B4-BE49-F238E27FC236}">
                  <a16:creationId xmlns:a16="http://schemas.microsoft.com/office/drawing/2014/main" id="{993159EF-311B-4D34-AC98-3F2073A29723}"/>
                </a:ext>
              </a:extLst>
            </p:cNvPr>
            <p:cNvSpPr>
              <a:spLocks noChangeShapeType="1"/>
            </p:cNvSpPr>
            <p:nvPr/>
          </p:nvSpPr>
          <p:spPr bwMode="auto">
            <a:xfrm>
              <a:off x="2637" y="3208"/>
              <a:ext cx="1435" cy="1"/>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1" name="Line 19">
              <a:extLst>
                <a:ext uri="{FF2B5EF4-FFF2-40B4-BE49-F238E27FC236}">
                  <a16:creationId xmlns:a16="http://schemas.microsoft.com/office/drawing/2014/main" id="{0EA4AD24-4C97-4C2B-A5AF-FF47FA0B3E59}"/>
                </a:ext>
              </a:extLst>
            </p:cNvPr>
            <p:cNvSpPr>
              <a:spLocks noChangeShapeType="1"/>
            </p:cNvSpPr>
            <p:nvPr/>
          </p:nvSpPr>
          <p:spPr bwMode="auto">
            <a:xfrm flipH="1" flipV="1">
              <a:off x="4084" y="3208"/>
              <a:ext cx="785" cy="14"/>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2" name="Line 20">
              <a:extLst>
                <a:ext uri="{FF2B5EF4-FFF2-40B4-BE49-F238E27FC236}">
                  <a16:creationId xmlns:a16="http://schemas.microsoft.com/office/drawing/2014/main" id="{D8BAAE2B-E373-451F-AE0F-6F2B04AA0204}"/>
                </a:ext>
              </a:extLst>
            </p:cNvPr>
            <p:cNvSpPr>
              <a:spLocks noChangeShapeType="1"/>
            </p:cNvSpPr>
            <p:nvPr/>
          </p:nvSpPr>
          <p:spPr bwMode="auto">
            <a:xfrm>
              <a:off x="2627" y="1278"/>
              <a:ext cx="1" cy="539"/>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3" name="Line 21">
              <a:extLst>
                <a:ext uri="{FF2B5EF4-FFF2-40B4-BE49-F238E27FC236}">
                  <a16:creationId xmlns:a16="http://schemas.microsoft.com/office/drawing/2014/main" id="{707D0418-72E5-4EA4-898C-33BF093B709F}"/>
                </a:ext>
              </a:extLst>
            </p:cNvPr>
            <p:cNvSpPr>
              <a:spLocks noChangeShapeType="1"/>
            </p:cNvSpPr>
            <p:nvPr/>
          </p:nvSpPr>
          <p:spPr bwMode="auto">
            <a:xfrm flipH="1">
              <a:off x="4263" y="1593"/>
              <a:ext cx="516" cy="493"/>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4" name="Rectangle 22">
              <a:extLst>
                <a:ext uri="{FF2B5EF4-FFF2-40B4-BE49-F238E27FC236}">
                  <a16:creationId xmlns:a16="http://schemas.microsoft.com/office/drawing/2014/main" id="{27B2CA32-1776-4514-AE56-E9A8B698C464}"/>
                </a:ext>
              </a:extLst>
            </p:cNvPr>
            <p:cNvSpPr>
              <a:spLocks noChangeArrowheads="1"/>
            </p:cNvSpPr>
            <p:nvPr/>
          </p:nvSpPr>
          <p:spPr bwMode="auto">
            <a:xfrm>
              <a:off x="1450" y="1726"/>
              <a:ext cx="192" cy="288"/>
            </a:xfrm>
            <a:prstGeom prst="rect">
              <a:avLst/>
            </a:prstGeom>
            <a:solidFill>
              <a:schemeClr val="bg2"/>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chemeClr val="bg2"/>
              </a:extrusionClr>
              <a:contourClr>
                <a:schemeClr val="bg2"/>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15" name="Rectangle 23">
              <a:extLst>
                <a:ext uri="{FF2B5EF4-FFF2-40B4-BE49-F238E27FC236}">
                  <a16:creationId xmlns:a16="http://schemas.microsoft.com/office/drawing/2014/main" id="{FF4C4047-4D1C-45B7-9DE4-9C94B42A1E58}"/>
                </a:ext>
              </a:extLst>
            </p:cNvPr>
            <p:cNvSpPr>
              <a:spLocks noChangeArrowheads="1"/>
            </p:cNvSpPr>
            <p:nvPr/>
          </p:nvSpPr>
          <p:spPr bwMode="auto">
            <a:xfrm>
              <a:off x="1402" y="2782"/>
              <a:ext cx="192" cy="288"/>
            </a:xfrm>
            <a:prstGeom prst="rect">
              <a:avLst/>
            </a:prstGeom>
            <a:solidFill>
              <a:schemeClr val="bg2"/>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chemeClr val="bg2"/>
              </a:extrusionClr>
              <a:contourClr>
                <a:schemeClr val="bg2"/>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16" name="Rectangle 24">
              <a:extLst>
                <a:ext uri="{FF2B5EF4-FFF2-40B4-BE49-F238E27FC236}">
                  <a16:creationId xmlns:a16="http://schemas.microsoft.com/office/drawing/2014/main" id="{E7D4AB2A-A434-4EF5-A184-0DEA8B1C9ECF}"/>
                </a:ext>
              </a:extLst>
            </p:cNvPr>
            <p:cNvSpPr>
              <a:spLocks noChangeArrowheads="1"/>
            </p:cNvSpPr>
            <p:nvPr/>
          </p:nvSpPr>
          <p:spPr bwMode="auto">
            <a:xfrm>
              <a:off x="2794" y="1678"/>
              <a:ext cx="192" cy="288"/>
            </a:xfrm>
            <a:prstGeom prst="rect">
              <a:avLst/>
            </a:prstGeom>
            <a:solidFill>
              <a:schemeClr val="bg2"/>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chemeClr val="bg2"/>
              </a:extrusionClr>
              <a:contourClr>
                <a:schemeClr val="bg2"/>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17" name="Rectangle 25">
              <a:extLst>
                <a:ext uri="{FF2B5EF4-FFF2-40B4-BE49-F238E27FC236}">
                  <a16:creationId xmlns:a16="http://schemas.microsoft.com/office/drawing/2014/main" id="{828FB5A8-5701-418F-BC1D-DF8FD06F7CDB}"/>
                </a:ext>
              </a:extLst>
            </p:cNvPr>
            <p:cNvSpPr>
              <a:spLocks noChangeArrowheads="1"/>
            </p:cNvSpPr>
            <p:nvPr/>
          </p:nvSpPr>
          <p:spPr bwMode="auto">
            <a:xfrm>
              <a:off x="2794" y="2302"/>
              <a:ext cx="192" cy="288"/>
            </a:xfrm>
            <a:prstGeom prst="rect">
              <a:avLst/>
            </a:prstGeom>
            <a:solidFill>
              <a:schemeClr val="bg2"/>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chemeClr val="bg2"/>
              </a:extrusionClr>
              <a:contourClr>
                <a:schemeClr val="bg2"/>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18" name="Rectangle 26">
              <a:extLst>
                <a:ext uri="{FF2B5EF4-FFF2-40B4-BE49-F238E27FC236}">
                  <a16:creationId xmlns:a16="http://schemas.microsoft.com/office/drawing/2014/main" id="{5E1B2E02-47D1-4357-A4E7-7B4CAA3EC9F3}"/>
                </a:ext>
              </a:extLst>
            </p:cNvPr>
            <p:cNvSpPr>
              <a:spLocks noChangeArrowheads="1"/>
            </p:cNvSpPr>
            <p:nvPr/>
          </p:nvSpPr>
          <p:spPr bwMode="auto">
            <a:xfrm>
              <a:off x="2794" y="3118"/>
              <a:ext cx="192" cy="288"/>
            </a:xfrm>
            <a:prstGeom prst="rect">
              <a:avLst/>
            </a:prstGeom>
            <a:solidFill>
              <a:schemeClr val="bg2"/>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chemeClr val="bg2"/>
              </a:extrusionClr>
              <a:contourClr>
                <a:schemeClr val="bg2"/>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19" name="Rectangle 27">
              <a:extLst>
                <a:ext uri="{FF2B5EF4-FFF2-40B4-BE49-F238E27FC236}">
                  <a16:creationId xmlns:a16="http://schemas.microsoft.com/office/drawing/2014/main" id="{0E4C179F-E360-4EA5-A296-3C1C8D361114}"/>
                </a:ext>
              </a:extLst>
            </p:cNvPr>
            <p:cNvSpPr>
              <a:spLocks noChangeArrowheads="1"/>
            </p:cNvSpPr>
            <p:nvPr/>
          </p:nvSpPr>
          <p:spPr bwMode="auto">
            <a:xfrm>
              <a:off x="4426" y="1966"/>
              <a:ext cx="192" cy="288"/>
            </a:xfrm>
            <a:prstGeom prst="rect">
              <a:avLst/>
            </a:prstGeom>
            <a:solidFill>
              <a:schemeClr val="bg2"/>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chemeClr val="bg2"/>
              </a:extrusionClr>
              <a:contourClr>
                <a:schemeClr val="bg2"/>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20" name="Rectangle 28">
              <a:extLst>
                <a:ext uri="{FF2B5EF4-FFF2-40B4-BE49-F238E27FC236}">
                  <a16:creationId xmlns:a16="http://schemas.microsoft.com/office/drawing/2014/main" id="{6FCC52FB-8D1A-4050-90CC-93B5657B8588}"/>
                </a:ext>
              </a:extLst>
            </p:cNvPr>
            <p:cNvSpPr>
              <a:spLocks noChangeArrowheads="1"/>
            </p:cNvSpPr>
            <p:nvPr/>
          </p:nvSpPr>
          <p:spPr bwMode="auto">
            <a:xfrm>
              <a:off x="4234" y="3070"/>
              <a:ext cx="192" cy="288"/>
            </a:xfrm>
            <a:prstGeom prst="rect">
              <a:avLst/>
            </a:prstGeom>
            <a:solidFill>
              <a:schemeClr val="bg2"/>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chemeClr val="bg2"/>
              </a:extrusionClr>
              <a:contourClr>
                <a:schemeClr val="bg2"/>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nvGrpSpPr>
            <p:cNvPr id="33821" name="Group 29">
              <a:extLst>
                <a:ext uri="{FF2B5EF4-FFF2-40B4-BE49-F238E27FC236}">
                  <a16:creationId xmlns:a16="http://schemas.microsoft.com/office/drawing/2014/main" id="{77471A22-3067-4FD3-BA78-9B8D2DCB143C}"/>
                </a:ext>
              </a:extLst>
            </p:cNvPr>
            <p:cNvGrpSpPr>
              <a:grpSpLocks/>
            </p:cNvGrpSpPr>
            <p:nvPr/>
          </p:nvGrpSpPr>
          <p:grpSpPr bwMode="auto">
            <a:xfrm>
              <a:off x="682" y="1438"/>
              <a:ext cx="286" cy="288"/>
              <a:chOff x="712" y="2330"/>
              <a:chExt cx="286" cy="288"/>
            </a:xfrm>
          </p:grpSpPr>
          <p:sp>
            <p:nvSpPr>
              <p:cNvPr id="33923" name="Freeform 30">
                <a:extLst>
                  <a:ext uri="{FF2B5EF4-FFF2-40B4-BE49-F238E27FC236}">
                    <a16:creationId xmlns:a16="http://schemas.microsoft.com/office/drawing/2014/main" id="{3257843C-699A-46F5-94A7-429B443B2D8D}"/>
                  </a:ext>
                </a:extLst>
              </p:cNvPr>
              <p:cNvSpPr>
                <a:spLocks/>
              </p:cNvSpPr>
              <p:nvPr/>
            </p:nvSpPr>
            <p:spPr bwMode="auto">
              <a:xfrm>
                <a:off x="712" y="2330"/>
                <a:ext cx="286" cy="288"/>
              </a:xfrm>
              <a:custGeom>
                <a:avLst/>
                <a:gdLst>
                  <a:gd name="T0" fmla="*/ 1 w 572"/>
                  <a:gd name="T1" fmla="*/ 0 h 577"/>
                  <a:gd name="T2" fmla="*/ 0 w 572"/>
                  <a:gd name="T3" fmla="*/ 0 h 577"/>
                  <a:gd name="T4" fmla="*/ 0 w 572"/>
                  <a:gd name="T5" fmla="*/ 1 h 577"/>
                  <a:gd name="T6" fmla="*/ 2 w 572"/>
                  <a:gd name="T7" fmla="*/ 1 h 577"/>
                  <a:gd name="T8" fmla="*/ 2 w 572"/>
                  <a:gd name="T9" fmla="*/ 0 h 577"/>
                  <a:gd name="T10" fmla="*/ 1 w 572"/>
                  <a:gd name="T11" fmla="*/ 0 h 577"/>
                  <a:gd name="T12" fmla="*/ 1 w 572"/>
                  <a:gd name="T13" fmla="*/ 0 h 577"/>
                  <a:gd name="T14" fmla="*/ 1 w 572"/>
                  <a:gd name="T15" fmla="*/ 0 h 577"/>
                  <a:gd name="T16" fmla="*/ 1 w 572"/>
                  <a:gd name="T17" fmla="*/ 0 h 577"/>
                  <a:gd name="T18" fmla="*/ 1 w 572"/>
                  <a:gd name="T19" fmla="*/ 0 h 577"/>
                  <a:gd name="T20" fmla="*/ 1 w 572"/>
                  <a:gd name="T21" fmla="*/ 0 h 577"/>
                  <a:gd name="T22" fmla="*/ 1 w 572"/>
                  <a:gd name="T23" fmla="*/ 0 h 577"/>
                  <a:gd name="T24" fmla="*/ 1 w 572"/>
                  <a:gd name="T25" fmla="*/ 0 h 5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577">
                    <a:moveTo>
                      <a:pt x="126" y="377"/>
                    </a:moveTo>
                    <a:lnTo>
                      <a:pt x="0" y="377"/>
                    </a:lnTo>
                    <a:lnTo>
                      <a:pt x="0" y="577"/>
                    </a:lnTo>
                    <a:lnTo>
                      <a:pt x="572" y="577"/>
                    </a:lnTo>
                    <a:lnTo>
                      <a:pt x="572" y="377"/>
                    </a:lnTo>
                    <a:lnTo>
                      <a:pt x="446" y="377"/>
                    </a:lnTo>
                    <a:lnTo>
                      <a:pt x="446" y="350"/>
                    </a:lnTo>
                    <a:lnTo>
                      <a:pt x="500" y="350"/>
                    </a:lnTo>
                    <a:lnTo>
                      <a:pt x="500" y="0"/>
                    </a:lnTo>
                    <a:lnTo>
                      <a:pt x="71" y="0"/>
                    </a:lnTo>
                    <a:lnTo>
                      <a:pt x="71" y="350"/>
                    </a:lnTo>
                    <a:lnTo>
                      <a:pt x="126" y="350"/>
                    </a:lnTo>
                    <a:lnTo>
                      <a:pt x="126" y="377"/>
                    </a:lnTo>
                    <a:close/>
                  </a:path>
                </a:pathLst>
              </a:custGeom>
              <a:solidFill>
                <a:srgbClr val="FFFFFF"/>
              </a:solidFill>
              <a:ln w="11113">
                <a:solidFill>
                  <a:srgbClr val="000000"/>
                </a:solidFill>
                <a:prstDash val="solid"/>
                <a:round/>
                <a:headEnd/>
                <a:tailEnd/>
              </a:ln>
            </p:spPr>
            <p:txBody>
              <a:bodyPr/>
              <a:lstStyle/>
              <a:p>
                <a:endParaRPr lang="zh-CN" altLang="en-US"/>
              </a:p>
            </p:txBody>
          </p:sp>
          <p:sp>
            <p:nvSpPr>
              <p:cNvPr id="33924" name="Line 31">
                <a:extLst>
                  <a:ext uri="{FF2B5EF4-FFF2-40B4-BE49-F238E27FC236}">
                    <a16:creationId xmlns:a16="http://schemas.microsoft.com/office/drawing/2014/main" id="{39C61145-C0A9-45CA-8DC9-4F27C17560C7}"/>
                  </a:ext>
                </a:extLst>
              </p:cNvPr>
              <p:cNvSpPr>
                <a:spLocks noChangeShapeType="1"/>
              </p:cNvSpPr>
              <p:nvPr/>
            </p:nvSpPr>
            <p:spPr bwMode="auto">
              <a:xfrm>
                <a:off x="774" y="2518"/>
                <a:ext cx="16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25" name="Line 32">
                <a:extLst>
                  <a:ext uri="{FF2B5EF4-FFF2-40B4-BE49-F238E27FC236}">
                    <a16:creationId xmlns:a16="http://schemas.microsoft.com/office/drawing/2014/main" id="{F2286710-72E6-494B-B52D-13984F412B7E}"/>
                  </a:ext>
                </a:extLst>
              </p:cNvPr>
              <p:cNvSpPr>
                <a:spLocks noChangeShapeType="1"/>
              </p:cNvSpPr>
              <p:nvPr/>
            </p:nvSpPr>
            <p:spPr bwMode="auto">
              <a:xfrm>
                <a:off x="774" y="2505"/>
                <a:ext cx="16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26" name="Freeform 33">
                <a:extLst>
                  <a:ext uri="{FF2B5EF4-FFF2-40B4-BE49-F238E27FC236}">
                    <a16:creationId xmlns:a16="http://schemas.microsoft.com/office/drawing/2014/main" id="{E70C4CD1-ABC2-4CFD-A13C-97457DF5D57F}"/>
                  </a:ext>
                </a:extLst>
              </p:cNvPr>
              <p:cNvSpPr>
                <a:spLocks noEditPoints="1"/>
              </p:cNvSpPr>
              <p:nvPr/>
            </p:nvSpPr>
            <p:spPr bwMode="auto">
              <a:xfrm>
                <a:off x="859" y="2528"/>
                <a:ext cx="116" cy="81"/>
              </a:xfrm>
              <a:custGeom>
                <a:avLst/>
                <a:gdLst>
                  <a:gd name="T0" fmla="*/ 0 w 231"/>
                  <a:gd name="T1" fmla="*/ 1 h 161"/>
                  <a:gd name="T2" fmla="*/ 1 w 231"/>
                  <a:gd name="T3" fmla="*/ 1 h 161"/>
                  <a:gd name="T4" fmla="*/ 1 w 231"/>
                  <a:gd name="T5" fmla="*/ 0 h 161"/>
                  <a:gd name="T6" fmla="*/ 0 w 231"/>
                  <a:gd name="T7" fmla="*/ 0 h 161"/>
                  <a:gd name="T8" fmla="*/ 0 w 231"/>
                  <a:gd name="T9" fmla="*/ 1 h 161"/>
                  <a:gd name="T10" fmla="*/ 1 w 231"/>
                  <a:gd name="T11" fmla="*/ 1 h 161"/>
                  <a:gd name="T12" fmla="*/ 1 w 231"/>
                  <a:gd name="T13" fmla="*/ 1 h 161"/>
                  <a:gd name="T14" fmla="*/ 1 w 231"/>
                  <a:gd name="T15" fmla="*/ 0 h 161"/>
                  <a:gd name="T16" fmla="*/ 1 w 231"/>
                  <a:gd name="T17" fmla="*/ 0 h 161"/>
                  <a:gd name="T18" fmla="*/ 1 w 231"/>
                  <a:gd name="T19" fmla="*/ 1 h 1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1" h="161">
                    <a:moveTo>
                      <a:pt x="0" y="161"/>
                    </a:moveTo>
                    <a:lnTo>
                      <a:pt x="187" y="161"/>
                    </a:lnTo>
                    <a:lnTo>
                      <a:pt x="187" y="0"/>
                    </a:lnTo>
                    <a:lnTo>
                      <a:pt x="0" y="0"/>
                    </a:lnTo>
                    <a:lnTo>
                      <a:pt x="0" y="161"/>
                    </a:lnTo>
                    <a:close/>
                    <a:moveTo>
                      <a:pt x="204" y="27"/>
                    </a:moveTo>
                    <a:lnTo>
                      <a:pt x="231" y="27"/>
                    </a:lnTo>
                    <a:lnTo>
                      <a:pt x="231" y="0"/>
                    </a:lnTo>
                    <a:lnTo>
                      <a:pt x="204" y="0"/>
                    </a:lnTo>
                    <a:lnTo>
                      <a:pt x="204" y="27"/>
                    </a:lnTo>
                    <a:close/>
                  </a:path>
                </a:pathLst>
              </a:custGeom>
              <a:solidFill>
                <a:srgbClr val="FFFFFF"/>
              </a:solidFill>
              <a:ln w="4763">
                <a:solidFill>
                  <a:srgbClr val="000000"/>
                </a:solidFill>
                <a:prstDash val="solid"/>
                <a:round/>
                <a:headEnd/>
                <a:tailEnd/>
              </a:ln>
            </p:spPr>
            <p:txBody>
              <a:bodyPr/>
              <a:lstStyle/>
              <a:p>
                <a:endParaRPr lang="zh-CN" altLang="en-US"/>
              </a:p>
            </p:txBody>
          </p:sp>
          <p:sp>
            <p:nvSpPr>
              <p:cNvPr id="33927" name="Line 34">
                <a:extLst>
                  <a:ext uri="{FF2B5EF4-FFF2-40B4-BE49-F238E27FC236}">
                    <a16:creationId xmlns:a16="http://schemas.microsoft.com/office/drawing/2014/main" id="{1E1E0ABA-0EBE-4914-927A-578199DFC419}"/>
                  </a:ext>
                </a:extLst>
              </p:cNvPr>
              <p:cNvSpPr>
                <a:spLocks noChangeShapeType="1"/>
              </p:cNvSpPr>
              <p:nvPr/>
            </p:nvSpPr>
            <p:spPr bwMode="auto">
              <a:xfrm>
                <a:off x="859" y="2555"/>
                <a:ext cx="9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28" name="Line 35">
                <a:extLst>
                  <a:ext uri="{FF2B5EF4-FFF2-40B4-BE49-F238E27FC236}">
                    <a16:creationId xmlns:a16="http://schemas.microsoft.com/office/drawing/2014/main" id="{036DA501-320B-48C9-B858-FCCB6974D9F4}"/>
                  </a:ext>
                </a:extLst>
              </p:cNvPr>
              <p:cNvSpPr>
                <a:spLocks noChangeShapeType="1"/>
              </p:cNvSpPr>
              <p:nvPr/>
            </p:nvSpPr>
            <p:spPr bwMode="auto">
              <a:xfrm>
                <a:off x="859" y="2582"/>
                <a:ext cx="9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29" name="Line 36">
                <a:extLst>
                  <a:ext uri="{FF2B5EF4-FFF2-40B4-BE49-F238E27FC236}">
                    <a16:creationId xmlns:a16="http://schemas.microsoft.com/office/drawing/2014/main" id="{B5E31EFF-4FEF-4248-BB17-1255272F4D14}"/>
                  </a:ext>
                </a:extLst>
              </p:cNvPr>
              <p:cNvSpPr>
                <a:spLocks noChangeShapeType="1"/>
              </p:cNvSpPr>
              <p:nvPr/>
            </p:nvSpPr>
            <p:spPr bwMode="auto">
              <a:xfrm>
                <a:off x="863" y="2568"/>
                <a:ext cx="85"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30" name="Rectangle 37">
                <a:extLst>
                  <a:ext uri="{FF2B5EF4-FFF2-40B4-BE49-F238E27FC236}">
                    <a16:creationId xmlns:a16="http://schemas.microsoft.com/office/drawing/2014/main" id="{565876A6-7196-44BF-982F-5CF8BEDB3B24}"/>
                  </a:ext>
                </a:extLst>
              </p:cNvPr>
              <p:cNvSpPr>
                <a:spLocks noChangeArrowheads="1"/>
              </p:cNvSpPr>
              <p:nvPr/>
            </p:nvSpPr>
            <p:spPr bwMode="auto">
              <a:xfrm>
                <a:off x="913" y="2560"/>
                <a:ext cx="26" cy="17"/>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931" name="Freeform 38">
                <a:extLst>
                  <a:ext uri="{FF2B5EF4-FFF2-40B4-BE49-F238E27FC236}">
                    <a16:creationId xmlns:a16="http://schemas.microsoft.com/office/drawing/2014/main" id="{493B4B3A-5CBB-49A3-B089-6F3959F0BE58}"/>
                  </a:ext>
                </a:extLst>
              </p:cNvPr>
              <p:cNvSpPr>
                <a:spLocks noEditPoints="1"/>
              </p:cNvSpPr>
              <p:nvPr/>
            </p:nvSpPr>
            <p:spPr bwMode="auto">
              <a:xfrm>
                <a:off x="720" y="2350"/>
                <a:ext cx="269" cy="193"/>
              </a:xfrm>
              <a:custGeom>
                <a:avLst/>
                <a:gdLst>
                  <a:gd name="T0" fmla="*/ 1 w 538"/>
                  <a:gd name="T1" fmla="*/ 0 h 387"/>
                  <a:gd name="T2" fmla="*/ 1 w 538"/>
                  <a:gd name="T3" fmla="*/ 0 h 387"/>
                  <a:gd name="T4" fmla="*/ 1 w 538"/>
                  <a:gd name="T5" fmla="*/ 0 h 387"/>
                  <a:gd name="T6" fmla="*/ 1 w 538"/>
                  <a:gd name="T7" fmla="*/ 0 h 387"/>
                  <a:gd name="T8" fmla="*/ 1 w 538"/>
                  <a:gd name="T9" fmla="*/ 0 h 387"/>
                  <a:gd name="T10" fmla="*/ 1 w 538"/>
                  <a:gd name="T11" fmla="*/ 0 h 387"/>
                  <a:gd name="T12" fmla="*/ 1 w 538"/>
                  <a:gd name="T13" fmla="*/ 0 h 387"/>
                  <a:gd name="T14" fmla="*/ 1 w 538"/>
                  <a:gd name="T15" fmla="*/ 0 h 387"/>
                  <a:gd name="T16" fmla="*/ 1 w 538"/>
                  <a:gd name="T17" fmla="*/ 0 h 387"/>
                  <a:gd name="T18" fmla="*/ 1 w 538"/>
                  <a:gd name="T19" fmla="*/ 0 h 387"/>
                  <a:gd name="T20" fmla="*/ 1 w 538"/>
                  <a:gd name="T21" fmla="*/ 0 h 387"/>
                  <a:gd name="T22" fmla="*/ 1 w 538"/>
                  <a:gd name="T23" fmla="*/ 0 h 387"/>
                  <a:gd name="T24" fmla="*/ 1 w 538"/>
                  <a:gd name="T25" fmla="*/ 0 h 387"/>
                  <a:gd name="T26" fmla="*/ 1 w 538"/>
                  <a:gd name="T27" fmla="*/ 0 h 387"/>
                  <a:gd name="T28" fmla="*/ 1 w 538"/>
                  <a:gd name="T29" fmla="*/ 0 h 387"/>
                  <a:gd name="T30" fmla="*/ 1 w 538"/>
                  <a:gd name="T31" fmla="*/ 0 h 387"/>
                  <a:gd name="T32" fmla="*/ 1 w 538"/>
                  <a:gd name="T33" fmla="*/ 0 h 387"/>
                  <a:gd name="T34" fmla="*/ 1 w 538"/>
                  <a:gd name="T35" fmla="*/ 0 h 387"/>
                  <a:gd name="T36" fmla="*/ 1 w 538"/>
                  <a:gd name="T37" fmla="*/ 0 h 387"/>
                  <a:gd name="T38" fmla="*/ 0 w 538"/>
                  <a:gd name="T39" fmla="*/ 0 h 387"/>
                  <a:gd name="T40" fmla="*/ 1 w 538"/>
                  <a:gd name="T41" fmla="*/ 0 h 387"/>
                  <a:gd name="T42" fmla="*/ 1 w 538"/>
                  <a:gd name="T43" fmla="*/ 0 h 387"/>
                  <a:gd name="T44" fmla="*/ 0 w 538"/>
                  <a:gd name="T45" fmla="*/ 0 h 387"/>
                  <a:gd name="T46" fmla="*/ 0 w 538"/>
                  <a:gd name="T47" fmla="*/ 0 h 387"/>
                  <a:gd name="T48" fmla="*/ 1 w 538"/>
                  <a:gd name="T49" fmla="*/ 0 h 387"/>
                  <a:gd name="T50" fmla="*/ 1 w 538"/>
                  <a:gd name="T51" fmla="*/ 0 h 387"/>
                  <a:gd name="T52" fmla="*/ 1 w 538"/>
                  <a:gd name="T53" fmla="*/ 0 h 387"/>
                  <a:gd name="T54" fmla="*/ 1 w 538"/>
                  <a:gd name="T55" fmla="*/ 0 h 387"/>
                  <a:gd name="T56" fmla="*/ 1 w 538"/>
                  <a:gd name="T57" fmla="*/ 0 h 387"/>
                  <a:gd name="T58" fmla="*/ 2 w 538"/>
                  <a:gd name="T59" fmla="*/ 0 h 387"/>
                  <a:gd name="T60" fmla="*/ 2 w 538"/>
                  <a:gd name="T61" fmla="*/ 0 h 387"/>
                  <a:gd name="T62" fmla="*/ 2 w 538"/>
                  <a:gd name="T63" fmla="*/ 0 h 387"/>
                  <a:gd name="T64" fmla="*/ 2 w 538"/>
                  <a:gd name="T65" fmla="*/ 0 h 387"/>
                  <a:gd name="T66" fmla="*/ 2 w 538"/>
                  <a:gd name="T67" fmla="*/ 0 h 387"/>
                  <a:gd name="T68" fmla="*/ 2 w 538"/>
                  <a:gd name="T69" fmla="*/ 0 h 387"/>
                  <a:gd name="T70" fmla="*/ 2 w 538"/>
                  <a:gd name="T71" fmla="*/ 0 h 387"/>
                  <a:gd name="T72" fmla="*/ 2 w 538"/>
                  <a:gd name="T73" fmla="*/ 0 h 387"/>
                  <a:gd name="T74" fmla="*/ 2 w 538"/>
                  <a:gd name="T75" fmla="*/ 0 h 387"/>
                  <a:gd name="T76" fmla="*/ 2 w 538"/>
                  <a:gd name="T77" fmla="*/ 0 h 38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387">
                    <a:moveTo>
                      <a:pt x="450" y="277"/>
                    </a:moveTo>
                    <a:lnTo>
                      <a:pt x="469" y="277"/>
                    </a:lnTo>
                    <a:lnTo>
                      <a:pt x="469" y="269"/>
                    </a:lnTo>
                    <a:lnTo>
                      <a:pt x="450" y="269"/>
                    </a:lnTo>
                    <a:lnTo>
                      <a:pt x="450" y="277"/>
                    </a:lnTo>
                    <a:close/>
                    <a:moveTo>
                      <a:pt x="122" y="229"/>
                    </a:moveTo>
                    <a:lnTo>
                      <a:pt x="122" y="27"/>
                    </a:lnTo>
                    <a:lnTo>
                      <a:pt x="416" y="27"/>
                    </a:lnTo>
                    <a:lnTo>
                      <a:pt x="416" y="229"/>
                    </a:lnTo>
                    <a:lnTo>
                      <a:pt x="122" y="229"/>
                    </a:lnTo>
                    <a:close/>
                    <a:moveTo>
                      <a:pt x="109" y="243"/>
                    </a:moveTo>
                    <a:lnTo>
                      <a:pt x="429" y="243"/>
                    </a:lnTo>
                    <a:lnTo>
                      <a:pt x="429" y="14"/>
                    </a:lnTo>
                    <a:lnTo>
                      <a:pt x="443" y="14"/>
                    </a:lnTo>
                    <a:lnTo>
                      <a:pt x="443" y="0"/>
                    </a:lnTo>
                    <a:lnTo>
                      <a:pt x="94" y="0"/>
                    </a:lnTo>
                    <a:lnTo>
                      <a:pt x="94" y="256"/>
                    </a:lnTo>
                    <a:lnTo>
                      <a:pt x="109" y="256"/>
                    </a:lnTo>
                    <a:lnTo>
                      <a:pt x="109" y="243"/>
                    </a:lnTo>
                    <a:close/>
                    <a:moveTo>
                      <a:pt x="0" y="373"/>
                    </a:moveTo>
                    <a:lnTo>
                      <a:pt x="54" y="373"/>
                    </a:lnTo>
                    <a:lnTo>
                      <a:pt x="54" y="356"/>
                    </a:lnTo>
                    <a:lnTo>
                      <a:pt x="0" y="356"/>
                    </a:lnTo>
                    <a:lnTo>
                      <a:pt x="0" y="373"/>
                    </a:lnTo>
                    <a:close/>
                    <a:moveTo>
                      <a:pt x="313" y="387"/>
                    </a:moveTo>
                    <a:lnTo>
                      <a:pt x="429" y="387"/>
                    </a:lnTo>
                    <a:lnTo>
                      <a:pt x="429" y="379"/>
                    </a:lnTo>
                    <a:lnTo>
                      <a:pt x="313" y="379"/>
                    </a:lnTo>
                    <a:lnTo>
                      <a:pt x="313" y="387"/>
                    </a:lnTo>
                    <a:close/>
                    <a:moveTo>
                      <a:pt x="519" y="364"/>
                    </a:moveTo>
                    <a:lnTo>
                      <a:pt x="538" y="364"/>
                    </a:lnTo>
                    <a:lnTo>
                      <a:pt x="538" y="356"/>
                    </a:lnTo>
                    <a:lnTo>
                      <a:pt x="519" y="356"/>
                    </a:lnTo>
                    <a:lnTo>
                      <a:pt x="519" y="364"/>
                    </a:lnTo>
                    <a:close/>
                    <a:moveTo>
                      <a:pt x="519" y="383"/>
                    </a:moveTo>
                    <a:lnTo>
                      <a:pt x="538" y="383"/>
                    </a:lnTo>
                    <a:lnTo>
                      <a:pt x="538" y="373"/>
                    </a:lnTo>
                    <a:lnTo>
                      <a:pt x="519" y="373"/>
                    </a:lnTo>
                    <a:lnTo>
                      <a:pt x="519" y="383"/>
                    </a:lnTo>
                    <a:close/>
                  </a:path>
                </a:pathLst>
              </a:custGeom>
              <a:solidFill>
                <a:srgbClr val="000000"/>
              </a:solidFill>
              <a:ln w="4763">
                <a:solidFill>
                  <a:srgbClr val="000000"/>
                </a:solidFill>
                <a:prstDash val="solid"/>
                <a:round/>
                <a:headEnd/>
                <a:tailEnd/>
              </a:ln>
            </p:spPr>
            <p:txBody>
              <a:bodyPr/>
              <a:lstStyle/>
              <a:p>
                <a:endParaRPr lang="zh-CN" altLang="en-US"/>
              </a:p>
            </p:txBody>
          </p:sp>
          <p:sp>
            <p:nvSpPr>
              <p:cNvPr id="33932" name="Line 39">
                <a:extLst>
                  <a:ext uri="{FF2B5EF4-FFF2-40B4-BE49-F238E27FC236}">
                    <a16:creationId xmlns:a16="http://schemas.microsoft.com/office/drawing/2014/main" id="{A2DB207E-1E37-4E2F-980E-F0B0C64639ED}"/>
                  </a:ext>
                </a:extLst>
              </p:cNvPr>
              <p:cNvSpPr>
                <a:spLocks noChangeShapeType="1"/>
              </p:cNvSpPr>
              <p:nvPr/>
            </p:nvSpPr>
            <p:spPr bwMode="auto">
              <a:xfrm>
                <a:off x="747" y="2495"/>
                <a:ext cx="21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33" name="Line 40">
                <a:extLst>
                  <a:ext uri="{FF2B5EF4-FFF2-40B4-BE49-F238E27FC236}">
                    <a16:creationId xmlns:a16="http://schemas.microsoft.com/office/drawing/2014/main" id="{C2B418E3-90F1-49AF-87C7-D58CEEAE5E6F}"/>
                  </a:ext>
                </a:extLst>
              </p:cNvPr>
              <p:cNvSpPr>
                <a:spLocks noChangeShapeType="1"/>
              </p:cNvSpPr>
              <p:nvPr/>
            </p:nvSpPr>
            <p:spPr bwMode="auto">
              <a:xfrm flipV="1">
                <a:off x="801" y="2495"/>
                <a:ext cx="1" cy="1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34" name="Line 41">
                <a:extLst>
                  <a:ext uri="{FF2B5EF4-FFF2-40B4-BE49-F238E27FC236}">
                    <a16:creationId xmlns:a16="http://schemas.microsoft.com/office/drawing/2014/main" id="{C6CC55CC-B1DF-42A3-BBB8-7C4FD4EAC47A}"/>
                  </a:ext>
                </a:extLst>
              </p:cNvPr>
              <p:cNvSpPr>
                <a:spLocks noChangeShapeType="1"/>
              </p:cNvSpPr>
              <p:nvPr/>
            </p:nvSpPr>
            <p:spPr bwMode="auto">
              <a:xfrm flipV="1">
                <a:off x="855" y="2495"/>
                <a:ext cx="1" cy="1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3822" name="Group 42">
              <a:extLst>
                <a:ext uri="{FF2B5EF4-FFF2-40B4-BE49-F238E27FC236}">
                  <a16:creationId xmlns:a16="http://schemas.microsoft.com/office/drawing/2014/main" id="{DF8A9F79-83D7-4C16-8C7E-96118C7A03FD}"/>
                </a:ext>
              </a:extLst>
            </p:cNvPr>
            <p:cNvGrpSpPr>
              <a:grpSpLocks/>
            </p:cNvGrpSpPr>
            <p:nvPr/>
          </p:nvGrpSpPr>
          <p:grpSpPr bwMode="auto">
            <a:xfrm>
              <a:off x="730" y="2926"/>
              <a:ext cx="286" cy="288"/>
              <a:chOff x="712" y="2330"/>
              <a:chExt cx="286" cy="288"/>
            </a:xfrm>
          </p:grpSpPr>
          <p:sp>
            <p:nvSpPr>
              <p:cNvPr id="33911" name="Freeform 43">
                <a:extLst>
                  <a:ext uri="{FF2B5EF4-FFF2-40B4-BE49-F238E27FC236}">
                    <a16:creationId xmlns:a16="http://schemas.microsoft.com/office/drawing/2014/main" id="{ACEA9FC6-B2F1-4BCD-B791-31E280AA8C20}"/>
                  </a:ext>
                </a:extLst>
              </p:cNvPr>
              <p:cNvSpPr>
                <a:spLocks/>
              </p:cNvSpPr>
              <p:nvPr/>
            </p:nvSpPr>
            <p:spPr bwMode="auto">
              <a:xfrm>
                <a:off x="712" y="2330"/>
                <a:ext cx="286" cy="288"/>
              </a:xfrm>
              <a:custGeom>
                <a:avLst/>
                <a:gdLst>
                  <a:gd name="T0" fmla="*/ 1 w 572"/>
                  <a:gd name="T1" fmla="*/ 0 h 577"/>
                  <a:gd name="T2" fmla="*/ 0 w 572"/>
                  <a:gd name="T3" fmla="*/ 0 h 577"/>
                  <a:gd name="T4" fmla="*/ 0 w 572"/>
                  <a:gd name="T5" fmla="*/ 1 h 577"/>
                  <a:gd name="T6" fmla="*/ 2 w 572"/>
                  <a:gd name="T7" fmla="*/ 1 h 577"/>
                  <a:gd name="T8" fmla="*/ 2 w 572"/>
                  <a:gd name="T9" fmla="*/ 0 h 577"/>
                  <a:gd name="T10" fmla="*/ 1 w 572"/>
                  <a:gd name="T11" fmla="*/ 0 h 577"/>
                  <a:gd name="T12" fmla="*/ 1 w 572"/>
                  <a:gd name="T13" fmla="*/ 0 h 577"/>
                  <a:gd name="T14" fmla="*/ 1 w 572"/>
                  <a:gd name="T15" fmla="*/ 0 h 577"/>
                  <a:gd name="T16" fmla="*/ 1 w 572"/>
                  <a:gd name="T17" fmla="*/ 0 h 577"/>
                  <a:gd name="T18" fmla="*/ 1 w 572"/>
                  <a:gd name="T19" fmla="*/ 0 h 577"/>
                  <a:gd name="T20" fmla="*/ 1 w 572"/>
                  <a:gd name="T21" fmla="*/ 0 h 577"/>
                  <a:gd name="T22" fmla="*/ 1 w 572"/>
                  <a:gd name="T23" fmla="*/ 0 h 577"/>
                  <a:gd name="T24" fmla="*/ 1 w 572"/>
                  <a:gd name="T25" fmla="*/ 0 h 5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577">
                    <a:moveTo>
                      <a:pt x="126" y="377"/>
                    </a:moveTo>
                    <a:lnTo>
                      <a:pt x="0" y="377"/>
                    </a:lnTo>
                    <a:lnTo>
                      <a:pt x="0" y="577"/>
                    </a:lnTo>
                    <a:lnTo>
                      <a:pt x="572" y="577"/>
                    </a:lnTo>
                    <a:lnTo>
                      <a:pt x="572" y="377"/>
                    </a:lnTo>
                    <a:lnTo>
                      <a:pt x="446" y="377"/>
                    </a:lnTo>
                    <a:lnTo>
                      <a:pt x="446" y="350"/>
                    </a:lnTo>
                    <a:lnTo>
                      <a:pt x="500" y="350"/>
                    </a:lnTo>
                    <a:lnTo>
                      <a:pt x="500" y="0"/>
                    </a:lnTo>
                    <a:lnTo>
                      <a:pt x="71" y="0"/>
                    </a:lnTo>
                    <a:lnTo>
                      <a:pt x="71" y="350"/>
                    </a:lnTo>
                    <a:lnTo>
                      <a:pt x="126" y="350"/>
                    </a:lnTo>
                    <a:lnTo>
                      <a:pt x="126" y="377"/>
                    </a:lnTo>
                    <a:close/>
                  </a:path>
                </a:pathLst>
              </a:custGeom>
              <a:solidFill>
                <a:srgbClr val="FFFFFF"/>
              </a:solidFill>
              <a:ln w="11113">
                <a:solidFill>
                  <a:srgbClr val="000000"/>
                </a:solidFill>
                <a:prstDash val="solid"/>
                <a:round/>
                <a:headEnd/>
                <a:tailEnd/>
              </a:ln>
            </p:spPr>
            <p:txBody>
              <a:bodyPr/>
              <a:lstStyle/>
              <a:p>
                <a:endParaRPr lang="zh-CN" altLang="en-US"/>
              </a:p>
            </p:txBody>
          </p:sp>
          <p:sp>
            <p:nvSpPr>
              <p:cNvPr id="33912" name="Line 44">
                <a:extLst>
                  <a:ext uri="{FF2B5EF4-FFF2-40B4-BE49-F238E27FC236}">
                    <a16:creationId xmlns:a16="http://schemas.microsoft.com/office/drawing/2014/main" id="{4545D83B-6B87-453C-8BF2-5246C20448AF}"/>
                  </a:ext>
                </a:extLst>
              </p:cNvPr>
              <p:cNvSpPr>
                <a:spLocks noChangeShapeType="1"/>
              </p:cNvSpPr>
              <p:nvPr/>
            </p:nvSpPr>
            <p:spPr bwMode="auto">
              <a:xfrm>
                <a:off x="774" y="2518"/>
                <a:ext cx="16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13" name="Line 45">
                <a:extLst>
                  <a:ext uri="{FF2B5EF4-FFF2-40B4-BE49-F238E27FC236}">
                    <a16:creationId xmlns:a16="http://schemas.microsoft.com/office/drawing/2014/main" id="{F53FAB6B-75BA-4067-BFAE-4F511F9DC84B}"/>
                  </a:ext>
                </a:extLst>
              </p:cNvPr>
              <p:cNvSpPr>
                <a:spLocks noChangeShapeType="1"/>
              </p:cNvSpPr>
              <p:nvPr/>
            </p:nvSpPr>
            <p:spPr bwMode="auto">
              <a:xfrm>
                <a:off x="774" y="2505"/>
                <a:ext cx="16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14" name="Freeform 46">
                <a:extLst>
                  <a:ext uri="{FF2B5EF4-FFF2-40B4-BE49-F238E27FC236}">
                    <a16:creationId xmlns:a16="http://schemas.microsoft.com/office/drawing/2014/main" id="{62612C81-FEF3-4835-950C-0BC81784E371}"/>
                  </a:ext>
                </a:extLst>
              </p:cNvPr>
              <p:cNvSpPr>
                <a:spLocks noEditPoints="1"/>
              </p:cNvSpPr>
              <p:nvPr/>
            </p:nvSpPr>
            <p:spPr bwMode="auto">
              <a:xfrm>
                <a:off x="859" y="2528"/>
                <a:ext cx="116" cy="81"/>
              </a:xfrm>
              <a:custGeom>
                <a:avLst/>
                <a:gdLst>
                  <a:gd name="T0" fmla="*/ 0 w 231"/>
                  <a:gd name="T1" fmla="*/ 1 h 161"/>
                  <a:gd name="T2" fmla="*/ 1 w 231"/>
                  <a:gd name="T3" fmla="*/ 1 h 161"/>
                  <a:gd name="T4" fmla="*/ 1 w 231"/>
                  <a:gd name="T5" fmla="*/ 0 h 161"/>
                  <a:gd name="T6" fmla="*/ 0 w 231"/>
                  <a:gd name="T7" fmla="*/ 0 h 161"/>
                  <a:gd name="T8" fmla="*/ 0 w 231"/>
                  <a:gd name="T9" fmla="*/ 1 h 161"/>
                  <a:gd name="T10" fmla="*/ 1 w 231"/>
                  <a:gd name="T11" fmla="*/ 1 h 161"/>
                  <a:gd name="T12" fmla="*/ 1 w 231"/>
                  <a:gd name="T13" fmla="*/ 1 h 161"/>
                  <a:gd name="T14" fmla="*/ 1 w 231"/>
                  <a:gd name="T15" fmla="*/ 0 h 161"/>
                  <a:gd name="T16" fmla="*/ 1 w 231"/>
                  <a:gd name="T17" fmla="*/ 0 h 161"/>
                  <a:gd name="T18" fmla="*/ 1 w 231"/>
                  <a:gd name="T19" fmla="*/ 1 h 1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1" h="161">
                    <a:moveTo>
                      <a:pt x="0" y="161"/>
                    </a:moveTo>
                    <a:lnTo>
                      <a:pt x="187" y="161"/>
                    </a:lnTo>
                    <a:lnTo>
                      <a:pt x="187" y="0"/>
                    </a:lnTo>
                    <a:lnTo>
                      <a:pt x="0" y="0"/>
                    </a:lnTo>
                    <a:lnTo>
                      <a:pt x="0" y="161"/>
                    </a:lnTo>
                    <a:close/>
                    <a:moveTo>
                      <a:pt x="204" y="27"/>
                    </a:moveTo>
                    <a:lnTo>
                      <a:pt x="231" y="27"/>
                    </a:lnTo>
                    <a:lnTo>
                      <a:pt x="231" y="0"/>
                    </a:lnTo>
                    <a:lnTo>
                      <a:pt x="204" y="0"/>
                    </a:lnTo>
                    <a:lnTo>
                      <a:pt x="204" y="27"/>
                    </a:lnTo>
                    <a:close/>
                  </a:path>
                </a:pathLst>
              </a:custGeom>
              <a:solidFill>
                <a:srgbClr val="FFFFFF"/>
              </a:solidFill>
              <a:ln w="4763">
                <a:solidFill>
                  <a:srgbClr val="000000"/>
                </a:solidFill>
                <a:prstDash val="solid"/>
                <a:round/>
                <a:headEnd/>
                <a:tailEnd/>
              </a:ln>
            </p:spPr>
            <p:txBody>
              <a:bodyPr/>
              <a:lstStyle/>
              <a:p>
                <a:endParaRPr lang="zh-CN" altLang="en-US"/>
              </a:p>
            </p:txBody>
          </p:sp>
          <p:sp>
            <p:nvSpPr>
              <p:cNvPr id="33915" name="Line 47">
                <a:extLst>
                  <a:ext uri="{FF2B5EF4-FFF2-40B4-BE49-F238E27FC236}">
                    <a16:creationId xmlns:a16="http://schemas.microsoft.com/office/drawing/2014/main" id="{3AD754C2-50D7-462C-A669-FCCF58AAB9D1}"/>
                  </a:ext>
                </a:extLst>
              </p:cNvPr>
              <p:cNvSpPr>
                <a:spLocks noChangeShapeType="1"/>
              </p:cNvSpPr>
              <p:nvPr/>
            </p:nvSpPr>
            <p:spPr bwMode="auto">
              <a:xfrm>
                <a:off x="859" y="2555"/>
                <a:ext cx="9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16" name="Line 48">
                <a:extLst>
                  <a:ext uri="{FF2B5EF4-FFF2-40B4-BE49-F238E27FC236}">
                    <a16:creationId xmlns:a16="http://schemas.microsoft.com/office/drawing/2014/main" id="{75609460-4CE3-4D07-8714-DB1720C2943C}"/>
                  </a:ext>
                </a:extLst>
              </p:cNvPr>
              <p:cNvSpPr>
                <a:spLocks noChangeShapeType="1"/>
              </p:cNvSpPr>
              <p:nvPr/>
            </p:nvSpPr>
            <p:spPr bwMode="auto">
              <a:xfrm>
                <a:off x="859" y="2582"/>
                <a:ext cx="9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17" name="Line 49">
                <a:extLst>
                  <a:ext uri="{FF2B5EF4-FFF2-40B4-BE49-F238E27FC236}">
                    <a16:creationId xmlns:a16="http://schemas.microsoft.com/office/drawing/2014/main" id="{7E593C35-F345-4521-8DBD-7E739706946C}"/>
                  </a:ext>
                </a:extLst>
              </p:cNvPr>
              <p:cNvSpPr>
                <a:spLocks noChangeShapeType="1"/>
              </p:cNvSpPr>
              <p:nvPr/>
            </p:nvSpPr>
            <p:spPr bwMode="auto">
              <a:xfrm>
                <a:off x="863" y="2568"/>
                <a:ext cx="85"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18" name="Rectangle 50">
                <a:extLst>
                  <a:ext uri="{FF2B5EF4-FFF2-40B4-BE49-F238E27FC236}">
                    <a16:creationId xmlns:a16="http://schemas.microsoft.com/office/drawing/2014/main" id="{DB2AD73D-830D-4908-A136-E6D3CA62AC2B}"/>
                  </a:ext>
                </a:extLst>
              </p:cNvPr>
              <p:cNvSpPr>
                <a:spLocks noChangeArrowheads="1"/>
              </p:cNvSpPr>
              <p:nvPr/>
            </p:nvSpPr>
            <p:spPr bwMode="auto">
              <a:xfrm>
                <a:off x="913" y="2560"/>
                <a:ext cx="26" cy="17"/>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919" name="Freeform 51">
                <a:extLst>
                  <a:ext uri="{FF2B5EF4-FFF2-40B4-BE49-F238E27FC236}">
                    <a16:creationId xmlns:a16="http://schemas.microsoft.com/office/drawing/2014/main" id="{A35D18B2-4E6C-4A9D-9E13-911112B66BF1}"/>
                  </a:ext>
                </a:extLst>
              </p:cNvPr>
              <p:cNvSpPr>
                <a:spLocks noEditPoints="1"/>
              </p:cNvSpPr>
              <p:nvPr/>
            </p:nvSpPr>
            <p:spPr bwMode="auto">
              <a:xfrm>
                <a:off x="720" y="2350"/>
                <a:ext cx="269" cy="193"/>
              </a:xfrm>
              <a:custGeom>
                <a:avLst/>
                <a:gdLst>
                  <a:gd name="T0" fmla="*/ 1 w 538"/>
                  <a:gd name="T1" fmla="*/ 0 h 387"/>
                  <a:gd name="T2" fmla="*/ 1 w 538"/>
                  <a:gd name="T3" fmla="*/ 0 h 387"/>
                  <a:gd name="T4" fmla="*/ 1 w 538"/>
                  <a:gd name="T5" fmla="*/ 0 h 387"/>
                  <a:gd name="T6" fmla="*/ 1 w 538"/>
                  <a:gd name="T7" fmla="*/ 0 h 387"/>
                  <a:gd name="T8" fmla="*/ 1 w 538"/>
                  <a:gd name="T9" fmla="*/ 0 h 387"/>
                  <a:gd name="T10" fmla="*/ 1 w 538"/>
                  <a:gd name="T11" fmla="*/ 0 h 387"/>
                  <a:gd name="T12" fmla="*/ 1 w 538"/>
                  <a:gd name="T13" fmla="*/ 0 h 387"/>
                  <a:gd name="T14" fmla="*/ 1 w 538"/>
                  <a:gd name="T15" fmla="*/ 0 h 387"/>
                  <a:gd name="T16" fmla="*/ 1 w 538"/>
                  <a:gd name="T17" fmla="*/ 0 h 387"/>
                  <a:gd name="T18" fmla="*/ 1 w 538"/>
                  <a:gd name="T19" fmla="*/ 0 h 387"/>
                  <a:gd name="T20" fmla="*/ 1 w 538"/>
                  <a:gd name="T21" fmla="*/ 0 h 387"/>
                  <a:gd name="T22" fmla="*/ 1 w 538"/>
                  <a:gd name="T23" fmla="*/ 0 h 387"/>
                  <a:gd name="T24" fmla="*/ 1 w 538"/>
                  <a:gd name="T25" fmla="*/ 0 h 387"/>
                  <a:gd name="T26" fmla="*/ 1 w 538"/>
                  <a:gd name="T27" fmla="*/ 0 h 387"/>
                  <a:gd name="T28" fmla="*/ 1 w 538"/>
                  <a:gd name="T29" fmla="*/ 0 h 387"/>
                  <a:gd name="T30" fmla="*/ 1 w 538"/>
                  <a:gd name="T31" fmla="*/ 0 h 387"/>
                  <a:gd name="T32" fmla="*/ 1 w 538"/>
                  <a:gd name="T33" fmla="*/ 0 h 387"/>
                  <a:gd name="T34" fmla="*/ 1 w 538"/>
                  <a:gd name="T35" fmla="*/ 0 h 387"/>
                  <a:gd name="T36" fmla="*/ 1 w 538"/>
                  <a:gd name="T37" fmla="*/ 0 h 387"/>
                  <a:gd name="T38" fmla="*/ 0 w 538"/>
                  <a:gd name="T39" fmla="*/ 0 h 387"/>
                  <a:gd name="T40" fmla="*/ 1 w 538"/>
                  <a:gd name="T41" fmla="*/ 0 h 387"/>
                  <a:gd name="T42" fmla="*/ 1 w 538"/>
                  <a:gd name="T43" fmla="*/ 0 h 387"/>
                  <a:gd name="T44" fmla="*/ 0 w 538"/>
                  <a:gd name="T45" fmla="*/ 0 h 387"/>
                  <a:gd name="T46" fmla="*/ 0 w 538"/>
                  <a:gd name="T47" fmla="*/ 0 h 387"/>
                  <a:gd name="T48" fmla="*/ 1 w 538"/>
                  <a:gd name="T49" fmla="*/ 0 h 387"/>
                  <a:gd name="T50" fmla="*/ 1 w 538"/>
                  <a:gd name="T51" fmla="*/ 0 h 387"/>
                  <a:gd name="T52" fmla="*/ 1 w 538"/>
                  <a:gd name="T53" fmla="*/ 0 h 387"/>
                  <a:gd name="T54" fmla="*/ 1 w 538"/>
                  <a:gd name="T55" fmla="*/ 0 h 387"/>
                  <a:gd name="T56" fmla="*/ 1 w 538"/>
                  <a:gd name="T57" fmla="*/ 0 h 387"/>
                  <a:gd name="T58" fmla="*/ 2 w 538"/>
                  <a:gd name="T59" fmla="*/ 0 h 387"/>
                  <a:gd name="T60" fmla="*/ 2 w 538"/>
                  <a:gd name="T61" fmla="*/ 0 h 387"/>
                  <a:gd name="T62" fmla="*/ 2 w 538"/>
                  <a:gd name="T63" fmla="*/ 0 h 387"/>
                  <a:gd name="T64" fmla="*/ 2 w 538"/>
                  <a:gd name="T65" fmla="*/ 0 h 387"/>
                  <a:gd name="T66" fmla="*/ 2 w 538"/>
                  <a:gd name="T67" fmla="*/ 0 h 387"/>
                  <a:gd name="T68" fmla="*/ 2 w 538"/>
                  <a:gd name="T69" fmla="*/ 0 h 387"/>
                  <a:gd name="T70" fmla="*/ 2 w 538"/>
                  <a:gd name="T71" fmla="*/ 0 h 387"/>
                  <a:gd name="T72" fmla="*/ 2 w 538"/>
                  <a:gd name="T73" fmla="*/ 0 h 387"/>
                  <a:gd name="T74" fmla="*/ 2 w 538"/>
                  <a:gd name="T75" fmla="*/ 0 h 387"/>
                  <a:gd name="T76" fmla="*/ 2 w 538"/>
                  <a:gd name="T77" fmla="*/ 0 h 38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387">
                    <a:moveTo>
                      <a:pt x="450" y="277"/>
                    </a:moveTo>
                    <a:lnTo>
                      <a:pt x="469" y="277"/>
                    </a:lnTo>
                    <a:lnTo>
                      <a:pt x="469" y="269"/>
                    </a:lnTo>
                    <a:lnTo>
                      <a:pt x="450" y="269"/>
                    </a:lnTo>
                    <a:lnTo>
                      <a:pt x="450" y="277"/>
                    </a:lnTo>
                    <a:close/>
                    <a:moveTo>
                      <a:pt x="122" y="229"/>
                    </a:moveTo>
                    <a:lnTo>
                      <a:pt x="122" y="27"/>
                    </a:lnTo>
                    <a:lnTo>
                      <a:pt x="416" y="27"/>
                    </a:lnTo>
                    <a:lnTo>
                      <a:pt x="416" y="229"/>
                    </a:lnTo>
                    <a:lnTo>
                      <a:pt x="122" y="229"/>
                    </a:lnTo>
                    <a:close/>
                    <a:moveTo>
                      <a:pt x="109" y="243"/>
                    </a:moveTo>
                    <a:lnTo>
                      <a:pt x="429" y="243"/>
                    </a:lnTo>
                    <a:lnTo>
                      <a:pt x="429" y="14"/>
                    </a:lnTo>
                    <a:lnTo>
                      <a:pt x="443" y="14"/>
                    </a:lnTo>
                    <a:lnTo>
                      <a:pt x="443" y="0"/>
                    </a:lnTo>
                    <a:lnTo>
                      <a:pt x="94" y="0"/>
                    </a:lnTo>
                    <a:lnTo>
                      <a:pt x="94" y="256"/>
                    </a:lnTo>
                    <a:lnTo>
                      <a:pt x="109" y="256"/>
                    </a:lnTo>
                    <a:lnTo>
                      <a:pt x="109" y="243"/>
                    </a:lnTo>
                    <a:close/>
                    <a:moveTo>
                      <a:pt x="0" y="373"/>
                    </a:moveTo>
                    <a:lnTo>
                      <a:pt x="54" y="373"/>
                    </a:lnTo>
                    <a:lnTo>
                      <a:pt x="54" y="356"/>
                    </a:lnTo>
                    <a:lnTo>
                      <a:pt x="0" y="356"/>
                    </a:lnTo>
                    <a:lnTo>
                      <a:pt x="0" y="373"/>
                    </a:lnTo>
                    <a:close/>
                    <a:moveTo>
                      <a:pt x="313" y="387"/>
                    </a:moveTo>
                    <a:lnTo>
                      <a:pt x="429" y="387"/>
                    </a:lnTo>
                    <a:lnTo>
                      <a:pt x="429" y="379"/>
                    </a:lnTo>
                    <a:lnTo>
                      <a:pt x="313" y="379"/>
                    </a:lnTo>
                    <a:lnTo>
                      <a:pt x="313" y="387"/>
                    </a:lnTo>
                    <a:close/>
                    <a:moveTo>
                      <a:pt x="519" y="364"/>
                    </a:moveTo>
                    <a:lnTo>
                      <a:pt x="538" y="364"/>
                    </a:lnTo>
                    <a:lnTo>
                      <a:pt x="538" y="356"/>
                    </a:lnTo>
                    <a:lnTo>
                      <a:pt x="519" y="356"/>
                    </a:lnTo>
                    <a:lnTo>
                      <a:pt x="519" y="364"/>
                    </a:lnTo>
                    <a:close/>
                    <a:moveTo>
                      <a:pt x="519" y="383"/>
                    </a:moveTo>
                    <a:lnTo>
                      <a:pt x="538" y="383"/>
                    </a:lnTo>
                    <a:lnTo>
                      <a:pt x="538" y="373"/>
                    </a:lnTo>
                    <a:lnTo>
                      <a:pt x="519" y="373"/>
                    </a:lnTo>
                    <a:lnTo>
                      <a:pt x="519" y="383"/>
                    </a:lnTo>
                    <a:close/>
                  </a:path>
                </a:pathLst>
              </a:custGeom>
              <a:solidFill>
                <a:srgbClr val="000000"/>
              </a:solidFill>
              <a:ln w="4763">
                <a:solidFill>
                  <a:srgbClr val="000000"/>
                </a:solidFill>
                <a:prstDash val="solid"/>
                <a:round/>
                <a:headEnd/>
                <a:tailEnd/>
              </a:ln>
            </p:spPr>
            <p:txBody>
              <a:bodyPr/>
              <a:lstStyle/>
              <a:p>
                <a:endParaRPr lang="zh-CN" altLang="en-US"/>
              </a:p>
            </p:txBody>
          </p:sp>
          <p:sp>
            <p:nvSpPr>
              <p:cNvPr id="33920" name="Line 52">
                <a:extLst>
                  <a:ext uri="{FF2B5EF4-FFF2-40B4-BE49-F238E27FC236}">
                    <a16:creationId xmlns:a16="http://schemas.microsoft.com/office/drawing/2014/main" id="{32B1617B-C80D-480F-AE5C-F4D46F2E1B01}"/>
                  </a:ext>
                </a:extLst>
              </p:cNvPr>
              <p:cNvSpPr>
                <a:spLocks noChangeShapeType="1"/>
              </p:cNvSpPr>
              <p:nvPr/>
            </p:nvSpPr>
            <p:spPr bwMode="auto">
              <a:xfrm>
                <a:off x="747" y="2495"/>
                <a:ext cx="21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21" name="Line 53">
                <a:extLst>
                  <a:ext uri="{FF2B5EF4-FFF2-40B4-BE49-F238E27FC236}">
                    <a16:creationId xmlns:a16="http://schemas.microsoft.com/office/drawing/2014/main" id="{05308219-A9A4-491C-A186-E16A6FDFAF54}"/>
                  </a:ext>
                </a:extLst>
              </p:cNvPr>
              <p:cNvSpPr>
                <a:spLocks noChangeShapeType="1"/>
              </p:cNvSpPr>
              <p:nvPr/>
            </p:nvSpPr>
            <p:spPr bwMode="auto">
              <a:xfrm flipV="1">
                <a:off x="801" y="2495"/>
                <a:ext cx="1" cy="1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22" name="Line 54">
                <a:extLst>
                  <a:ext uri="{FF2B5EF4-FFF2-40B4-BE49-F238E27FC236}">
                    <a16:creationId xmlns:a16="http://schemas.microsoft.com/office/drawing/2014/main" id="{EB0F5D62-2D08-488B-999A-17262E3AE066}"/>
                  </a:ext>
                </a:extLst>
              </p:cNvPr>
              <p:cNvSpPr>
                <a:spLocks noChangeShapeType="1"/>
              </p:cNvSpPr>
              <p:nvPr/>
            </p:nvSpPr>
            <p:spPr bwMode="auto">
              <a:xfrm flipV="1">
                <a:off x="855" y="2495"/>
                <a:ext cx="1" cy="1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3823" name="Group 55">
              <a:extLst>
                <a:ext uri="{FF2B5EF4-FFF2-40B4-BE49-F238E27FC236}">
                  <a16:creationId xmlns:a16="http://schemas.microsoft.com/office/drawing/2014/main" id="{71EA61A1-A34B-4E43-BE31-6971E9091CE2}"/>
                </a:ext>
              </a:extLst>
            </p:cNvPr>
            <p:cNvGrpSpPr>
              <a:grpSpLocks/>
            </p:cNvGrpSpPr>
            <p:nvPr/>
          </p:nvGrpSpPr>
          <p:grpSpPr bwMode="auto">
            <a:xfrm>
              <a:off x="2842" y="1150"/>
              <a:ext cx="286" cy="288"/>
              <a:chOff x="712" y="2330"/>
              <a:chExt cx="286" cy="288"/>
            </a:xfrm>
          </p:grpSpPr>
          <p:sp>
            <p:nvSpPr>
              <p:cNvPr id="33899" name="Freeform 56">
                <a:extLst>
                  <a:ext uri="{FF2B5EF4-FFF2-40B4-BE49-F238E27FC236}">
                    <a16:creationId xmlns:a16="http://schemas.microsoft.com/office/drawing/2014/main" id="{6CDED769-802E-4ACF-8BDA-9CDF09C12FA3}"/>
                  </a:ext>
                </a:extLst>
              </p:cNvPr>
              <p:cNvSpPr>
                <a:spLocks/>
              </p:cNvSpPr>
              <p:nvPr/>
            </p:nvSpPr>
            <p:spPr bwMode="auto">
              <a:xfrm>
                <a:off x="712" y="2330"/>
                <a:ext cx="286" cy="288"/>
              </a:xfrm>
              <a:custGeom>
                <a:avLst/>
                <a:gdLst>
                  <a:gd name="T0" fmla="*/ 1 w 572"/>
                  <a:gd name="T1" fmla="*/ 0 h 577"/>
                  <a:gd name="T2" fmla="*/ 0 w 572"/>
                  <a:gd name="T3" fmla="*/ 0 h 577"/>
                  <a:gd name="T4" fmla="*/ 0 w 572"/>
                  <a:gd name="T5" fmla="*/ 1 h 577"/>
                  <a:gd name="T6" fmla="*/ 2 w 572"/>
                  <a:gd name="T7" fmla="*/ 1 h 577"/>
                  <a:gd name="T8" fmla="*/ 2 w 572"/>
                  <a:gd name="T9" fmla="*/ 0 h 577"/>
                  <a:gd name="T10" fmla="*/ 1 w 572"/>
                  <a:gd name="T11" fmla="*/ 0 h 577"/>
                  <a:gd name="T12" fmla="*/ 1 w 572"/>
                  <a:gd name="T13" fmla="*/ 0 h 577"/>
                  <a:gd name="T14" fmla="*/ 1 w 572"/>
                  <a:gd name="T15" fmla="*/ 0 h 577"/>
                  <a:gd name="T16" fmla="*/ 1 w 572"/>
                  <a:gd name="T17" fmla="*/ 0 h 577"/>
                  <a:gd name="T18" fmla="*/ 1 w 572"/>
                  <a:gd name="T19" fmla="*/ 0 h 577"/>
                  <a:gd name="T20" fmla="*/ 1 w 572"/>
                  <a:gd name="T21" fmla="*/ 0 h 577"/>
                  <a:gd name="T22" fmla="*/ 1 w 572"/>
                  <a:gd name="T23" fmla="*/ 0 h 577"/>
                  <a:gd name="T24" fmla="*/ 1 w 572"/>
                  <a:gd name="T25" fmla="*/ 0 h 5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577">
                    <a:moveTo>
                      <a:pt x="126" y="377"/>
                    </a:moveTo>
                    <a:lnTo>
                      <a:pt x="0" y="377"/>
                    </a:lnTo>
                    <a:lnTo>
                      <a:pt x="0" y="577"/>
                    </a:lnTo>
                    <a:lnTo>
                      <a:pt x="572" y="577"/>
                    </a:lnTo>
                    <a:lnTo>
                      <a:pt x="572" y="377"/>
                    </a:lnTo>
                    <a:lnTo>
                      <a:pt x="446" y="377"/>
                    </a:lnTo>
                    <a:lnTo>
                      <a:pt x="446" y="350"/>
                    </a:lnTo>
                    <a:lnTo>
                      <a:pt x="500" y="350"/>
                    </a:lnTo>
                    <a:lnTo>
                      <a:pt x="500" y="0"/>
                    </a:lnTo>
                    <a:lnTo>
                      <a:pt x="71" y="0"/>
                    </a:lnTo>
                    <a:lnTo>
                      <a:pt x="71" y="350"/>
                    </a:lnTo>
                    <a:lnTo>
                      <a:pt x="126" y="350"/>
                    </a:lnTo>
                    <a:lnTo>
                      <a:pt x="126" y="377"/>
                    </a:lnTo>
                    <a:close/>
                  </a:path>
                </a:pathLst>
              </a:custGeom>
              <a:solidFill>
                <a:srgbClr val="FFFFFF"/>
              </a:solidFill>
              <a:ln w="11113">
                <a:solidFill>
                  <a:srgbClr val="000000"/>
                </a:solidFill>
                <a:prstDash val="solid"/>
                <a:round/>
                <a:headEnd/>
                <a:tailEnd/>
              </a:ln>
            </p:spPr>
            <p:txBody>
              <a:bodyPr/>
              <a:lstStyle/>
              <a:p>
                <a:endParaRPr lang="zh-CN" altLang="en-US"/>
              </a:p>
            </p:txBody>
          </p:sp>
          <p:sp>
            <p:nvSpPr>
              <p:cNvPr id="33900" name="Line 57">
                <a:extLst>
                  <a:ext uri="{FF2B5EF4-FFF2-40B4-BE49-F238E27FC236}">
                    <a16:creationId xmlns:a16="http://schemas.microsoft.com/office/drawing/2014/main" id="{9B70138D-3449-4E01-8D6F-93F7E7712E0C}"/>
                  </a:ext>
                </a:extLst>
              </p:cNvPr>
              <p:cNvSpPr>
                <a:spLocks noChangeShapeType="1"/>
              </p:cNvSpPr>
              <p:nvPr/>
            </p:nvSpPr>
            <p:spPr bwMode="auto">
              <a:xfrm>
                <a:off x="774" y="2518"/>
                <a:ext cx="16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01" name="Line 58">
                <a:extLst>
                  <a:ext uri="{FF2B5EF4-FFF2-40B4-BE49-F238E27FC236}">
                    <a16:creationId xmlns:a16="http://schemas.microsoft.com/office/drawing/2014/main" id="{8A8D1FC3-FE0C-4738-849B-06D01F1C5279}"/>
                  </a:ext>
                </a:extLst>
              </p:cNvPr>
              <p:cNvSpPr>
                <a:spLocks noChangeShapeType="1"/>
              </p:cNvSpPr>
              <p:nvPr/>
            </p:nvSpPr>
            <p:spPr bwMode="auto">
              <a:xfrm>
                <a:off x="774" y="2505"/>
                <a:ext cx="16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02" name="Freeform 59">
                <a:extLst>
                  <a:ext uri="{FF2B5EF4-FFF2-40B4-BE49-F238E27FC236}">
                    <a16:creationId xmlns:a16="http://schemas.microsoft.com/office/drawing/2014/main" id="{1933024C-3E72-4B6F-B45F-78ADAC98A9C0}"/>
                  </a:ext>
                </a:extLst>
              </p:cNvPr>
              <p:cNvSpPr>
                <a:spLocks noEditPoints="1"/>
              </p:cNvSpPr>
              <p:nvPr/>
            </p:nvSpPr>
            <p:spPr bwMode="auto">
              <a:xfrm>
                <a:off x="859" y="2528"/>
                <a:ext cx="116" cy="81"/>
              </a:xfrm>
              <a:custGeom>
                <a:avLst/>
                <a:gdLst>
                  <a:gd name="T0" fmla="*/ 0 w 231"/>
                  <a:gd name="T1" fmla="*/ 1 h 161"/>
                  <a:gd name="T2" fmla="*/ 1 w 231"/>
                  <a:gd name="T3" fmla="*/ 1 h 161"/>
                  <a:gd name="T4" fmla="*/ 1 w 231"/>
                  <a:gd name="T5" fmla="*/ 0 h 161"/>
                  <a:gd name="T6" fmla="*/ 0 w 231"/>
                  <a:gd name="T7" fmla="*/ 0 h 161"/>
                  <a:gd name="T8" fmla="*/ 0 w 231"/>
                  <a:gd name="T9" fmla="*/ 1 h 161"/>
                  <a:gd name="T10" fmla="*/ 1 w 231"/>
                  <a:gd name="T11" fmla="*/ 1 h 161"/>
                  <a:gd name="T12" fmla="*/ 1 w 231"/>
                  <a:gd name="T13" fmla="*/ 1 h 161"/>
                  <a:gd name="T14" fmla="*/ 1 w 231"/>
                  <a:gd name="T15" fmla="*/ 0 h 161"/>
                  <a:gd name="T16" fmla="*/ 1 w 231"/>
                  <a:gd name="T17" fmla="*/ 0 h 161"/>
                  <a:gd name="T18" fmla="*/ 1 w 231"/>
                  <a:gd name="T19" fmla="*/ 1 h 1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1" h="161">
                    <a:moveTo>
                      <a:pt x="0" y="161"/>
                    </a:moveTo>
                    <a:lnTo>
                      <a:pt x="187" y="161"/>
                    </a:lnTo>
                    <a:lnTo>
                      <a:pt x="187" y="0"/>
                    </a:lnTo>
                    <a:lnTo>
                      <a:pt x="0" y="0"/>
                    </a:lnTo>
                    <a:lnTo>
                      <a:pt x="0" y="161"/>
                    </a:lnTo>
                    <a:close/>
                    <a:moveTo>
                      <a:pt x="204" y="27"/>
                    </a:moveTo>
                    <a:lnTo>
                      <a:pt x="231" y="27"/>
                    </a:lnTo>
                    <a:lnTo>
                      <a:pt x="231" y="0"/>
                    </a:lnTo>
                    <a:lnTo>
                      <a:pt x="204" y="0"/>
                    </a:lnTo>
                    <a:lnTo>
                      <a:pt x="204" y="27"/>
                    </a:lnTo>
                    <a:close/>
                  </a:path>
                </a:pathLst>
              </a:custGeom>
              <a:solidFill>
                <a:srgbClr val="FFFFFF"/>
              </a:solidFill>
              <a:ln w="4763">
                <a:solidFill>
                  <a:srgbClr val="000000"/>
                </a:solidFill>
                <a:prstDash val="solid"/>
                <a:round/>
                <a:headEnd/>
                <a:tailEnd/>
              </a:ln>
            </p:spPr>
            <p:txBody>
              <a:bodyPr/>
              <a:lstStyle/>
              <a:p>
                <a:endParaRPr lang="zh-CN" altLang="en-US"/>
              </a:p>
            </p:txBody>
          </p:sp>
          <p:sp>
            <p:nvSpPr>
              <p:cNvPr id="33903" name="Line 60">
                <a:extLst>
                  <a:ext uri="{FF2B5EF4-FFF2-40B4-BE49-F238E27FC236}">
                    <a16:creationId xmlns:a16="http://schemas.microsoft.com/office/drawing/2014/main" id="{51FCD8DF-0595-4443-8B9D-09DC673C920D}"/>
                  </a:ext>
                </a:extLst>
              </p:cNvPr>
              <p:cNvSpPr>
                <a:spLocks noChangeShapeType="1"/>
              </p:cNvSpPr>
              <p:nvPr/>
            </p:nvSpPr>
            <p:spPr bwMode="auto">
              <a:xfrm>
                <a:off x="859" y="2555"/>
                <a:ext cx="9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04" name="Line 61">
                <a:extLst>
                  <a:ext uri="{FF2B5EF4-FFF2-40B4-BE49-F238E27FC236}">
                    <a16:creationId xmlns:a16="http://schemas.microsoft.com/office/drawing/2014/main" id="{C67F3D36-C007-42EE-9159-9BC88476DBB7}"/>
                  </a:ext>
                </a:extLst>
              </p:cNvPr>
              <p:cNvSpPr>
                <a:spLocks noChangeShapeType="1"/>
              </p:cNvSpPr>
              <p:nvPr/>
            </p:nvSpPr>
            <p:spPr bwMode="auto">
              <a:xfrm>
                <a:off x="859" y="2582"/>
                <a:ext cx="9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05" name="Line 62">
                <a:extLst>
                  <a:ext uri="{FF2B5EF4-FFF2-40B4-BE49-F238E27FC236}">
                    <a16:creationId xmlns:a16="http://schemas.microsoft.com/office/drawing/2014/main" id="{58705D00-1856-4723-9778-8BB595ABDDFF}"/>
                  </a:ext>
                </a:extLst>
              </p:cNvPr>
              <p:cNvSpPr>
                <a:spLocks noChangeShapeType="1"/>
              </p:cNvSpPr>
              <p:nvPr/>
            </p:nvSpPr>
            <p:spPr bwMode="auto">
              <a:xfrm>
                <a:off x="863" y="2568"/>
                <a:ext cx="85"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06" name="Rectangle 63">
                <a:extLst>
                  <a:ext uri="{FF2B5EF4-FFF2-40B4-BE49-F238E27FC236}">
                    <a16:creationId xmlns:a16="http://schemas.microsoft.com/office/drawing/2014/main" id="{6A4902FC-A52F-431C-9CCE-60530532D88A}"/>
                  </a:ext>
                </a:extLst>
              </p:cNvPr>
              <p:cNvSpPr>
                <a:spLocks noChangeArrowheads="1"/>
              </p:cNvSpPr>
              <p:nvPr/>
            </p:nvSpPr>
            <p:spPr bwMode="auto">
              <a:xfrm>
                <a:off x="913" y="2560"/>
                <a:ext cx="26" cy="17"/>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907" name="Freeform 64">
                <a:extLst>
                  <a:ext uri="{FF2B5EF4-FFF2-40B4-BE49-F238E27FC236}">
                    <a16:creationId xmlns:a16="http://schemas.microsoft.com/office/drawing/2014/main" id="{2C55A929-6827-49A7-BB1F-E9D0B16C3055}"/>
                  </a:ext>
                </a:extLst>
              </p:cNvPr>
              <p:cNvSpPr>
                <a:spLocks noEditPoints="1"/>
              </p:cNvSpPr>
              <p:nvPr/>
            </p:nvSpPr>
            <p:spPr bwMode="auto">
              <a:xfrm>
                <a:off x="720" y="2350"/>
                <a:ext cx="269" cy="193"/>
              </a:xfrm>
              <a:custGeom>
                <a:avLst/>
                <a:gdLst>
                  <a:gd name="T0" fmla="*/ 1 w 538"/>
                  <a:gd name="T1" fmla="*/ 0 h 387"/>
                  <a:gd name="T2" fmla="*/ 1 w 538"/>
                  <a:gd name="T3" fmla="*/ 0 h 387"/>
                  <a:gd name="T4" fmla="*/ 1 w 538"/>
                  <a:gd name="T5" fmla="*/ 0 h 387"/>
                  <a:gd name="T6" fmla="*/ 1 w 538"/>
                  <a:gd name="T7" fmla="*/ 0 h 387"/>
                  <a:gd name="T8" fmla="*/ 1 w 538"/>
                  <a:gd name="T9" fmla="*/ 0 h 387"/>
                  <a:gd name="T10" fmla="*/ 1 w 538"/>
                  <a:gd name="T11" fmla="*/ 0 h 387"/>
                  <a:gd name="T12" fmla="*/ 1 w 538"/>
                  <a:gd name="T13" fmla="*/ 0 h 387"/>
                  <a:gd name="T14" fmla="*/ 1 w 538"/>
                  <a:gd name="T15" fmla="*/ 0 h 387"/>
                  <a:gd name="T16" fmla="*/ 1 w 538"/>
                  <a:gd name="T17" fmla="*/ 0 h 387"/>
                  <a:gd name="T18" fmla="*/ 1 w 538"/>
                  <a:gd name="T19" fmla="*/ 0 h 387"/>
                  <a:gd name="T20" fmla="*/ 1 w 538"/>
                  <a:gd name="T21" fmla="*/ 0 h 387"/>
                  <a:gd name="T22" fmla="*/ 1 w 538"/>
                  <a:gd name="T23" fmla="*/ 0 h 387"/>
                  <a:gd name="T24" fmla="*/ 1 w 538"/>
                  <a:gd name="T25" fmla="*/ 0 h 387"/>
                  <a:gd name="T26" fmla="*/ 1 w 538"/>
                  <a:gd name="T27" fmla="*/ 0 h 387"/>
                  <a:gd name="T28" fmla="*/ 1 w 538"/>
                  <a:gd name="T29" fmla="*/ 0 h 387"/>
                  <a:gd name="T30" fmla="*/ 1 w 538"/>
                  <a:gd name="T31" fmla="*/ 0 h 387"/>
                  <a:gd name="T32" fmla="*/ 1 w 538"/>
                  <a:gd name="T33" fmla="*/ 0 h 387"/>
                  <a:gd name="T34" fmla="*/ 1 w 538"/>
                  <a:gd name="T35" fmla="*/ 0 h 387"/>
                  <a:gd name="T36" fmla="*/ 1 w 538"/>
                  <a:gd name="T37" fmla="*/ 0 h 387"/>
                  <a:gd name="T38" fmla="*/ 0 w 538"/>
                  <a:gd name="T39" fmla="*/ 0 h 387"/>
                  <a:gd name="T40" fmla="*/ 1 w 538"/>
                  <a:gd name="T41" fmla="*/ 0 h 387"/>
                  <a:gd name="T42" fmla="*/ 1 w 538"/>
                  <a:gd name="T43" fmla="*/ 0 h 387"/>
                  <a:gd name="T44" fmla="*/ 0 w 538"/>
                  <a:gd name="T45" fmla="*/ 0 h 387"/>
                  <a:gd name="T46" fmla="*/ 0 w 538"/>
                  <a:gd name="T47" fmla="*/ 0 h 387"/>
                  <a:gd name="T48" fmla="*/ 1 w 538"/>
                  <a:gd name="T49" fmla="*/ 0 h 387"/>
                  <a:gd name="T50" fmla="*/ 1 w 538"/>
                  <a:gd name="T51" fmla="*/ 0 h 387"/>
                  <a:gd name="T52" fmla="*/ 1 w 538"/>
                  <a:gd name="T53" fmla="*/ 0 h 387"/>
                  <a:gd name="T54" fmla="*/ 1 w 538"/>
                  <a:gd name="T55" fmla="*/ 0 h 387"/>
                  <a:gd name="T56" fmla="*/ 1 w 538"/>
                  <a:gd name="T57" fmla="*/ 0 h 387"/>
                  <a:gd name="T58" fmla="*/ 2 w 538"/>
                  <a:gd name="T59" fmla="*/ 0 h 387"/>
                  <a:gd name="T60" fmla="*/ 2 w 538"/>
                  <a:gd name="T61" fmla="*/ 0 h 387"/>
                  <a:gd name="T62" fmla="*/ 2 w 538"/>
                  <a:gd name="T63" fmla="*/ 0 h 387"/>
                  <a:gd name="T64" fmla="*/ 2 w 538"/>
                  <a:gd name="T65" fmla="*/ 0 h 387"/>
                  <a:gd name="T66" fmla="*/ 2 w 538"/>
                  <a:gd name="T67" fmla="*/ 0 h 387"/>
                  <a:gd name="T68" fmla="*/ 2 w 538"/>
                  <a:gd name="T69" fmla="*/ 0 h 387"/>
                  <a:gd name="T70" fmla="*/ 2 w 538"/>
                  <a:gd name="T71" fmla="*/ 0 h 387"/>
                  <a:gd name="T72" fmla="*/ 2 w 538"/>
                  <a:gd name="T73" fmla="*/ 0 h 387"/>
                  <a:gd name="T74" fmla="*/ 2 w 538"/>
                  <a:gd name="T75" fmla="*/ 0 h 387"/>
                  <a:gd name="T76" fmla="*/ 2 w 538"/>
                  <a:gd name="T77" fmla="*/ 0 h 38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387">
                    <a:moveTo>
                      <a:pt x="450" y="277"/>
                    </a:moveTo>
                    <a:lnTo>
                      <a:pt x="469" y="277"/>
                    </a:lnTo>
                    <a:lnTo>
                      <a:pt x="469" y="269"/>
                    </a:lnTo>
                    <a:lnTo>
                      <a:pt x="450" y="269"/>
                    </a:lnTo>
                    <a:lnTo>
                      <a:pt x="450" y="277"/>
                    </a:lnTo>
                    <a:close/>
                    <a:moveTo>
                      <a:pt x="122" y="229"/>
                    </a:moveTo>
                    <a:lnTo>
                      <a:pt x="122" y="27"/>
                    </a:lnTo>
                    <a:lnTo>
                      <a:pt x="416" y="27"/>
                    </a:lnTo>
                    <a:lnTo>
                      <a:pt x="416" y="229"/>
                    </a:lnTo>
                    <a:lnTo>
                      <a:pt x="122" y="229"/>
                    </a:lnTo>
                    <a:close/>
                    <a:moveTo>
                      <a:pt x="109" y="243"/>
                    </a:moveTo>
                    <a:lnTo>
                      <a:pt x="429" y="243"/>
                    </a:lnTo>
                    <a:lnTo>
                      <a:pt x="429" y="14"/>
                    </a:lnTo>
                    <a:lnTo>
                      <a:pt x="443" y="14"/>
                    </a:lnTo>
                    <a:lnTo>
                      <a:pt x="443" y="0"/>
                    </a:lnTo>
                    <a:lnTo>
                      <a:pt x="94" y="0"/>
                    </a:lnTo>
                    <a:lnTo>
                      <a:pt x="94" y="256"/>
                    </a:lnTo>
                    <a:lnTo>
                      <a:pt x="109" y="256"/>
                    </a:lnTo>
                    <a:lnTo>
                      <a:pt x="109" y="243"/>
                    </a:lnTo>
                    <a:close/>
                    <a:moveTo>
                      <a:pt x="0" y="373"/>
                    </a:moveTo>
                    <a:lnTo>
                      <a:pt x="54" y="373"/>
                    </a:lnTo>
                    <a:lnTo>
                      <a:pt x="54" y="356"/>
                    </a:lnTo>
                    <a:lnTo>
                      <a:pt x="0" y="356"/>
                    </a:lnTo>
                    <a:lnTo>
                      <a:pt x="0" y="373"/>
                    </a:lnTo>
                    <a:close/>
                    <a:moveTo>
                      <a:pt x="313" y="387"/>
                    </a:moveTo>
                    <a:lnTo>
                      <a:pt x="429" y="387"/>
                    </a:lnTo>
                    <a:lnTo>
                      <a:pt x="429" y="379"/>
                    </a:lnTo>
                    <a:lnTo>
                      <a:pt x="313" y="379"/>
                    </a:lnTo>
                    <a:lnTo>
                      <a:pt x="313" y="387"/>
                    </a:lnTo>
                    <a:close/>
                    <a:moveTo>
                      <a:pt x="519" y="364"/>
                    </a:moveTo>
                    <a:lnTo>
                      <a:pt x="538" y="364"/>
                    </a:lnTo>
                    <a:lnTo>
                      <a:pt x="538" y="356"/>
                    </a:lnTo>
                    <a:lnTo>
                      <a:pt x="519" y="356"/>
                    </a:lnTo>
                    <a:lnTo>
                      <a:pt x="519" y="364"/>
                    </a:lnTo>
                    <a:close/>
                    <a:moveTo>
                      <a:pt x="519" y="383"/>
                    </a:moveTo>
                    <a:lnTo>
                      <a:pt x="538" y="383"/>
                    </a:lnTo>
                    <a:lnTo>
                      <a:pt x="538" y="373"/>
                    </a:lnTo>
                    <a:lnTo>
                      <a:pt x="519" y="373"/>
                    </a:lnTo>
                    <a:lnTo>
                      <a:pt x="519" y="383"/>
                    </a:lnTo>
                    <a:close/>
                  </a:path>
                </a:pathLst>
              </a:custGeom>
              <a:solidFill>
                <a:srgbClr val="000000"/>
              </a:solidFill>
              <a:ln w="4763">
                <a:solidFill>
                  <a:srgbClr val="000000"/>
                </a:solidFill>
                <a:prstDash val="solid"/>
                <a:round/>
                <a:headEnd/>
                <a:tailEnd/>
              </a:ln>
            </p:spPr>
            <p:txBody>
              <a:bodyPr/>
              <a:lstStyle/>
              <a:p>
                <a:endParaRPr lang="zh-CN" altLang="en-US"/>
              </a:p>
            </p:txBody>
          </p:sp>
          <p:sp>
            <p:nvSpPr>
              <p:cNvPr id="33908" name="Line 65">
                <a:extLst>
                  <a:ext uri="{FF2B5EF4-FFF2-40B4-BE49-F238E27FC236}">
                    <a16:creationId xmlns:a16="http://schemas.microsoft.com/office/drawing/2014/main" id="{AD78043A-F193-4419-AEA3-AC4B7342E7A8}"/>
                  </a:ext>
                </a:extLst>
              </p:cNvPr>
              <p:cNvSpPr>
                <a:spLocks noChangeShapeType="1"/>
              </p:cNvSpPr>
              <p:nvPr/>
            </p:nvSpPr>
            <p:spPr bwMode="auto">
              <a:xfrm>
                <a:off x="747" y="2495"/>
                <a:ext cx="21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09" name="Line 66">
                <a:extLst>
                  <a:ext uri="{FF2B5EF4-FFF2-40B4-BE49-F238E27FC236}">
                    <a16:creationId xmlns:a16="http://schemas.microsoft.com/office/drawing/2014/main" id="{C69E3DA7-EE4F-4388-B471-0F2BEA2799B0}"/>
                  </a:ext>
                </a:extLst>
              </p:cNvPr>
              <p:cNvSpPr>
                <a:spLocks noChangeShapeType="1"/>
              </p:cNvSpPr>
              <p:nvPr/>
            </p:nvSpPr>
            <p:spPr bwMode="auto">
              <a:xfrm flipV="1">
                <a:off x="801" y="2495"/>
                <a:ext cx="1" cy="1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10" name="Line 67">
                <a:extLst>
                  <a:ext uri="{FF2B5EF4-FFF2-40B4-BE49-F238E27FC236}">
                    <a16:creationId xmlns:a16="http://schemas.microsoft.com/office/drawing/2014/main" id="{637F2BD6-3D51-4D8A-B4F9-0D871AF8CA80}"/>
                  </a:ext>
                </a:extLst>
              </p:cNvPr>
              <p:cNvSpPr>
                <a:spLocks noChangeShapeType="1"/>
              </p:cNvSpPr>
              <p:nvPr/>
            </p:nvSpPr>
            <p:spPr bwMode="auto">
              <a:xfrm flipV="1">
                <a:off x="855" y="2495"/>
                <a:ext cx="1" cy="1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3824" name="Group 68">
              <a:extLst>
                <a:ext uri="{FF2B5EF4-FFF2-40B4-BE49-F238E27FC236}">
                  <a16:creationId xmlns:a16="http://schemas.microsoft.com/office/drawing/2014/main" id="{96D00754-B11A-45A6-AC1F-2B18849DC1C4}"/>
                </a:ext>
              </a:extLst>
            </p:cNvPr>
            <p:cNvGrpSpPr>
              <a:grpSpLocks/>
            </p:cNvGrpSpPr>
            <p:nvPr/>
          </p:nvGrpSpPr>
          <p:grpSpPr bwMode="auto">
            <a:xfrm>
              <a:off x="4906" y="1438"/>
              <a:ext cx="286" cy="288"/>
              <a:chOff x="712" y="2330"/>
              <a:chExt cx="286" cy="288"/>
            </a:xfrm>
          </p:grpSpPr>
          <p:sp>
            <p:nvSpPr>
              <p:cNvPr id="33887" name="Freeform 69">
                <a:extLst>
                  <a:ext uri="{FF2B5EF4-FFF2-40B4-BE49-F238E27FC236}">
                    <a16:creationId xmlns:a16="http://schemas.microsoft.com/office/drawing/2014/main" id="{E592405A-3723-4013-909C-E44F4519A99E}"/>
                  </a:ext>
                </a:extLst>
              </p:cNvPr>
              <p:cNvSpPr>
                <a:spLocks/>
              </p:cNvSpPr>
              <p:nvPr/>
            </p:nvSpPr>
            <p:spPr bwMode="auto">
              <a:xfrm>
                <a:off x="712" y="2330"/>
                <a:ext cx="286" cy="288"/>
              </a:xfrm>
              <a:custGeom>
                <a:avLst/>
                <a:gdLst>
                  <a:gd name="T0" fmla="*/ 1 w 572"/>
                  <a:gd name="T1" fmla="*/ 0 h 577"/>
                  <a:gd name="T2" fmla="*/ 0 w 572"/>
                  <a:gd name="T3" fmla="*/ 0 h 577"/>
                  <a:gd name="T4" fmla="*/ 0 w 572"/>
                  <a:gd name="T5" fmla="*/ 1 h 577"/>
                  <a:gd name="T6" fmla="*/ 2 w 572"/>
                  <a:gd name="T7" fmla="*/ 1 h 577"/>
                  <a:gd name="T8" fmla="*/ 2 w 572"/>
                  <a:gd name="T9" fmla="*/ 0 h 577"/>
                  <a:gd name="T10" fmla="*/ 1 w 572"/>
                  <a:gd name="T11" fmla="*/ 0 h 577"/>
                  <a:gd name="T12" fmla="*/ 1 w 572"/>
                  <a:gd name="T13" fmla="*/ 0 h 577"/>
                  <a:gd name="T14" fmla="*/ 1 w 572"/>
                  <a:gd name="T15" fmla="*/ 0 h 577"/>
                  <a:gd name="T16" fmla="*/ 1 w 572"/>
                  <a:gd name="T17" fmla="*/ 0 h 577"/>
                  <a:gd name="T18" fmla="*/ 1 w 572"/>
                  <a:gd name="T19" fmla="*/ 0 h 577"/>
                  <a:gd name="T20" fmla="*/ 1 w 572"/>
                  <a:gd name="T21" fmla="*/ 0 h 577"/>
                  <a:gd name="T22" fmla="*/ 1 w 572"/>
                  <a:gd name="T23" fmla="*/ 0 h 577"/>
                  <a:gd name="T24" fmla="*/ 1 w 572"/>
                  <a:gd name="T25" fmla="*/ 0 h 5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577">
                    <a:moveTo>
                      <a:pt x="126" y="377"/>
                    </a:moveTo>
                    <a:lnTo>
                      <a:pt x="0" y="377"/>
                    </a:lnTo>
                    <a:lnTo>
                      <a:pt x="0" y="577"/>
                    </a:lnTo>
                    <a:lnTo>
                      <a:pt x="572" y="577"/>
                    </a:lnTo>
                    <a:lnTo>
                      <a:pt x="572" y="377"/>
                    </a:lnTo>
                    <a:lnTo>
                      <a:pt x="446" y="377"/>
                    </a:lnTo>
                    <a:lnTo>
                      <a:pt x="446" y="350"/>
                    </a:lnTo>
                    <a:lnTo>
                      <a:pt x="500" y="350"/>
                    </a:lnTo>
                    <a:lnTo>
                      <a:pt x="500" y="0"/>
                    </a:lnTo>
                    <a:lnTo>
                      <a:pt x="71" y="0"/>
                    </a:lnTo>
                    <a:lnTo>
                      <a:pt x="71" y="350"/>
                    </a:lnTo>
                    <a:lnTo>
                      <a:pt x="126" y="350"/>
                    </a:lnTo>
                    <a:lnTo>
                      <a:pt x="126" y="377"/>
                    </a:lnTo>
                    <a:close/>
                  </a:path>
                </a:pathLst>
              </a:custGeom>
              <a:solidFill>
                <a:srgbClr val="FFFFFF"/>
              </a:solidFill>
              <a:ln w="11113">
                <a:solidFill>
                  <a:srgbClr val="000000"/>
                </a:solidFill>
                <a:prstDash val="solid"/>
                <a:round/>
                <a:headEnd/>
                <a:tailEnd/>
              </a:ln>
            </p:spPr>
            <p:txBody>
              <a:bodyPr/>
              <a:lstStyle/>
              <a:p>
                <a:endParaRPr lang="zh-CN" altLang="en-US"/>
              </a:p>
            </p:txBody>
          </p:sp>
          <p:sp>
            <p:nvSpPr>
              <p:cNvPr id="33888" name="Line 70">
                <a:extLst>
                  <a:ext uri="{FF2B5EF4-FFF2-40B4-BE49-F238E27FC236}">
                    <a16:creationId xmlns:a16="http://schemas.microsoft.com/office/drawing/2014/main" id="{F1259F1C-1747-48FA-98ED-C99A9AFC65D5}"/>
                  </a:ext>
                </a:extLst>
              </p:cNvPr>
              <p:cNvSpPr>
                <a:spLocks noChangeShapeType="1"/>
              </p:cNvSpPr>
              <p:nvPr/>
            </p:nvSpPr>
            <p:spPr bwMode="auto">
              <a:xfrm>
                <a:off x="774" y="2518"/>
                <a:ext cx="16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89" name="Line 71">
                <a:extLst>
                  <a:ext uri="{FF2B5EF4-FFF2-40B4-BE49-F238E27FC236}">
                    <a16:creationId xmlns:a16="http://schemas.microsoft.com/office/drawing/2014/main" id="{7FAE0FAF-9942-4EDA-AC9D-01F441B2F7FE}"/>
                  </a:ext>
                </a:extLst>
              </p:cNvPr>
              <p:cNvSpPr>
                <a:spLocks noChangeShapeType="1"/>
              </p:cNvSpPr>
              <p:nvPr/>
            </p:nvSpPr>
            <p:spPr bwMode="auto">
              <a:xfrm>
                <a:off x="774" y="2505"/>
                <a:ext cx="16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90" name="Freeform 72">
                <a:extLst>
                  <a:ext uri="{FF2B5EF4-FFF2-40B4-BE49-F238E27FC236}">
                    <a16:creationId xmlns:a16="http://schemas.microsoft.com/office/drawing/2014/main" id="{9D79DF0D-2713-4FFA-B4D7-9DA920CB03AA}"/>
                  </a:ext>
                </a:extLst>
              </p:cNvPr>
              <p:cNvSpPr>
                <a:spLocks noEditPoints="1"/>
              </p:cNvSpPr>
              <p:nvPr/>
            </p:nvSpPr>
            <p:spPr bwMode="auto">
              <a:xfrm>
                <a:off x="859" y="2528"/>
                <a:ext cx="116" cy="81"/>
              </a:xfrm>
              <a:custGeom>
                <a:avLst/>
                <a:gdLst>
                  <a:gd name="T0" fmla="*/ 0 w 231"/>
                  <a:gd name="T1" fmla="*/ 1 h 161"/>
                  <a:gd name="T2" fmla="*/ 1 w 231"/>
                  <a:gd name="T3" fmla="*/ 1 h 161"/>
                  <a:gd name="T4" fmla="*/ 1 w 231"/>
                  <a:gd name="T5" fmla="*/ 0 h 161"/>
                  <a:gd name="T6" fmla="*/ 0 w 231"/>
                  <a:gd name="T7" fmla="*/ 0 h 161"/>
                  <a:gd name="T8" fmla="*/ 0 w 231"/>
                  <a:gd name="T9" fmla="*/ 1 h 161"/>
                  <a:gd name="T10" fmla="*/ 1 w 231"/>
                  <a:gd name="T11" fmla="*/ 1 h 161"/>
                  <a:gd name="T12" fmla="*/ 1 w 231"/>
                  <a:gd name="T13" fmla="*/ 1 h 161"/>
                  <a:gd name="T14" fmla="*/ 1 w 231"/>
                  <a:gd name="T15" fmla="*/ 0 h 161"/>
                  <a:gd name="T16" fmla="*/ 1 w 231"/>
                  <a:gd name="T17" fmla="*/ 0 h 161"/>
                  <a:gd name="T18" fmla="*/ 1 w 231"/>
                  <a:gd name="T19" fmla="*/ 1 h 1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1" h="161">
                    <a:moveTo>
                      <a:pt x="0" y="161"/>
                    </a:moveTo>
                    <a:lnTo>
                      <a:pt x="187" y="161"/>
                    </a:lnTo>
                    <a:lnTo>
                      <a:pt x="187" y="0"/>
                    </a:lnTo>
                    <a:lnTo>
                      <a:pt x="0" y="0"/>
                    </a:lnTo>
                    <a:lnTo>
                      <a:pt x="0" y="161"/>
                    </a:lnTo>
                    <a:close/>
                    <a:moveTo>
                      <a:pt x="204" y="27"/>
                    </a:moveTo>
                    <a:lnTo>
                      <a:pt x="231" y="27"/>
                    </a:lnTo>
                    <a:lnTo>
                      <a:pt x="231" y="0"/>
                    </a:lnTo>
                    <a:lnTo>
                      <a:pt x="204" y="0"/>
                    </a:lnTo>
                    <a:lnTo>
                      <a:pt x="204" y="27"/>
                    </a:lnTo>
                    <a:close/>
                  </a:path>
                </a:pathLst>
              </a:custGeom>
              <a:solidFill>
                <a:srgbClr val="FFFFFF"/>
              </a:solidFill>
              <a:ln w="4763">
                <a:solidFill>
                  <a:srgbClr val="000000"/>
                </a:solidFill>
                <a:prstDash val="solid"/>
                <a:round/>
                <a:headEnd/>
                <a:tailEnd/>
              </a:ln>
            </p:spPr>
            <p:txBody>
              <a:bodyPr/>
              <a:lstStyle/>
              <a:p>
                <a:endParaRPr lang="zh-CN" altLang="en-US"/>
              </a:p>
            </p:txBody>
          </p:sp>
          <p:sp>
            <p:nvSpPr>
              <p:cNvPr id="33891" name="Line 73">
                <a:extLst>
                  <a:ext uri="{FF2B5EF4-FFF2-40B4-BE49-F238E27FC236}">
                    <a16:creationId xmlns:a16="http://schemas.microsoft.com/office/drawing/2014/main" id="{B5C63667-E5E9-441D-8259-C23BAE23315E}"/>
                  </a:ext>
                </a:extLst>
              </p:cNvPr>
              <p:cNvSpPr>
                <a:spLocks noChangeShapeType="1"/>
              </p:cNvSpPr>
              <p:nvPr/>
            </p:nvSpPr>
            <p:spPr bwMode="auto">
              <a:xfrm>
                <a:off x="859" y="2555"/>
                <a:ext cx="9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92" name="Line 74">
                <a:extLst>
                  <a:ext uri="{FF2B5EF4-FFF2-40B4-BE49-F238E27FC236}">
                    <a16:creationId xmlns:a16="http://schemas.microsoft.com/office/drawing/2014/main" id="{F5589C78-4FF8-474B-AF78-FC516E62BEAC}"/>
                  </a:ext>
                </a:extLst>
              </p:cNvPr>
              <p:cNvSpPr>
                <a:spLocks noChangeShapeType="1"/>
              </p:cNvSpPr>
              <p:nvPr/>
            </p:nvSpPr>
            <p:spPr bwMode="auto">
              <a:xfrm>
                <a:off x="859" y="2582"/>
                <a:ext cx="9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93" name="Line 75">
                <a:extLst>
                  <a:ext uri="{FF2B5EF4-FFF2-40B4-BE49-F238E27FC236}">
                    <a16:creationId xmlns:a16="http://schemas.microsoft.com/office/drawing/2014/main" id="{39ABD505-9A88-4565-B42C-A08A38D5BAC2}"/>
                  </a:ext>
                </a:extLst>
              </p:cNvPr>
              <p:cNvSpPr>
                <a:spLocks noChangeShapeType="1"/>
              </p:cNvSpPr>
              <p:nvPr/>
            </p:nvSpPr>
            <p:spPr bwMode="auto">
              <a:xfrm>
                <a:off x="863" y="2568"/>
                <a:ext cx="85"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94" name="Rectangle 76">
                <a:extLst>
                  <a:ext uri="{FF2B5EF4-FFF2-40B4-BE49-F238E27FC236}">
                    <a16:creationId xmlns:a16="http://schemas.microsoft.com/office/drawing/2014/main" id="{EA1AB438-3169-414E-BE1C-4329407B9391}"/>
                  </a:ext>
                </a:extLst>
              </p:cNvPr>
              <p:cNvSpPr>
                <a:spLocks noChangeArrowheads="1"/>
              </p:cNvSpPr>
              <p:nvPr/>
            </p:nvSpPr>
            <p:spPr bwMode="auto">
              <a:xfrm>
                <a:off x="913" y="2560"/>
                <a:ext cx="26" cy="17"/>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95" name="Freeform 77">
                <a:extLst>
                  <a:ext uri="{FF2B5EF4-FFF2-40B4-BE49-F238E27FC236}">
                    <a16:creationId xmlns:a16="http://schemas.microsoft.com/office/drawing/2014/main" id="{E701B7C0-C4D3-4663-8002-692670D78ADA}"/>
                  </a:ext>
                </a:extLst>
              </p:cNvPr>
              <p:cNvSpPr>
                <a:spLocks noEditPoints="1"/>
              </p:cNvSpPr>
              <p:nvPr/>
            </p:nvSpPr>
            <p:spPr bwMode="auto">
              <a:xfrm>
                <a:off x="720" y="2350"/>
                <a:ext cx="269" cy="193"/>
              </a:xfrm>
              <a:custGeom>
                <a:avLst/>
                <a:gdLst>
                  <a:gd name="T0" fmla="*/ 1 w 538"/>
                  <a:gd name="T1" fmla="*/ 0 h 387"/>
                  <a:gd name="T2" fmla="*/ 1 w 538"/>
                  <a:gd name="T3" fmla="*/ 0 h 387"/>
                  <a:gd name="T4" fmla="*/ 1 w 538"/>
                  <a:gd name="T5" fmla="*/ 0 h 387"/>
                  <a:gd name="T6" fmla="*/ 1 w 538"/>
                  <a:gd name="T7" fmla="*/ 0 h 387"/>
                  <a:gd name="T8" fmla="*/ 1 w 538"/>
                  <a:gd name="T9" fmla="*/ 0 h 387"/>
                  <a:gd name="T10" fmla="*/ 1 w 538"/>
                  <a:gd name="T11" fmla="*/ 0 h 387"/>
                  <a:gd name="T12" fmla="*/ 1 w 538"/>
                  <a:gd name="T13" fmla="*/ 0 h 387"/>
                  <a:gd name="T14" fmla="*/ 1 w 538"/>
                  <a:gd name="T15" fmla="*/ 0 h 387"/>
                  <a:gd name="T16" fmla="*/ 1 w 538"/>
                  <a:gd name="T17" fmla="*/ 0 h 387"/>
                  <a:gd name="T18" fmla="*/ 1 w 538"/>
                  <a:gd name="T19" fmla="*/ 0 h 387"/>
                  <a:gd name="T20" fmla="*/ 1 w 538"/>
                  <a:gd name="T21" fmla="*/ 0 h 387"/>
                  <a:gd name="T22" fmla="*/ 1 w 538"/>
                  <a:gd name="T23" fmla="*/ 0 h 387"/>
                  <a:gd name="T24" fmla="*/ 1 w 538"/>
                  <a:gd name="T25" fmla="*/ 0 h 387"/>
                  <a:gd name="T26" fmla="*/ 1 w 538"/>
                  <a:gd name="T27" fmla="*/ 0 h 387"/>
                  <a:gd name="T28" fmla="*/ 1 w 538"/>
                  <a:gd name="T29" fmla="*/ 0 h 387"/>
                  <a:gd name="T30" fmla="*/ 1 w 538"/>
                  <a:gd name="T31" fmla="*/ 0 h 387"/>
                  <a:gd name="T32" fmla="*/ 1 w 538"/>
                  <a:gd name="T33" fmla="*/ 0 h 387"/>
                  <a:gd name="T34" fmla="*/ 1 w 538"/>
                  <a:gd name="T35" fmla="*/ 0 h 387"/>
                  <a:gd name="T36" fmla="*/ 1 w 538"/>
                  <a:gd name="T37" fmla="*/ 0 h 387"/>
                  <a:gd name="T38" fmla="*/ 0 w 538"/>
                  <a:gd name="T39" fmla="*/ 0 h 387"/>
                  <a:gd name="T40" fmla="*/ 1 w 538"/>
                  <a:gd name="T41" fmla="*/ 0 h 387"/>
                  <a:gd name="T42" fmla="*/ 1 w 538"/>
                  <a:gd name="T43" fmla="*/ 0 h 387"/>
                  <a:gd name="T44" fmla="*/ 0 w 538"/>
                  <a:gd name="T45" fmla="*/ 0 h 387"/>
                  <a:gd name="T46" fmla="*/ 0 w 538"/>
                  <a:gd name="T47" fmla="*/ 0 h 387"/>
                  <a:gd name="T48" fmla="*/ 1 w 538"/>
                  <a:gd name="T49" fmla="*/ 0 h 387"/>
                  <a:gd name="T50" fmla="*/ 1 w 538"/>
                  <a:gd name="T51" fmla="*/ 0 h 387"/>
                  <a:gd name="T52" fmla="*/ 1 w 538"/>
                  <a:gd name="T53" fmla="*/ 0 h 387"/>
                  <a:gd name="T54" fmla="*/ 1 w 538"/>
                  <a:gd name="T55" fmla="*/ 0 h 387"/>
                  <a:gd name="T56" fmla="*/ 1 w 538"/>
                  <a:gd name="T57" fmla="*/ 0 h 387"/>
                  <a:gd name="T58" fmla="*/ 2 w 538"/>
                  <a:gd name="T59" fmla="*/ 0 h 387"/>
                  <a:gd name="T60" fmla="*/ 2 w 538"/>
                  <a:gd name="T61" fmla="*/ 0 h 387"/>
                  <a:gd name="T62" fmla="*/ 2 w 538"/>
                  <a:gd name="T63" fmla="*/ 0 h 387"/>
                  <a:gd name="T64" fmla="*/ 2 w 538"/>
                  <a:gd name="T65" fmla="*/ 0 h 387"/>
                  <a:gd name="T66" fmla="*/ 2 w 538"/>
                  <a:gd name="T67" fmla="*/ 0 h 387"/>
                  <a:gd name="T68" fmla="*/ 2 w 538"/>
                  <a:gd name="T69" fmla="*/ 0 h 387"/>
                  <a:gd name="T70" fmla="*/ 2 w 538"/>
                  <a:gd name="T71" fmla="*/ 0 h 387"/>
                  <a:gd name="T72" fmla="*/ 2 w 538"/>
                  <a:gd name="T73" fmla="*/ 0 h 387"/>
                  <a:gd name="T74" fmla="*/ 2 w 538"/>
                  <a:gd name="T75" fmla="*/ 0 h 387"/>
                  <a:gd name="T76" fmla="*/ 2 w 538"/>
                  <a:gd name="T77" fmla="*/ 0 h 38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387">
                    <a:moveTo>
                      <a:pt x="450" y="277"/>
                    </a:moveTo>
                    <a:lnTo>
                      <a:pt x="469" y="277"/>
                    </a:lnTo>
                    <a:lnTo>
                      <a:pt x="469" y="269"/>
                    </a:lnTo>
                    <a:lnTo>
                      <a:pt x="450" y="269"/>
                    </a:lnTo>
                    <a:lnTo>
                      <a:pt x="450" y="277"/>
                    </a:lnTo>
                    <a:close/>
                    <a:moveTo>
                      <a:pt x="122" y="229"/>
                    </a:moveTo>
                    <a:lnTo>
                      <a:pt x="122" y="27"/>
                    </a:lnTo>
                    <a:lnTo>
                      <a:pt x="416" y="27"/>
                    </a:lnTo>
                    <a:lnTo>
                      <a:pt x="416" y="229"/>
                    </a:lnTo>
                    <a:lnTo>
                      <a:pt x="122" y="229"/>
                    </a:lnTo>
                    <a:close/>
                    <a:moveTo>
                      <a:pt x="109" y="243"/>
                    </a:moveTo>
                    <a:lnTo>
                      <a:pt x="429" y="243"/>
                    </a:lnTo>
                    <a:lnTo>
                      <a:pt x="429" y="14"/>
                    </a:lnTo>
                    <a:lnTo>
                      <a:pt x="443" y="14"/>
                    </a:lnTo>
                    <a:lnTo>
                      <a:pt x="443" y="0"/>
                    </a:lnTo>
                    <a:lnTo>
                      <a:pt x="94" y="0"/>
                    </a:lnTo>
                    <a:lnTo>
                      <a:pt x="94" y="256"/>
                    </a:lnTo>
                    <a:lnTo>
                      <a:pt x="109" y="256"/>
                    </a:lnTo>
                    <a:lnTo>
                      <a:pt x="109" y="243"/>
                    </a:lnTo>
                    <a:close/>
                    <a:moveTo>
                      <a:pt x="0" y="373"/>
                    </a:moveTo>
                    <a:lnTo>
                      <a:pt x="54" y="373"/>
                    </a:lnTo>
                    <a:lnTo>
                      <a:pt x="54" y="356"/>
                    </a:lnTo>
                    <a:lnTo>
                      <a:pt x="0" y="356"/>
                    </a:lnTo>
                    <a:lnTo>
                      <a:pt x="0" y="373"/>
                    </a:lnTo>
                    <a:close/>
                    <a:moveTo>
                      <a:pt x="313" y="387"/>
                    </a:moveTo>
                    <a:lnTo>
                      <a:pt x="429" y="387"/>
                    </a:lnTo>
                    <a:lnTo>
                      <a:pt x="429" y="379"/>
                    </a:lnTo>
                    <a:lnTo>
                      <a:pt x="313" y="379"/>
                    </a:lnTo>
                    <a:lnTo>
                      <a:pt x="313" y="387"/>
                    </a:lnTo>
                    <a:close/>
                    <a:moveTo>
                      <a:pt x="519" y="364"/>
                    </a:moveTo>
                    <a:lnTo>
                      <a:pt x="538" y="364"/>
                    </a:lnTo>
                    <a:lnTo>
                      <a:pt x="538" y="356"/>
                    </a:lnTo>
                    <a:lnTo>
                      <a:pt x="519" y="356"/>
                    </a:lnTo>
                    <a:lnTo>
                      <a:pt x="519" y="364"/>
                    </a:lnTo>
                    <a:close/>
                    <a:moveTo>
                      <a:pt x="519" y="383"/>
                    </a:moveTo>
                    <a:lnTo>
                      <a:pt x="538" y="383"/>
                    </a:lnTo>
                    <a:lnTo>
                      <a:pt x="538" y="373"/>
                    </a:lnTo>
                    <a:lnTo>
                      <a:pt x="519" y="373"/>
                    </a:lnTo>
                    <a:lnTo>
                      <a:pt x="519" y="383"/>
                    </a:lnTo>
                    <a:close/>
                  </a:path>
                </a:pathLst>
              </a:custGeom>
              <a:solidFill>
                <a:srgbClr val="000000"/>
              </a:solidFill>
              <a:ln w="4763">
                <a:solidFill>
                  <a:srgbClr val="000000"/>
                </a:solidFill>
                <a:prstDash val="solid"/>
                <a:round/>
                <a:headEnd/>
                <a:tailEnd/>
              </a:ln>
            </p:spPr>
            <p:txBody>
              <a:bodyPr/>
              <a:lstStyle/>
              <a:p>
                <a:endParaRPr lang="zh-CN" altLang="en-US"/>
              </a:p>
            </p:txBody>
          </p:sp>
          <p:sp>
            <p:nvSpPr>
              <p:cNvPr id="33896" name="Line 78">
                <a:extLst>
                  <a:ext uri="{FF2B5EF4-FFF2-40B4-BE49-F238E27FC236}">
                    <a16:creationId xmlns:a16="http://schemas.microsoft.com/office/drawing/2014/main" id="{0E2C17F6-1149-44D4-B54C-98E15DA333BA}"/>
                  </a:ext>
                </a:extLst>
              </p:cNvPr>
              <p:cNvSpPr>
                <a:spLocks noChangeShapeType="1"/>
              </p:cNvSpPr>
              <p:nvPr/>
            </p:nvSpPr>
            <p:spPr bwMode="auto">
              <a:xfrm>
                <a:off x="747" y="2495"/>
                <a:ext cx="21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97" name="Line 79">
                <a:extLst>
                  <a:ext uri="{FF2B5EF4-FFF2-40B4-BE49-F238E27FC236}">
                    <a16:creationId xmlns:a16="http://schemas.microsoft.com/office/drawing/2014/main" id="{E7C9C95E-5B5E-4A30-AC10-FB56F775C0C2}"/>
                  </a:ext>
                </a:extLst>
              </p:cNvPr>
              <p:cNvSpPr>
                <a:spLocks noChangeShapeType="1"/>
              </p:cNvSpPr>
              <p:nvPr/>
            </p:nvSpPr>
            <p:spPr bwMode="auto">
              <a:xfrm flipV="1">
                <a:off x="801" y="2495"/>
                <a:ext cx="1" cy="1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98" name="Line 80">
                <a:extLst>
                  <a:ext uri="{FF2B5EF4-FFF2-40B4-BE49-F238E27FC236}">
                    <a16:creationId xmlns:a16="http://schemas.microsoft.com/office/drawing/2014/main" id="{AD693B4A-088E-44E4-8216-F180541C9533}"/>
                  </a:ext>
                </a:extLst>
              </p:cNvPr>
              <p:cNvSpPr>
                <a:spLocks noChangeShapeType="1"/>
              </p:cNvSpPr>
              <p:nvPr/>
            </p:nvSpPr>
            <p:spPr bwMode="auto">
              <a:xfrm flipV="1">
                <a:off x="855" y="2495"/>
                <a:ext cx="1" cy="1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3825" name="Group 81">
              <a:extLst>
                <a:ext uri="{FF2B5EF4-FFF2-40B4-BE49-F238E27FC236}">
                  <a16:creationId xmlns:a16="http://schemas.microsoft.com/office/drawing/2014/main" id="{388F1647-CB34-4878-8E3F-AFD820B30B9B}"/>
                </a:ext>
              </a:extLst>
            </p:cNvPr>
            <p:cNvGrpSpPr>
              <a:grpSpLocks/>
            </p:cNvGrpSpPr>
            <p:nvPr/>
          </p:nvGrpSpPr>
          <p:grpSpPr bwMode="auto">
            <a:xfrm>
              <a:off x="5100" y="3022"/>
              <a:ext cx="286" cy="288"/>
              <a:chOff x="712" y="2330"/>
              <a:chExt cx="286" cy="288"/>
            </a:xfrm>
          </p:grpSpPr>
          <p:sp>
            <p:nvSpPr>
              <p:cNvPr id="33875" name="Freeform 82">
                <a:extLst>
                  <a:ext uri="{FF2B5EF4-FFF2-40B4-BE49-F238E27FC236}">
                    <a16:creationId xmlns:a16="http://schemas.microsoft.com/office/drawing/2014/main" id="{C4541221-C316-4B72-9A0D-20957E737172}"/>
                  </a:ext>
                </a:extLst>
              </p:cNvPr>
              <p:cNvSpPr>
                <a:spLocks/>
              </p:cNvSpPr>
              <p:nvPr/>
            </p:nvSpPr>
            <p:spPr bwMode="auto">
              <a:xfrm>
                <a:off x="712" y="2330"/>
                <a:ext cx="286" cy="288"/>
              </a:xfrm>
              <a:custGeom>
                <a:avLst/>
                <a:gdLst>
                  <a:gd name="T0" fmla="*/ 1 w 572"/>
                  <a:gd name="T1" fmla="*/ 0 h 577"/>
                  <a:gd name="T2" fmla="*/ 0 w 572"/>
                  <a:gd name="T3" fmla="*/ 0 h 577"/>
                  <a:gd name="T4" fmla="*/ 0 w 572"/>
                  <a:gd name="T5" fmla="*/ 1 h 577"/>
                  <a:gd name="T6" fmla="*/ 2 w 572"/>
                  <a:gd name="T7" fmla="*/ 1 h 577"/>
                  <a:gd name="T8" fmla="*/ 2 w 572"/>
                  <a:gd name="T9" fmla="*/ 0 h 577"/>
                  <a:gd name="T10" fmla="*/ 1 w 572"/>
                  <a:gd name="T11" fmla="*/ 0 h 577"/>
                  <a:gd name="T12" fmla="*/ 1 w 572"/>
                  <a:gd name="T13" fmla="*/ 0 h 577"/>
                  <a:gd name="T14" fmla="*/ 1 w 572"/>
                  <a:gd name="T15" fmla="*/ 0 h 577"/>
                  <a:gd name="T16" fmla="*/ 1 w 572"/>
                  <a:gd name="T17" fmla="*/ 0 h 577"/>
                  <a:gd name="T18" fmla="*/ 1 w 572"/>
                  <a:gd name="T19" fmla="*/ 0 h 577"/>
                  <a:gd name="T20" fmla="*/ 1 w 572"/>
                  <a:gd name="T21" fmla="*/ 0 h 577"/>
                  <a:gd name="T22" fmla="*/ 1 w 572"/>
                  <a:gd name="T23" fmla="*/ 0 h 577"/>
                  <a:gd name="T24" fmla="*/ 1 w 572"/>
                  <a:gd name="T25" fmla="*/ 0 h 5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577">
                    <a:moveTo>
                      <a:pt x="126" y="377"/>
                    </a:moveTo>
                    <a:lnTo>
                      <a:pt x="0" y="377"/>
                    </a:lnTo>
                    <a:lnTo>
                      <a:pt x="0" y="577"/>
                    </a:lnTo>
                    <a:lnTo>
                      <a:pt x="572" y="577"/>
                    </a:lnTo>
                    <a:lnTo>
                      <a:pt x="572" y="377"/>
                    </a:lnTo>
                    <a:lnTo>
                      <a:pt x="446" y="377"/>
                    </a:lnTo>
                    <a:lnTo>
                      <a:pt x="446" y="350"/>
                    </a:lnTo>
                    <a:lnTo>
                      <a:pt x="500" y="350"/>
                    </a:lnTo>
                    <a:lnTo>
                      <a:pt x="500" y="0"/>
                    </a:lnTo>
                    <a:lnTo>
                      <a:pt x="71" y="0"/>
                    </a:lnTo>
                    <a:lnTo>
                      <a:pt x="71" y="350"/>
                    </a:lnTo>
                    <a:lnTo>
                      <a:pt x="126" y="350"/>
                    </a:lnTo>
                    <a:lnTo>
                      <a:pt x="126" y="377"/>
                    </a:lnTo>
                    <a:close/>
                  </a:path>
                </a:pathLst>
              </a:custGeom>
              <a:solidFill>
                <a:srgbClr val="FFFFFF"/>
              </a:solidFill>
              <a:ln w="11113">
                <a:solidFill>
                  <a:srgbClr val="000000"/>
                </a:solidFill>
                <a:prstDash val="solid"/>
                <a:round/>
                <a:headEnd/>
                <a:tailEnd/>
              </a:ln>
            </p:spPr>
            <p:txBody>
              <a:bodyPr/>
              <a:lstStyle/>
              <a:p>
                <a:endParaRPr lang="zh-CN" altLang="en-US"/>
              </a:p>
            </p:txBody>
          </p:sp>
          <p:sp>
            <p:nvSpPr>
              <p:cNvPr id="33876" name="Line 83">
                <a:extLst>
                  <a:ext uri="{FF2B5EF4-FFF2-40B4-BE49-F238E27FC236}">
                    <a16:creationId xmlns:a16="http://schemas.microsoft.com/office/drawing/2014/main" id="{ECBB96E8-DCD5-4672-ABA0-29D43D8F9BF2}"/>
                  </a:ext>
                </a:extLst>
              </p:cNvPr>
              <p:cNvSpPr>
                <a:spLocks noChangeShapeType="1"/>
              </p:cNvSpPr>
              <p:nvPr/>
            </p:nvSpPr>
            <p:spPr bwMode="auto">
              <a:xfrm>
                <a:off x="774" y="2518"/>
                <a:ext cx="16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77" name="Line 84">
                <a:extLst>
                  <a:ext uri="{FF2B5EF4-FFF2-40B4-BE49-F238E27FC236}">
                    <a16:creationId xmlns:a16="http://schemas.microsoft.com/office/drawing/2014/main" id="{5E906E16-CD94-4C84-B7DF-B50E6419814F}"/>
                  </a:ext>
                </a:extLst>
              </p:cNvPr>
              <p:cNvSpPr>
                <a:spLocks noChangeShapeType="1"/>
              </p:cNvSpPr>
              <p:nvPr/>
            </p:nvSpPr>
            <p:spPr bwMode="auto">
              <a:xfrm>
                <a:off x="774" y="2505"/>
                <a:ext cx="16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78" name="Freeform 85">
                <a:extLst>
                  <a:ext uri="{FF2B5EF4-FFF2-40B4-BE49-F238E27FC236}">
                    <a16:creationId xmlns:a16="http://schemas.microsoft.com/office/drawing/2014/main" id="{51BA0497-F7F8-4B3D-AAD3-27818B8CE964}"/>
                  </a:ext>
                </a:extLst>
              </p:cNvPr>
              <p:cNvSpPr>
                <a:spLocks noEditPoints="1"/>
              </p:cNvSpPr>
              <p:nvPr/>
            </p:nvSpPr>
            <p:spPr bwMode="auto">
              <a:xfrm>
                <a:off x="859" y="2528"/>
                <a:ext cx="116" cy="81"/>
              </a:xfrm>
              <a:custGeom>
                <a:avLst/>
                <a:gdLst>
                  <a:gd name="T0" fmla="*/ 0 w 231"/>
                  <a:gd name="T1" fmla="*/ 1 h 161"/>
                  <a:gd name="T2" fmla="*/ 1 w 231"/>
                  <a:gd name="T3" fmla="*/ 1 h 161"/>
                  <a:gd name="T4" fmla="*/ 1 w 231"/>
                  <a:gd name="T5" fmla="*/ 0 h 161"/>
                  <a:gd name="T6" fmla="*/ 0 w 231"/>
                  <a:gd name="T7" fmla="*/ 0 h 161"/>
                  <a:gd name="T8" fmla="*/ 0 w 231"/>
                  <a:gd name="T9" fmla="*/ 1 h 161"/>
                  <a:gd name="T10" fmla="*/ 1 w 231"/>
                  <a:gd name="T11" fmla="*/ 1 h 161"/>
                  <a:gd name="T12" fmla="*/ 1 w 231"/>
                  <a:gd name="T13" fmla="*/ 1 h 161"/>
                  <a:gd name="T14" fmla="*/ 1 w 231"/>
                  <a:gd name="T15" fmla="*/ 0 h 161"/>
                  <a:gd name="T16" fmla="*/ 1 w 231"/>
                  <a:gd name="T17" fmla="*/ 0 h 161"/>
                  <a:gd name="T18" fmla="*/ 1 w 231"/>
                  <a:gd name="T19" fmla="*/ 1 h 1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1" h="161">
                    <a:moveTo>
                      <a:pt x="0" y="161"/>
                    </a:moveTo>
                    <a:lnTo>
                      <a:pt x="187" y="161"/>
                    </a:lnTo>
                    <a:lnTo>
                      <a:pt x="187" y="0"/>
                    </a:lnTo>
                    <a:lnTo>
                      <a:pt x="0" y="0"/>
                    </a:lnTo>
                    <a:lnTo>
                      <a:pt x="0" y="161"/>
                    </a:lnTo>
                    <a:close/>
                    <a:moveTo>
                      <a:pt x="204" y="27"/>
                    </a:moveTo>
                    <a:lnTo>
                      <a:pt x="231" y="27"/>
                    </a:lnTo>
                    <a:lnTo>
                      <a:pt x="231" y="0"/>
                    </a:lnTo>
                    <a:lnTo>
                      <a:pt x="204" y="0"/>
                    </a:lnTo>
                    <a:lnTo>
                      <a:pt x="204" y="27"/>
                    </a:lnTo>
                    <a:close/>
                  </a:path>
                </a:pathLst>
              </a:custGeom>
              <a:solidFill>
                <a:srgbClr val="FFFFFF"/>
              </a:solidFill>
              <a:ln w="4763">
                <a:solidFill>
                  <a:srgbClr val="000000"/>
                </a:solidFill>
                <a:prstDash val="solid"/>
                <a:round/>
                <a:headEnd/>
                <a:tailEnd/>
              </a:ln>
            </p:spPr>
            <p:txBody>
              <a:bodyPr/>
              <a:lstStyle/>
              <a:p>
                <a:endParaRPr lang="zh-CN" altLang="en-US"/>
              </a:p>
            </p:txBody>
          </p:sp>
          <p:sp>
            <p:nvSpPr>
              <p:cNvPr id="33879" name="Line 86">
                <a:extLst>
                  <a:ext uri="{FF2B5EF4-FFF2-40B4-BE49-F238E27FC236}">
                    <a16:creationId xmlns:a16="http://schemas.microsoft.com/office/drawing/2014/main" id="{BF9506AB-D406-4D7B-B299-EBA5B949D06E}"/>
                  </a:ext>
                </a:extLst>
              </p:cNvPr>
              <p:cNvSpPr>
                <a:spLocks noChangeShapeType="1"/>
              </p:cNvSpPr>
              <p:nvPr/>
            </p:nvSpPr>
            <p:spPr bwMode="auto">
              <a:xfrm>
                <a:off x="859" y="2555"/>
                <a:ext cx="9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80" name="Line 87">
                <a:extLst>
                  <a:ext uri="{FF2B5EF4-FFF2-40B4-BE49-F238E27FC236}">
                    <a16:creationId xmlns:a16="http://schemas.microsoft.com/office/drawing/2014/main" id="{EF6290E7-513A-40EA-94B5-F4E2FAD7116C}"/>
                  </a:ext>
                </a:extLst>
              </p:cNvPr>
              <p:cNvSpPr>
                <a:spLocks noChangeShapeType="1"/>
              </p:cNvSpPr>
              <p:nvPr/>
            </p:nvSpPr>
            <p:spPr bwMode="auto">
              <a:xfrm>
                <a:off x="859" y="2582"/>
                <a:ext cx="9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81" name="Line 88">
                <a:extLst>
                  <a:ext uri="{FF2B5EF4-FFF2-40B4-BE49-F238E27FC236}">
                    <a16:creationId xmlns:a16="http://schemas.microsoft.com/office/drawing/2014/main" id="{A537C318-2A8B-4574-937F-D2C0E297909E}"/>
                  </a:ext>
                </a:extLst>
              </p:cNvPr>
              <p:cNvSpPr>
                <a:spLocks noChangeShapeType="1"/>
              </p:cNvSpPr>
              <p:nvPr/>
            </p:nvSpPr>
            <p:spPr bwMode="auto">
              <a:xfrm>
                <a:off x="863" y="2568"/>
                <a:ext cx="85"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82" name="Rectangle 89">
                <a:extLst>
                  <a:ext uri="{FF2B5EF4-FFF2-40B4-BE49-F238E27FC236}">
                    <a16:creationId xmlns:a16="http://schemas.microsoft.com/office/drawing/2014/main" id="{EB4BE4B4-1C12-4CDC-8D44-E069363B9D58}"/>
                  </a:ext>
                </a:extLst>
              </p:cNvPr>
              <p:cNvSpPr>
                <a:spLocks noChangeArrowheads="1"/>
              </p:cNvSpPr>
              <p:nvPr/>
            </p:nvSpPr>
            <p:spPr bwMode="auto">
              <a:xfrm>
                <a:off x="913" y="2560"/>
                <a:ext cx="26" cy="17"/>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83" name="Freeform 90">
                <a:extLst>
                  <a:ext uri="{FF2B5EF4-FFF2-40B4-BE49-F238E27FC236}">
                    <a16:creationId xmlns:a16="http://schemas.microsoft.com/office/drawing/2014/main" id="{57E80749-6FF9-43D1-884E-BFF3530239A6}"/>
                  </a:ext>
                </a:extLst>
              </p:cNvPr>
              <p:cNvSpPr>
                <a:spLocks noEditPoints="1"/>
              </p:cNvSpPr>
              <p:nvPr/>
            </p:nvSpPr>
            <p:spPr bwMode="auto">
              <a:xfrm>
                <a:off x="720" y="2350"/>
                <a:ext cx="269" cy="193"/>
              </a:xfrm>
              <a:custGeom>
                <a:avLst/>
                <a:gdLst>
                  <a:gd name="T0" fmla="*/ 1 w 538"/>
                  <a:gd name="T1" fmla="*/ 0 h 387"/>
                  <a:gd name="T2" fmla="*/ 1 w 538"/>
                  <a:gd name="T3" fmla="*/ 0 h 387"/>
                  <a:gd name="T4" fmla="*/ 1 w 538"/>
                  <a:gd name="T5" fmla="*/ 0 h 387"/>
                  <a:gd name="T6" fmla="*/ 1 w 538"/>
                  <a:gd name="T7" fmla="*/ 0 h 387"/>
                  <a:gd name="T8" fmla="*/ 1 w 538"/>
                  <a:gd name="T9" fmla="*/ 0 h 387"/>
                  <a:gd name="T10" fmla="*/ 1 w 538"/>
                  <a:gd name="T11" fmla="*/ 0 h 387"/>
                  <a:gd name="T12" fmla="*/ 1 w 538"/>
                  <a:gd name="T13" fmla="*/ 0 h 387"/>
                  <a:gd name="T14" fmla="*/ 1 w 538"/>
                  <a:gd name="T15" fmla="*/ 0 h 387"/>
                  <a:gd name="T16" fmla="*/ 1 w 538"/>
                  <a:gd name="T17" fmla="*/ 0 h 387"/>
                  <a:gd name="T18" fmla="*/ 1 w 538"/>
                  <a:gd name="T19" fmla="*/ 0 h 387"/>
                  <a:gd name="T20" fmla="*/ 1 w 538"/>
                  <a:gd name="T21" fmla="*/ 0 h 387"/>
                  <a:gd name="T22" fmla="*/ 1 w 538"/>
                  <a:gd name="T23" fmla="*/ 0 h 387"/>
                  <a:gd name="T24" fmla="*/ 1 w 538"/>
                  <a:gd name="T25" fmla="*/ 0 h 387"/>
                  <a:gd name="T26" fmla="*/ 1 w 538"/>
                  <a:gd name="T27" fmla="*/ 0 h 387"/>
                  <a:gd name="T28" fmla="*/ 1 w 538"/>
                  <a:gd name="T29" fmla="*/ 0 h 387"/>
                  <a:gd name="T30" fmla="*/ 1 w 538"/>
                  <a:gd name="T31" fmla="*/ 0 h 387"/>
                  <a:gd name="T32" fmla="*/ 1 w 538"/>
                  <a:gd name="T33" fmla="*/ 0 h 387"/>
                  <a:gd name="T34" fmla="*/ 1 w 538"/>
                  <a:gd name="T35" fmla="*/ 0 h 387"/>
                  <a:gd name="T36" fmla="*/ 1 w 538"/>
                  <a:gd name="T37" fmla="*/ 0 h 387"/>
                  <a:gd name="T38" fmla="*/ 0 w 538"/>
                  <a:gd name="T39" fmla="*/ 0 h 387"/>
                  <a:gd name="T40" fmla="*/ 1 w 538"/>
                  <a:gd name="T41" fmla="*/ 0 h 387"/>
                  <a:gd name="T42" fmla="*/ 1 w 538"/>
                  <a:gd name="T43" fmla="*/ 0 h 387"/>
                  <a:gd name="T44" fmla="*/ 0 w 538"/>
                  <a:gd name="T45" fmla="*/ 0 h 387"/>
                  <a:gd name="T46" fmla="*/ 0 w 538"/>
                  <a:gd name="T47" fmla="*/ 0 h 387"/>
                  <a:gd name="T48" fmla="*/ 1 w 538"/>
                  <a:gd name="T49" fmla="*/ 0 h 387"/>
                  <a:gd name="T50" fmla="*/ 1 w 538"/>
                  <a:gd name="T51" fmla="*/ 0 h 387"/>
                  <a:gd name="T52" fmla="*/ 1 w 538"/>
                  <a:gd name="T53" fmla="*/ 0 h 387"/>
                  <a:gd name="T54" fmla="*/ 1 w 538"/>
                  <a:gd name="T55" fmla="*/ 0 h 387"/>
                  <a:gd name="T56" fmla="*/ 1 w 538"/>
                  <a:gd name="T57" fmla="*/ 0 h 387"/>
                  <a:gd name="T58" fmla="*/ 2 w 538"/>
                  <a:gd name="T59" fmla="*/ 0 h 387"/>
                  <a:gd name="T60" fmla="*/ 2 w 538"/>
                  <a:gd name="T61" fmla="*/ 0 h 387"/>
                  <a:gd name="T62" fmla="*/ 2 w 538"/>
                  <a:gd name="T63" fmla="*/ 0 h 387"/>
                  <a:gd name="T64" fmla="*/ 2 w 538"/>
                  <a:gd name="T65" fmla="*/ 0 h 387"/>
                  <a:gd name="T66" fmla="*/ 2 w 538"/>
                  <a:gd name="T67" fmla="*/ 0 h 387"/>
                  <a:gd name="T68" fmla="*/ 2 w 538"/>
                  <a:gd name="T69" fmla="*/ 0 h 387"/>
                  <a:gd name="T70" fmla="*/ 2 w 538"/>
                  <a:gd name="T71" fmla="*/ 0 h 387"/>
                  <a:gd name="T72" fmla="*/ 2 w 538"/>
                  <a:gd name="T73" fmla="*/ 0 h 387"/>
                  <a:gd name="T74" fmla="*/ 2 w 538"/>
                  <a:gd name="T75" fmla="*/ 0 h 387"/>
                  <a:gd name="T76" fmla="*/ 2 w 538"/>
                  <a:gd name="T77" fmla="*/ 0 h 38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387">
                    <a:moveTo>
                      <a:pt x="450" y="277"/>
                    </a:moveTo>
                    <a:lnTo>
                      <a:pt x="469" y="277"/>
                    </a:lnTo>
                    <a:lnTo>
                      <a:pt x="469" y="269"/>
                    </a:lnTo>
                    <a:lnTo>
                      <a:pt x="450" y="269"/>
                    </a:lnTo>
                    <a:lnTo>
                      <a:pt x="450" y="277"/>
                    </a:lnTo>
                    <a:close/>
                    <a:moveTo>
                      <a:pt x="122" y="229"/>
                    </a:moveTo>
                    <a:lnTo>
                      <a:pt x="122" y="27"/>
                    </a:lnTo>
                    <a:lnTo>
                      <a:pt x="416" y="27"/>
                    </a:lnTo>
                    <a:lnTo>
                      <a:pt x="416" y="229"/>
                    </a:lnTo>
                    <a:lnTo>
                      <a:pt x="122" y="229"/>
                    </a:lnTo>
                    <a:close/>
                    <a:moveTo>
                      <a:pt x="109" y="243"/>
                    </a:moveTo>
                    <a:lnTo>
                      <a:pt x="429" y="243"/>
                    </a:lnTo>
                    <a:lnTo>
                      <a:pt x="429" y="14"/>
                    </a:lnTo>
                    <a:lnTo>
                      <a:pt x="443" y="14"/>
                    </a:lnTo>
                    <a:lnTo>
                      <a:pt x="443" y="0"/>
                    </a:lnTo>
                    <a:lnTo>
                      <a:pt x="94" y="0"/>
                    </a:lnTo>
                    <a:lnTo>
                      <a:pt x="94" y="256"/>
                    </a:lnTo>
                    <a:lnTo>
                      <a:pt x="109" y="256"/>
                    </a:lnTo>
                    <a:lnTo>
                      <a:pt x="109" y="243"/>
                    </a:lnTo>
                    <a:close/>
                    <a:moveTo>
                      <a:pt x="0" y="373"/>
                    </a:moveTo>
                    <a:lnTo>
                      <a:pt x="54" y="373"/>
                    </a:lnTo>
                    <a:lnTo>
                      <a:pt x="54" y="356"/>
                    </a:lnTo>
                    <a:lnTo>
                      <a:pt x="0" y="356"/>
                    </a:lnTo>
                    <a:lnTo>
                      <a:pt x="0" y="373"/>
                    </a:lnTo>
                    <a:close/>
                    <a:moveTo>
                      <a:pt x="313" y="387"/>
                    </a:moveTo>
                    <a:lnTo>
                      <a:pt x="429" y="387"/>
                    </a:lnTo>
                    <a:lnTo>
                      <a:pt x="429" y="379"/>
                    </a:lnTo>
                    <a:lnTo>
                      <a:pt x="313" y="379"/>
                    </a:lnTo>
                    <a:lnTo>
                      <a:pt x="313" y="387"/>
                    </a:lnTo>
                    <a:close/>
                    <a:moveTo>
                      <a:pt x="519" y="364"/>
                    </a:moveTo>
                    <a:lnTo>
                      <a:pt x="538" y="364"/>
                    </a:lnTo>
                    <a:lnTo>
                      <a:pt x="538" y="356"/>
                    </a:lnTo>
                    <a:lnTo>
                      <a:pt x="519" y="356"/>
                    </a:lnTo>
                    <a:lnTo>
                      <a:pt x="519" y="364"/>
                    </a:lnTo>
                    <a:close/>
                    <a:moveTo>
                      <a:pt x="519" y="383"/>
                    </a:moveTo>
                    <a:lnTo>
                      <a:pt x="538" y="383"/>
                    </a:lnTo>
                    <a:lnTo>
                      <a:pt x="538" y="373"/>
                    </a:lnTo>
                    <a:lnTo>
                      <a:pt x="519" y="373"/>
                    </a:lnTo>
                    <a:lnTo>
                      <a:pt x="519" y="383"/>
                    </a:lnTo>
                    <a:close/>
                  </a:path>
                </a:pathLst>
              </a:custGeom>
              <a:solidFill>
                <a:srgbClr val="000000"/>
              </a:solidFill>
              <a:ln w="4763">
                <a:solidFill>
                  <a:srgbClr val="000000"/>
                </a:solidFill>
                <a:prstDash val="solid"/>
                <a:round/>
                <a:headEnd/>
                <a:tailEnd/>
              </a:ln>
            </p:spPr>
            <p:txBody>
              <a:bodyPr/>
              <a:lstStyle/>
              <a:p>
                <a:endParaRPr lang="zh-CN" altLang="en-US"/>
              </a:p>
            </p:txBody>
          </p:sp>
          <p:sp>
            <p:nvSpPr>
              <p:cNvPr id="33884" name="Line 91">
                <a:extLst>
                  <a:ext uri="{FF2B5EF4-FFF2-40B4-BE49-F238E27FC236}">
                    <a16:creationId xmlns:a16="http://schemas.microsoft.com/office/drawing/2014/main" id="{54EEFFFB-F5C5-4CF5-A555-61504B05435E}"/>
                  </a:ext>
                </a:extLst>
              </p:cNvPr>
              <p:cNvSpPr>
                <a:spLocks noChangeShapeType="1"/>
              </p:cNvSpPr>
              <p:nvPr/>
            </p:nvSpPr>
            <p:spPr bwMode="auto">
              <a:xfrm>
                <a:off x="747" y="2495"/>
                <a:ext cx="21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85" name="Line 92">
                <a:extLst>
                  <a:ext uri="{FF2B5EF4-FFF2-40B4-BE49-F238E27FC236}">
                    <a16:creationId xmlns:a16="http://schemas.microsoft.com/office/drawing/2014/main" id="{EA2A1AA5-FB5F-4ACE-863F-492F270E2C9A}"/>
                  </a:ext>
                </a:extLst>
              </p:cNvPr>
              <p:cNvSpPr>
                <a:spLocks noChangeShapeType="1"/>
              </p:cNvSpPr>
              <p:nvPr/>
            </p:nvSpPr>
            <p:spPr bwMode="auto">
              <a:xfrm flipV="1">
                <a:off x="801" y="2495"/>
                <a:ext cx="1" cy="1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86" name="Line 93">
                <a:extLst>
                  <a:ext uri="{FF2B5EF4-FFF2-40B4-BE49-F238E27FC236}">
                    <a16:creationId xmlns:a16="http://schemas.microsoft.com/office/drawing/2014/main" id="{53925E7C-A964-4431-BC49-39013C5B8F3B}"/>
                  </a:ext>
                </a:extLst>
              </p:cNvPr>
              <p:cNvSpPr>
                <a:spLocks noChangeShapeType="1"/>
              </p:cNvSpPr>
              <p:nvPr/>
            </p:nvSpPr>
            <p:spPr bwMode="auto">
              <a:xfrm flipV="1">
                <a:off x="855" y="2495"/>
                <a:ext cx="1" cy="1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cxnSp>
          <p:nvCxnSpPr>
            <p:cNvPr id="33826" name="AutoShape 94">
              <a:extLst>
                <a:ext uri="{FF2B5EF4-FFF2-40B4-BE49-F238E27FC236}">
                  <a16:creationId xmlns:a16="http://schemas.microsoft.com/office/drawing/2014/main" id="{E26834CF-AECF-44D2-A497-9F0F44A7EA53}"/>
                </a:ext>
              </a:extLst>
            </p:cNvPr>
            <p:cNvCxnSpPr>
              <a:cxnSpLocks noChangeShapeType="1"/>
              <a:stCxn id="33814" idx="3"/>
              <a:endCxn id="33816" idx="1"/>
            </p:cNvCxnSpPr>
            <p:nvPr/>
          </p:nvCxnSpPr>
          <p:spPr bwMode="auto">
            <a:xfrm flipV="1">
              <a:off x="1642" y="1822"/>
              <a:ext cx="1152" cy="48"/>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27" name="AutoShape 95">
              <a:extLst>
                <a:ext uri="{FF2B5EF4-FFF2-40B4-BE49-F238E27FC236}">
                  <a16:creationId xmlns:a16="http://schemas.microsoft.com/office/drawing/2014/main" id="{48D1170B-BE7A-4932-86F8-C62039D3B032}"/>
                </a:ext>
              </a:extLst>
            </p:cNvPr>
            <p:cNvCxnSpPr>
              <a:cxnSpLocks noChangeShapeType="1"/>
              <a:stCxn id="33814" idx="3"/>
              <a:endCxn id="33817" idx="1"/>
            </p:cNvCxnSpPr>
            <p:nvPr/>
          </p:nvCxnSpPr>
          <p:spPr bwMode="auto">
            <a:xfrm>
              <a:off x="1642" y="1870"/>
              <a:ext cx="1152" cy="576"/>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28" name="AutoShape 96">
              <a:extLst>
                <a:ext uri="{FF2B5EF4-FFF2-40B4-BE49-F238E27FC236}">
                  <a16:creationId xmlns:a16="http://schemas.microsoft.com/office/drawing/2014/main" id="{F9750AD3-4E84-4609-B4AF-CA9868A0AA8A}"/>
                </a:ext>
              </a:extLst>
            </p:cNvPr>
            <p:cNvCxnSpPr>
              <a:cxnSpLocks noChangeShapeType="1"/>
              <a:stCxn id="33815" idx="3"/>
              <a:endCxn id="33817" idx="1"/>
            </p:cNvCxnSpPr>
            <p:nvPr/>
          </p:nvCxnSpPr>
          <p:spPr bwMode="auto">
            <a:xfrm flipV="1">
              <a:off x="1594" y="2446"/>
              <a:ext cx="1200" cy="48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29" name="AutoShape 97">
              <a:extLst>
                <a:ext uri="{FF2B5EF4-FFF2-40B4-BE49-F238E27FC236}">
                  <a16:creationId xmlns:a16="http://schemas.microsoft.com/office/drawing/2014/main" id="{0DD2F46A-7166-4A61-B2BA-FDA97B1F744D}"/>
                </a:ext>
              </a:extLst>
            </p:cNvPr>
            <p:cNvCxnSpPr>
              <a:cxnSpLocks noChangeShapeType="1"/>
              <a:stCxn id="33815" idx="3"/>
              <a:endCxn id="33818" idx="1"/>
            </p:cNvCxnSpPr>
            <p:nvPr/>
          </p:nvCxnSpPr>
          <p:spPr bwMode="auto">
            <a:xfrm>
              <a:off x="1594" y="2926"/>
              <a:ext cx="1200" cy="336"/>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30" name="AutoShape 98">
              <a:extLst>
                <a:ext uri="{FF2B5EF4-FFF2-40B4-BE49-F238E27FC236}">
                  <a16:creationId xmlns:a16="http://schemas.microsoft.com/office/drawing/2014/main" id="{5F35C498-DC25-4389-83C9-6556CA6BAD9B}"/>
                </a:ext>
              </a:extLst>
            </p:cNvPr>
            <p:cNvCxnSpPr>
              <a:cxnSpLocks noChangeShapeType="1"/>
              <a:stCxn id="33817" idx="3"/>
              <a:endCxn id="33819" idx="1"/>
            </p:cNvCxnSpPr>
            <p:nvPr/>
          </p:nvCxnSpPr>
          <p:spPr bwMode="auto">
            <a:xfrm flipV="1">
              <a:off x="2986" y="2110"/>
              <a:ext cx="1440" cy="336"/>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31" name="AutoShape 99">
              <a:extLst>
                <a:ext uri="{FF2B5EF4-FFF2-40B4-BE49-F238E27FC236}">
                  <a16:creationId xmlns:a16="http://schemas.microsoft.com/office/drawing/2014/main" id="{960B3F33-8DC4-4DC9-BFC3-3B6CB072F8DB}"/>
                </a:ext>
              </a:extLst>
            </p:cNvPr>
            <p:cNvCxnSpPr>
              <a:cxnSpLocks noChangeShapeType="1"/>
              <a:stCxn id="33818" idx="3"/>
              <a:endCxn id="33820" idx="1"/>
            </p:cNvCxnSpPr>
            <p:nvPr/>
          </p:nvCxnSpPr>
          <p:spPr bwMode="auto">
            <a:xfrm flipV="1">
              <a:off x="2986" y="3214"/>
              <a:ext cx="1248" cy="48"/>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32" name="AutoShape 100">
              <a:extLst>
                <a:ext uri="{FF2B5EF4-FFF2-40B4-BE49-F238E27FC236}">
                  <a16:creationId xmlns:a16="http://schemas.microsoft.com/office/drawing/2014/main" id="{60FC7538-3230-457A-BEAB-05AB8BB41A88}"/>
                </a:ext>
              </a:extLst>
            </p:cNvPr>
            <p:cNvCxnSpPr>
              <a:cxnSpLocks noChangeShapeType="1"/>
              <a:stCxn id="33820" idx="0"/>
              <a:endCxn id="33819" idx="2"/>
            </p:cNvCxnSpPr>
            <p:nvPr/>
          </p:nvCxnSpPr>
          <p:spPr bwMode="auto">
            <a:xfrm flipV="1">
              <a:off x="4330" y="2254"/>
              <a:ext cx="192" cy="816"/>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33" name="AutoShape 101">
              <a:extLst>
                <a:ext uri="{FF2B5EF4-FFF2-40B4-BE49-F238E27FC236}">
                  <a16:creationId xmlns:a16="http://schemas.microsoft.com/office/drawing/2014/main" id="{BA98B74E-7AFB-42FB-B50D-E7783275820D}"/>
                </a:ext>
              </a:extLst>
            </p:cNvPr>
            <p:cNvCxnSpPr>
              <a:cxnSpLocks noChangeShapeType="1"/>
              <a:stCxn id="33815" idx="0"/>
              <a:endCxn id="33814" idx="2"/>
            </p:cNvCxnSpPr>
            <p:nvPr/>
          </p:nvCxnSpPr>
          <p:spPr bwMode="auto">
            <a:xfrm flipV="1">
              <a:off x="1498" y="2014"/>
              <a:ext cx="48" cy="768"/>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34" name="AutoShape 102">
              <a:extLst>
                <a:ext uri="{FF2B5EF4-FFF2-40B4-BE49-F238E27FC236}">
                  <a16:creationId xmlns:a16="http://schemas.microsoft.com/office/drawing/2014/main" id="{706E2411-DF53-4C4D-A71B-087F593F95B5}"/>
                </a:ext>
              </a:extLst>
            </p:cNvPr>
            <p:cNvCxnSpPr>
              <a:cxnSpLocks noChangeShapeType="1"/>
              <a:stCxn id="33816" idx="3"/>
              <a:endCxn id="33819" idx="1"/>
            </p:cNvCxnSpPr>
            <p:nvPr/>
          </p:nvCxnSpPr>
          <p:spPr bwMode="auto">
            <a:xfrm>
              <a:off x="2986" y="1822"/>
              <a:ext cx="1440" cy="288"/>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35" name="AutoShape 103">
              <a:extLst>
                <a:ext uri="{FF2B5EF4-FFF2-40B4-BE49-F238E27FC236}">
                  <a16:creationId xmlns:a16="http://schemas.microsoft.com/office/drawing/2014/main" id="{63C491B9-4581-4165-811A-8B44C35B9DC5}"/>
                </a:ext>
              </a:extLst>
            </p:cNvPr>
            <p:cNvCxnSpPr>
              <a:cxnSpLocks noChangeShapeType="1"/>
              <a:stCxn id="33931" idx="35"/>
              <a:endCxn id="33814" idx="1"/>
            </p:cNvCxnSpPr>
            <p:nvPr/>
          </p:nvCxnSpPr>
          <p:spPr bwMode="auto">
            <a:xfrm>
              <a:off x="959" y="1649"/>
              <a:ext cx="491" cy="221"/>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36" name="AutoShape 104">
              <a:extLst>
                <a:ext uri="{FF2B5EF4-FFF2-40B4-BE49-F238E27FC236}">
                  <a16:creationId xmlns:a16="http://schemas.microsoft.com/office/drawing/2014/main" id="{E8D71AFA-88CA-4544-AE48-459CB4DEBE31}"/>
                </a:ext>
              </a:extLst>
            </p:cNvPr>
            <p:cNvCxnSpPr>
              <a:cxnSpLocks noChangeShapeType="1"/>
              <a:stCxn id="33919" idx="31"/>
              <a:endCxn id="33815" idx="1"/>
            </p:cNvCxnSpPr>
            <p:nvPr/>
          </p:nvCxnSpPr>
          <p:spPr bwMode="auto">
            <a:xfrm flipV="1">
              <a:off x="1007" y="2926"/>
              <a:ext cx="395" cy="198"/>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37" name="AutoShape 105">
              <a:extLst>
                <a:ext uri="{FF2B5EF4-FFF2-40B4-BE49-F238E27FC236}">
                  <a16:creationId xmlns:a16="http://schemas.microsoft.com/office/drawing/2014/main" id="{9376236C-18C9-45DC-A862-945AC06C3A17}"/>
                </a:ext>
              </a:extLst>
            </p:cNvPr>
            <p:cNvCxnSpPr>
              <a:cxnSpLocks noChangeShapeType="1"/>
              <a:stCxn id="33816" idx="0"/>
              <a:endCxn id="33902" idx="4"/>
            </p:cNvCxnSpPr>
            <p:nvPr/>
          </p:nvCxnSpPr>
          <p:spPr bwMode="auto">
            <a:xfrm flipV="1">
              <a:off x="2890" y="1429"/>
              <a:ext cx="99" cy="249"/>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38" name="AutoShape 106">
              <a:extLst>
                <a:ext uri="{FF2B5EF4-FFF2-40B4-BE49-F238E27FC236}">
                  <a16:creationId xmlns:a16="http://schemas.microsoft.com/office/drawing/2014/main" id="{79669F5C-5D4F-43F0-9B8D-D5AEBA0CD931}"/>
                </a:ext>
              </a:extLst>
            </p:cNvPr>
            <p:cNvCxnSpPr>
              <a:cxnSpLocks noChangeShapeType="1"/>
              <a:stCxn id="33820" idx="3"/>
              <a:endCxn id="33883" idx="23"/>
            </p:cNvCxnSpPr>
            <p:nvPr/>
          </p:nvCxnSpPr>
          <p:spPr bwMode="auto">
            <a:xfrm>
              <a:off x="4426" y="3214"/>
              <a:ext cx="682" cy="14"/>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39" name="AutoShape 107">
              <a:extLst>
                <a:ext uri="{FF2B5EF4-FFF2-40B4-BE49-F238E27FC236}">
                  <a16:creationId xmlns:a16="http://schemas.microsoft.com/office/drawing/2014/main" id="{974BFC5B-6549-4EE8-895C-6D626BF747FC}"/>
                </a:ext>
              </a:extLst>
            </p:cNvPr>
            <p:cNvCxnSpPr>
              <a:cxnSpLocks noChangeShapeType="1"/>
              <a:stCxn id="33819" idx="3"/>
              <a:endCxn id="33887" idx="2"/>
            </p:cNvCxnSpPr>
            <p:nvPr/>
          </p:nvCxnSpPr>
          <p:spPr bwMode="auto">
            <a:xfrm flipV="1">
              <a:off x="4618" y="1726"/>
              <a:ext cx="288" cy="384"/>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840" name="Text Box 108">
              <a:extLst>
                <a:ext uri="{FF2B5EF4-FFF2-40B4-BE49-F238E27FC236}">
                  <a16:creationId xmlns:a16="http://schemas.microsoft.com/office/drawing/2014/main" id="{430A9AB9-F33C-4061-B8A8-043193D15FC9}"/>
                </a:ext>
              </a:extLst>
            </p:cNvPr>
            <p:cNvSpPr txBox="1">
              <a:spLocks noChangeArrowheads="1"/>
            </p:cNvSpPr>
            <p:nvPr/>
          </p:nvSpPr>
          <p:spPr bwMode="auto">
            <a:xfrm>
              <a:off x="587" y="1246"/>
              <a:ext cx="448" cy="19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Host A</a:t>
              </a:r>
            </a:p>
          </p:txBody>
        </p:sp>
        <p:sp>
          <p:nvSpPr>
            <p:cNvPr id="33841" name="Text Box 109">
              <a:extLst>
                <a:ext uri="{FF2B5EF4-FFF2-40B4-BE49-F238E27FC236}">
                  <a16:creationId xmlns:a16="http://schemas.microsoft.com/office/drawing/2014/main" id="{7210D832-04DE-4C0A-BE07-53047272AEA4}"/>
                </a:ext>
              </a:extLst>
            </p:cNvPr>
            <p:cNvSpPr txBox="1">
              <a:spLocks noChangeArrowheads="1"/>
            </p:cNvSpPr>
            <p:nvPr/>
          </p:nvSpPr>
          <p:spPr bwMode="auto">
            <a:xfrm>
              <a:off x="614" y="2736"/>
              <a:ext cx="454" cy="19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Host B</a:t>
              </a:r>
            </a:p>
          </p:txBody>
        </p:sp>
        <p:sp>
          <p:nvSpPr>
            <p:cNvPr id="33842" name="Text Box 110">
              <a:extLst>
                <a:ext uri="{FF2B5EF4-FFF2-40B4-BE49-F238E27FC236}">
                  <a16:creationId xmlns:a16="http://schemas.microsoft.com/office/drawing/2014/main" id="{C59C1778-D5C8-4308-A207-2297321B674E}"/>
                </a:ext>
              </a:extLst>
            </p:cNvPr>
            <p:cNvSpPr txBox="1">
              <a:spLocks noChangeArrowheads="1"/>
            </p:cNvSpPr>
            <p:nvPr/>
          </p:nvSpPr>
          <p:spPr bwMode="auto">
            <a:xfrm>
              <a:off x="4952" y="2830"/>
              <a:ext cx="454" cy="19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Host E</a:t>
              </a:r>
            </a:p>
          </p:txBody>
        </p:sp>
        <p:sp>
          <p:nvSpPr>
            <p:cNvPr id="33843" name="Text Box 111">
              <a:extLst>
                <a:ext uri="{FF2B5EF4-FFF2-40B4-BE49-F238E27FC236}">
                  <a16:creationId xmlns:a16="http://schemas.microsoft.com/office/drawing/2014/main" id="{216D9085-8501-493C-A0B8-5A20A6E05FFA}"/>
                </a:ext>
              </a:extLst>
            </p:cNvPr>
            <p:cNvSpPr txBox="1">
              <a:spLocks noChangeArrowheads="1"/>
            </p:cNvSpPr>
            <p:nvPr/>
          </p:nvSpPr>
          <p:spPr bwMode="auto">
            <a:xfrm>
              <a:off x="4739" y="1200"/>
              <a:ext cx="460" cy="19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Host D</a:t>
              </a:r>
            </a:p>
          </p:txBody>
        </p:sp>
        <p:sp>
          <p:nvSpPr>
            <p:cNvPr id="33844" name="Text Box 112">
              <a:extLst>
                <a:ext uri="{FF2B5EF4-FFF2-40B4-BE49-F238E27FC236}">
                  <a16:creationId xmlns:a16="http://schemas.microsoft.com/office/drawing/2014/main" id="{C796F4C5-A794-4A43-B0F6-68645D3A431E}"/>
                </a:ext>
              </a:extLst>
            </p:cNvPr>
            <p:cNvSpPr txBox="1">
              <a:spLocks noChangeArrowheads="1"/>
            </p:cNvSpPr>
            <p:nvPr/>
          </p:nvSpPr>
          <p:spPr bwMode="auto">
            <a:xfrm>
              <a:off x="1262" y="1536"/>
              <a:ext cx="479" cy="19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Node 1</a:t>
              </a:r>
            </a:p>
          </p:txBody>
        </p:sp>
        <p:sp>
          <p:nvSpPr>
            <p:cNvPr id="33845" name="Text Box 113">
              <a:extLst>
                <a:ext uri="{FF2B5EF4-FFF2-40B4-BE49-F238E27FC236}">
                  <a16:creationId xmlns:a16="http://schemas.microsoft.com/office/drawing/2014/main" id="{4BC529EA-ABB9-471D-9DAE-151138DF9068}"/>
                </a:ext>
              </a:extLst>
            </p:cNvPr>
            <p:cNvSpPr txBox="1">
              <a:spLocks noChangeArrowheads="1"/>
            </p:cNvSpPr>
            <p:nvPr/>
          </p:nvSpPr>
          <p:spPr bwMode="auto">
            <a:xfrm>
              <a:off x="2312" y="1582"/>
              <a:ext cx="479" cy="19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Node 2</a:t>
              </a:r>
            </a:p>
          </p:txBody>
        </p:sp>
        <p:sp>
          <p:nvSpPr>
            <p:cNvPr id="33846" name="Text Box 114">
              <a:extLst>
                <a:ext uri="{FF2B5EF4-FFF2-40B4-BE49-F238E27FC236}">
                  <a16:creationId xmlns:a16="http://schemas.microsoft.com/office/drawing/2014/main" id="{54933094-3A3D-480E-9D23-0DCFC26493C2}"/>
                </a:ext>
              </a:extLst>
            </p:cNvPr>
            <p:cNvSpPr txBox="1">
              <a:spLocks noChangeArrowheads="1"/>
            </p:cNvSpPr>
            <p:nvPr/>
          </p:nvSpPr>
          <p:spPr bwMode="auto">
            <a:xfrm>
              <a:off x="4238" y="1776"/>
              <a:ext cx="479" cy="19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Node 3</a:t>
              </a:r>
            </a:p>
          </p:txBody>
        </p:sp>
        <p:sp>
          <p:nvSpPr>
            <p:cNvPr id="33847" name="Text Box 115">
              <a:extLst>
                <a:ext uri="{FF2B5EF4-FFF2-40B4-BE49-F238E27FC236}">
                  <a16:creationId xmlns:a16="http://schemas.microsoft.com/office/drawing/2014/main" id="{4BF781EC-1300-4E5D-A46B-651A57EC7242}"/>
                </a:ext>
              </a:extLst>
            </p:cNvPr>
            <p:cNvSpPr txBox="1">
              <a:spLocks noChangeArrowheads="1"/>
            </p:cNvSpPr>
            <p:nvPr/>
          </p:nvSpPr>
          <p:spPr bwMode="auto">
            <a:xfrm>
              <a:off x="1262" y="3072"/>
              <a:ext cx="479" cy="19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Node 4</a:t>
              </a:r>
            </a:p>
          </p:txBody>
        </p:sp>
        <p:sp>
          <p:nvSpPr>
            <p:cNvPr id="33848" name="Text Box 116">
              <a:extLst>
                <a:ext uri="{FF2B5EF4-FFF2-40B4-BE49-F238E27FC236}">
                  <a16:creationId xmlns:a16="http://schemas.microsoft.com/office/drawing/2014/main" id="{074A35E3-14EF-4162-A15E-E8E79A32AA53}"/>
                </a:ext>
              </a:extLst>
            </p:cNvPr>
            <p:cNvSpPr txBox="1">
              <a:spLocks noChangeArrowheads="1"/>
            </p:cNvSpPr>
            <p:nvPr/>
          </p:nvSpPr>
          <p:spPr bwMode="auto">
            <a:xfrm>
              <a:off x="2600" y="2112"/>
              <a:ext cx="479" cy="19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Node 5</a:t>
              </a:r>
            </a:p>
          </p:txBody>
        </p:sp>
        <p:sp>
          <p:nvSpPr>
            <p:cNvPr id="33849" name="Text Box 117">
              <a:extLst>
                <a:ext uri="{FF2B5EF4-FFF2-40B4-BE49-F238E27FC236}">
                  <a16:creationId xmlns:a16="http://schemas.microsoft.com/office/drawing/2014/main" id="{2D88042B-6382-46BD-A553-E9CD939012F6}"/>
                </a:ext>
              </a:extLst>
            </p:cNvPr>
            <p:cNvSpPr txBox="1">
              <a:spLocks noChangeArrowheads="1"/>
            </p:cNvSpPr>
            <p:nvPr/>
          </p:nvSpPr>
          <p:spPr bwMode="auto">
            <a:xfrm>
              <a:off x="2606" y="2928"/>
              <a:ext cx="479" cy="19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Node 6</a:t>
              </a:r>
            </a:p>
          </p:txBody>
        </p:sp>
        <p:sp>
          <p:nvSpPr>
            <p:cNvPr id="33850" name="Text Box 118">
              <a:extLst>
                <a:ext uri="{FF2B5EF4-FFF2-40B4-BE49-F238E27FC236}">
                  <a16:creationId xmlns:a16="http://schemas.microsoft.com/office/drawing/2014/main" id="{5CAC647D-DE55-449D-8D22-EB35D6CDADCE}"/>
                </a:ext>
              </a:extLst>
            </p:cNvPr>
            <p:cNvSpPr txBox="1">
              <a:spLocks noChangeArrowheads="1"/>
            </p:cNvSpPr>
            <p:nvPr/>
          </p:nvSpPr>
          <p:spPr bwMode="auto">
            <a:xfrm>
              <a:off x="3848" y="2880"/>
              <a:ext cx="479" cy="19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Node 7</a:t>
              </a:r>
            </a:p>
          </p:txBody>
        </p:sp>
        <p:sp>
          <p:nvSpPr>
            <p:cNvPr id="33851" name="Rectangle 119">
              <a:extLst>
                <a:ext uri="{FF2B5EF4-FFF2-40B4-BE49-F238E27FC236}">
                  <a16:creationId xmlns:a16="http://schemas.microsoft.com/office/drawing/2014/main" id="{4E6E743F-34CC-435C-9ECF-81BF6BAE1CD1}"/>
                </a:ext>
              </a:extLst>
            </p:cNvPr>
            <p:cNvSpPr>
              <a:spLocks noChangeArrowheads="1"/>
            </p:cNvSpPr>
            <p:nvPr/>
          </p:nvSpPr>
          <p:spPr bwMode="auto">
            <a:xfrm>
              <a:off x="1114" y="2974"/>
              <a:ext cx="192" cy="96"/>
            </a:xfrm>
            <a:prstGeom prst="rect">
              <a:avLst/>
            </a:prstGeom>
            <a:solidFill>
              <a:schemeClr val="accent2"/>
            </a:solidFill>
            <a:ln w="12700">
              <a:solidFill>
                <a:srgbClr val="CC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52" name="Rectangle 120">
              <a:extLst>
                <a:ext uri="{FF2B5EF4-FFF2-40B4-BE49-F238E27FC236}">
                  <a16:creationId xmlns:a16="http://schemas.microsoft.com/office/drawing/2014/main" id="{7390465C-1E4C-4657-8976-431633E6BA61}"/>
                </a:ext>
              </a:extLst>
            </p:cNvPr>
            <p:cNvSpPr>
              <a:spLocks noChangeArrowheads="1"/>
            </p:cNvSpPr>
            <p:nvPr/>
          </p:nvSpPr>
          <p:spPr bwMode="auto">
            <a:xfrm>
              <a:off x="2026" y="3022"/>
              <a:ext cx="192" cy="96"/>
            </a:xfrm>
            <a:prstGeom prst="rect">
              <a:avLst/>
            </a:prstGeom>
            <a:solidFill>
              <a:schemeClr val="accent2"/>
            </a:solidFill>
            <a:ln w="12700">
              <a:solidFill>
                <a:srgbClr val="CC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53" name="Rectangle 121">
              <a:extLst>
                <a:ext uri="{FF2B5EF4-FFF2-40B4-BE49-F238E27FC236}">
                  <a16:creationId xmlns:a16="http://schemas.microsoft.com/office/drawing/2014/main" id="{E73895CA-2F57-4282-B22B-C241B55E5F85}"/>
                </a:ext>
              </a:extLst>
            </p:cNvPr>
            <p:cNvSpPr>
              <a:spLocks noChangeArrowheads="1"/>
            </p:cNvSpPr>
            <p:nvPr/>
          </p:nvSpPr>
          <p:spPr bwMode="auto">
            <a:xfrm>
              <a:off x="3274" y="3214"/>
              <a:ext cx="192" cy="96"/>
            </a:xfrm>
            <a:prstGeom prst="rect">
              <a:avLst/>
            </a:prstGeom>
            <a:solidFill>
              <a:schemeClr val="accent2"/>
            </a:solidFill>
            <a:ln w="12700">
              <a:solidFill>
                <a:srgbClr val="CC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54" name="Rectangle 122">
              <a:extLst>
                <a:ext uri="{FF2B5EF4-FFF2-40B4-BE49-F238E27FC236}">
                  <a16:creationId xmlns:a16="http://schemas.microsoft.com/office/drawing/2014/main" id="{4371BEFD-666A-4575-BB6F-ADB475334D17}"/>
                </a:ext>
              </a:extLst>
            </p:cNvPr>
            <p:cNvSpPr>
              <a:spLocks noChangeArrowheads="1"/>
            </p:cNvSpPr>
            <p:nvPr/>
          </p:nvSpPr>
          <p:spPr bwMode="auto">
            <a:xfrm>
              <a:off x="4330" y="2638"/>
              <a:ext cx="192" cy="96"/>
            </a:xfrm>
            <a:prstGeom prst="rect">
              <a:avLst/>
            </a:prstGeom>
            <a:solidFill>
              <a:schemeClr val="accent2"/>
            </a:solidFill>
            <a:ln w="12700">
              <a:solidFill>
                <a:srgbClr val="CC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55" name="Rectangle 123">
              <a:extLst>
                <a:ext uri="{FF2B5EF4-FFF2-40B4-BE49-F238E27FC236}">
                  <a16:creationId xmlns:a16="http://schemas.microsoft.com/office/drawing/2014/main" id="{9BAF4DA1-6323-4E0C-8BCD-3EFE48D63055}"/>
                </a:ext>
              </a:extLst>
            </p:cNvPr>
            <p:cNvSpPr>
              <a:spLocks noChangeArrowheads="1"/>
            </p:cNvSpPr>
            <p:nvPr/>
          </p:nvSpPr>
          <p:spPr bwMode="auto">
            <a:xfrm>
              <a:off x="2218" y="2590"/>
              <a:ext cx="192" cy="96"/>
            </a:xfrm>
            <a:prstGeom prst="rect">
              <a:avLst/>
            </a:prstGeom>
            <a:solidFill>
              <a:schemeClr val="accent2"/>
            </a:solidFill>
            <a:ln w="12700">
              <a:solidFill>
                <a:srgbClr val="CC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56" name="Rectangle 124">
              <a:extLst>
                <a:ext uri="{FF2B5EF4-FFF2-40B4-BE49-F238E27FC236}">
                  <a16:creationId xmlns:a16="http://schemas.microsoft.com/office/drawing/2014/main" id="{58D8FF0D-7478-4D16-9A32-8E09DBD8D662}"/>
                </a:ext>
              </a:extLst>
            </p:cNvPr>
            <p:cNvSpPr>
              <a:spLocks noChangeArrowheads="1"/>
            </p:cNvSpPr>
            <p:nvPr/>
          </p:nvSpPr>
          <p:spPr bwMode="auto">
            <a:xfrm>
              <a:off x="3706" y="2206"/>
              <a:ext cx="192" cy="96"/>
            </a:xfrm>
            <a:prstGeom prst="rect">
              <a:avLst/>
            </a:prstGeom>
            <a:solidFill>
              <a:schemeClr val="accent2"/>
            </a:solidFill>
            <a:ln w="12700">
              <a:solidFill>
                <a:srgbClr val="CC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57" name="Rectangle 125">
              <a:extLst>
                <a:ext uri="{FF2B5EF4-FFF2-40B4-BE49-F238E27FC236}">
                  <a16:creationId xmlns:a16="http://schemas.microsoft.com/office/drawing/2014/main" id="{F7F6EA9E-ABBB-4699-9A6B-07CF64816BB3}"/>
                </a:ext>
              </a:extLst>
            </p:cNvPr>
            <p:cNvSpPr>
              <a:spLocks noChangeArrowheads="1"/>
            </p:cNvSpPr>
            <p:nvPr/>
          </p:nvSpPr>
          <p:spPr bwMode="auto">
            <a:xfrm>
              <a:off x="4714" y="1726"/>
              <a:ext cx="192" cy="96"/>
            </a:xfrm>
            <a:prstGeom prst="rect">
              <a:avLst/>
            </a:prstGeom>
            <a:solidFill>
              <a:schemeClr val="accent2"/>
            </a:solidFill>
            <a:ln w="12700">
              <a:solidFill>
                <a:srgbClr val="CC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58" name="Rectangle 126">
              <a:extLst>
                <a:ext uri="{FF2B5EF4-FFF2-40B4-BE49-F238E27FC236}">
                  <a16:creationId xmlns:a16="http://schemas.microsoft.com/office/drawing/2014/main" id="{FE5E318A-09E1-4839-9F98-B1191B829F39}"/>
                </a:ext>
              </a:extLst>
            </p:cNvPr>
            <p:cNvSpPr>
              <a:spLocks noChangeArrowheads="1"/>
            </p:cNvSpPr>
            <p:nvPr/>
          </p:nvSpPr>
          <p:spPr bwMode="auto">
            <a:xfrm>
              <a:off x="1066" y="1726"/>
              <a:ext cx="192" cy="96"/>
            </a:xfrm>
            <a:prstGeom prst="rect">
              <a:avLst/>
            </a:prstGeom>
            <a:solidFill>
              <a:schemeClr val="hlink"/>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59" name="Rectangle 127">
              <a:extLst>
                <a:ext uri="{FF2B5EF4-FFF2-40B4-BE49-F238E27FC236}">
                  <a16:creationId xmlns:a16="http://schemas.microsoft.com/office/drawing/2014/main" id="{A155D963-CFB7-4213-9895-4E80C8FC6B3D}"/>
                </a:ext>
              </a:extLst>
            </p:cNvPr>
            <p:cNvSpPr>
              <a:spLocks noChangeArrowheads="1"/>
            </p:cNvSpPr>
            <p:nvPr/>
          </p:nvSpPr>
          <p:spPr bwMode="auto">
            <a:xfrm>
              <a:off x="1882" y="2014"/>
              <a:ext cx="192" cy="96"/>
            </a:xfrm>
            <a:prstGeom prst="rect">
              <a:avLst/>
            </a:prstGeom>
            <a:solidFill>
              <a:schemeClr val="hlink"/>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60" name="Rectangle 128">
              <a:extLst>
                <a:ext uri="{FF2B5EF4-FFF2-40B4-BE49-F238E27FC236}">
                  <a16:creationId xmlns:a16="http://schemas.microsoft.com/office/drawing/2014/main" id="{712AF782-5AC6-4DA8-9A01-53FDC382C954}"/>
                </a:ext>
              </a:extLst>
            </p:cNvPr>
            <p:cNvSpPr>
              <a:spLocks noChangeArrowheads="1"/>
            </p:cNvSpPr>
            <p:nvPr/>
          </p:nvSpPr>
          <p:spPr bwMode="auto">
            <a:xfrm>
              <a:off x="3226" y="2302"/>
              <a:ext cx="192" cy="96"/>
            </a:xfrm>
            <a:prstGeom prst="rect">
              <a:avLst/>
            </a:prstGeom>
            <a:solidFill>
              <a:schemeClr val="hlink"/>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61" name="Rectangle 129">
              <a:extLst>
                <a:ext uri="{FF2B5EF4-FFF2-40B4-BE49-F238E27FC236}">
                  <a16:creationId xmlns:a16="http://schemas.microsoft.com/office/drawing/2014/main" id="{448F97EC-C1FE-45FB-AD64-9D7196F23F06}"/>
                </a:ext>
              </a:extLst>
            </p:cNvPr>
            <p:cNvSpPr>
              <a:spLocks noChangeArrowheads="1"/>
            </p:cNvSpPr>
            <p:nvPr/>
          </p:nvSpPr>
          <p:spPr bwMode="auto">
            <a:xfrm>
              <a:off x="4666" y="1918"/>
              <a:ext cx="192" cy="96"/>
            </a:xfrm>
            <a:prstGeom prst="rect">
              <a:avLst/>
            </a:prstGeom>
            <a:solidFill>
              <a:schemeClr val="hlink"/>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62" name="Rectangle 130">
              <a:extLst>
                <a:ext uri="{FF2B5EF4-FFF2-40B4-BE49-F238E27FC236}">
                  <a16:creationId xmlns:a16="http://schemas.microsoft.com/office/drawing/2014/main" id="{B7887B31-CCAD-48D9-892D-3BFB85AB3542}"/>
                </a:ext>
              </a:extLst>
            </p:cNvPr>
            <p:cNvSpPr>
              <a:spLocks noChangeArrowheads="1"/>
            </p:cNvSpPr>
            <p:nvPr/>
          </p:nvSpPr>
          <p:spPr bwMode="auto">
            <a:xfrm>
              <a:off x="2099" y="1700"/>
              <a:ext cx="192" cy="96"/>
            </a:xfrm>
            <a:prstGeom prst="rect">
              <a:avLst/>
            </a:prstGeom>
            <a:solidFill>
              <a:schemeClr val="hlink"/>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63" name="Rectangle 131">
              <a:extLst>
                <a:ext uri="{FF2B5EF4-FFF2-40B4-BE49-F238E27FC236}">
                  <a16:creationId xmlns:a16="http://schemas.microsoft.com/office/drawing/2014/main" id="{C476D144-85CF-4D81-ABE0-FC8C71E56992}"/>
                </a:ext>
              </a:extLst>
            </p:cNvPr>
            <p:cNvSpPr>
              <a:spLocks noChangeArrowheads="1"/>
            </p:cNvSpPr>
            <p:nvPr/>
          </p:nvSpPr>
          <p:spPr bwMode="auto">
            <a:xfrm>
              <a:off x="3570" y="1791"/>
              <a:ext cx="192" cy="96"/>
            </a:xfrm>
            <a:prstGeom prst="rect">
              <a:avLst/>
            </a:prstGeom>
            <a:solidFill>
              <a:schemeClr val="hlink"/>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64" name="Rectangle 132">
              <a:extLst>
                <a:ext uri="{FF2B5EF4-FFF2-40B4-BE49-F238E27FC236}">
                  <a16:creationId xmlns:a16="http://schemas.microsoft.com/office/drawing/2014/main" id="{0CF3F892-5A72-41BA-9E88-7A9BE45BCDF5}"/>
                </a:ext>
              </a:extLst>
            </p:cNvPr>
            <p:cNvSpPr>
              <a:spLocks noChangeArrowheads="1"/>
            </p:cNvSpPr>
            <p:nvPr/>
          </p:nvSpPr>
          <p:spPr bwMode="auto">
            <a:xfrm>
              <a:off x="1299" y="2398"/>
              <a:ext cx="192" cy="96"/>
            </a:xfrm>
            <a:prstGeom prst="rect">
              <a:avLst/>
            </a:prstGeom>
            <a:solidFill>
              <a:schemeClr val="accent2"/>
            </a:solidFill>
            <a:ln w="12700">
              <a:solidFill>
                <a:srgbClr val="CC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65" name="Rectangle 133">
              <a:extLst>
                <a:ext uri="{FF2B5EF4-FFF2-40B4-BE49-F238E27FC236}">
                  <a16:creationId xmlns:a16="http://schemas.microsoft.com/office/drawing/2014/main" id="{20CF7385-37E5-4B69-92E9-61A86CC0C06D}"/>
                </a:ext>
              </a:extLst>
            </p:cNvPr>
            <p:cNvSpPr>
              <a:spLocks noChangeArrowheads="1"/>
            </p:cNvSpPr>
            <p:nvPr/>
          </p:nvSpPr>
          <p:spPr bwMode="auto">
            <a:xfrm>
              <a:off x="2360" y="1899"/>
              <a:ext cx="192" cy="96"/>
            </a:xfrm>
            <a:prstGeom prst="rect">
              <a:avLst/>
            </a:prstGeom>
            <a:solidFill>
              <a:schemeClr val="accent2"/>
            </a:solidFill>
            <a:ln w="12700">
              <a:solidFill>
                <a:srgbClr val="CC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66" name="Rectangle 134">
              <a:extLst>
                <a:ext uri="{FF2B5EF4-FFF2-40B4-BE49-F238E27FC236}">
                  <a16:creationId xmlns:a16="http://schemas.microsoft.com/office/drawing/2014/main" id="{4852D5CC-3B17-4CDC-BAFB-E2AC153C1CDA}"/>
                </a:ext>
              </a:extLst>
            </p:cNvPr>
            <p:cNvSpPr>
              <a:spLocks noChangeArrowheads="1"/>
            </p:cNvSpPr>
            <p:nvPr/>
          </p:nvSpPr>
          <p:spPr bwMode="auto">
            <a:xfrm>
              <a:off x="3329" y="1973"/>
              <a:ext cx="192" cy="96"/>
            </a:xfrm>
            <a:prstGeom prst="rect">
              <a:avLst/>
            </a:prstGeom>
            <a:solidFill>
              <a:schemeClr val="accent2"/>
            </a:solidFill>
            <a:ln w="12700">
              <a:solidFill>
                <a:srgbClr val="CC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67" name="Rectangle 135">
              <a:extLst>
                <a:ext uri="{FF2B5EF4-FFF2-40B4-BE49-F238E27FC236}">
                  <a16:creationId xmlns:a16="http://schemas.microsoft.com/office/drawing/2014/main" id="{F966AD7F-D81B-432B-92A2-87C2BF3FA3E4}"/>
                </a:ext>
              </a:extLst>
            </p:cNvPr>
            <p:cNvSpPr>
              <a:spLocks noChangeArrowheads="1"/>
            </p:cNvSpPr>
            <p:nvPr/>
          </p:nvSpPr>
          <p:spPr bwMode="auto">
            <a:xfrm>
              <a:off x="1116" y="3171"/>
              <a:ext cx="192" cy="96"/>
            </a:xfrm>
            <a:prstGeom prst="rect">
              <a:avLst/>
            </a:prstGeom>
            <a:solidFill>
              <a:schemeClr val="accent2"/>
            </a:solidFill>
            <a:ln w="12700">
              <a:solidFill>
                <a:srgbClr val="CC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68" name="Rectangle 136">
              <a:extLst>
                <a:ext uri="{FF2B5EF4-FFF2-40B4-BE49-F238E27FC236}">
                  <a16:creationId xmlns:a16="http://schemas.microsoft.com/office/drawing/2014/main" id="{44E1EBB2-9628-4F0F-B4BD-25991C5A7272}"/>
                </a:ext>
              </a:extLst>
            </p:cNvPr>
            <p:cNvSpPr>
              <a:spLocks noChangeArrowheads="1"/>
            </p:cNvSpPr>
            <p:nvPr/>
          </p:nvSpPr>
          <p:spPr bwMode="auto">
            <a:xfrm>
              <a:off x="1101" y="2791"/>
              <a:ext cx="192" cy="96"/>
            </a:xfrm>
            <a:prstGeom prst="rect">
              <a:avLst/>
            </a:prstGeom>
            <a:solidFill>
              <a:schemeClr val="accent2"/>
            </a:solidFill>
            <a:ln w="12700">
              <a:solidFill>
                <a:srgbClr val="CC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69" name="Rectangle 137">
              <a:extLst>
                <a:ext uri="{FF2B5EF4-FFF2-40B4-BE49-F238E27FC236}">
                  <a16:creationId xmlns:a16="http://schemas.microsoft.com/office/drawing/2014/main" id="{6070CC0A-9F6E-4069-9D2A-FD802F6BC6A3}"/>
                </a:ext>
              </a:extLst>
            </p:cNvPr>
            <p:cNvSpPr>
              <a:spLocks noChangeArrowheads="1"/>
            </p:cNvSpPr>
            <p:nvPr/>
          </p:nvSpPr>
          <p:spPr bwMode="auto">
            <a:xfrm>
              <a:off x="4982" y="1746"/>
              <a:ext cx="192" cy="96"/>
            </a:xfrm>
            <a:prstGeom prst="rect">
              <a:avLst/>
            </a:prstGeom>
            <a:solidFill>
              <a:schemeClr val="accent2"/>
            </a:solidFill>
            <a:ln w="12700">
              <a:solidFill>
                <a:srgbClr val="CC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70" name="Rectangle 138">
              <a:extLst>
                <a:ext uri="{FF2B5EF4-FFF2-40B4-BE49-F238E27FC236}">
                  <a16:creationId xmlns:a16="http://schemas.microsoft.com/office/drawing/2014/main" id="{0886C725-D3D1-4CF7-A59E-510CCB29EC9B}"/>
                </a:ext>
              </a:extLst>
            </p:cNvPr>
            <p:cNvSpPr>
              <a:spLocks noChangeArrowheads="1"/>
            </p:cNvSpPr>
            <p:nvPr/>
          </p:nvSpPr>
          <p:spPr bwMode="auto">
            <a:xfrm>
              <a:off x="5240" y="1746"/>
              <a:ext cx="192" cy="96"/>
            </a:xfrm>
            <a:prstGeom prst="rect">
              <a:avLst/>
            </a:prstGeom>
            <a:solidFill>
              <a:schemeClr val="accent2"/>
            </a:solidFill>
            <a:ln w="12700">
              <a:solidFill>
                <a:srgbClr val="CC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71" name="Rectangle 139">
              <a:extLst>
                <a:ext uri="{FF2B5EF4-FFF2-40B4-BE49-F238E27FC236}">
                  <a16:creationId xmlns:a16="http://schemas.microsoft.com/office/drawing/2014/main" id="{84E72378-B48A-4920-AC4E-7C035C42B0B1}"/>
                </a:ext>
              </a:extLst>
            </p:cNvPr>
            <p:cNvSpPr>
              <a:spLocks noChangeArrowheads="1"/>
            </p:cNvSpPr>
            <p:nvPr/>
          </p:nvSpPr>
          <p:spPr bwMode="auto">
            <a:xfrm>
              <a:off x="1073" y="1902"/>
              <a:ext cx="192" cy="96"/>
            </a:xfrm>
            <a:prstGeom prst="rect">
              <a:avLst/>
            </a:prstGeom>
            <a:solidFill>
              <a:schemeClr val="hlink"/>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72" name="Rectangle 140">
              <a:extLst>
                <a:ext uri="{FF2B5EF4-FFF2-40B4-BE49-F238E27FC236}">
                  <a16:creationId xmlns:a16="http://schemas.microsoft.com/office/drawing/2014/main" id="{EB54FD01-CB32-4550-8DAD-F0C3525787B6}"/>
                </a:ext>
              </a:extLst>
            </p:cNvPr>
            <p:cNvSpPr>
              <a:spLocks noChangeArrowheads="1"/>
            </p:cNvSpPr>
            <p:nvPr/>
          </p:nvSpPr>
          <p:spPr bwMode="auto">
            <a:xfrm>
              <a:off x="1074" y="1523"/>
              <a:ext cx="192" cy="96"/>
            </a:xfrm>
            <a:prstGeom prst="rect">
              <a:avLst/>
            </a:prstGeom>
            <a:solidFill>
              <a:schemeClr val="hlink"/>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73" name="Rectangle 141">
              <a:extLst>
                <a:ext uri="{FF2B5EF4-FFF2-40B4-BE49-F238E27FC236}">
                  <a16:creationId xmlns:a16="http://schemas.microsoft.com/office/drawing/2014/main" id="{1D9BFAF6-4251-4050-A8AD-3421A3CA5D24}"/>
                </a:ext>
              </a:extLst>
            </p:cNvPr>
            <p:cNvSpPr>
              <a:spLocks noChangeArrowheads="1"/>
            </p:cNvSpPr>
            <p:nvPr/>
          </p:nvSpPr>
          <p:spPr bwMode="auto">
            <a:xfrm>
              <a:off x="4924" y="1932"/>
              <a:ext cx="192" cy="96"/>
            </a:xfrm>
            <a:prstGeom prst="rect">
              <a:avLst/>
            </a:prstGeom>
            <a:solidFill>
              <a:schemeClr val="hlink"/>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3874" name="Rectangle 142">
              <a:extLst>
                <a:ext uri="{FF2B5EF4-FFF2-40B4-BE49-F238E27FC236}">
                  <a16:creationId xmlns:a16="http://schemas.microsoft.com/office/drawing/2014/main" id="{7B54042A-F1C9-4C35-8553-C3859A6C75DF}"/>
                </a:ext>
              </a:extLst>
            </p:cNvPr>
            <p:cNvSpPr>
              <a:spLocks noChangeArrowheads="1"/>
            </p:cNvSpPr>
            <p:nvPr/>
          </p:nvSpPr>
          <p:spPr bwMode="auto">
            <a:xfrm>
              <a:off x="5181" y="1932"/>
              <a:ext cx="192" cy="96"/>
            </a:xfrm>
            <a:prstGeom prst="rect">
              <a:avLst/>
            </a:prstGeom>
            <a:solidFill>
              <a:schemeClr val="hlink"/>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spTree>
  </p:cSld>
  <p:clrMapOvr>
    <a:masterClrMapping/>
  </p:clrMapOvr>
  <p:transition spd="med">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9608E5E1-B755-4A20-B14D-2227A3DAA129}"/>
              </a:ext>
            </a:extLst>
          </p:cNvPr>
          <p:cNvSpPr>
            <a:spLocks noGrp="1" noChangeArrowheads="1"/>
          </p:cNvSpPr>
          <p:nvPr>
            <p:ph type="title"/>
          </p:nvPr>
        </p:nvSpPr>
        <p:spPr>
          <a:xfrm>
            <a:off x="3575050" y="188913"/>
            <a:ext cx="5059363" cy="874712"/>
          </a:xfrm>
          <a:noFill/>
        </p:spPr>
        <p:txBody>
          <a:bodyPr/>
          <a:lstStyle/>
          <a:p>
            <a:pPr eaLnBrk="1" hangingPunct="1"/>
            <a:r>
              <a:rPr lang="zh-CN" altLang="en-US">
                <a:ea typeface="华文楷体" panose="02010600040101010101" pitchFamily="2" charset="-122"/>
              </a:rPr>
              <a:t>数据报交换定时</a:t>
            </a:r>
          </a:p>
        </p:txBody>
      </p:sp>
      <p:grpSp>
        <p:nvGrpSpPr>
          <p:cNvPr id="1182723" name="Group 3">
            <a:extLst>
              <a:ext uri="{FF2B5EF4-FFF2-40B4-BE49-F238E27FC236}">
                <a16:creationId xmlns:a16="http://schemas.microsoft.com/office/drawing/2014/main" id="{1026E6D7-C58D-4AF6-8FDB-6C589383D55F}"/>
              </a:ext>
            </a:extLst>
          </p:cNvPr>
          <p:cNvGrpSpPr>
            <a:grpSpLocks/>
          </p:cNvGrpSpPr>
          <p:nvPr/>
        </p:nvGrpSpPr>
        <p:grpSpPr bwMode="auto">
          <a:xfrm>
            <a:off x="3276600" y="1524000"/>
            <a:ext cx="6188075" cy="1246188"/>
            <a:chOff x="1104" y="960"/>
            <a:chExt cx="3898" cy="785"/>
          </a:xfrm>
        </p:grpSpPr>
        <p:sp>
          <p:nvSpPr>
            <p:cNvPr id="34862" name="AutoShape 4">
              <a:extLst>
                <a:ext uri="{FF2B5EF4-FFF2-40B4-BE49-F238E27FC236}">
                  <a16:creationId xmlns:a16="http://schemas.microsoft.com/office/drawing/2014/main" id="{E2B01656-5A05-48E9-B19C-35C6EFBC1762}"/>
                </a:ext>
              </a:extLst>
            </p:cNvPr>
            <p:cNvSpPr>
              <a:spLocks noChangeArrowheads="1"/>
            </p:cNvSpPr>
            <p:nvPr/>
          </p:nvSpPr>
          <p:spPr bwMode="auto">
            <a:xfrm>
              <a:off x="2362" y="1121"/>
              <a:ext cx="974" cy="535"/>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nvGrpSpPr>
            <p:cNvPr id="34863" name="Group 5">
              <a:extLst>
                <a:ext uri="{FF2B5EF4-FFF2-40B4-BE49-F238E27FC236}">
                  <a16:creationId xmlns:a16="http://schemas.microsoft.com/office/drawing/2014/main" id="{F3C6AC93-223D-4CF1-9A6D-E411933A0DCC}"/>
                </a:ext>
              </a:extLst>
            </p:cNvPr>
            <p:cNvGrpSpPr>
              <a:grpSpLocks/>
            </p:cNvGrpSpPr>
            <p:nvPr/>
          </p:nvGrpSpPr>
          <p:grpSpPr bwMode="auto">
            <a:xfrm>
              <a:off x="1276" y="960"/>
              <a:ext cx="240" cy="240"/>
              <a:chOff x="1296" y="1104"/>
              <a:chExt cx="240" cy="240"/>
            </a:xfrm>
          </p:grpSpPr>
          <p:sp>
            <p:nvSpPr>
              <p:cNvPr id="34883" name="Oval 6">
                <a:extLst>
                  <a:ext uri="{FF2B5EF4-FFF2-40B4-BE49-F238E27FC236}">
                    <a16:creationId xmlns:a16="http://schemas.microsoft.com/office/drawing/2014/main" id="{E4EDB412-A25C-4A67-927C-7E5B943B8CD2}"/>
                  </a:ext>
                </a:extLst>
              </p:cNvPr>
              <p:cNvSpPr>
                <a:spLocks noChangeArrowheads="1"/>
              </p:cNvSpPr>
              <p:nvPr/>
            </p:nvSpPr>
            <p:spPr bwMode="auto">
              <a:xfrm>
                <a:off x="1296" y="1104"/>
                <a:ext cx="240" cy="2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4884" name="Text Box 7">
                <a:extLst>
                  <a:ext uri="{FF2B5EF4-FFF2-40B4-BE49-F238E27FC236}">
                    <a16:creationId xmlns:a16="http://schemas.microsoft.com/office/drawing/2014/main" id="{FC9DD7D4-3B87-49EA-8BB7-76E727AC66FD}"/>
                  </a:ext>
                </a:extLst>
              </p:cNvPr>
              <p:cNvSpPr txBox="1">
                <a:spLocks noChangeArrowheads="1"/>
              </p:cNvSpPr>
              <p:nvPr/>
            </p:nvSpPr>
            <p:spPr bwMode="auto">
              <a:xfrm>
                <a:off x="1314" y="1115"/>
                <a:ext cx="21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A</a:t>
                </a:r>
              </a:p>
            </p:txBody>
          </p:sp>
        </p:grpSp>
        <p:sp>
          <p:nvSpPr>
            <p:cNvPr id="34864" name="Oval 8">
              <a:extLst>
                <a:ext uri="{FF2B5EF4-FFF2-40B4-BE49-F238E27FC236}">
                  <a16:creationId xmlns:a16="http://schemas.microsoft.com/office/drawing/2014/main" id="{2520EC37-76F8-4F52-8CD0-65E13F6E7ABC}"/>
                </a:ext>
              </a:extLst>
            </p:cNvPr>
            <p:cNvSpPr>
              <a:spLocks noChangeArrowheads="1"/>
            </p:cNvSpPr>
            <p:nvPr/>
          </p:nvSpPr>
          <p:spPr bwMode="auto">
            <a:xfrm>
              <a:off x="2186" y="1255"/>
              <a:ext cx="240"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4865" name="Text Box 9">
              <a:extLst>
                <a:ext uri="{FF2B5EF4-FFF2-40B4-BE49-F238E27FC236}">
                  <a16:creationId xmlns:a16="http://schemas.microsoft.com/office/drawing/2014/main" id="{86C54E48-E23C-4E22-9A64-A74654B6ADB3}"/>
                </a:ext>
              </a:extLst>
            </p:cNvPr>
            <p:cNvSpPr txBox="1">
              <a:spLocks noChangeArrowheads="1"/>
            </p:cNvSpPr>
            <p:nvPr/>
          </p:nvSpPr>
          <p:spPr bwMode="auto">
            <a:xfrm>
              <a:off x="2190" y="1282"/>
              <a:ext cx="2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latin typeface="Comic Sans MS" panose="030F0702030302020204" pitchFamily="66" charset="0"/>
                </a:rPr>
                <a:t>R1</a:t>
              </a:r>
            </a:p>
          </p:txBody>
        </p:sp>
        <p:sp>
          <p:nvSpPr>
            <p:cNvPr id="34866" name="Oval 10">
              <a:extLst>
                <a:ext uri="{FF2B5EF4-FFF2-40B4-BE49-F238E27FC236}">
                  <a16:creationId xmlns:a16="http://schemas.microsoft.com/office/drawing/2014/main" id="{D1722EAC-B03B-483B-94A0-EC31027AD6E8}"/>
                </a:ext>
              </a:extLst>
            </p:cNvPr>
            <p:cNvSpPr>
              <a:spLocks noChangeArrowheads="1"/>
            </p:cNvSpPr>
            <p:nvPr/>
          </p:nvSpPr>
          <p:spPr bwMode="auto">
            <a:xfrm>
              <a:off x="2730" y="1036"/>
              <a:ext cx="240"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4867" name="Text Box 11">
              <a:extLst>
                <a:ext uri="{FF2B5EF4-FFF2-40B4-BE49-F238E27FC236}">
                  <a16:creationId xmlns:a16="http://schemas.microsoft.com/office/drawing/2014/main" id="{A044DEDD-FE73-4224-9C54-52A86A384F4E}"/>
                </a:ext>
              </a:extLst>
            </p:cNvPr>
            <p:cNvSpPr txBox="1">
              <a:spLocks noChangeArrowheads="1"/>
            </p:cNvSpPr>
            <p:nvPr/>
          </p:nvSpPr>
          <p:spPr bwMode="auto">
            <a:xfrm>
              <a:off x="2730" y="1063"/>
              <a:ext cx="25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latin typeface="Comic Sans MS" panose="030F0702030302020204" pitchFamily="66" charset="0"/>
                </a:rPr>
                <a:t>R2</a:t>
              </a:r>
            </a:p>
          </p:txBody>
        </p:sp>
        <p:sp>
          <p:nvSpPr>
            <p:cNvPr id="34868" name="Oval 12">
              <a:extLst>
                <a:ext uri="{FF2B5EF4-FFF2-40B4-BE49-F238E27FC236}">
                  <a16:creationId xmlns:a16="http://schemas.microsoft.com/office/drawing/2014/main" id="{D658AAB4-B756-4D7A-B805-743335AD81E9}"/>
                </a:ext>
              </a:extLst>
            </p:cNvPr>
            <p:cNvSpPr>
              <a:spLocks noChangeArrowheads="1"/>
            </p:cNvSpPr>
            <p:nvPr/>
          </p:nvSpPr>
          <p:spPr bwMode="auto">
            <a:xfrm>
              <a:off x="2730" y="1505"/>
              <a:ext cx="240"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4869" name="Text Box 13">
              <a:extLst>
                <a:ext uri="{FF2B5EF4-FFF2-40B4-BE49-F238E27FC236}">
                  <a16:creationId xmlns:a16="http://schemas.microsoft.com/office/drawing/2014/main" id="{1588F326-DF44-4A55-817C-6539D9A23DAC}"/>
                </a:ext>
              </a:extLst>
            </p:cNvPr>
            <p:cNvSpPr txBox="1">
              <a:spLocks noChangeArrowheads="1"/>
            </p:cNvSpPr>
            <p:nvPr/>
          </p:nvSpPr>
          <p:spPr bwMode="auto">
            <a:xfrm>
              <a:off x="2730" y="1532"/>
              <a:ext cx="25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latin typeface="Comic Sans MS" panose="030F0702030302020204" pitchFamily="66" charset="0"/>
                </a:rPr>
                <a:t>R4</a:t>
              </a:r>
            </a:p>
          </p:txBody>
        </p:sp>
        <p:sp>
          <p:nvSpPr>
            <p:cNvPr id="34870" name="Oval 14">
              <a:extLst>
                <a:ext uri="{FF2B5EF4-FFF2-40B4-BE49-F238E27FC236}">
                  <a16:creationId xmlns:a16="http://schemas.microsoft.com/office/drawing/2014/main" id="{4ED6CF3C-9859-4822-A35E-5BB967C55BEC}"/>
                </a:ext>
              </a:extLst>
            </p:cNvPr>
            <p:cNvSpPr>
              <a:spLocks noChangeArrowheads="1"/>
            </p:cNvSpPr>
            <p:nvPr/>
          </p:nvSpPr>
          <p:spPr bwMode="auto">
            <a:xfrm>
              <a:off x="3274" y="1265"/>
              <a:ext cx="240"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4871" name="Text Box 15">
              <a:extLst>
                <a:ext uri="{FF2B5EF4-FFF2-40B4-BE49-F238E27FC236}">
                  <a16:creationId xmlns:a16="http://schemas.microsoft.com/office/drawing/2014/main" id="{3B56B4FA-ABF7-4EB8-8C2F-C7C46D88205A}"/>
                </a:ext>
              </a:extLst>
            </p:cNvPr>
            <p:cNvSpPr txBox="1">
              <a:spLocks noChangeArrowheads="1"/>
            </p:cNvSpPr>
            <p:nvPr/>
          </p:nvSpPr>
          <p:spPr bwMode="auto">
            <a:xfrm>
              <a:off x="3274" y="1292"/>
              <a:ext cx="25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latin typeface="Comic Sans MS" panose="030F0702030302020204" pitchFamily="66" charset="0"/>
                </a:rPr>
                <a:t>R3</a:t>
              </a:r>
            </a:p>
          </p:txBody>
        </p:sp>
        <p:grpSp>
          <p:nvGrpSpPr>
            <p:cNvPr id="34872" name="Group 16">
              <a:extLst>
                <a:ext uri="{FF2B5EF4-FFF2-40B4-BE49-F238E27FC236}">
                  <a16:creationId xmlns:a16="http://schemas.microsoft.com/office/drawing/2014/main" id="{4AAE69B8-38FB-4C2B-893B-923515130B1F}"/>
                </a:ext>
              </a:extLst>
            </p:cNvPr>
            <p:cNvGrpSpPr>
              <a:grpSpLocks/>
            </p:cNvGrpSpPr>
            <p:nvPr/>
          </p:nvGrpSpPr>
          <p:grpSpPr bwMode="auto">
            <a:xfrm>
              <a:off x="4196" y="971"/>
              <a:ext cx="240" cy="240"/>
              <a:chOff x="1296" y="1104"/>
              <a:chExt cx="240" cy="240"/>
            </a:xfrm>
          </p:grpSpPr>
          <p:sp>
            <p:nvSpPr>
              <p:cNvPr id="34881" name="Oval 17">
                <a:extLst>
                  <a:ext uri="{FF2B5EF4-FFF2-40B4-BE49-F238E27FC236}">
                    <a16:creationId xmlns:a16="http://schemas.microsoft.com/office/drawing/2014/main" id="{AF462426-8A71-4625-9C10-BF86B2AD3EF0}"/>
                  </a:ext>
                </a:extLst>
              </p:cNvPr>
              <p:cNvSpPr>
                <a:spLocks noChangeArrowheads="1"/>
              </p:cNvSpPr>
              <p:nvPr/>
            </p:nvSpPr>
            <p:spPr bwMode="auto">
              <a:xfrm>
                <a:off x="1296" y="1104"/>
                <a:ext cx="240" cy="2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4882" name="Text Box 18">
                <a:extLst>
                  <a:ext uri="{FF2B5EF4-FFF2-40B4-BE49-F238E27FC236}">
                    <a16:creationId xmlns:a16="http://schemas.microsoft.com/office/drawing/2014/main" id="{CE7336B5-8669-4E1D-93D1-1B07F3992877}"/>
                  </a:ext>
                </a:extLst>
              </p:cNvPr>
              <p:cNvSpPr txBox="1">
                <a:spLocks noChangeArrowheads="1"/>
              </p:cNvSpPr>
              <p:nvPr/>
            </p:nvSpPr>
            <p:spPr bwMode="auto">
              <a:xfrm>
                <a:off x="1314" y="1115"/>
                <a:ext cx="19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B</a:t>
                </a:r>
              </a:p>
            </p:txBody>
          </p:sp>
        </p:grpSp>
        <p:sp>
          <p:nvSpPr>
            <p:cNvPr id="34873" name="Line 19">
              <a:extLst>
                <a:ext uri="{FF2B5EF4-FFF2-40B4-BE49-F238E27FC236}">
                  <a16:creationId xmlns:a16="http://schemas.microsoft.com/office/drawing/2014/main" id="{AF396DE7-4724-4F68-9DDF-30EB759E6DB1}"/>
                </a:ext>
              </a:extLst>
            </p:cNvPr>
            <p:cNvSpPr>
              <a:spLocks noChangeShapeType="1"/>
            </p:cNvSpPr>
            <p:nvPr/>
          </p:nvSpPr>
          <p:spPr bwMode="auto">
            <a:xfrm>
              <a:off x="1504" y="1121"/>
              <a:ext cx="677" cy="2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74" name="Line 20">
              <a:extLst>
                <a:ext uri="{FF2B5EF4-FFF2-40B4-BE49-F238E27FC236}">
                  <a16:creationId xmlns:a16="http://schemas.microsoft.com/office/drawing/2014/main" id="{5DEF4F31-A8AA-4706-970A-64226D476C56}"/>
                </a:ext>
              </a:extLst>
            </p:cNvPr>
            <p:cNvSpPr>
              <a:spLocks noChangeShapeType="1"/>
            </p:cNvSpPr>
            <p:nvPr/>
          </p:nvSpPr>
          <p:spPr bwMode="auto">
            <a:xfrm flipV="1">
              <a:off x="3519" y="1121"/>
              <a:ext cx="677" cy="2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75" name="Line 21">
              <a:extLst>
                <a:ext uri="{FF2B5EF4-FFF2-40B4-BE49-F238E27FC236}">
                  <a16:creationId xmlns:a16="http://schemas.microsoft.com/office/drawing/2014/main" id="{D7727B80-D3D1-4612-BC85-83529B1CB599}"/>
                </a:ext>
              </a:extLst>
            </p:cNvPr>
            <p:cNvSpPr>
              <a:spLocks noChangeShapeType="1"/>
            </p:cNvSpPr>
            <p:nvPr/>
          </p:nvSpPr>
          <p:spPr bwMode="auto">
            <a:xfrm>
              <a:off x="1642" y="1121"/>
              <a:ext cx="427" cy="16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76" name="Line 22">
              <a:extLst>
                <a:ext uri="{FF2B5EF4-FFF2-40B4-BE49-F238E27FC236}">
                  <a16:creationId xmlns:a16="http://schemas.microsoft.com/office/drawing/2014/main" id="{501F855B-5A6D-42E2-A76F-65A76D7447E1}"/>
                </a:ext>
              </a:extLst>
            </p:cNvPr>
            <p:cNvSpPr>
              <a:spLocks noChangeShapeType="1"/>
            </p:cNvSpPr>
            <p:nvPr/>
          </p:nvSpPr>
          <p:spPr bwMode="auto">
            <a:xfrm flipV="1">
              <a:off x="2468" y="1178"/>
              <a:ext cx="202" cy="10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77" name="Line 23">
              <a:extLst>
                <a:ext uri="{FF2B5EF4-FFF2-40B4-BE49-F238E27FC236}">
                  <a16:creationId xmlns:a16="http://schemas.microsoft.com/office/drawing/2014/main" id="{838F0530-1548-4A93-9636-B0407B9BF5DC}"/>
                </a:ext>
              </a:extLst>
            </p:cNvPr>
            <p:cNvSpPr>
              <a:spLocks noChangeShapeType="1"/>
            </p:cNvSpPr>
            <p:nvPr/>
          </p:nvSpPr>
          <p:spPr bwMode="auto">
            <a:xfrm>
              <a:off x="3030" y="1176"/>
              <a:ext cx="209" cy="11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78" name="Line 24">
              <a:extLst>
                <a:ext uri="{FF2B5EF4-FFF2-40B4-BE49-F238E27FC236}">
                  <a16:creationId xmlns:a16="http://schemas.microsoft.com/office/drawing/2014/main" id="{B9ACDFF0-D34F-410E-BAD7-1280ABD79473}"/>
                </a:ext>
              </a:extLst>
            </p:cNvPr>
            <p:cNvSpPr>
              <a:spLocks noChangeShapeType="1"/>
            </p:cNvSpPr>
            <p:nvPr/>
          </p:nvSpPr>
          <p:spPr bwMode="auto">
            <a:xfrm flipV="1">
              <a:off x="3610" y="1122"/>
              <a:ext cx="464" cy="17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79" name="Text Box 25">
              <a:extLst>
                <a:ext uri="{FF2B5EF4-FFF2-40B4-BE49-F238E27FC236}">
                  <a16:creationId xmlns:a16="http://schemas.microsoft.com/office/drawing/2014/main" id="{0B66B20A-21E6-4AA9-846F-C7B35B931529}"/>
                </a:ext>
              </a:extLst>
            </p:cNvPr>
            <p:cNvSpPr txBox="1">
              <a:spLocks noChangeArrowheads="1"/>
            </p:cNvSpPr>
            <p:nvPr/>
          </p:nvSpPr>
          <p:spPr bwMode="auto">
            <a:xfrm>
              <a:off x="1104" y="1211"/>
              <a:ext cx="61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Source</a:t>
              </a:r>
            </a:p>
          </p:txBody>
        </p:sp>
        <p:sp>
          <p:nvSpPr>
            <p:cNvPr id="34880" name="Text Box 26">
              <a:extLst>
                <a:ext uri="{FF2B5EF4-FFF2-40B4-BE49-F238E27FC236}">
                  <a16:creationId xmlns:a16="http://schemas.microsoft.com/office/drawing/2014/main" id="{B7F744D8-9880-4CD3-8F37-360CF8A0350C}"/>
                </a:ext>
              </a:extLst>
            </p:cNvPr>
            <p:cNvSpPr txBox="1">
              <a:spLocks noChangeArrowheads="1"/>
            </p:cNvSpPr>
            <p:nvPr/>
          </p:nvSpPr>
          <p:spPr bwMode="auto">
            <a:xfrm>
              <a:off x="4074" y="1211"/>
              <a:ext cx="9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Destination</a:t>
              </a:r>
            </a:p>
          </p:txBody>
        </p:sp>
      </p:grpSp>
      <p:grpSp>
        <p:nvGrpSpPr>
          <p:cNvPr id="1182747" name="Group 27">
            <a:extLst>
              <a:ext uri="{FF2B5EF4-FFF2-40B4-BE49-F238E27FC236}">
                <a16:creationId xmlns:a16="http://schemas.microsoft.com/office/drawing/2014/main" id="{AB6488AC-F76A-4640-8333-A8874EFEA428}"/>
              </a:ext>
            </a:extLst>
          </p:cNvPr>
          <p:cNvGrpSpPr>
            <a:grpSpLocks/>
          </p:cNvGrpSpPr>
          <p:nvPr/>
        </p:nvGrpSpPr>
        <p:grpSpPr bwMode="auto">
          <a:xfrm>
            <a:off x="3048000" y="2819400"/>
            <a:ext cx="6781800" cy="2611438"/>
            <a:chOff x="960" y="1776"/>
            <a:chExt cx="4272" cy="1645"/>
          </a:xfrm>
        </p:grpSpPr>
        <p:sp>
          <p:nvSpPr>
            <p:cNvPr id="34821" name="Text Box 28">
              <a:extLst>
                <a:ext uri="{FF2B5EF4-FFF2-40B4-BE49-F238E27FC236}">
                  <a16:creationId xmlns:a16="http://schemas.microsoft.com/office/drawing/2014/main" id="{4747061C-4230-487F-A83F-A3F634ED2121}"/>
                </a:ext>
              </a:extLst>
            </p:cNvPr>
            <p:cNvSpPr txBox="1">
              <a:spLocks noChangeArrowheads="1"/>
            </p:cNvSpPr>
            <p:nvPr/>
          </p:nvSpPr>
          <p:spPr bwMode="auto">
            <a:xfrm>
              <a:off x="960" y="1776"/>
              <a:ext cx="7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2400">
                  <a:latin typeface="Comic Sans MS" panose="030F0702030302020204" pitchFamily="66" charset="0"/>
                </a:rPr>
                <a:t>Host A</a:t>
              </a:r>
            </a:p>
          </p:txBody>
        </p:sp>
        <p:sp>
          <p:nvSpPr>
            <p:cNvPr id="34822" name="Text Box 29">
              <a:extLst>
                <a:ext uri="{FF2B5EF4-FFF2-40B4-BE49-F238E27FC236}">
                  <a16:creationId xmlns:a16="http://schemas.microsoft.com/office/drawing/2014/main" id="{9B975F04-F662-47FF-B8AF-C4C17E9E6472}"/>
                </a:ext>
              </a:extLst>
            </p:cNvPr>
            <p:cNvSpPr txBox="1">
              <a:spLocks noChangeArrowheads="1"/>
            </p:cNvSpPr>
            <p:nvPr/>
          </p:nvSpPr>
          <p:spPr bwMode="auto">
            <a:xfrm>
              <a:off x="960" y="3024"/>
              <a:ext cx="7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2400">
                  <a:latin typeface="Comic Sans MS" panose="030F0702030302020204" pitchFamily="66" charset="0"/>
                </a:rPr>
                <a:t>Host B</a:t>
              </a:r>
            </a:p>
          </p:txBody>
        </p:sp>
        <p:sp>
          <p:nvSpPr>
            <p:cNvPr id="34823" name="Line 30">
              <a:extLst>
                <a:ext uri="{FF2B5EF4-FFF2-40B4-BE49-F238E27FC236}">
                  <a16:creationId xmlns:a16="http://schemas.microsoft.com/office/drawing/2014/main" id="{251EB009-029C-4FDE-BE41-97070AF28FC5}"/>
                </a:ext>
              </a:extLst>
            </p:cNvPr>
            <p:cNvSpPr>
              <a:spLocks noChangeShapeType="1"/>
            </p:cNvSpPr>
            <p:nvPr/>
          </p:nvSpPr>
          <p:spPr bwMode="auto">
            <a:xfrm>
              <a:off x="1728" y="1968"/>
              <a:ext cx="198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4" name="Line 31">
              <a:extLst>
                <a:ext uri="{FF2B5EF4-FFF2-40B4-BE49-F238E27FC236}">
                  <a16:creationId xmlns:a16="http://schemas.microsoft.com/office/drawing/2014/main" id="{FD6EB421-667A-456A-BF84-541C30066046}"/>
                </a:ext>
              </a:extLst>
            </p:cNvPr>
            <p:cNvSpPr>
              <a:spLocks noChangeShapeType="1"/>
            </p:cNvSpPr>
            <p:nvPr/>
          </p:nvSpPr>
          <p:spPr bwMode="auto">
            <a:xfrm>
              <a:off x="1728" y="3216"/>
              <a:ext cx="198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5" name="Line 32">
              <a:extLst>
                <a:ext uri="{FF2B5EF4-FFF2-40B4-BE49-F238E27FC236}">
                  <a16:creationId xmlns:a16="http://schemas.microsoft.com/office/drawing/2014/main" id="{124B2579-6339-456F-93DA-0A64721BA2E3}"/>
                </a:ext>
              </a:extLst>
            </p:cNvPr>
            <p:cNvSpPr>
              <a:spLocks noChangeShapeType="1"/>
            </p:cNvSpPr>
            <p:nvPr/>
          </p:nvSpPr>
          <p:spPr bwMode="auto">
            <a:xfrm>
              <a:off x="1728" y="2304"/>
              <a:ext cx="19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6" name="Line 33">
              <a:extLst>
                <a:ext uri="{FF2B5EF4-FFF2-40B4-BE49-F238E27FC236}">
                  <a16:creationId xmlns:a16="http://schemas.microsoft.com/office/drawing/2014/main" id="{18363536-7C4B-48CB-9D1B-4F31A28DE8C1}"/>
                </a:ext>
              </a:extLst>
            </p:cNvPr>
            <p:cNvSpPr>
              <a:spLocks noChangeShapeType="1"/>
            </p:cNvSpPr>
            <p:nvPr/>
          </p:nvSpPr>
          <p:spPr bwMode="auto">
            <a:xfrm>
              <a:off x="1728" y="2592"/>
              <a:ext cx="19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7" name="Line 34">
              <a:extLst>
                <a:ext uri="{FF2B5EF4-FFF2-40B4-BE49-F238E27FC236}">
                  <a16:creationId xmlns:a16="http://schemas.microsoft.com/office/drawing/2014/main" id="{59BE95C9-67FD-4596-B7CF-CC9F21681594}"/>
                </a:ext>
              </a:extLst>
            </p:cNvPr>
            <p:cNvSpPr>
              <a:spLocks noChangeShapeType="1"/>
            </p:cNvSpPr>
            <p:nvPr/>
          </p:nvSpPr>
          <p:spPr bwMode="auto">
            <a:xfrm>
              <a:off x="1728" y="2880"/>
              <a:ext cx="19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8" name="Text Box 35">
              <a:extLst>
                <a:ext uri="{FF2B5EF4-FFF2-40B4-BE49-F238E27FC236}">
                  <a16:creationId xmlns:a16="http://schemas.microsoft.com/office/drawing/2014/main" id="{5E6827B6-5119-443F-A3FE-1E18BE0EFBE4}"/>
                </a:ext>
              </a:extLst>
            </p:cNvPr>
            <p:cNvSpPr txBox="1">
              <a:spLocks noChangeArrowheads="1"/>
            </p:cNvSpPr>
            <p:nvPr/>
          </p:nvSpPr>
          <p:spPr bwMode="auto">
            <a:xfrm>
              <a:off x="1462" y="2208"/>
              <a:ext cx="25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R1</a:t>
              </a:r>
            </a:p>
          </p:txBody>
        </p:sp>
        <p:sp>
          <p:nvSpPr>
            <p:cNvPr id="34829" name="Text Box 36">
              <a:extLst>
                <a:ext uri="{FF2B5EF4-FFF2-40B4-BE49-F238E27FC236}">
                  <a16:creationId xmlns:a16="http://schemas.microsoft.com/office/drawing/2014/main" id="{74610C89-717A-4D3D-B7A4-BC7E684E97C3}"/>
                </a:ext>
              </a:extLst>
            </p:cNvPr>
            <p:cNvSpPr txBox="1">
              <a:spLocks noChangeArrowheads="1"/>
            </p:cNvSpPr>
            <p:nvPr/>
          </p:nvSpPr>
          <p:spPr bwMode="auto">
            <a:xfrm>
              <a:off x="1462" y="2496"/>
              <a:ext cx="27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R2</a:t>
              </a:r>
            </a:p>
          </p:txBody>
        </p:sp>
        <p:sp>
          <p:nvSpPr>
            <p:cNvPr id="34830" name="Text Box 37">
              <a:extLst>
                <a:ext uri="{FF2B5EF4-FFF2-40B4-BE49-F238E27FC236}">
                  <a16:creationId xmlns:a16="http://schemas.microsoft.com/office/drawing/2014/main" id="{04137F3E-E35A-4B04-AC0A-1F0E7F713EC1}"/>
                </a:ext>
              </a:extLst>
            </p:cNvPr>
            <p:cNvSpPr txBox="1">
              <a:spLocks noChangeArrowheads="1"/>
            </p:cNvSpPr>
            <p:nvPr/>
          </p:nvSpPr>
          <p:spPr bwMode="auto">
            <a:xfrm>
              <a:off x="1462" y="2784"/>
              <a:ext cx="27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R3</a:t>
              </a:r>
            </a:p>
          </p:txBody>
        </p:sp>
        <p:sp>
          <p:nvSpPr>
            <p:cNvPr id="34831" name="AutoShape 38" descr="Wide upward diagonal">
              <a:extLst>
                <a:ext uri="{FF2B5EF4-FFF2-40B4-BE49-F238E27FC236}">
                  <a16:creationId xmlns:a16="http://schemas.microsoft.com/office/drawing/2014/main" id="{530FE01B-4919-4B9C-8555-BC70DC84447C}"/>
                </a:ext>
              </a:extLst>
            </p:cNvPr>
            <p:cNvSpPr>
              <a:spLocks noChangeArrowheads="1"/>
            </p:cNvSpPr>
            <p:nvPr/>
          </p:nvSpPr>
          <p:spPr bwMode="auto">
            <a:xfrm flipH="1">
              <a:off x="1898" y="1974"/>
              <a:ext cx="346" cy="330"/>
            </a:xfrm>
            <a:prstGeom prst="parallelogram">
              <a:avLst>
                <a:gd name="adj" fmla="val 52424"/>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4832" name="AutoShape 39" descr="Wide upward diagonal">
              <a:extLst>
                <a:ext uri="{FF2B5EF4-FFF2-40B4-BE49-F238E27FC236}">
                  <a16:creationId xmlns:a16="http://schemas.microsoft.com/office/drawing/2014/main" id="{96F833A0-3DAE-459C-ACC0-229233BD895E}"/>
                </a:ext>
              </a:extLst>
            </p:cNvPr>
            <p:cNvSpPr>
              <a:spLocks noChangeArrowheads="1"/>
            </p:cNvSpPr>
            <p:nvPr/>
          </p:nvSpPr>
          <p:spPr bwMode="auto">
            <a:xfrm flipH="1">
              <a:off x="2259" y="2306"/>
              <a:ext cx="292" cy="286"/>
            </a:xfrm>
            <a:prstGeom prst="parallelogram">
              <a:avLst>
                <a:gd name="adj" fmla="val 51049"/>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4833" name="AutoShape 40" descr="Wide upward diagonal">
              <a:extLst>
                <a:ext uri="{FF2B5EF4-FFF2-40B4-BE49-F238E27FC236}">
                  <a16:creationId xmlns:a16="http://schemas.microsoft.com/office/drawing/2014/main" id="{E3CA69E9-F94B-4B3C-B481-8FA5FB38FBB6}"/>
                </a:ext>
              </a:extLst>
            </p:cNvPr>
            <p:cNvSpPr>
              <a:spLocks noChangeArrowheads="1"/>
            </p:cNvSpPr>
            <p:nvPr/>
          </p:nvSpPr>
          <p:spPr bwMode="auto">
            <a:xfrm flipH="1">
              <a:off x="2570" y="2593"/>
              <a:ext cx="292" cy="287"/>
            </a:xfrm>
            <a:prstGeom prst="parallelogram">
              <a:avLst>
                <a:gd name="adj" fmla="val 50871"/>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4834" name="AutoShape 41" descr="Wide upward diagonal">
              <a:extLst>
                <a:ext uri="{FF2B5EF4-FFF2-40B4-BE49-F238E27FC236}">
                  <a16:creationId xmlns:a16="http://schemas.microsoft.com/office/drawing/2014/main" id="{CF90710B-71A2-45EB-895F-3E56A262F295}"/>
                </a:ext>
              </a:extLst>
            </p:cNvPr>
            <p:cNvSpPr>
              <a:spLocks noChangeArrowheads="1"/>
            </p:cNvSpPr>
            <p:nvPr/>
          </p:nvSpPr>
          <p:spPr bwMode="auto">
            <a:xfrm flipH="1">
              <a:off x="2869" y="2882"/>
              <a:ext cx="346" cy="326"/>
            </a:xfrm>
            <a:prstGeom prst="parallelogram">
              <a:avLst>
                <a:gd name="adj" fmla="val 53067"/>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4835" name="Text Box 42">
              <a:extLst>
                <a:ext uri="{FF2B5EF4-FFF2-40B4-BE49-F238E27FC236}">
                  <a16:creationId xmlns:a16="http://schemas.microsoft.com/office/drawing/2014/main" id="{190C6BB7-EEC9-4C27-88E0-C9D8713BB5EE}"/>
                </a:ext>
              </a:extLst>
            </p:cNvPr>
            <p:cNvSpPr txBox="1">
              <a:spLocks noChangeArrowheads="1"/>
            </p:cNvSpPr>
            <p:nvPr/>
          </p:nvSpPr>
          <p:spPr bwMode="auto">
            <a:xfrm>
              <a:off x="1832" y="1814"/>
              <a:ext cx="553"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zh-CN" altLang="en-US" sz="1200" i="1">
                  <a:latin typeface="Times New Roman" panose="02020603050405020304" pitchFamily="18" charset="0"/>
                </a:rPr>
                <a:t>发送时延</a:t>
              </a:r>
              <a:r>
                <a:rPr kumimoji="0" lang="en-US" altLang="zh-CN" sz="1200" i="1">
                  <a:latin typeface="Times New Roman" panose="02020603050405020304" pitchFamily="18" charset="0"/>
                </a:rPr>
                <a:t>1</a:t>
              </a:r>
            </a:p>
          </p:txBody>
        </p:sp>
        <p:sp>
          <p:nvSpPr>
            <p:cNvPr id="34836" name="Text Box 43">
              <a:extLst>
                <a:ext uri="{FF2B5EF4-FFF2-40B4-BE49-F238E27FC236}">
                  <a16:creationId xmlns:a16="http://schemas.microsoft.com/office/drawing/2014/main" id="{F8335935-C195-4FD5-97E5-CB05AAA67F40}"/>
                </a:ext>
              </a:extLst>
            </p:cNvPr>
            <p:cNvSpPr txBox="1">
              <a:spLocks noChangeArrowheads="1"/>
            </p:cNvSpPr>
            <p:nvPr/>
          </p:nvSpPr>
          <p:spPr bwMode="auto">
            <a:xfrm>
              <a:off x="2212" y="2142"/>
              <a:ext cx="553"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zh-CN" altLang="en-US" sz="1200" i="1">
                  <a:latin typeface="Times New Roman" panose="02020603050405020304" pitchFamily="18" charset="0"/>
                </a:rPr>
                <a:t>发送时延</a:t>
              </a:r>
              <a:r>
                <a:rPr kumimoji="0" lang="en-US" altLang="zh-CN" sz="1200" i="1">
                  <a:latin typeface="Times New Roman" panose="02020603050405020304" pitchFamily="18" charset="0"/>
                </a:rPr>
                <a:t>2</a:t>
              </a:r>
            </a:p>
          </p:txBody>
        </p:sp>
        <p:sp>
          <p:nvSpPr>
            <p:cNvPr id="34837" name="Text Box 44">
              <a:extLst>
                <a:ext uri="{FF2B5EF4-FFF2-40B4-BE49-F238E27FC236}">
                  <a16:creationId xmlns:a16="http://schemas.microsoft.com/office/drawing/2014/main" id="{857398E6-0597-47EF-A644-387E9387609A}"/>
                </a:ext>
              </a:extLst>
            </p:cNvPr>
            <p:cNvSpPr txBox="1">
              <a:spLocks noChangeArrowheads="1"/>
            </p:cNvSpPr>
            <p:nvPr/>
          </p:nvSpPr>
          <p:spPr bwMode="auto">
            <a:xfrm>
              <a:off x="2560" y="2450"/>
              <a:ext cx="553"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zh-CN" altLang="en-US" sz="1200" i="1">
                  <a:latin typeface="Times New Roman" panose="02020603050405020304" pitchFamily="18" charset="0"/>
                </a:rPr>
                <a:t>发送时延</a:t>
              </a:r>
              <a:r>
                <a:rPr kumimoji="0" lang="en-US" altLang="zh-CN" sz="1200" i="1">
                  <a:latin typeface="Times New Roman" panose="02020603050405020304" pitchFamily="18" charset="0"/>
                </a:rPr>
                <a:t>3</a:t>
              </a:r>
            </a:p>
          </p:txBody>
        </p:sp>
        <p:sp>
          <p:nvSpPr>
            <p:cNvPr id="34838" name="Text Box 45">
              <a:extLst>
                <a:ext uri="{FF2B5EF4-FFF2-40B4-BE49-F238E27FC236}">
                  <a16:creationId xmlns:a16="http://schemas.microsoft.com/office/drawing/2014/main" id="{B830E27A-0627-4F7E-AD05-9C7C26FBCA26}"/>
                </a:ext>
              </a:extLst>
            </p:cNvPr>
            <p:cNvSpPr txBox="1">
              <a:spLocks noChangeArrowheads="1"/>
            </p:cNvSpPr>
            <p:nvPr/>
          </p:nvSpPr>
          <p:spPr bwMode="auto">
            <a:xfrm>
              <a:off x="2790" y="2725"/>
              <a:ext cx="553"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zh-CN" altLang="en-US" sz="1200" i="1">
                  <a:latin typeface="Times New Roman" panose="02020603050405020304" pitchFamily="18" charset="0"/>
                </a:rPr>
                <a:t>发送时延</a:t>
              </a:r>
              <a:r>
                <a:rPr kumimoji="0" lang="en-US" altLang="zh-CN" sz="1200" i="1">
                  <a:latin typeface="Times New Roman" panose="02020603050405020304" pitchFamily="18" charset="0"/>
                </a:rPr>
                <a:t>4</a:t>
              </a:r>
            </a:p>
          </p:txBody>
        </p:sp>
        <p:sp>
          <p:nvSpPr>
            <p:cNvPr id="34839" name="Line 46">
              <a:extLst>
                <a:ext uri="{FF2B5EF4-FFF2-40B4-BE49-F238E27FC236}">
                  <a16:creationId xmlns:a16="http://schemas.microsoft.com/office/drawing/2014/main" id="{64E8AC16-9EE7-46ED-8518-A8EBF8B957D4}"/>
                </a:ext>
              </a:extLst>
            </p:cNvPr>
            <p:cNvSpPr>
              <a:spLocks noChangeShapeType="1"/>
            </p:cNvSpPr>
            <p:nvPr/>
          </p:nvSpPr>
          <p:spPr bwMode="auto">
            <a:xfrm>
              <a:off x="1898" y="1968"/>
              <a:ext cx="0" cy="33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40" name="Line 47">
              <a:extLst>
                <a:ext uri="{FF2B5EF4-FFF2-40B4-BE49-F238E27FC236}">
                  <a16:creationId xmlns:a16="http://schemas.microsoft.com/office/drawing/2014/main" id="{BA6E053B-FE94-4200-9F78-63C5F1E2FBD3}"/>
                </a:ext>
              </a:extLst>
            </p:cNvPr>
            <p:cNvSpPr>
              <a:spLocks noChangeShapeType="1"/>
            </p:cNvSpPr>
            <p:nvPr/>
          </p:nvSpPr>
          <p:spPr bwMode="auto">
            <a:xfrm>
              <a:off x="1897" y="2352"/>
              <a:ext cx="171" cy="0"/>
            </a:xfrm>
            <a:prstGeom prst="line">
              <a:avLst/>
            </a:prstGeom>
            <a:noFill/>
            <a:ln w="9525">
              <a:solidFill>
                <a:schemeClr val="tx1"/>
              </a:solidFill>
              <a:round/>
              <a:headEnd type="arrow" w="sm" len="sm"/>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41" name="Line 48">
              <a:extLst>
                <a:ext uri="{FF2B5EF4-FFF2-40B4-BE49-F238E27FC236}">
                  <a16:creationId xmlns:a16="http://schemas.microsoft.com/office/drawing/2014/main" id="{3DE4D7F1-1EF4-4FF4-A601-74E5441ADD95}"/>
                </a:ext>
              </a:extLst>
            </p:cNvPr>
            <p:cNvSpPr>
              <a:spLocks noChangeShapeType="1"/>
            </p:cNvSpPr>
            <p:nvPr/>
          </p:nvSpPr>
          <p:spPr bwMode="auto">
            <a:xfrm>
              <a:off x="1898" y="2296"/>
              <a:ext cx="0" cy="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42" name="Line 49">
              <a:extLst>
                <a:ext uri="{FF2B5EF4-FFF2-40B4-BE49-F238E27FC236}">
                  <a16:creationId xmlns:a16="http://schemas.microsoft.com/office/drawing/2014/main" id="{E34FE2C2-4EF6-4110-94FF-85BCD4DBD344}"/>
                </a:ext>
              </a:extLst>
            </p:cNvPr>
            <p:cNvSpPr>
              <a:spLocks noChangeShapeType="1"/>
            </p:cNvSpPr>
            <p:nvPr/>
          </p:nvSpPr>
          <p:spPr bwMode="auto">
            <a:xfrm>
              <a:off x="2068" y="2300"/>
              <a:ext cx="0" cy="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43" name="Text Box 50">
              <a:extLst>
                <a:ext uri="{FF2B5EF4-FFF2-40B4-BE49-F238E27FC236}">
                  <a16:creationId xmlns:a16="http://schemas.microsoft.com/office/drawing/2014/main" id="{D8E0AF34-B2BA-40BE-916D-D66C2F5E006D}"/>
                </a:ext>
              </a:extLst>
            </p:cNvPr>
            <p:cNvSpPr txBox="1">
              <a:spLocks noChangeArrowheads="1"/>
            </p:cNvSpPr>
            <p:nvPr/>
          </p:nvSpPr>
          <p:spPr bwMode="auto">
            <a:xfrm>
              <a:off x="1776" y="2370"/>
              <a:ext cx="44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zh-CN" altLang="en-US" sz="900" i="1">
                  <a:latin typeface="Times New Roman" panose="02020603050405020304" pitchFamily="18" charset="0"/>
                </a:rPr>
                <a:t>传播时延</a:t>
              </a:r>
              <a:r>
                <a:rPr kumimoji="0" lang="en-US" altLang="zh-CN" sz="900" i="1">
                  <a:latin typeface="Times New Roman" panose="02020603050405020304" pitchFamily="18" charset="0"/>
                </a:rPr>
                <a:t>1</a:t>
              </a:r>
            </a:p>
          </p:txBody>
        </p:sp>
        <p:sp>
          <p:nvSpPr>
            <p:cNvPr id="34844" name="Line 51">
              <a:extLst>
                <a:ext uri="{FF2B5EF4-FFF2-40B4-BE49-F238E27FC236}">
                  <a16:creationId xmlns:a16="http://schemas.microsoft.com/office/drawing/2014/main" id="{734F3270-45AF-4DAE-B6B6-32411AE29EA9}"/>
                </a:ext>
              </a:extLst>
            </p:cNvPr>
            <p:cNvSpPr>
              <a:spLocks noChangeShapeType="1"/>
            </p:cNvSpPr>
            <p:nvPr/>
          </p:nvSpPr>
          <p:spPr bwMode="auto">
            <a:xfrm>
              <a:off x="2256" y="2304"/>
              <a:ext cx="0" cy="28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45" name="Line 52">
              <a:extLst>
                <a:ext uri="{FF2B5EF4-FFF2-40B4-BE49-F238E27FC236}">
                  <a16:creationId xmlns:a16="http://schemas.microsoft.com/office/drawing/2014/main" id="{3BB96290-F819-4791-A9C5-789AB07B4004}"/>
                </a:ext>
              </a:extLst>
            </p:cNvPr>
            <p:cNvSpPr>
              <a:spLocks noChangeShapeType="1"/>
            </p:cNvSpPr>
            <p:nvPr/>
          </p:nvSpPr>
          <p:spPr bwMode="auto">
            <a:xfrm>
              <a:off x="2259" y="2632"/>
              <a:ext cx="143" cy="0"/>
            </a:xfrm>
            <a:prstGeom prst="line">
              <a:avLst/>
            </a:prstGeom>
            <a:noFill/>
            <a:ln w="9525">
              <a:solidFill>
                <a:schemeClr val="tx1"/>
              </a:solidFill>
              <a:round/>
              <a:headEnd type="arrow" w="sm" len="sm"/>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46" name="Line 53">
              <a:extLst>
                <a:ext uri="{FF2B5EF4-FFF2-40B4-BE49-F238E27FC236}">
                  <a16:creationId xmlns:a16="http://schemas.microsoft.com/office/drawing/2014/main" id="{5E23905C-7F4A-43B7-9170-8704BB0F31E0}"/>
                </a:ext>
              </a:extLst>
            </p:cNvPr>
            <p:cNvSpPr>
              <a:spLocks noChangeShapeType="1"/>
            </p:cNvSpPr>
            <p:nvPr/>
          </p:nvSpPr>
          <p:spPr bwMode="auto">
            <a:xfrm>
              <a:off x="2256" y="2576"/>
              <a:ext cx="0" cy="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47" name="Line 54">
              <a:extLst>
                <a:ext uri="{FF2B5EF4-FFF2-40B4-BE49-F238E27FC236}">
                  <a16:creationId xmlns:a16="http://schemas.microsoft.com/office/drawing/2014/main" id="{687517C3-861C-40DC-8A1F-B284C56A994C}"/>
                </a:ext>
              </a:extLst>
            </p:cNvPr>
            <p:cNvSpPr>
              <a:spLocks noChangeShapeType="1"/>
            </p:cNvSpPr>
            <p:nvPr/>
          </p:nvSpPr>
          <p:spPr bwMode="auto">
            <a:xfrm>
              <a:off x="2402" y="2580"/>
              <a:ext cx="0" cy="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48" name="Text Box 55">
              <a:extLst>
                <a:ext uri="{FF2B5EF4-FFF2-40B4-BE49-F238E27FC236}">
                  <a16:creationId xmlns:a16="http://schemas.microsoft.com/office/drawing/2014/main" id="{3D595D61-8F6A-41E6-847F-35FDB32BFF68}"/>
                </a:ext>
              </a:extLst>
            </p:cNvPr>
            <p:cNvSpPr txBox="1">
              <a:spLocks noChangeArrowheads="1"/>
            </p:cNvSpPr>
            <p:nvPr/>
          </p:nvSpPr>
          <p:spPr bwMode="auto">
            <a:xfrm>
              <a:off x="2160" y="2649"/>
              <a:ext cx="44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zh-CN" altLang="en-US" sz="900" i="1">
                  <a:latin typeface="Times New Roman" panose="02020603050405020304" pitchFamily="18" charset="0"/>
                </a:rPr>
                <a:t>传播时延</a:t>
              </a:r>
              <a:r>
                <a:rPr kumimoji="0" lang="en-US" altLang="zh-CN" sz="900" i="1">
                  <a:latin typeface="Times New Roman" panose="02020603050405020304" pitchFamily="18" charset="0"/>
                </a:rPr>
                <a:t>2</a:t>
              </a:r>
            </a:p>
          </p:txBody>
        </p:sp>
        <p:sp>
          <p:nvSpPr>
            <p:cNvPr id="34849" name="Line 56">
              <a:extLst>
                <a:ext uri="{FF2B5EF4-FFF2-40B4-BE49-F238E27FC236}">
                  <a16:creationId xmlns:a16="http://schemas.microsoft.com/office/drawing/2014/main" id="{B6A236C6-A6B2-44B3-9FE0-0BD8492E6F21}"/>
                </a:ext>
              </a:extLst>
            </p:cNvPr>
            <p:cNvSpPr>
              <a:spLocks noChangeShapeType="1"/>
            </p:cNvSpPr>
            <p:nvPr/>
          </p:nvSpPr>
          <p:spPr bwMode="auto">
            <a:xfrm>
              <a:off x="2570" y="2580"/>
              <a:ext cx="0" cy="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50" name="Line 57">
              <a:extLst>
                <a:ext uri="{FF2B5EF4-FFF2-40B4-BE49-F238E27FC236}">
                  <a16:creationId xmlns:a16="http://schemas.microsoft.com/office/drawing/2014/main" id="{D3581A84-A056-49E4-9B72-423DF3DE3D53}"/>
                </a:ext>
              </a:extLst>
            </p:cNvPr>
            <p:cNvSpPr>
              <a:spLocks noChangeShapeType="1"/>
            </p:cNvSpPr>
            <p:nvPr/>
          </p:nvSpPr>
          <p:spPr bwMode="auto">
            <a:xfrm>
              <a:off x="2551" y="2576"/>
              <a:ext cx="0" cy="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51" name="Line 58">
              <a:extLst>
                <a:ext uri="{FF2B5EF4-FFF2-40B4-BE49-F238E27FC236}">
                  <a16:creationId xmlns:a16="http://schemas.microsoft.com/office/drawing/2014/main" id="{1CB8396B-4D90-4A7F-AD47-B7DED220CDE7}"/>
                </a:ext>
              </a:extLst>
            </p:cNvPr>
            <p:cNvSpPr>
              <a:spLocks noChangeShapeType="1"/>
            </p:cNvSpPr>
            <p:nvPr/>
          </p:nvSpPr>
          <p:spPr bwMode="auto">
            <a:xfrm>
              <a:off x="2569" y="2584"/>
              <a:ext cx="0" cy="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52" name="Line 59">
              <a:extLst>
                <a:ext uri="{FF2B5EF4-FFF2-40B4-BE49-F238E27FC236}">
                  <a16:creationId xmlns:a16="http://schemas.microsoft.com/office/drawing/2014/main" id="{12007FFA-8194-4319-951C-9E812B77AE67}"/>
                </a:ext>
              </a:extLst>
            </p:cNvPr>
            <p:cNvSpPr>
              <a:spLocks noChangeShapeType="1"/>
            </p:cNvSpPr>
            <p:nvPr/>
          </p:nvSpPr>
          <p:spPr bwMode="auto">
            <a:xfrm>
              <a:off x="2570" y="2600"/>
              <a:ext cx="0" cy="28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53" name="Line 60">
              <a:extLst>
                <a:ext uri="{FF2B5EF4-FFF2-40B4-BE49-F238E27FC236}">
                  <a16:creationId xmlns:a16="http://schemas.microsoft.com/office/drawing/2014/main" id="{75C1D35D-BEA2-46C4-9828-63D3B269B4E3}"/>
                </a:ext>
              </a:extLst>
            </p:cNvPr>
            <p:cNvSpPr>
              <a:spLocks noChangeShapeType="1"/>
            </p:cNvSpPr>
            <p:nvPr/>
          </p:nvSpPr>
          <p:spPr bwMode="auto">
            <a:xfrm>
              <a:off x="2570" y="2928"/>
              <a:ext cx="140" cy="0"/>
            </a:xfrm>
            <a:prstGeom prst="line">
              <a:avLst/>
            </a:prstGeom>
            <a:noFill/>
            <a:ln w="9525">
              <a:solidFill>
                <a:schemeClr val="tx1"/>
              </a:solidFill>
              <a:round/>
              <a:headEnd type="arrow" w="sm" len="sm"/>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54" name="Line 61">
              <a:extLst>
                <a:ext uri="{FF2B5EF4-FFF2-40B4-BE49-F238E27FC236}">
                  <a16:creationId xmlns:a16="http://schemas.microsoft.com/office/drawing/2014/main" id="{B4B9B5CB-826C-44CD-BB24-2D7F467F040B}"/>
                </a:ext>
              </a:extLst>
            </p:cNvPr>
            <p:cNvSpPr>
              <a:spLocks noChangeShapeType="1"/>
            </p:cNvSpPr>
            <p:nvPr/>
          </p:nvSpPr>
          <p:spPr bwMode="auto">
            <a:xfrm>
              <a:off x="2570" y="2870"/>
              <a:ext cx="0" cy="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55" name="Text Box 62">
              <a:extLst>
                <a:ext uri="{FF2B5EF4-FFF2-40B4-BE49-F238E27FC236}">
                  <a16:creationId xmlns:a16="http://schemas.microsoft.com/office/drawing/2014/main" id="{9B991BCB-531F-4722-9814-9C185EB259B3}"/>
                </a:ext>
              </a:extLst>
            </p:cNvPr>
            <p:cNvSpPr txBox="1">
              <a:spLocks noChangeArrowheads="1"/>
            </p:cNvSpPr>
            <p:nvPr/>
          </p:nvSpPr>
          <p:spPr bwMode="auto">
            <a:xfrm>
              <a:off x="2448" y="2944"/>
              <a:ext cx="44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zh-CN" altLang="en-US" sz="900" i="1">
                  <a:latin typeface="Times New Roman" panose="02020603050405020304" pitchFamily="18" charset="0"/>
                </a:rPr>
                <a:t>传播时延</a:t>
              </a:r>
              <a:r>
                <a:rPr kumimoji="0" lang="en-US" altLang="zh-CN" sz="900" i="1">
                  <a:latin typeface="Times New Roman" panose="02020603050405020304" pitchFamily="18" charset="0"/>
                </a:rPr>
                <a:t>3</a:t>
              </a:r>
            </a:p>
          </p:txBody>
        </p:sp>
        <p:sp>
          <p:nvSpPr>
            <p:cNvPr id="34856" name="Line 63">
              <a:extLst>
                <a:ext uri="{FF2B5EF4-FFF2-40B4-BE49-F238E27FC236}">
                  <a16:creationId xmlns:a16="http://schemas.microsoft.com/office/drawing/2014/main" id="{2CD5DD5C-4B06-415D-AF8F-CE162EC0C931}"/>
                </a:ext>
              </a:extLst>
            </p:cNvPr>
            <p:cNvSpPr>
              <a:spLocks noChangeShapeType="1"/>
            </p:cNvSpPr>
            <p:nvPr/>
          </p:nvSpPr>
          <p:spPr bwMode="auto">
            <a:xfrm>
              <a:off x="2868" y="2910"/>
              <a:ext cx="0" cy="28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57" name="Line 64">
              <a:extLst>
                <a:ext uri="{FF2B5EF4-FFF2-40B4-BE49-F238E27FC236}">
                  <a16:creationId xmlns:a16="http://schemas.microsoft.com/office/drawing/2014/main" id="{9BE794F9-DC02-4F4D-813D-2B62180D375B}"/>
                </a:ext>
              </a:extLst>
            </p:cNvPr>
            <p:cNvSpPr>
              <a:spLocks noChangeShapeType="1"/>
            </p:cNvSpPr>
            <p:nvPr/>
          </p:nvSpPr>
          <p:spPr bwMode="auto">
            <a:xfrm>
              <a:off x="2876" y="3264"/>
              <a:ext cx="170" cy="0"/>
            </a:xfrm>
            <a:prstGeom prst="line">
              <a:avLst/>
            </a:prstGeom>
            <a:noFill/>
            <a:ln w="9525">
              <a:solidFill>
                <a:schemeClr val="tx1"/>
              </a:solidFill>
              <a:round/>
              <a:headEnd type="arrow" w="sm" len="sm"/>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58" name="Line 65">
              <a:extLst>
                <a:ext uri="{FF2B5EF4-FFF2-40B4-BE49-F238E27FC236}">
                  <a16:creationId xmlns:a16="http://schemas.microsoft.com/office/drawing/2014/main" id="{D32BF25B-0EB4-43D2-A4FB-CF2465255797}"/>
                </a:ext>
              </a:extLst>
            </p:cNvPr>
            <p:cNvSpPr>
              <a:spLocks noChangeShapeType="1"/>
            </p:cNvSpPr>
            <p:nvPr/>
          </p:nvSpPr>
          <p:spPr bwMode="auto">
            <a:xfrm>
              <a:off x="2868" y="3216"/>
              <a:ext cx="0" cy="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59" name="Line 66">
              <a:extLst>
                <a:ext uri="{FF2B5EF4-FFF2-40B4-BE49-F238E27FC236}">
                  <a16:creationId xmlns:a16="http://schemas.microsoft.com/office/drawing/2014/main" id="{E5BA35A0-A707-460B-8ED7-A17EE5E2DC27}"/>
                </a:ext>
              </a:extLst>
            </p:cNvPr>
            <p:cNvSpPr>
              <a:spLocks noChangeShapeType="1"/>
            </p:cNvSpPr>
            <p:nvPr/>
          </p:nvSpPr>
          <p:spPr bwMode="auto">
            <a:xfrm>
              <a:off x="3044" y="3216"/>
              <a:ext cx="0" cy="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60" name="Text Box 67">
              <a:extLst>
                <a:ext uri="{FF2B5EF4-FFF2-40B4-BE49-F238E27FC236}">
                  <a16:creationId xmlns:a16="http://schemas.microsoft.com/office/drawing/2014/main" id="{C898A317-0343-40AC-BE4C-51FD9DCBCC92}"/>
                </a:ext>
              </a:extLst>
            </p:cNvPr>
            <p:cNvSpPr txBox="1">
              <a:spLocks noChangeArrowheads="1"/>
            </p:cNvSpPr>
            <p:nvPr/>
          </p:nvSpPr>
          <p:spPr bwMode="auto">
            <a:xfrm>
              <a:off x="2770" y="3277"/>
              <a:ext cx="44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zh-CN" altLang="en-US" sz="900" i="1">
                  <a:latin typeface="Times New Roman" panose="02020603050405020304" pitchFamily="18" charset="0"/>
                </a:rPr>
                <a:t>传播时延</a:t>
              </a:r>
              <a:r>
                <a:rPr kumimoji="0" lang="en-US" altLang="zh-CN" sz="900" i="1">
                  <a:latin typeface="Times New Roman" panose="02020603050405020304" pitchFamily="18" charset="0"/>
                </a:rPr>
                <a:t>4</a:t>
              </a:r>
            </a:p>
          </p:txBody>
        </p:sp>
        <p:sp>
          <p:nvSpPr>
            <p:cNvPr id="34861" name="Text Box 68">
              <a:extLst>
                <a:ext uri="{FF2B5EF4-FFF2-40B4-BE49-F238E27FC236}">
                  <a16:creationId xmlns:a16="http://schemas.microsoft.com/office/drawing/2014/main" id="{D6B5A975-AECC-418C-B3B2-5DFEBDB9CD5C}"/>
                </a:ext>
              </a:extLst>
            </p:cNvPr>
            <p:cNvSpPr txBox="1">
              <a:spLocks noChangeArrowheads="1"/>
            </p:cNvSpPr>
            <p:nvPr/>
          </p:nvSpPr>
          <p:spPr bwMode="auto">
            <a:xfrm>
              <a:off x="2928" y="2016"/>
              <a:ext cx="230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Pct val="150000"/>
                <a:buFontTx/>
                <a:buNone/>
              </a:pPr>
              <a:r>
                <a:rPr kumimoji="0" lang="en-US" altLang="zh-CN" sz="1600">
                  <a:latin typeface="Comic Sans MS" panose="030F0702030302020204" pitchFamily="66" charset="0"/>
                </a:rPr>
                <a:t>“Store-and-Forward” at each Router</a:t>
              </a: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182723"/>
                                        </p:tgtEl>
                                        <p:attrNameLst>
                                          <p:attrName>style.visibility</p:attrName>
                                        </p:attrNameLst>
                                      </p:cBhvr>
                                      <p:to>
                                        <p:strVal val="visible"/>
                                      </p:to>
                                    </p:set>
                                    <p:anim calcmode="lin" valueType="num">
                                      <p:cBhvr additive="base">
                                        <p:cTn id="7" dur="500" fill="hold"/>
                                        <p:tgtEl>
                                          <p:spTgt spid="1182723"/>
                                        </p:tgtEl>
                                        <p:attrNameLst>
                                          <p:attrName>ppt_x</p:attrName>
                                        </p:attrNameLst>
                                      </p:cBhvr>
                                      <p:tavLst>
                                        <p:tav tm="0">
                                          <p:val>
                                            <p:strVal val="1+#ppt_w/2"/>
                                          </p:val>
                                        </p:tav>
                                        <p:tav tm="100000">
                                          <p:val>
                                            <p:strVal val="#ppt_x"/>
                                          </p:val>
                                        </p:tav>
                                      </p:tavLst>
                                    </p:anim>
                                    <p:anim calcmode="lin" valueType="num">
                                      <p:cBhvr additive="base">
                                        <p:cTn id="8" dur="500" fill="hold"/>
                                        <p:tgtEl>
                                          <p:spTgt spid="118272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182747"/>
                                        </p:tgtEl>
                                        <p:attrNameLst>
                                          <p:attrName>style.visibility</p:attrName>
                                        </p:attrNameLst>
                                      </p:cBhvr>
                                      <p:to>
                                        <p:strVal val="visible"/>
                                      </p:to>
                                    </p:set>
                                    <p:anim calcmode="lin" valueType="num">
                                      <p:cBhvr additive="base">
                                        <p:cTn id="13" dur="500" fill="hold"/>
                                        <p:tgtEl>
                                          <p:spTgt spid="1182747"/>
                                        </p:tgtEl>
                                        <p:attrNameLst>
                                          <p:attrName>ppt_x</p:attrName>
                                        </p:attrNameLst>
                                      </p:cBhvr>
                                      <p:tavLst>
                                        <p:tav tm="0">
                                          <p:val>
                                            <p:strVal val="1+#ppt_w/2"/>
                                          </p:val>
                                        </p:tav>
                                        <p:tav tm="100000">
                                          <p:val>
                                            <p:strVal val="#ppt_x"/>
                                          </p:val>
                                        </p:tav>
                                      </p:tavLst>
                                    </p:anim>
                                    <p:anim calcmode="lin" valueType="num">
                                      <p:cBhvr additive="base">
                                        <p:cTn id="14" dur="500" fill="hold"/>
                                        <p:tgtEl>
                                          <p:spTgt spid="11827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4E849BC3-1C7D-4F41-8AAF-B74DDC00C197}"/>
              </a:ext>
            </a:extLst>
          </p:cNvPr>
          <p:cNvSpPr>
            <a:spLocks noGrp="1" noChangeArrowheads="1"/>
          </p:cNvSpPr>
          <p:nvPr>
            <p:ph type="body" sz="half" idx="1"/>
          </p:nvPr>
        </p:nvSpPr>
        <p:spPr>
          <a:xfrm>
            <a:off x="3130550" y="1373188"/>
            <a:ext cx="6534150" cy="1230312"/>
          </a:xfrm>
          <a:ln>
            <a:solidFill>
              <a:srgbClr val="CCFFCC"/>
            </a:solidFill>
            <a:miter lim="800000"/>
            <a:headEnd/>
            <a:tailEnd/>
          </a:ln>
        </p:spPr>
        <p:txBody>
          <a:bodyPr/>
          <a:lstStyle/>
          <a:p>
            <a:pPr eaLnBrk="1" hangingPunct="1">
              <a:lnSpc>
                <a:spcPct val="90000"/>
              </a:lnSpc>
            </a:pPr>
            <a:r>
              <a:rPr lang="zh-CN" altLang="en-US" sz="2400">
                <a:latin typeface="Times New Roman" panose="02020603050405020304" pitchFamily="18" charset="0"/>
                <a:ea typeface="楷体_GB2312" pitchFamily="1" charset="-122"/>
              </a:rPr>
              <a:t>三个阶段</a:t>
            </a:r>
            <a:r>
              <a:rPr lang="en-US" altLang="zh-CN" sz="2400">
                <a:latin typeface="Times New Roman" panose="02020603050405020304" pitchFamily="18" charset="0"/>
                <a:ea typeface="楷体_GB2312" pitchFamily="1" charset="-122"/>
              </a:rPr>
              <a:t>: setup, transfer, teardown VC</a:t>
            </a:r>
          </a:p>
          <a:p>
            <a:pPr eaLnBrk="1" hangingPunct="1">
              <a:lnSpc>
                <a:spcPct val="90000"/>
              </a:lnSpc>
            </a:pPr>
            <a:r>
              <a:rPr lang="zh-CN" altLang="en-US" sz="2400">
                <a:latin typeface="Times New Roman" panose="02020603050405020304" pitchFamily="18" charset="0"/>
                <a:ea typeface="楷体_GB2312" pitchFamily="1" charset="-122"/>
              </a:rPr>
              <a:t>常用于</a:t>
            </a:r>
            <a:r>
              <a:rPr lang="en-US" altLang="zh-CN" sz="2400">
                <a:latin typeface="Times New Roman" panose="02020603050405020304" pitchFamily="18" charset="0"/>
                <a:ea typeface="楷体_GB2312" pitchFamily="1" charset="-122"/>
              </a:rPr>
              <a:t>: ATM, frame-relay, X.25</a:t>
            </a:r>
          </a:p>
          <a:p>
            <a:pPr eaLnBrk="1" hangingPunct="1">
              <a:lnSpc>
                <a:spcPct val="90000"/>
              </a:lnSpc>
            </a:pPr>
            <a:r>
              <a:rPr lang="zh-CN" altLang="en-US" sz="2400">
                <a:latin typeface="Times New Roman" panose="02020603050405020304" pitchFamily="18" charset="0"/>
                <a:ea typeface="楷体_GB2312" pitchFamily="1" charset="-122"/>
              </a:rPr>
              <a:t>不用于今天的 </a:t>
            </a:r>
            <a:r>
              <a:rPr lang="en-US" altLang="zh-CN" sz="2400">
                <a:latin typeface="Times New Roman" panose="02020603050405020304" pitchFamily="18" charset="0"/>
                <a:ea typeface="楷体_GB2312" pitchFamily="1" charset="-122"/>
              </a:rPr>
              <a:t>Internet</a:t>
            </a:r>
          </a:p>
        </p:txBody>
      </p:sp>
      <p:sp>
        <p:nvSpPr>
          <p:cNvPr id="35843" name="Freeform 3">
            <a:extLst>
              <a:ext uri="{FF2B5EF4-FFF2-40B4-BE49-F238E27FC236}">
                <a16:creationId xmlns:a16="http://schemas.microsoft.com/office/drawing/2014/main" id="{83E9DAF1-3209-4B4D-A6B2-BB54C181E820}"/>
              </a:ext>
            </a:extLst>
          </p:cNvPr>
          <p:cNvSpPr>
            <a:spLocks/>
          </p:cNvSpPr>
          <p:nvPr/>
        </p:nvSpPr>
        <p:spPr bwMode="auto">
          <a:xfrm>
            <a:off x="4873625" y="4181475"/>
            <a:ext cx="2847975" cy="1481138"/>
          </a:xfrm>
          <a:custGeom>
            <a:avLst/>
            <a:gdLst>
              <a:gd name="T0" fmla="*/ 2147483646 w 1794"/>
              <a:gd name="T1" fmla="*/ 2147483646 h 933"/>
              <a:gd name="T2" fmla="*/ 2147483646 w 1794"/>
              <a:gd name="T3" fmla="*/ 2147483646 h 933"/>
              <a:gd name="T4" fmla="*/ 2147483646 w 1794"/>
              <a:gd name="T5" fmla="*/ 2147483646 h 933"/>
              <a:gd name="T6" fmla="*/ 2147483646 w 1794"/>
              <a:gd name="T7" fmla="*/ 2147483646 h 933"/>
              <a:gd name="T8" fmla="*/ 2147483646 w 1794"/>
              <a:gd name="T9" fmla="*/ 2147483646 h 933"/>
              <a:gd name="T10" fmla="*/ 2147483646 w 1794"/>
              <a:gd name="T11" fmla="*/ 2147483646 h 933"/>
              <a:gd name="T12" fmla="*/ 2147483646 w 1794"/>
              <a:gd name="T13" fmla="*/ 2147483646 h 933"/>
              <a:gd name="T14" fmla="*/ 2147483646 w 1794"/>
              <a:gd name="T15" fmla="*/ 2147483646 h 933"/>
              <a:gd name="T16" fmla="*/ 2147483646 w 1794"/>
              <a:gd name="T17" fmla="*/ 2147483646 h 933"/>
              <a:gd name="T18" fmla="*/ 2147483646 w 1794"/>
              <a:gd name="T19" fmla="*/ 2147483646 h 933"/>
              <a:gd name="T20" fmla="*/ 2147483646 w 1794"/>
              <a:gd name="T21" fmla="*/ 2147483646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4" name="Line 4">
            <a:extLst>
              <a:ext uri="{FF2B5EF4-FFF2-40B4-BE49-F238E27FC236}">
                <a16:creationId xmlns:a16="http://schemas.microsoft.com/office/drawing/2014/main" id="{0171C8CC-57B4-4922-AA07-7221027ACB43}"/>
              </a:ext>
            </a:extLst>
          </p:cNvPr>
          <p:cNvSpPr>
            <a:spLocks noChangeShapeType="1"/>
          </p:cNvSpPr>
          <p:nvPr/>
        </p:nvSpPr>
        <p:spPr bwMode="auto">
          <a:xfrm rot="5400000" flipV="1">
            <a:off x="4227513" y="3924300"/>
            <a:ext cx="6350" cy="15779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5" name="Freeform 5">
            <a:extLst>
              <a:ext uri="{FF2B5EF4-FFF2-40B4-BE49-F238E27FC236}">
                <a16:creationId xmlns:a16="http://schemas.microsoft.com/office/drawing/2014/main" id="{6D94EAF7-2D3E-4ABF-B042-3BF0B6517E41}"/>
              </a:ext>
            </a:extLst>
          </p:cNvPr>
          <p:cNvSpPr>
            <a:spLocks/>
          </p:cNvSpPr>
          <p:nvPr/>
        </p:nvSpPr>
        <p:spPr bwMode="auto">
          <a:xfrm>
            <a:off x="5511800" y="4475163"/>
            <a:ext cx="542925" cy="295275"/>
          </a:xfrm>
          <a:custGeom>
            <a:avLst/>
            <a:gdLst>
              <a:gd name="T0" fmla="*/ 0 w 342"/>
              <a:gd name="T1" fmla="*/ 2147483646 h 186"/>
              <a:gd name="T2" fmla="*/ 2147483646 w 342"/>
              <a:gd name="T3" fmla="*/ 0 h 186"/>
              <a:gd name="T4" fmla="*/ 0 60000 65536"/>
              <a:gd name="T5" fmla="*/ 0 60000 65536"/>
            </a:gdLst>
            <a:ahLst/>
            <a:cxnLst>
              <a:cxn ang="T4">
                <a:pos x="T0" y="T1"/>
              </a:cxn>
              <a:cxn ang="T5">
                <a:pos x="T2" y="T3"/>
              </a:cxn>
            </a:cxnLst>
            <a:rect l="0" t="0" r="r" b="b"/>
            <a:pathLst>
              <a:path w="342" h="186">
                <a:moveTo>
                  <a:pt x="0" y="186"/>
                </a:moveTo>
                <a:lnTo>
                  <a:pt x="342"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5846" name="Group 6">
            <a:extLst>
              <a:ext uri="{FF2B5EF4-FFF2-40B4-BE49-F238E27FC236}">
                <a16:creationId xmlns:a16="http://schemas.microsoft.com/office/drawing/2014/main" id="{DC31474E-C76F-4703-8651-EA5EAE367D40}"/>
              </a:ext>
            </a:extLst>
          </p:cNvPr>
          <p:cNvGrpSpPr>
            <a:grpSpLocks/>
          </p:cNvGrpSpPr>
          <p:nvPr/>
        </p:nvGrpSpPr>
        <p:grpSpPr bwMode="auto">
          <a:xfrm>
            <a:off x="5018088" y="4649788"/>
            <a:ext cx="501650" cy="233362"/>
            <a:chOff x="3600" y="219"/>
            <a:chExt cx="360" cy="175"/>
          </a:xfrm>
        </p:grpSpPr>
        <p:sp>
          <p:nvSpPr>
            <p:cNvPr id="36001" name="Oval 7">
              <a:extLst>
                <a:ext uri="{FF2B5EF4-FFF2-40B4-BE49-F238E27FC236}">
                  <a16:creationId xmlns:a16="http://schemas.microsoft.com/office/drawing/2014/main" id="{7DACAC29-1E78-4BCB-B1EB-C00C51CB4D80}"/>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6002" name="Line 8">
              <a:extLst>
                <a:ext uri="{FF2B5EF4-FFF2-40B4-BE49-F238E27FC236}">
                  <a16:creationId xmlns:a16="http://schemas.microsoft.com/office/drawing/2014/main" id="{B1426833-6A45-4F9F-82D4-F22245271189}"/>
                </a:ext>
              </a:extLst>
            </p:cNvPr>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03" name="Line 9">
              <a:extLst>
                <a:ext uri="{FF2B5EF4-FFF2-40B4-BE49-F238E27FC236}">
                  <a16:creationId xmlns:a16="http://schemas.microsoft.com/office/drawing/2014/main" id="{16126A30-F5E5-4246-91A2-CB484B8E1029}"/>
                </a:ext>
              </a:extLst>
            </p:cNvPr>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04" name="Rectangle 10">
              <a:extLst>
                <a:ext uri="{FF2B5EF4-FFF2-40B4-BE49-F238E27FC236}">
                  <a16:creationId xmlns:a16="http://schemas.microsoft.com/office/drawing/2014/main" id="{7C67706B-D9B2-454F-BCD6-DDCB3C21B6E1}"/>
                </a:ext>
              </a:extLst>
            </p:cNvPr>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endParaRPr kumimoji="0" lang="zh-CN" altLang="zh-CN" sz="2400">
                <a:latin typeface="Times New Roman" panose="02020603050405020304" pitchFamily="18" charset="0"/>
                <a:ea typeface="楷体_GB2312" pitchFamily="1" charset="-122"/>
              </a:endParaRPr>
            </a:p>
          </p:txBody>
        </p:sp>
        <p:sp>
          <p:nvSpPr>
            <p:cNvPr id="36005" name="Oval 11">
              <a:extLst>
                <a:ext uri="{FF2B5EF4-FFF2-40B4-BE49-F238E27FC236}">
                  <a16:creationId xmlns:a16="http://schemas.microsoft.com/office/drawing/2014/main" id="{35F6F162-3B89-41D8-9F99-E57CEEE195D3}"/>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nvGrpSpPr>
            <p:cNvPr id="36006" name="Group 12">
              <a:extLst>
                <a:ext uri="{FF2B5EF4-FFF2-40B4-BE49-F238E27FC236}">
                  <a16:creationId xmlns:a16="http://schemas.microsoft.com/office/drawing/2014/main" id="{5C48DDE7-ACEB-4B0E-91F6-8B4BA53C4703}"/>
                </a:ext>
              </a:extLst>
            </p:cNvPr>
            <p:cNvGrpSpPr>
              <a:grpSpLocks/>
            </p:cNvGrpSpPr>
            <p:nvPr/>
          </p:nvGrpSpPr>
          <p:grpSpPr bwMode="auto">
            <a:xfrm>
              <a:off x="3686" y="244"/>
              <a:ext cx="177" cy="66"/>
              <a:chOff x="2848" y="848"/>
              <a:chExt cx="140" cy="98"/>
            </a:xfrm>
          </p:grpSpPr>
          <p:sp>
            <p:nvSpPr>
              <p:cNvPr id="36011" name="Line 13">
                <a:extLst>
                  <a:ext uri="{FF2B5EF4-FFF2-40B4-BE49-F238E27FC236}">
                    <a16:creationId xmlns:a16="http://schemas.microsoft.com/office/drawing/2014/main" id="{090B302E-4885-4824-B266-C4E45182C433}"/>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12" name="Line 14">
                <a:extLst>
                  <a:ext uri="{FF2B5EF4-FFF2-40B4-BE49-F238E27FC236}">
                    <a16:creationId xmlns:a16="http://schemas.microsoft.com/office/drawing/2014/main" id="{25DB5E87-3F51-4558-871B-DC159ED58C54}"/>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13" name="Line 15">
                <a:extLst>
                  <a:ext uri="{FF2B5EF4-FFF2-40B4-BE49-F238E27FC236}">
                    <a16:creationId xmlns:a16="http://schemas.microsoft.com/office/drawing/2014/main" id="{EA601BDC-9421-407E-9712-4467DEC33D17}"/>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007" name="Group 16">
              <a:extLst>
                <a:ext uri="{FF2B5EF4-FFF2-40B4-BE49-F238E27FC236}">
                  <a16:creationId xmlns:a16="http://schemas.microsoft.com/office/drawing/2014/main" id="{1B610D8C-D6C3-410D-9C4E-028639E7E414}"/>
                </a:ext>
              </a:extLst>
            </p:cNvPr>
            <p:cNvGrpSpPr>
              <a:grpSpLocks/>
            </p:cNvGrpSpPr>
            <p:nvPr/>
          </p:nvGrpSpPr>
          <p:grpSpPr bwMode="auto">
            <a:xfrm flipV="1">
              <a:off x="3686" y="243"/>
              <a:ext cx="177" cy="66"/>
              <a:chOff x="2848" y="848"/>
              <a:chExt cx="140" cy="98"/>
            </a:xfrm>
          </p:grpSpPr>
          <p:sp>
            <p:nvSpPr>
              <p:cNvPr id="36008" name="Line 17">
                <a:extLst>
                  <a:ext uri="{FF2B5EF4-FFF2-40B4-BE49-F238E27FC236}">
                    <a16:creationId xmlns:a16="http://schemas.microsoft.com/office/drawing/2014/main" id="{42D38D5C-895B-4263-BE19-323017D51E90}"/>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09" name="Line 18">
                <a:extLst>
                  <a:ext uri="{FF2B5EF4-FFF2-40B4-BE49-F238E27FC236}">
                    <a16:creationId xmlns:a16="http://schemas.microsoft.com/office/drawing/2014/main" id="{4BB5C328-665B-4C33-B731-690D88544539}"/>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10" name="Line 19">
                <a:extLst>
                  <a:ext uri="{FF2B5EF4-FFF2-40B4-BE49-F238E27FC236}">
                    <a16:creationId xmlns:a16="http://schemas.microsoft.com/office/drawing/2014/main" id="{26D502A0-F43A-4450-856F-1020CA561DB9}"/>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5847" name="Group 20">
            <a:extLst>
              <a:ext uri="{FF2B5EF4-FFF2-40B4-BE49-F238E27FC236}">
                <a16:creationId xmlns:a16="http://schemas.microsoft.com/office/drawing/2014/main" id="{FFBA46AD-E6C1-40EC-9AE7-CE54A4FBE6A1}"/>
              </a:ext>
            </a:extLst>
          </p:cNvPr>
          <p:cNvGrpSpPr>
            <a:grpSpLocks/>
          </p:cNvGrpSpPr>
          <p:nvPr/>
        </p:nvGrpSpPr>
        <p:grpSpPr bwMode="auto">
          <a:xfrm>
            <a:off x="5370513" y="5287963"/>
            <a:ext cx="501650" cy="233362"/>
            <a:chOff x="3600" y="219"/>
            <a:chExt cx="360" cy="175"/>
          </a:xfrm>
        </p:grpSpPr>
        <p:sp>
          <p:nvSpPr>
            <p:cNvPr id="35988" name="Oval 21">
              <a:extLst>
                <a:ext uri="{FF2B5EF4-FFF2-40B4-BE49-F238E27FC236}">
                  <a16:creationId xmlns:a16="http://schemas.microsoft.com/office/drawing/2014/main" id="{8A96BCF0-797A-4284-A7D1-355B0D657C55}"/>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5989" name="Line 22">
              <a:extLst>
                <a:ext uri="{FF2B5EF4-FFF2-40B4-BE49-F238E27FC236}">
                  <a16:creationId xmlns:a16="http://schemas.microsoft.com/office/drawing/2014/main" id="{BD37DE86-C69B-4ECE-A56A-539DED77B323}"/>
                </a:ext>
              </a:extLst>
            </p:cNvPr>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90" name="Line 23">
              <a:extLst>
                <a:ext uri="{FF2B5EF4-FFF2-40B4-BE49-F238E27FC236}">
                  <a16:creationId xmlns:a16="http://schemas.microsoft.com/office/drawing/2014/main" id="{F946375D-F8B6-4B79-A68B-675049BBEDFB}"/>
                </a:ext>
              </a:extLst>
            </p:cNvPr>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91" name="Rectangle 24">
              <a:extLst>
                <a:ext uri="{FF2B5EF4-FFF2-40B4-BE49-F238E27FC236}">
                  <a16:creationId xmlns:a16="http://schemas.microsoft.com/office/drawing/2014/main" id="{573923B0-179B-46D1-91BE-575F9697FCAE}"/>
                </a:ext>
              </a:extLst>
            </p:cNvPr>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endParaRPr kumimoji="0" lang="zh-CN" altLang="zh-CN" sz="2400">
                <a:latin typeface="Times New Roman" panose="02020603050405020304" pitchFamily="18" charset="0"/>
                <a:ea typeface="楷体_GB2312" pitchFamily="1" charset="-122"/>
              </a:endParaRPr>
            </a:p>
          </p:txBody>
        </p:sp>
        <p:sp>
          <p:nvSpPr>
            <p:cNvPr id="35992" name="Oval 25">
              <a:extLst>
                <a:ext uri="{FF2B5EF4-FFF2-40B4-BE49-F238E27FC236}">
                  <a16:creationId xmlns:a16="http://schemas.microsoft.com/office/drawing/2014/main" id="{BC54FE10-42F1-401F-81E2-4F33EF23F9DE}"/>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nvGrpSpPr>
            <p:cNvPr id="35993" name="Group 26">
              <a:extLst>
                <a:ext uri="{FF2B5EF4-FFF2-40B4-BE49-F238E27FC236}">
                  <a16:creationId xmlns:a16="http://schemas.microsoft.com/office/drawing/2014/main" id="{0AEAEE3D-B15A-4105-AE88-833396B12C63}"/>
                </a:ext>
              </a:extLst>
            </p:cNvPr>
            <p:cNvGrpSpPr>
              <a:grpSpLocks/>
            </p:cNvGrpSpPr>
            <p:nvPr/>
          </p:nvGrpSpPr>
          <p:grpSpPr bwMode="auto">
            <a:xfrm>
              <a:off x="3686" y="244"/>
              <a:ext cx="177" cy="66"/>
              <a:chOff x="2848" y="848"/>
              <a:chExt cx="140" cy="98"/>
            </a:xfrm>
          </p:grpSpPr>
          <p:sp>
            <p:nvSpPr>
              <p:cNvPr id="35998" name="Line 27">
                <a:extLst>
                  <a:ext uri="{FF2B5EF4-FFF2-40B4-BE49-F238E27FC236}">
                    <a16:creationId xmlns:a16="http://schemas.microsoft.com/office/drawing/2014/main" id="{789D60B1-63D6-464C-93AD-1F0A4831F633}"/>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99" name="Line 28">
                <a:extLst>
                  <a:ext uri="{FF2B5EF4-FFF2-40B4-BE49-F238E27FC236}">
                    <a16:creationId xmlns:a16="http://schemas.microsoft.com/office/drawing/2014/main" id="{AFAB6EDD-8B41-4322-8B91-524D5C0CD440}"/>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000" name="Line 29">
                <a:extLst>
                  <a:ext uri="{FF2B5EF4-FFF2-40B4-BE49-F238E27FC236}">
                    <a16:creationId xmlns:a16="http://schemas.microsoft.com/office/drawing/2014/main" id="{8BD1D6DB-DCDD-45A0-80EA-093794C71AF1}"/>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5994" name="Group 30">
              <a:extLst>
                <a:ext uri="{FF2B5EF4-FFF2-40B4-BE49-F238E27FC236}">
                  <a16:creationId xmlns:a16="http://schemas.microsoft.com/office/drawing/2014/main" id="{97789111-47EE-4C2A-A7D4-5FC9E619CA4C}"/>
                </a:ext>
              </a:extLst>
            </p:cNvPr>
            <p:cNvGrpSpPr>
              <a:grpSpLocks/>
            </p:cNvGrpSpPr>
            <p:nvPr/>
          </p:nvGrpSpPr>
          <p:grpSpPr bwMode="auto">
            <a:xfrm flipV="1">
              <a:off x="3686" y="243"/>
              <a:ext cx="177" cy="66"/>
              <a:chOff x="2848" y="848"/>
              <a:chExt cx="140" cy="98"/>
            </a:xfrm>
          </p:grpSpPr>
          <p:sp>
            <p:nvSpPr>
              <p:cNvPr id="35995" name="Line 31">
                <a:extLst>
                  <a:ext uri="{FF2B5EF4-FFF2-40B4-BE49-F238E27FC236}">
                    <a16:creationId xmlns:a16="http://schemas.microsoft.com/office/drawing/2014/main" id="{9C6671FD-2767-42BA-9521-9F5188B14732}"/>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96" name="Line 32">
                <a:extLst>
                  <a:ext uri="{FF2B5EF4-FFF2-40B4-BE49-F238E27FC236}">
                    <a16:creationId xmlns:a16="http://schemas.microsoft.com/office/drawing/2014/main" id="{FFB98F87-667A-4C85-B76C-5BA08683B398}"/>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97" name="Line 33">
                <a:extLst>
                  <a:ext uri="{FF2B5EF4-FFF2-40B4-BE49-F238E27FC236}">
                    <a16:creationId xmlns:a16="http://schemas.microsoft.com/office/drawing/2014/main" id="{128E319D-30E4-45EE-A18E-4F1A12A9E8EC}"/>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5848" name="Group 34">
            <a:extLst>
              <a:ext uri="{FF2B5EF4-FFF2-40B4-BE49-F238E27FC236}">
                <a16:creationId xmlns:a16="http://schemas.microsoft.com/office/drawing/2014/main" id="{B8576097-82DC-43C3-AE2A-711023F252A4}"/>
              </a:ext>
            </a:extLst>
          </p:cNvPr>
          <p:cNvGrpSpPr>
            <a:grpSpLocks/>
          </p:cNvGrpSpPr>
          <p:nvPr/>
        </p:nvGrpSpPr>
        <p:grpSpPr bwMode="auto">
          <a:xfrm>
            <a:off x="6045200" y="4344988"/>
            <a:ext cx="501650" cy="233362"/>
            <a:chOff x="3600" y="219"/>
            <a:chExt cx="360" cy="175"/>
          </a:xfrm>
        </p:grpSpPr>
        <p:sp>
          <p:nvSpPr>
            <p:cNvPr id="35975" name="Oval 35">
              <a:extLst>
                <a:ext uri="{FF2B5EF4-FFF2-40B4-BE49-F238E27FC236}">
                  <a16:creationId xmlns:a16="http://schemas.microsoft.com/office/drawing/2014/main" id="{E0C31692-98F6-435B-8B07-3FD8977ED239}"/>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5976" name="Line 36">
              <a:extLst>
                <a:ext uri="{FF2B5EF4-FFF2-40B4-BE49-F238E27FC236}">
                  <a16:creationId xmlns:a16="http://schemas.microsoft.com/office/drawing/2014/main" id="{578B2E09-1D71-4B6D-884E-7000ABC0B0B8}"/>
                </a:ext>
              </a:extLst>
            </p:cNvPr>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77" name="Line 37">
              <a:extLst>
                <a:ext uri="{FF2B5EF4-FFF2-40B4-BE49-F238E27FC236}">
                  <a16:creationId xmlns:a16="http://schemas.microsoft.com/office/drawing/2014/main" id="{DA4CB153-CBD0-4EF9-9F3A-2868B62513D7}"/>
                </a:ext>
              </a:extLst>
            </p:cNvPr>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78" name="Rectangle 38">
              <a:extLst>
                <a:ext uri="{FF2B5EF4-FFF2-40B4-BE49-F238E27FC236}">
                  <a16:creationId xmlns:a16="http://schemas.microsoft.com/office/drawing/2014/main" id="{F9E36D67-1B37-4EA4-BAA2-7EA7B8B60504}"/>
                </a:ext>
              </a:extLst>
            </p:cNvPr>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endParaRPr kumimoji="0" lang="zh-CN" altLang="zh-CN" sz="2400">
                <a:latin typeface="Times New Roman" panose="02020603050405020304" pitchFamily="18" charset="0"/>
                <a:ea typeface="楷体_GB2312" pitchFamily="1" charset="-122"/>
              </a:endParaRPr>
            </a:p>
          </p:txBody>
        </p:sp>
        <p:sp>
          <p:nvSpPr>
            <p:cNvPr id="35979" name="Oval 39">
              <a:extLst>
                <a:ext uri="{FF2B5EF4-FFF2-40B4-BE49-F238E27FC236}">
                  <a16:creationId xmlns:a16="http://schemas.microsoft.com/office/drawing/2014/main" id="{608B083D-7F53-4C9B-A5DD-C5953B9D67E5}"/>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nvGrpSpPr>
            <p:cNvPr id="35980" name="Group 40">
              <a:extLst>
                <a:ext uri="{FF2B5EF4-FFF2-40B4-BE49-F238E27FC236}">
                  <a16:creationId xmlns:a16="http://schemas.microsoft.com/office/drawing/2014/main" id="{F82E42C6-A3A4-4EA1-9BFD-368ECAFD190B}"/>
                </a:ext>
              </a:extLst>
            </p:cNvPr>
            <p:cNvGrpSpPr>
              <a:grpSpLocks/>
            </p:cNvGrpSpPr>
            <p:nvPr/>
          </p:nvGrpSpPr>
          <p:grpSpPr bwMode="auto">
            <a:xfrm>
              <a:off x="3686" y="244"/>
              <a:ext cx="177" cy="66"/>
              <a:chOff x="2848" y="848"/>
              <a:chExt cx="140" cy="98"/>
            </a:xfrm>
          </p:grpSpPr>
          <p:sp>
            <p:nvSpPr>
              <p:cNvPr id="35985" name="Line 41">
                <a:extLst>
                  <a:ext uri="{FF2B5EF4-FFF2-40B4-BE49-F238E27FC236}">
                    <a16:creationId xmlns:a16="http://schemas.microsoft.com/office/drawing/2014/main" id="{F69DC3E9-FDCE-4DB9-9BAD-49F6A91C4831}"/>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86" name="Line 42">
                <a:extLst>
                  <a:ext uri="{FF2B5EF4-FFF2-40B4-BE49-F238E27FC236}">
                    <a16:creationId xmlns:a16="http://schemas.microsoft.com/office/drawing/2014/main" id="{99FFF3A9-A364-409B-9FE7-970D1DE5134F}"/>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87" name="Line 43">
                <a:extLst>
                  <a:ext uri="{FF2B5EF4-FFF2-40B4-BE49-F238E27FC236}">
                    <a16:creationId xmlns:a16="http://schemas.microsoft.com/office/drawing/2014/main" id="{77DD2348-E218-4946-A059-B2F3F946EBE9}"/>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5981" name="Group 44">
              <a:extLst>
                <a:ext uri="{FF2B5EF4-FFF2-40B4-BE49-F238E27FC236}">
                  <a16:creationId xmlns:a16="http://schemas.microsoft.com/office/drawing/2014/main" id="{758D160C-D087-4609-B61A-58CBC934CBB9}"/>
                </a:ext>
              </a:extLst>
            </p:cNvPr>
            <p:cNvGrpSpPr>
              <a:grpSpLocks/>
            </p:cNvGrpSpPr>
            <p:nvPr/>
          </p:nvGrpSpPr>
          <p:grpSpPr bwMode="auto">
            <a:xfrm flipV="1">
              <a:off x="3686" y="243"/>
              <a:ext cx="177" cy="66"/>
              <a:chOff x="2848" y="848"/>
              <a:chExt cx="140" cy="98"/>
            </a:xfrm>
          </p:grpSpPr>
          <p:sp>
            <p:nvSpPr>
              <p:cNvPr id="35982" name="Line 45">
                <a:extLst>
                  <a:ext uri="{FF2B5EF4-FFF2-40B4-BE49-F238E27FC236}">
                    <a16:creationId xmlns:a16="http://schemas.microsoft.com/office/drawing/2014/main" id="{542C5937-69C1-4436-BD4C-E58A52FB9E23}"/>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83" name="Line 46">
                <a:extLst>
                  <a:ext uri="{FF2B5EF4-FFF2-40B4-BE49-F238E27FC236}">
                    <a16:creationId xmlns:a16="http://schemas.microsoft.com/office/drawing/2014/main" id="{70D33345-0687-4B0F-9455-1BD8454A0E95}"/>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84" name="Line 47">
                <a:extLst>
                  <a:ext uri="{FF2B5EF4-FFF2-40B4-BE49-F238E27FC236}">
                    <a16:creationId xmlns:a16="http://schemas.microsoft.com/office/drawing/2014/main" id="{B9214759-7602-464F-8F05-2D00BE04B2FA}"/>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5849" name="Group 48">
            <a:extLst>
              <a:ext uri="{FF2B5EF4-FFF2-40B4-BE49-F238E27FC236}">
                <a16:creationId xmlns:a16="http://schemas.microsoft.com/office/drawing/2014/main" id="{D129011A-EE34-4326-85F9-5A9717863D67}"/>
              </a:ext>
            </a:extLst>
          </p:cNvPr>
          <p:cNvGrpSpPr>
            <a:grpSpLocks/>
          </p:cNvGrpSpPr>
          <p:nvPr/>
        </p:nvGrpSpPr>
        <p:grpSpPr bwMode="auto">
          <a:xfrm>
            <a:off x="5967413" y="5010150"/>
            <a:ext cx="500062" cy="233363"/>
            <a:chOff x="3600" y="219"/>
            <a:chExt cx="360" cy="175"/>
          </a:xfrm>
        </p:grpSpPr>
        <p:sp>
          <p:nvSpPr>
            <p:cNvPr id="35962" name="Oval 49">
              <a:extLst>
                <a:ext uri="{FF2B5EF4-FFF2-40B4-BE49-F238E27FC236}">
                  <a16:creationId xmlns:a16="http://schemas.microsoft.com/office/drawing/2014/main" id="{84E7077E-34C7-4B8F-886E-D9BC58064EB1}"/>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5963" name="Line 50">
              <a:extLst>
                <a:ext uri="{FF2B5EF4-FFF2-40B4-BE49-F238E27FC236}">
                  <a16:creationId xmlns:a16="http://schemas.microsoft.com/office/drawing/2014/main" id="{5B3B3C81-D28E-4926-873F-D4C794141FD2}"/>
                </a:ext>
              </a:extLst>
            </p:cNvPr>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64" name="Line 51">
              <a:extLst>
                <a:ext uri="{FF2B5EF4-FFF2-40B4-BE49-F238E27FC236}">
                  <a16:creationId xmlns:a16="http://schemas.microsoft.com/office/drawing/2014/main" id="{790C93CC-43E2-4555-B0B5-0A734539CC21}"/>
                </a:ext>
              </a:extLst>
            </p:cNvPr>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65" name="Rectangle 52">
              <a:extLst>
                <a:ext uri="{FF2B5EF4-FFF2-40B4-BE49-F238E27FC236}">
                  <a16:creationId xmlns:a16="http://schemas.microsoft.com/office/drawing/2014/main" id="{12467699-457D-4435-8BD3-9AC7007FF504}"/>
                </a:ext>
              </a:extLst>
            </p:cNvPr>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endParaRPr kumimoji="0" lang="zh-CN" altLang="zh-CN" sz="2400">
                <a:latin typeface="Times New Roman" panose="02020603050405020304" pitchFamily="18" charset="0"/>
                <a:ea typeface="楷体_GB2312" pitchFamily="1" charset="-122"/>
              </a:endParaRPr>
            </a:p>
          </p:txBody>
        </p:sp>
        <p:sp>
          <p:nvSpPr>
            <p:cNvPr id="35966" name="Oval 53">
              <a:extLst>
                <a:ext uri="{FF2B5EF4-FFF2-40B4-BE49-F238E27FC236}">
                  <a16:creationId xmlns:a16="http://schemas.microsoft.com/office/drawing/2014/main" id="{6B92BA98-A083-4916-92FC-CF90DDACECE0}"/>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nvGrpSpPr>
            <p:cNvPr id="35967" name="Group 54">
              <a:extLst>
                <a:ext uri="{FF2B5EF4-FFF2-40B4-BE49-F238E27FC236}">
                  <a16:creationId xmlns:a16="http://schemas.microsoft.com/office/drawing/2014/main" id="{AEB0DCBE-C214-43CA-98A3-31D3194CCA8E}"/>
                </a:ext>
              </a:extLst>
            </p:cNvPr>
            <p:cNvGrpSpPr>
              <a:grpSpLocks/>
            </p:cNvGrpSpPr>
            <p:nvPr/>
          </p:nvGrpSpPr>
          <p:grpSpPr bwMode="auto">
            <a:xfrm>
              <a:off x="3686" y="244"/>
              <a:ext cx="177" cy="66"/>
              <a:chOff x="2848" y="848"/>
              <a:chExt cx="140" cy="98"/>
            </a:xfrm>
          </p:grpSpPr>
          <p:sp>
            <p:nvSpPr>
              <p:cNvPr id="35972" name="Line 55">
                <a:extLst>
                  <a:ext uri="{FF2B5EF4-FFF2-40B4-BE49-F238E27FC236}">
                    <a16:creationId xmlns:a16="http://schemas.microsoft.com/office/drawing/2014/main" id="{0CAE9735-5C2D-4F05-BF75-1B7F8BE07688}"/>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73" name="Line 56">
                <a:extLst>
                  <a:ext uri="{FF2B5EF4-FFF2-40B4-BE49-F238E27FC236}">
                    <a16:creationId xmlns:a16="http://schemas.microsoft.com/office/drawing/2014/main" id="{9B7F24B0-7E3A-4C8D-87EB-92ABB79BF304}"/>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74" name="Line 57">
                <a:extLst>
                  <a:ext uri="{FF2B5EF4-FFF2-40B4-BE49-F238E27FC236}">
                    <a16:creationId xmlns:a16="http://schemas.microsoft.com/office/drawing/2014/main" id="{936276DC-9AAA-45D5-BF5A-99BF7406BED6}"/>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5968" name="Group 58">
              <a:extLst>
                <a:ext uri="{FF2B5EF4-FFF2-40B4-BE49-F238E27FC236}">
                  <a16:creationId xmlns:a16="http://schemas.microsoft.com/office/drawing/2014/main" id="{82DB606F-F5F6-4355-9990-91CCFA179A40}"/>
                </a:ext>
              </a:extLst>
            </p:cNvPr>
            <p:cNvGrpSpPr>
              <a:grpSpLocks/>
            </p:cNvGrpSpPr>
            <p:nvPr/>
          </p:nvGrpSpPr>
          <p:grpSpPr bwMode="auto">
            <a:xfrm flipV="1">
              <a:off x="3686" y="243"/>
              <a:ext cx="177" cy="66"/>
              <a:chOff x="2848" y="848"/>
              <a:chExt cx="140" cy="98"/>
            </a:xfrm>
          </p:grpSpPr>
          <p:sp>
            <p:nvSpPr>
              <p:cNvPr id="35969" name="Line 59">
                <a:extLst>
                  <a:ext uri="{FF2B5EF4-FFF2-40B4-BE49-F238E27FC236}">
                    <a16:creationId xmlns:a16="http://schemas.microsoft.com/office/drawing/2014/main" id="{6A44B227-9591-482F-8DF8-876FBE17C8BD}"/>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70" name="Line 60">
                <a:extLst>
                  <a:ext uri="{FF2B5EF4-FFF2-40B4-BE49-F238E27FC236}">
                    <a16:creationId xmlns:a16="http://schemas.microsoft.com/office/drawing/2014/main" id="{E852CEFE-A803-4E03-ACCC-948369D17CC9}"/>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71" name="Line 61">
                <a:extLst>
                  <a:ext uri="{FF2B5EF4-FFF2-40B4-BE49-F238E27FC236}">
                    <a16:creationId xmlns:a16="http://schemas.microsoft.com/office/drawing/2014/main" id="{26B09821-2197-4E26-837B-7ED7BBE164AA}"/>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5850" name="Group 62">
            <a:extLst>
              <a:ext uri="{FF2B5EF4-FFF2-40B4-BE49-F238E27FC236}">
                <a16:creationId xmlns:a16="http://schemas.microsoft.com/office/drawing/2014/main" id="{D644A359-F41B-44C7-8AFB-30DD6BD9A800}"/>
              </a:ext>
            </a:extLst>
          </p:cNvPr>
          <p:cNvGrpSpPr>
            <a:grpSpLocks/>
          </p:cNvGrpSpPr>
          <p:nvPr/>
        </p:nvGrpSpPr>
        <p:grpSpPr bwMode="auto">
          <a:xfrm>
            <a:off x="6602413" y="5307013"/>
            <a:ext cx="501650" cy="233362"/>
            <a:chOff x="3600" y="219"/>
            <a:chExt cx="360" cy="175"/>
          </a:xfrm>
        </p:grpSpPr>
        <p:sp>
          <p:nvSpPr>
            <p:cNvPr id="35949" name="Oval 63">
              <a:extLst>
                <a:ext uri="{FF2B5EF4-FFF2-40B4-BE49-F238E27FC236}">
                  <a16:creationId xmlns:a16="http://schemas.microsoft.com/office/drawing/2014/main" id="{B97B4805-A99F-4477-8585-12AAB081BAE4}"/>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5950" name="Line 64">
              <a:extLst>
                <a:ext uri="{FF2B5EF4-FFF2-40B4-BE49-F238E27FC236}">
                  <a16:creationId xmlns:a16="http://schemas.microsoft.com/office/drawing/2014/main" id="{DA3B7316-33BC-49D9-A59B-4D0A864D2B26}"/>
                </a:ext>
              </a:extLst>
            </p:cNvPr>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51" name="Line 65">
              <a:extLst>
                <a:ext uri="{FF2B5EF4-FFF2-40B4-BE49-F238E27FC236}">
                  <a16:creationId xmlns:a16="http://schemas.microsoft.com/office/drawing/2014/main" id="{1C72EE4E-9B99-4BDC-BFBC-8EADCD3886C1}"/>
                </a:ext>
              </a:extLst>
            </p:cNvPr>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52" name="Rectangle 66">
              <a:extLst>
                <a:ext uri="{FF2B5EF4-FFF2-40B4-BE49-F238E27FC236}">
                  <a16:creationId xmlns:a16="http://schemas.microsoft.com/office/drawing/2014/main" id="{1968B525-2C45-4AD3-83B0-41123C027521}"/>
                </a:ext>
              </a:extLst>
            </p:cNvPr>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endParaRPr kumimoji="0" lang="zh-CN" altLang="zh-CN" sz="2400">
                <a:latin typeface="Times New Roman" panose="02020603050405020304" pitchFamily="18" charset="0"/>
                <a:ea typeface="楷体_GB2312" pitchFamily="1" charset="-122"/>
              </a:endParaRPr>
            </a:p>
          </p:txBody>
        </p:sp>
        <p:sp>
          <p:nvSpPr>
            <p:cNvPr id="35953" name="Oval 67">
              <a:extLst>
                <a:ext uri="{FF2B5EF4-FFF2-40B4-BE49-F238E27FC236}">
                  <a16:creationId xmlns:a16="http://schemas.microsoft.com/office/drawing/2014/main" id="{671000DE-D749-4A77-A7F1-0166D21CB86E}"/>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nvGrpSpPr>
            <p:cNvPr id="35954" name="Group 68">
              <a:extLst>
                <a:ext uri="{FF2B5EF4-FFF2-40B4-BE49-F238E27FC236}">
                  <a16:creationId xmlns:a16="http://schemas.microsoft.com/office/drawing/2014/main" id="{244EAAE6-D128-44F0-8C06-0A37C604C9CF}"/>
                </a:ext>
              </a:extLst>
            </p:cNvPr>
            <p:cNvGrpSpPr>
              <a:grpSpLocks/>
            </p:cNvGrpSpPr>
            <p:nvPr/>
          </p:nvGrpSpPr>
          <p:grpSpPr bwMode="auto">
            <a:xfrm>
              <a:off x="3686" y="244"/>
              <a:ext cx="177" cy="66"/>
              <a:chOff x="2848" y="848"/>
              <a:chExt cx="140" cy="98"/>
            </a:xfrm>
          </p:grpSpPr>
          <p:sp>
            <p:nvSpPr>
              <p:cNvPr id="35959" name="Line 69">
                <a:extLst>
                  <a:ext uri="{FF2B5EF4-FFF2-40B4-BE49-F238E27FC236}">
                    <a16:creationId xmlns:a16="http://schemas.microsoft.com/office/drawing/2014/main" id="{CFCC246B-DC6D-4C60-8B3E-CB39EF2E298C}"/>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60" name="Line 70">
                <a:extLst>
                  <a:ext uri="{FF2B5EF4-FFF2-40B4-BE49-F238E27FC236}">
                    <a16:creationId xmlns:a16="http://schemas.microsoft.com/office/drawing/2014/main" id="{A44BD53D-55F4-46BF-B845-24D4C3607B01}"/>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61" name="Line 71">
                <a:extLst>
                  <a:ext uri="{FF2B5EF4-FFF2-40B4-BE49-F238E27FC236}">
                    <a16:creationId xmlns:a16="http://schemas.microsoft.com/office/drawing/2014/main" id="{FD6A8B88-77CB-4500-A2D7-4AA2ED638BB8}"/>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5955" name="Group 72">
              <a:extLst>
                <a:ext uri="{FF2B5EF4-FFF2-40B4-BE49-F238E27FC236}">
                  <a16:creationId xmlns:a16="http://schemas.microsoft.com/office/drawing/2014/main" id="{73CAC1CE-B604-4447-9606-D7DB22432757}"/>
                </a:ext>
              </a:extLst>
            </p:cNvPr>
            <p:cNvGrpSpPr>
              <a:grpSpLocks/>
            </p:cNvGrpSpPr>
            <p:nvPr/>
          </p:nvGrpSpPr>
          <p:grpSpPr bwMode="auto">
            <a:xfrm flipV="1">
              <a:off x="3686" y="243"/>
              <a:ext cx="177" cy="66"/>
              <a:chOff x="2848" y="848"/>
              <a:chExt cx="140" cy="98"/>
            </a:xfrm>
          </p:grpSpPr>
          <p:sp>
            <p:nvSpPr>
              <p:cNvPr id="35956" name="Line 73">
                <a:extLst>
                  <a:ext uri="{FF2B5EF4-FFF2-40B4-BE49-F238E27FC236}">
                    <a16:creationId xmlns:a16="http://schemas.microsoft.com/office/drawing/2014/main" id="{3112F33C-ED5D-4B80-B3E5-255902121AEC}"/>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57" name="Line 74">
                <a:extLst>
                  <a:ext uri="{FF2B5EF4-FFF2-40B4-BE49-F238E27FC236}">
                    <a16:creationId xmlns:a16="http://schemas.microsoft.com/office/drawing/2014/main" id="{FE4BF39D-F09C-4321-8749-E18E475FBC6D}"/>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58" name="Line 75">
                <a:extLst>
                  <a:ext uri="{FF2B5EF4-FFF2-40B4-BE49-F238E27FC236}">
                    <a16:creationId xmlns:a16="http://schemas.microsoft.com/office/drawing/2014/main" id="{D56CA8EA-B343-4377-AD7B-6E8DF71DC87E}"/>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5851" name="Group 76">
            <a:extLst>
              <a:ext uri="{FF2B5EF4-FFF2-40B4-BE49-F238E27FC236}">
                <a16:creationId xmlns:a16="http://schemas.microsoft.com/office/drawing/2014/main" id="{47A1E113-52C5-4421-B1CC-6FEA27F43738}"/>
              </a:ext>
            </a:extLst>
          </p:cNvPr>
          <p:cNvGrpSpPr>
            <a:grpSpLocks/>
          </p:cNvGrpSpPr>
          <p:nvPr/>
        </p:nvGrpSpPr>
        <p:grpSpPr bwMode="auto">
          <a:xfrm>
            <a:off x="7046913" y="4651375"/>
            <a:ext cx="501650" cy="233363"/>
            <a:chOff x="3600" y="219"/>
            <a:chExt cx="360" cy="175"/>
          </a:xfrm>
        </p:grpSpPr>
        <p:sp>
          <p:nvSpPr>
            <p:cNvPr id="35936" name="Oval 77">
              <a:extLst>
                <a:ext uri="{FF2B5EF4-FFF2-40B4-BE49-F238E27FC236}">
                  <a16:creationId xmlns:a16="http://schemas.microsoft.com/office/drawing/2014/main" id="{C000163C-E1C7-4D15-B9F7-9EFA1072F137}"/>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5937" name="Line 78">
              <a:extLst>
                <a:ext uri="{FF2B5EF4-FFF2-40B4-BE49-F238E27FC236}">
                  <a16:creationId xmlns:a16="http://schemas.microsoft.com/office/drawing/2014/main" id="{B97D6137-8142-495C-8A1F-742C223D002A}"/>
                </a:ext>
              </a:extLst>
            </p:cNvPr>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38" name="Line 79">
              <a:extLst>
                <a:ext uri="{FF2B5EF4-FFF2-40B4-BE49-F238E27FC236}">
                  <a16:creationId xmlns:a16="http://schemas.microsoft.com/office/drawing/2014/main" id="{96F9B050-B8DB-4265-9DA3-919980B91A86}"/>
                </a:ext>
              </a:extLst>
            </p:cNvPr>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39" name="Rectangle 80">
              <a:extLst>
                <a:ext uri="{FF2B5EF4-FFF2-40B4-BE49-F238E27FC236}">
                  <a16:creationId xmlns:a16="http://schemas.microsoft.com/office/drawing/2014/main" id="{6F48E0CF-4D28-443D-9E97-8AB662A9ED9D}"/>
                </a:ext>
              </a:extLst>
            </p:cNvPr>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endParaRPr kumimoji="0" lang="zh-CN" altLang="zh-CN" sz="2400">
                <a:latin typeface="Times New Roman" panose="02020603050405020304" pitchFamily="18" charset="0"/>
                <a:ea typeface="楷体_GB2312" pitchFamily="1" charset="-122"/>
              </a:endParaRPr>
            </a:p>
          </p:txBody>
        </p:sp>
        <p:sp>
          <p:nvSpPr>
            <p:cNvPr id="35940" name="Oval 81">
              <a:extLst>
                <a:ext uri="{FF2B5EF4-FFF2-40B4-BE49-F238E27FC236}">
                  <a16:creationId xmlns:a16="http://schemas.microsoft.com/office/drawing/2014/main" id="{5767351C-23BD-4BBF-A255-853F8CDEF090}"/>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nvGrpSpPr>
            <p:cNvPr id="35941" name="Group 82">
              <a:extLst>
                <a:ext uri="{FF2B5EF4-FFF2-40B4-BE49-F238E27FC236}">
                  <a16:creationId xmlns:a16="http://schemas.microsoft.com/office/drawing/2014/main" id="{F6C9565A-7A7C-459B-8D05-F4D3D6560834}"/>
                </a:ext>
              </a:extLst>
            </p:cNvPr>
            <p:cNvGrpSpPr>
              <a:grpSpLocks/>
            </p:cNvGrpSpPr>
            <p:nvPr/>
          </p:nvGrpSpPr>
          <p:grpSpPr bwMode="auto">
            <a:xfrm>
              <a:off x="3686" y="244"/>
              <a:ext cx="177" cy="66"/>
              <a:chOff x="2848" y="848"/>
              <a:chExt cx="140" cy="98"/>
            </a:xfrm>
          </p:grpSpPr>
          <p:sp>
            <p:nvSpPr>
              <p:cNvPr id="35946" name="Line 83">
                <a:extLst>
                  <a:ext uri="{FF2B5EF4-FFF2-40B4-BE49-F238E27FC236}">
                    <a16:creationId xmlns:a16="http://schemas.microsoft.com/office/drawing/2014/main" id="{9998CB67-37D2-4FCC-B3D5-3A4C1178D215}"/>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47" name="Line 84">
                <a:extLst>
                  <a:ext uri="{FF2B5EF4-FFF2-40B4-BE49-F238E27FC236}">
                    <a16:creationId xmlns:a16="http://schemas.microsoft.com/office/drawing/2014/main" id="{76DEB7C6-50E6-4C97-930C-78EF4E907AF3}"/>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48" name="Line 85">
                <a:extLst>
                  <a:ext uri="{FF2B5EF4-FFF2-40B4-BE49-F238E27FC236}">
                    <a16:creationId xmlns:a16="http://schemas.microsoft.com/office/drawing/2014/main" id="{16017E35-3C15-4E57-85A8-A9BC198C80F0}"/>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5942" name="Group 86">
              <a:extLst>
                <a:ext uri="{FF2B5EF4-FFF2-40B4-BE49-F238E27FC236}">
                  <a16:creationId xmlns:a16="http://schemas.microsoft.com/office/drawing/2014/main" id="{2F60E7AC-9C0D-419E-A752-DF4F8722C40E}"/>
                </a:ext>
              </a:extLst>
            </p:cNvPr>
            <p:cNvGrpSpPr>
              <a:grpSpLocks/>
            </p:cNvGrpSpPr>
            <p:nvPr/>
          </p:nvGrpSpPr>
          <p:grpSpPr bwMode="auto">
            <a:xfrm flipV="1">
              <a:off x="3686" y="243"/>
              <a:ext cx="177" cy="66"/>
              <a:chOff x="2848" y="848"/>
              <a:chExt cx="140" cy="98"/>
            </a:xfrm>
          </p:grpSpPr>
          <p:sp>
            <p:nvSpPr>
              <p:cNvPr id="35943" name="Line 87">
                <a:extLst>
                  <a:ext uri="{FF2B5EF4-FFF2-40B4-BE49-F238E27FC236}">
                    <a16:creationId xmlns:a16="http://schemas.microsoft.com/office/drawing/2014/main" id="{39E1A9D2-0793-4337-BDB3-8BF9A0F44603}"/>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44" name="Line 88">
                <a:extLst>
                  <a:ext uri="{FF2B5EF4-FFF2-40B4-BE49-F238E27FC236}">
                    <a16:creationId xmlns:a16="http://schemas.microsoft.com/office/drawing/2014/main" id="{2751FA9A-1D99-457A-86A8-BAC77907DD5D}"/>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45" name="Line 89">
                <a:extLst>
                  <a:ext uri="{FF2B5EF4-FFF2-40B4-BE49-F238E27FC236}">
                    <a16:creationId xmlns:a16="http://schemas.microsoft.com/office/drawing/2014/main" id="{1E06FFCA-328E-4ED1-BC62-05C7C80BB039}"/>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5852" name="Group 90">
            <a:extLst>
              <a:ext uri="{FF2B5EF4-FFF2-40B4-BE49-F238E27FC236}">
                <a16:creationId xmlns:a16="http://schemas.microsoft.com/office/drawing/2014/main" id="{432BA7CE-1245-4337-B4C7-73000EC496C7}"/>
              </a:ext>
            </a:extLst>
          </p:cNvPr>
          <p:cNvGrpSpPr>
            <a:grpSpLocks/>
          </p:cNvGrpSpPr>
          <p:nvPr/>
        </p:nvGrpSpPr>
        <p:grpSpPr bwMode="auto">
          <a:xfrm>
            <a:off x="2000250" y="2844800"/>
            <a:ext cx="1566863" cy="1987550"/>
            <a:chOff x="2366" y="929"/>
            <a:chExt cx="987" cy="1252"/>
          </a:xfrm>
        </p:grpSpPr>
        <p:graphicFrame>
          <p:nvGraphicFramePr>
            <p:cNvPr id="35926" name="Object 91">
              <a:extLst>
                <a:ext uri="{FF2B5EF4-FFF2-40B4-BE49-F238E27FC236}">
                  <a16:creationId xmlns:a16="http://schemas.microsoft.com/office/drawing/2014/main" id="{FF553635-51C0-40B3-9957-EF0A90618D67}"/>
                </a:ext>
              </a:extLst>
            </p:cNvPr>
            <p:cNvGraphicFramePr>
              <a:graphicFrameLocks noChangeAspect="1"/>
            </p:cNvGraphicFramePr>
            <p:nvPr/>
          </p:nvGraphicFramePr>
          <p:xfrm>
            <a:off x="2741" y="929"/>
            <a:ext cx="333" cy="264"/>
          </p:xfrm>
          <a:graphic>
            <a:graphicData uri="http://schemas.openxmlformats.org/presentationml/2006/ole">
              <mc:AlternateContent xmlns:mc="http://schemas.openxmlformats.org/markup-compatibility/2006">
                <mc:Choice xmlns:v="urn:schemas-microsoft-com:vml" Requires="v">
                  <p:oleObj spid="_x0000_s47136" name="Clip" r:id="rId3" imgW="1307263" imgH="1084139" progId="MS_ClipArt_Gallery.2">
                    <p:embed/>
                  </p:oleObj>
                </mc:Choice>
                <mc:Fallback>
                  <p:oleObj name="Clip" r:id="rId3" imgW="1307263" imgH="1084139" progId="MS_ClipArt_Gallery.2">
                    <p:embed/>
                    <p:pic>
                      <p:nvPicPr>
                        <p:cNvPr id="35926" name="Object 91">
                          <a:extLst>
                            <a:ext uri="{FF2B5EF4-FFF2-40B4-BE49-F238E27FC236}">
                              <a16:creationId xmlns:a16="http://schemas.microsoft.com/office/drawing/2014/main" id="{FF553635-51C0-40B3-9957-EF0A90618D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1" y="929"/>
                          <a:ext cx="333"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5927" name="Group 92">
              <a:extLst>
                <a:ext uri="{FF2B5EF4-FFF2-40B4-BE49-F238E27FC236}">
                  <a16:creationId xmlns:a16="http://schemas.microsoft.com/office/drawing/2014/main" id="{239EFF40-4D03-4D31-BB92-B8C71F9B2C8D}"/>
                </a:ext>
              </a:extLst>
            </p:cNvPr>
            <p:cNvGrpSpPr>
              <a:grpSpLocks/>
            </p:cNvGrpSpPr>
            <p:nvPr/>
          </p:nvGrpSpPr>
          <p:grpSpPr bwMode="auto">
            <a:xfrm>
              <a:off x="2366" y="1145"/>
              <a:ext cx="987" cy="1036"/>
              <a:chOff x="2956" y="969"/>
              <a:chExt cx="513" cy="529"/>
            </a:xfrm>
          </p:grpSpPr>
          <p:sp>
            <p:nvSpPr>
              <p:cNvPr id="35928" name="Rectangle 93">
                <a:extLst>
                  <a:ext uri="{FF2B5EF4-FFF2-40B4-BE49-F238E27FC236}">
                    <a16:creationId xmlns:a16="http://schemas.microsoft.com/office/drawing/2014/main" id="{532B52FC-DFE3-4D51-B7C0-FA130832BE05}"/>
                  </a:ext>
                </a:extLst>
              </p:cNvPr>
              <p:cNvSpPr>
                <a:spLocks noChangeArrowheads="1"/>
              </p:cNvSpPr>
              <p:nvPr/>
            </p:nvSpPr>
            <p:spPr bwMode="auto">
              <a:xfrm>
                <a:off x="3018" y="969"/>
                <a:ext cx="426" cy="4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5929" name="Rectangle 94">
                <a:extLst>
                  <a:ext uri="{FF2B5EF4-FFF2-40B4-BE49-F238E27FC236}">
                    <a16:creationId xmlns:a16="http://schemas.microsoft.com/office/drawing/2014/main" id="{F0A015F8-1017-43B7-86D3-55066C4AC936}"/>
                  </a:ext>
                </a:extLst>
              </p:cNvPr>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5930" name="Rectangle 95">
                <a:extLst>
                  <a:ext uri="{FF2B5EF4-FFF2-40B4-BE49-F238E27FC236}">
                    <a16:creationId xmlns:a16="http://schemas.microsoft.com/office/drawing/2014/main" id="{6971771D-B4D9-4F7A-86CF-74827DCB86EA}"/>
                  </a:ext>
                </a:extLst>
              </p:cNvPr>
              <p:cNvSpPr>
                <a:spLocks noChangeArrowheads="1"/>
              </p:cNvSpPr>
              <p:nvPr/>
            </p:nvSpPr>
            <p:spPr bwMode="auto">
              <a:xfrm>
                <a:off x="3000" y="1185"/>
                <a:ext cx="432"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5931" name="Text Box 96">
                <a:extLst>
                  <a:ext uri="{FF2B5EF4-FFF2-40B4-BE49-F238E27FC236}">
                    <a16:creationId xmlns:a16="http://schemas.microsoft.com/office/drawing/2014/main" id="{FFC9F40E-C78D-4491-9F8E-4EFC01D2F9ED}"/>
                  </a:ext>
                </a:extLst>
              </p:cNvPr>
              <p:cNvSpPr txBox="1">
                <a:spLocks noChangeArrowheads="1"/>
              </p:cNvSpPr>
              <p:nvPr/>
            </p:nvSpPr>
            <p:spPr bwMode="auto">
              <a:xfrm>
                <a:off x="2956" y="978"/>
                <a:ext cx="513"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2000">
                    <a:latin typeface="Times New Roman" panose="02020603050405020304" pitchFamily="18" charset="0"/>
                    <a:ea typeface="楷体_GB2312" pitchFamily="1" charset="-122"/>
                  </a:rPr>
                  <a:t>application</a:t>
                </a:r>
              </a:p>
              <a:p>
                <a:pPr algn="ctr">
                  <a:spcBef>
                    <a:spcPct val="0"/>
                  </a:spcBef>
                  <a:buClrTx/>
                  <a:buSzTx/>
                  <a:buFontTx/>
                  <a:buNone/>
                </a:pPr>
                <a:r>
                  <a:rPr kumimoji="0" lang="en-US" altLang="zh-CN" sz="2000">
                    <a:latin typeface="Times New Roman" panose="02020603050405020304" pitchFamily="18" charset="0"/>
                    <a:ea typeface="楷体_GB2312" pitchFamily="1" charset="-122"/>
                  </a:rPr>
                  <a:t>transport</a:t>
                </a:r>
              </a:p>
              <a:p>
                <a:pPr algn="ctr">
                  <a:spcBef>
                    <a:spcPct val="0"/>
                  </a:spcBef>
                  <a:buClrTx/>
                  <a:buSzTx/>
                  <a:buFontTx/>
                  <a:buNone/>
                </a:pPr>
                <a:r>
                  <a:rPr kumimoji="0" lang="en-US" altLang="zh-CN" sz="2000">
                    <a:solidFill>
                      <a:schemeClr val="bg1"/>
                    </a:solidFill>
                    <a:latin typeface="Times New Roman" panose="02020603050405020304" pitchFamily="18" charset="0"/>
                    <a:ea typeface="楷体_GB2312" pitchFamily="1" charset="-122"/>
                  </a:rPr>
                  <a:t>network</a:t>
                </a:r>
                <a:endParaRPr kumimoji="0" lang="en-US" altLang="zh-CN" sz="2000">
                  <a:latin typeface="Times New Roman" panose="02020603050405020304" pitchFamily="18" charset="0"/>
                  <a:ea typeface="楷体_GB2312" pitchFamily="1" charset="-122"/>
                </a:endParaRPr>
              </a:p>
              <a:p>
                <a:pPr algn="ctr">
                  <a:spcBef>
                    <a:spcPct val="0"/>
                  </a:spcBef>
                  <a:buClrTx/>
                  <a:buSzTx/>
                  <a:buFontTx/>
                  <a:buNone/>
                </a:pPr>
                <a:r>
                  <a:rPr kumimoji="0" lang="en-US" altLang="zh-CN" sz="2000">
                    <a:latin typeface="Times New Roman" panose="02020603050405020304" pitchFamily="18" charset="0"/>
                    <a:ea typeface="楷体_GB2312" pitchFamily="1" charset="-122"/>
                  </a:rPr>
                  <a:t>data link</a:t>
                </a:r>
              </a:p>
              <a:p>
                <a:pPr algn="ctr">
                  <a:spcBef>
                    <a:spcPct val="0"/>
                  </a:spcBef>
                  <a:buClrTx/>
                  <a:buSzTx/>
                  <a:buFontTx/>
                  <a:buNone/>
                </a:pPr>
                <a:r>
                  <a:rPr kumimoji="0" lang="en-US" altLang="zh-CN" sz="2000">
                    <a:latin typeface="Times New Roman" panose="02020603050405020304" pitchFamily="18" charset="0"/>
                    <a:ea typeface="楷体_GB2312" pitchFamily="1" charset="-122"/>
                  </a:rPr>
                  <a:t>physical</a:t>
                </a:r>
              </a:p>
            </p:txBody>
          </p:sp>
          <p:sp>
            <p:nvSpPr>
              <p:cNvPr id="35932" name="Line 97">
                <a:extLst>
                  <a:ext uri="{FF2B5EF4-FFF2-40B4-BE49-F238E27FC236}">
                    <a16:creationId xmlns:a16="http://schemas.microsoft.com/office/drawing/2014/main" id="{F846EFC2-CE8B-4902-B00A-7A1B58E99DC8}"/>
                  </a:ext>
                </a:extLst>
              </p:cNvPr>
              <p:cNvSpPr>
                <a:spLocks noChangeShapeType="1"/>
              </p:cNvSpPr>
              <p:nvPr/>
            </p:nvSpPr>
            <p:spPr bwMode="auto">
              <a:xfrm>
                <a:off x="2997" y="119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33" name="Line 98">
                <a:extLst>
                  <a:ext uri="{FF2B5EF4-FFF2-40B4-BE49-F238E27FC236}">
                    <a16:creationId xmlns:a16="http://schemas.microsoft.com/office/drawing/2014/main" id="{647EAD1F-20AC-462F-A4FC-2B550D2DF8B1}"/>
                  </a:ext>
                </a:extLst>
              </p:cNvPr>
              <p:cNvSpPr>
                <a:spLocks noChangeShapeType="1"/>
              </p:cNvSpPr>
              <p:nvPr/>
            </p:nvSpPr>
            <p:spPr bwMode="auto">
              <a:xfrm>
                <a:off x="3003" y="1290"/>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34" name="Line 99">
                <a:extLst>
                  <a:ext uri="{FF2B5EF4-FFF2-40B4-BE49-F238E27FC236}">
                    <a16:creationId xmlns:a16="http://schemas.microsoft.com/office/drawing/2014/main" id="{D8C61B85-8062-494F-96F0-65726E556682}"/>
                  </a:ext>
                </a:extLst>
              </p:cNvPr>
              <p:cNvSpPr>
                <a:spLocks noChangeShapeType="1"/>
              </p:cNvSpPr>
              <p:nvPr/>
            </p:nvSpPr>
            <p:spPr bwMode="auto">
              <a:xfrm>
                <a:off x="3003" y="137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35" name="Line 100">
                <a:extLst>
                  <a:ext uri="{FF2B5EF4-FFF2-40B4-BE49-F238E27FC236}">
                    <a16:creationId xmlns:a16="http://schemas.microsoft.com/office/drawing/2014/main" id="{650B8DA5-9CFA-4E78-AB29-292C85B5B9DB}"/>
                  </a:ext>
                </a:extLst>
              </p:cNvPr>
              <p:cNvSpPr>
                <a:spLocks noChangeShapeType="1"/>
              </p:cNvSpPr>
              <p:nvPr/>
            </p:nvSpPr>
            <p:spPr bwMode="auto">
              <a:xfrm>
                <a:off x="3003" y="1092"/>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35853" name="Freeform 101">
            <a:extLst>
              <a:ext uri="{FF2B5EF4-FFF2-40B4-BE49-F238E27FC236}">
                <a16:creationId xmlns:a16="http://schemas.microsoft.com/office/drawing/2014/main" id="{A21C7B5F-A0CA-4826-8CA1-2E5A52EC47FB}"/>
              </a:ext>
            </a:extLst>
          </p:cNvPr>
          <p:cNvSpPr>
            <a:spLocks/>
          </p:cNvSpPr>
          <p:nvPr/>
        </p:nvSpPr>
        <p:spPr bwMode="auto">
          <a:xfrm>
            <a:off x="6553200" y="4468813"/>
            <a:ext cx="504825" cy="307975"/>
          </a:xfrm>
          <a:custGeom>
            <a:avLst/>
            <a:gdLst>
              <a:gd name="T0" fmla="*/ 0 w 318"/>
              <a:gd name="T1" fmla="*/ 0 h 194"/>
              <a:gd name="T2" fmla="*/ 2147483646 w 318"/>
              <a:gd name="T3" fmla="*/ 2147483646 h 194"/>
              <a:gd name="T4" fmla="*/ 0 60000 65536"/>
              <a:gd name="T5" fmla="*/ 0 60000 65536"/>
            </a:gdLst>
            <a:ahLst/>
            <a:cxnLst>
              <a:cxn ang="T4">
                <a:pos x="T0" y="T1"/>
              </a:cxn>
              <a:cxn ang="T5">
                <a:pos x="T2" y="T3"/>
              </a:cxn>
            </a:cxnLst>
            <a:rect l="0" t="0" r="r" b="b"/>
            <a:pathLst>
              <a:path w="318" h="194">
                <a:moveTo>
                  <a:pt x="0" y="0"/>
                </a:moveTo>
                <a:lnTo>
                  <a:pt x="318" y="194"/>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4" name="Freeform 102">
            <a:extLst>
              <a:ext uri="{FF2B5EF4-FFF2-40B4-BE49-F238E27FC236}">
                <a16:creationId xmlns:a16="http://schemas.microsoft.com/office/drawing/2014/main" id="{0C043ED9-C444-4C5F-8613-08DF9818DFA4}"/>
              </a:ext>
            </a:extLst>
          </p:cNvPr>
          <p:cNvSpPr>
            <a:spLocks/>
          </p:cNvSpPr>
          <p:nvPr/>
        </p:nvSpPr>
        <p:spPr bwMode="auto">
          <a:xfrm>
            <a:off x="5487988" y="4860925"/>
            <a:ext cx="481012" cy="238125"/>
          </a:xfrm>
          <a:custGeom>
            <a:avLst/>
            <a:gdLst>
              <a:gd name="T0" fmla="*/ 0 w 294"/>
              <a:gd name="T1" fmla="*/ 0 h 174"/>
              <a:gd name="T2" fmla="*/ 2147483646 w 294"/>
              <a:gd name="T3" fmla="*/ 2147483646 h 174"/>
              <a:gd name="T4" fmla="*/ 0 60000 65536"/>
              <a:gd name="T5" fmla="*/ 0 60000 65536"/>
            </a:gdLst>
            <a:ahLst/>
            <a:cxnLst>
              <a:cxn ang="T4">
                <a:pos x="T0" y="T1"/>
              </a:cxn>
              <a:cxn ang="T5">
                <a:pos x="T2" y="T3"/>
              </a:cxn>
            </a:cxnLst>
            <a:rect l="0" t="0" r="r" b="b"/>
            <a:pathLst>
              <a:path w="294" h="174">
                <a:moveTo>
                  <a:pt x="0" y="0"/>
                </a:moveTo>
                <a:lnTo>
                  <a:pt x="294" y="174"/>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5" name="Freeform 103">
            <a:extLst>
              <a:ext uri="{FF2B5EF4-FFF2-40B4-BE49-F238E27FC236}">
                <a16:creationId xmlns:a16="http://schemas.microsoft.com/office/drawing/2014/main" id="{AE711D1E-6DEF-4400-A77E-39FC0CB2336B}"/>
              </a:ext>
            </a:extLst>
          </p:cNvPr>
          <p:cNvSpPr>
            <a:spLocks/>
          </p:cNvSpPr>
          <p:nvPr/>
        </p:nvSpPr>
        <p:spPr bwMode="auto">
          <a:xfrm>
            <a:off x="6435725" y="4837113"/>
            <a:ext cx="628650" cy="247650"/>
          </a:xfrm>
          <a:custGeom>
            <a:avLst/>
            <a:gdLst>
              <a:gd name="T0" fmla="*/ 0 w 378"/>
              <a:gd name="T1" fmla="*/ 2147483646 h 174"/>
              <a:gd name="T2" fmla="*/ 2147483646 w 378"/>
              <a:gd name="T3" fmla="*/ 0 h 174"/>
              <a:gd name="T4" fmla="*/ 0 60000 65536"/>
              <a:gd name="T5" fmla="*/ 0 60000 65536"/>
            </a:gdLst>
            <a:ahLst/>
            <a:cxnLst>
              <a:cxn ang="T4">
                <a:pos x="T0" y="T1"/>
              </a:cxn>
              <a:cxn ang="T5">
                <a:pos x="T2" y="T3"/>
              </a:cxn>
            </a:cxnLst>
            <a:rect l="0" t="0" r="r" b="b"/>
            <a:pathLst>
              <a:path w="378" h="174">
                <a:moveTo>
                  <a:pt x="0" y="174"/>
                </a:moveTo>
                <a:lnTo>
                  <a:pt x="378"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6" name="Freeform 104">
            <a:extLst>
              <a:ext uri="{FF2B5EF4-FFF2-40B4-BE49-F238E27FC236}">
                <a16:creationId xmlns:a16="http://schemas.microsoft.com/office/drawing/2014/main" id="{FC937155-E749-4C49-B675-F14771D48A70}"/>
              </a:ext>
            </a:extLst>
          </p:cNvPr>
          <p:cNvSpPr>
            <a:spLocks/>
          </p:cNvSpPr>
          <p:nvPr/>
        </p:nvSpPr>
        <p:spPr bwMode="auto">
          <a:xfrm>
            <a:off x="7102475" y="4891088"/>
            <a:ext cx="206375" cy="508000"/>
          </a:xfrm>
          <a:custGeom>
            <a:avLst/>
            <a:gdLst>
              <a:gd name="T0" fmla="*/ 0 w 118"/>
              <a:gd name="T1" fmla="*/ 2147483646 h 500"/>
              <a:gd name="T2" fmla="*/ 2147483646 w 118"/>
              <a:gd name="T3" fmla="*/ 0 h 500"/>
              <a:gd name="T4" fmla="*/ 0 60000 65536"/>
              <a:gd name="T5" fmla="*/ 0 60000 65536"/>
            </a:gdLst>
            <a:ahLst/>
            <a:cxnLst>
              <a:cxn ang="T4">
                <a:pos x="T0" y="T1"/>
              </a:cxn>
              <a:cxn ang="T5">
                <a:pos x="T2" y="T3"/>
              </a:cxn>
            </a:cxnLst>
            <a:rect l="0" t="0" r="r" b="b"/>
            <a:pathLst>
              <a:path w="118" h="500">
                <a:moveTo>
                  <a:pt x="0" y="500"/>
                </a:moveTo>
                <a:lnTo>
                  <a:pt x="118"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7" name="Freeform 105">
            <a:extLst>
              <a:ext uri="{FF2B5EF4-FFF2-40B4-BE49-F238E27FC236}">
                <a16:creationId xmlns:a16="http://schemas.microsoft.com/office/drawing/2014/main" id="{7FD4F507-6547-4A91-BC68-8E8F9AD7121A}"/>
              </a:ext>
            </a:extLst>
          </p:cNvPr>
          <p:cNvSpPr>
            <a:spLocks/>
          </p:cNvSpPr>
          <p:nvPr/>
        </p:nvSpPr>
        <p:spPr bwMode="auto">
          <a:xfrm>
            <a:off x="5867400" y="5424488"/>
            <a:ext cx="736600" cy="74612"/>
          </a:xfrm>
          <a:custGeom>
            <a:avLst/>
            <a:gdLst>
              <a:gd name="T0" fmla="*/ 2147483646 w 370"/>
              <a:gd name="T1" fmla="*/ 2147483646 h 32"/>
              <a:gd name="T2" fmla="*/ 0 w 370"/>
              <a:gd name="T3" fmla="*/ 0 h 32"/>
              <a:gd name="T4" fmla="*/ 0 60000 65536"/>
              <a:gd name="T5" fmla="*/ 0 60000 65536"/>
            </a:gdLst>
            <a:ahLst/>
            <a:cxnLst>
              <a:cxn ang="T4">
                <a:pos x="T0" y="T1"/>
              </a:cxn>
              <a:cxn ang="T5">
                <a:pos x="T2" y="T3"/>
              </a:cxn>
            </a:cxnLst>
            <a:rect l="0" t="0" r="r" b="b"/>
            <a:pathLst>
              <a:path w="370" h="32">
                <a:moveTo>
                  <a:pt x="370" y="32"/>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8" name="Freeform 106">
            <a:extLst>
              <a:ext uri="{FF2B5EF4-FFF2-40B4-BE49-F238E27FC236}">
                <a16:creationId xmlns:a16="http://schemas.microsoft.com/office/drawing/2014/main" id="{4B105231-7295-4858-8603-90470142F699}"/>
              </a:ext>
            </a:extLst>
          </p:cNvPr>
          <p:cNvSpPr>
            <a:spLocks/>
          </p:cNvSpPr>
          <p:nvPr/>
        </p:nvSpPr>
        <p:spPr bwMode="auto">
          <a:xfrm>
            <a:off x="5330825" y="4884738"/>
            <a:ext cx="193675" cy="425450"/>
          </a:xfrm>
          <a:custGeom>
            <a:avLst/>
            <a:gdLst>
              <a:gd name="T0" fmla="*/ 2147483646 w 176"/>
              <a:gd name="T1" fmla="*/ 2147483646 h 412"/>
              <a:gd name="T2" fmla="*/ 2147483646 w 176"/>
              <a:gd name="T3" fmla="*/ 2147483646 h 412"/>
              <a:gd name="T4" fmla="*/ 0 w 176"/>
              <a:gd name="T5" fmla="*/ 0 h 412"/>
              <a:gd name="T6" fmla="*/ 0 60000 65536"/>
              <a:gd name="T7" fmla="*/ 0 60000 65536"/>
              <a:gd name="T8" fmla="*/ 0 60000 65536"/>
            </a:gdLst>
            <a:ahLst/>
            <a:cxnLst>
              <a:cxn ang="T6">
                <a:pos x="T0" y="T1"/>
              </a:cxn>
              <a:cxn ang="T7">
                <a:pos x="T2" y="T3"/>
              </a:cxn>
              <a:cxn ang="T8">
                <a:pos x="T4" y="T5"/>
              </a:cxn>
            </a:cxnLst>
            <a:rect l="0" t="0" r="r" b="b"/>
            <a:pathLst>
              <a:path w="176" h="412">
                <a:moveTo>
                  <a:pt x="162" y="408"/>
                </a:moveTo>
                <a:lnTo>
                  <a:pt x="176" y="412"/>
                </a:ln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5859" name="Group 107">
            <a:extLst>
              <a:ext uri="{FF2B5EF4-FFF2-40B4-BE49-F238E27FC236}">
                <a16:creationId xmlns:a16="http://schemas.microsoft.com/office/drawing/2014/main" id="{3DC5A8A7-BC21-47D9-B5AE-AEF5FC245CF8}"/>
              </a:ext>
            </a:extLst>
          </p:cNvPr>
          <p:cNvGrpSpPr>
            <a:grpSpLocks/>
          </p:cNvGrpSpPr>
          <p:nvPr/>
        </p:nvGrpSpPr>
        <p:grpSpPr bwMode="auto">
          <a:xfrm>
            <a:off x="8782050" y="3016250"/>
            <a:ext cx="1566863" cy="1987550"/>
            <a:chOff x="2366" y="929"/>
            <a:chExt cx="987" cy="1252"/>
          </a:xfrm>
        </p:grpSpPr>
        <p:graphicFrame>
          <p:nvGraphicFramePr>
            <p:cNvPr id="35916" name="Object 108">
              <a:extLst>
                <a:ext uri="{FF2B5EF4-FFF2-40B4-BE49-F238E27FC236}">
                  <a16:creationId xmlns:a16="http://schemas.microsoft.com/office/drawing/2014/main" id="{C5826D84-0147-477E-ADFE-4F7C6D70E97C}"/>
                </a:ext>
              </a:extLst>
            </p:cNvPr>
            <p:cNvGraphicFramePr>
              <a:graphicFrameLocks noChangeAspect="1"/>
            </p:cNvGraphicFramePr>
            <p:nvPr/>
          </p:nvGraphicFramePr>
          <p:xfrm>
            <a:off x="2741" y="929"/>
            <a:ext cx="333" cy="264"/>
          </p:xfrm>
          <a:graphic>
            <a:graphicData uri="http://schemas.openxmlformats.org/presentationml/2006/ole">
              <mc:AlternateContent xmlns:mc="http://schemas.openxmlformats.org/markup-compatibility/2006">
                <mc:Choice xmlns:v="urn:schemas-microsoft-com:vml" Requires="v">
                  <p:oleObj spid="_x0000_s47137" name="Clip" r:id="rId5" imgW="1307263" imgH="1084139" progId="MS_ClipArt_Gallery.2">
                    <p:embed/>
                  </p:oleObj>
                </mc:Choice>
                <mc:Fallback>
                  <p:oleObj name="Clip" r:id="rId5" imgW="1307263" imgH="1084139" progId="MS_ClipArt_Gallery.2">
                    <p:embed/>
                    <p:pic>
                      <p:nvPicPr>
                        <p:cNvPr id="35916" name="Object 108">
                          <a:extLst>
                            <a:ext uri="{FF2B5EF4-FFF2-40B4-BE49-F238E27FC236}">
                              <a16:creationId xmlns:a16="http://schemas.microsoft.com/office/drawing/2014/main" id="{C5826D84-0147-477E-ADFE-4F7C6D70E9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1" y="929"/>
                          <a:ext cx="333"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5917" name="Group 109">
              <a:extLst>
                <a:ext uri="{FF2B5EF4-FFF2-40B4-BE49-F238E27FC236}">
                  <a16:creationId xmlns:a16="http://schemas.microsoft.com/office/drawing/2014/main" id="{961B2D6C-51D2-4A11-9E76-E6302B8E9A4F}"/>
                </a:ext>
              </a:extLst>
            </p:cNvPr>
            <p:cNvGrpSpPr>
              <a:grpSpLocks/>
            </p:cNvGrpSpPr>
            <p:nvPr/>
          </p:nvGrpSpPr>
          <p:grpSpPr bwMode="auto">
            <a:xfrm>
              <a:off x="2366" y="1145"/>
              <a:ext cx="987" cy="1036"/>
              <a:chOff x="2956" y="969"/>
              <a:chExt cx="513" cy="529"/>
            </a:xfrm>
          </p:grpSpPr>
          <p:sp>
            <p:nvSpPr>
              <p:cNvPr id="35918" name="Rectangle 110">
                <a:extLst>
                  <a:ext uri="{FF2B5EF4-FFF2-40B4-BE49-F238E27FC236}">
                    <a16:creationId xmlns:a16="http://schemas.microsoft.com/office/drawing/2014/main" id="{E79ED4E8-5C6D-4595-B890-AA571163B49B}"/>
                  </a:ext>
                </a:extLst>
              </p:cNvPr>
              <p:cNvSpPr>
                <a:spLocks noChangeArrowheads="1"/>
              </p:cNvSpPr>
              <p:nvPr/>
            </p:nvSpPr>
            <p:spPr bwMode="auto">
              <a:xfrm>
                <a:off x="3018" y="969"/>
                <a:ext cx="426" cy="4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5919" name="Rectangle 111">
                <a:extLst>
                  <a:ext uri="{FF2B5EF4-FFF2-40B4-BE49-F238E27FC236}">
                    <a16:creationId xmlns:a16="http://schemas.microsoft.com/office/drawing/2014/main" id="{62DB1C8C-15E6-45A8-BD0B-4E7DD4533E15}"/>
                  </a:ext>
                </a:extLst>
              </p:cNvPr>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5920" name="Rectangle 112">
                <a:extLst>
                  <a:ext uri="{FF2B5EF4-FFF2-40B4-BE49-F238E27FC236}">
                    <a16:creationId xmlns:a16="http://schemas.microsoft.com/office/drawing/2014/main" id="{EB7FAFF5-F69E-4944-9EDF-3BD5A95A0D44}"/>
                  </a:ext>
                </a:extLst>
              </p:cNvPr>
              <p:cNvSpPr>
                <a:spLocks noChangeArrowheads="1"/>
              </p:cNvSpPr>
              <p:nvPr/>
            </p:nvSpPr>
            <p:spPr bwMode="auto">
              <a:xfrm>
                <a:off x="3000" y="1185"/>
                <a:ext cx="432"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5921" name="Text Box 113">
                <a:extLst>
                  <a:ext uri="{FF2B5EF4-FFF2-40B4-BE49-F238E27FC236}">
                    <a16:creationId xmlns:a16="http://schemas.microsoft.com/office/drawing/2014/main" id="{F990E554-EFE2-419C-B9B5-C7C0F906D5AC}"/>
                  </a:ext>
                </a:extLst>
              </p:cNvPr>
              <p:cNvSpPr txBox="1">
                <a:spLocks noChangeArrowheads="1"/>
              </p:cNvSpPr>
              <p:nvPr/>
            </p:nvSpPr>
            <p:spPr bwMode="auto">
              <a:xfrm>
                <a:off x="2956" y="978"/>
                <a:ext cx="513"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2000">
                    <a:latin typeface="Times New Roman" panose="02020603050405020304" pitchFamily="18" charset="0"/>
                    <a:ea typeface="楷体_GB2312" pitchFamily="1" charset="-122"/>
                  </a:rPr>
                  <a:t>application</a:t>
                </a:r>
              </a:p>
              <a:p>
                <a:pPr algn="ctr">
                  <a:spcBef>
                    <a:spcPct val="0"/>
                  </a:spcBef>
                  <a:buClrTx/>
                  <a:buSzTx/>
                  <a:buFontTx/>
                  <a:buNone/>
                </a:pPr>
                <a:r>
                  <a:rPr kumimoji="0" lang="en-US" altLang="zh-CN" sz="2000">
                    <a:latin typeface="Times New Roman" panose="02020603050405020304" pitchFamily="18" charset="0"/>
                    <a:ea typeface="楷体_GB2312" pitchFamily="1" charset="-122"/>
                  </a:rPr>
                  <a:t>transport</a:t>
                </a:r>
              </a:p>
              <a:p>
                <a:pPr algn="ctr">
                  <a:spcBef>
                    <a:spcPct val="0"/>
                  </a:spcBef>
                  <a:buClrTx/>
                  <a:buSzTx/>
                  <a:buFontTx/>
                  <a:buNone/>
                </a:pPr>
                <a:r>
                  <a:rPr kumimoji="0" lang="en-US" altLang="zh-CN" sz="2000">
                    <a:solidFill>
                      <a:schemeClr val="bg1"/>
                    </a:solidFill>
                    <a:latin typeface="Times New Roman" panose="02020603050405020304" pitchFamily="18" charset="0"/>
                    <a:ea typeface="楷体_GB2312" pitchFamily="1" charset="-122"/>
                  </a:rPr>
                  <a:t>network</a:t>
                </a:r>
                <a:endParaRPr kumimoji="0" lang="en-US" altLang="zh-CN" sz="2000">
                  <a:latin typeface="Times New Roman" panose="02020603050405020304" pitchFamily="18" charset="0"/>
                  <a:ea typeface="楷体_GB2312" pitchFamily="1" charset="-122"/>
                </a:endParaRPr>
              </a:p>
              <a:p>
                <a:pPr algn="ctr">
                  <a:spcBef>
                    <a:spcPct val="0"/>
                  </a:spcBef>
                  <a:buClrTx/>
                  <a:buSzTx/>
                  <a:buFontTx/>
                  <a:buNone/>
                </a:pPr>
                <a:r>
                  <a:rPr kumimoji="0" lang="en-US" altLang="zh-CN" sz="2000">
                    <a:latin typeface="Times New Roman" panose="02020603050405020304" pitchFamily="18" charset="0"/>
                    <a:ea typeface="楷体_GB2312" pitchFamily="1" charset="-122"/>
                  </a:rPr>
                  <a:t>data link</a:t>
                </a:r>
              </a:p>
              <a:p>
                <a:pPr algn="ctr">
                  <a:spcBef>
                    <a:spcPct val="0"/>
                  </a:spcBef>
                  <a:buClrTx/>
                  <a:buSzTx/>
                  <a:buFontTx/>
                  <a:buNone/>
                </a:pPr>
                <a:r>
                  <a:rPr kumimoji="0" lang="en-US" altLang="zh-CN" sz="2000">
                    <a:latin typeface="Times New Roman" panose="02020603050405020304" pitchFamily="18" charset="0"/>
                    <a:ea typeface="楷体_GB2312" pitchFamily="1" charset="-122"/>
                  </a:rPr>
                  <a:t>physical</a:t>
                </a:r>
              </a:p>
            </p:txBody>
          </p:sp>
          <p:sp>
            <p:nvSpPr>
              <p:cNvPr id="35922" name="Line 114">
                <a:extLst>
                  <a:ext uri="{FF2B5EF4-FFF2-40B4-BE49-F238E27FC236}">
                    <a16:creationId xmlns:a16="http://schemas.microsoft.com/office/drawing/2014/main" id="{16DA0E52-B468-4721-85F0-698873E6F9B5}"/>
                  </a:ext>
                </a:extLst>
              </p:cNvPr>
              <p:cNvSpPr>
                <a:spLocks noChangeShapeType="1"/>
              </p:cNvSpPr>
              <p:nvPr/>
            </p:nvSpPr>
            <p:spPr bwMode="auto">
              <a:xfrm>
                <a:off x="2997" y="119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23" name="Line 115">
                <a:extLst>
                  <a:ext uri="{FF2B5EF4-FFF2-40B4-BE49-F238E27FC236}">
                    <a16:creationId xmlns:a16="http://schemas.microsoft.com/office/drawing/2014/main" id="{014156A8-CB57-4C43-A3F9-A8B3E82A4F72}"/>
                  </a:ext>
                </a:extLst>
              </p:cNvPr>
              <p:cNvSpPr>
                <a:spLocks noChangeShapeType="1"/>
              </p:cNvSpPr>
              <p:nvPr/>
            </p:nvSpPr>
            <p:spPr bwMode="auto">
              <a:xfrm>
                <a:off x="3003" y="1290"/>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24" name="Line 116">
                <a:extLst>
                  <a:ext uri="{FF2B5EF4-FFF2-40B4-BE49-F238E27FC236}">
                    <a16:creationId xmlns:a16="http://schemas.microsoft.com/office/drawing/2014/main" id="{97B15925-354E-40CD-9240-2614142A6415}"/>
                  </a:ext>
                </a:extLst>
              </p:cNvPr>
              <p:cNvSpPr>
                <a:spLocks noChangeShapeType="1"/>
              </p:cNvSpPr>
              <p:nvPr/>
            </p:nvSpPr>
            <p:spPr bwMode="auto">
              <a:xfrm>
                <a:off x="3003" y="137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25" name="Line 117">
                <a:extLst>
                  <a:ext uri="{FF2B5EF4-FFF2-40B4-BE49-F238E27FC236}">
                    <a16:creationId xmlns:a16="http://schemas.microsoft.com/office/drawing/2014/main" id="{C466371F-F1EB-4C4A-8801-29E395F45BFC}"/>
                  </a:ext>
                </a:extLst>
              </p:cNvPr>
              <p:cNvSpPr>
                <a:spLocks noChangeShapeType="1"/>
              </p:cNvSpPr>
              <p:nvPr/>
            </p:nvSpPr>
            <p:spPr bwMode="auto">
              <a:xfrm>
                <a:off x="3003" y="1092"/>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35860" name="Line 118">
            <a:extLst>
              <a:ext uri="{FF2B5EF4-FFF2-40B4-BE49-F238E27FC236}">
                <a16:creationId xmlns:a16="http://schemas.microsoft.com/office/drawing/2014/main" id="{B75120B6-7E38-4F6E-89B3-C8842F43EF14}"/>
              </a:ext>
            </a:extLst>
          </p:cNvPr>
          <p:cNvSpPr>
            <a:spLocks noChangeShapeType="1"/>
          </p:cNvSpPr>
          <p:nvPr/>
        </p:nvSpPr>
        <p:spPr bwMode="auto">
          <a:xfrm rot="-5400000" flipH="1" flipV="1">
            <a:off x="8223250" y="4106863"/>
            <a:ext cx="6350" cy="140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3863" name="Text Box 119">
            <a:extLst>
              <a:ext uri="{FF2B5EF4-FFF2-40B4-BE49-F238E27FC236}">
                <a16:creationId xmlns:a16="http://schemas.microsoft.com/office/drawing/2014/main" id="{45D6D3BB-1222-4CFA-AF36-07497D9B73FC}"/>
              </a:ext>
            </a:extLst>
          </p:cNvPr>
          <p:cNvSpPr txBox="1">
            <a:spLocks noChangeArrowheads="1"/>
          </p:cNvSpPr>
          <p:nvPr/>
        </p:nvSpPr>
        <p:spPr bwMode="auto">
          <a:xfrm>
            <a:off x="3540125" y="4046538"/>
            <a:ext cx="144780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800">
                <a:solidFill>
                  <a:srgbClr val="FF0000"/>
                </a:solidFill>
                <a:latin typeface="Times New Roman" panose="02020603050405020304" pitchFamily="18" charset="0"/>
                <a:ea typeface="楷体_GB2312" pitchFamily="1" charset="-122"/>
              </a:rPr>
              <a:t>1. Initiate call</a:t>
            </a:r>
            <a:endParaRPr kumimoji="0" lang="en-US" altLang="zh-CN" sz="2400">
              <a:latin typeface="Times New Roman" panose="02020603050405020304" pitchFamily="18" charset="0"/>
              <a:ea typeface="楷体_GB2312" pitchFamily="1" charset="-122"/>
            </a:endParaRPr>
          </a:p>
        </p:txBody>
      </p:sp>
      <p:sp>
        <p:nvSpPr>
          <p:cNvPr id="1183864" name="Freeform 120">
            <a:extLst>
              <a:ext uri="{FF2B5EF4-FFF2-40B4-BE49-F238E27FC236}">
                <a16:creationId xmlns:a16="http://schemas.microsoft.com/office/drawing/2014/main" id="{31FFA5EB-15D4-4169-A2F6-75FA6CD50EB5}"/>
              </a:ext>
            </a:extLst>
          </p:cNvPr>
          <p:cNvSpPr>
            <a:spLocks/>
          </p:cNvSpPr>
          <p:nvPr/>
        </p:nvSpPr>
        <p:spPr bwMode="auto">
          <a:xfrm>
            <a:off x="3559175" y="4398963"/>
            <a:ext cx="5305425" cy="862012"/>
          </a:xfrm>
          <a:custGeom>
            <a:avLst/>
            <a:gdLst>
              <a:gd name="T0" fmla="*/ 0 w 3342"/>
              <a:gd name="T1" fmla="*/ 0 h 543"/>
              <a:gd name="T2" fmla="*/ 2147483646 w 3342"/>
              <a:gd name="T3" fmla="*/ 2147483646 h 543"/>
              <a:gd name="T4" fmla="*/ 2147483646 w 3342"/>
              <a:gd name="T5" fmla="*/ 2147483646 h 543"/>
              <a:gd name="T6" fmla="*/ 2147483646 w 3342"/>
              <a:gd name="T7" fmla="*/ 2147483646 h 543"/>
              <a:gd name="T8" fmla="*/ 2147483646 w 3342"/>
              <a:gd name="T9" fmla="*/ 2147483646 h 543"/>
              <a:gd name="T10" fmla="*/ 2147483646 w 3342"/>
              <a:gd name="T11" fmla="*/ 2147483646 h 543"/>
              <a:gd name="T12" fmla="*/ 2147483646 w 3342"/>
              <a:gd name="T13" fmla="*/ 2147483646 h 543"/>
              <a:gd name="T14" fmla="*/ 2147483646 w 3342"/>
              <a:gd name="T15" fmla="*/ 2147483646 h 54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342" h="543">
                <a:moveTo>
                  <a:pt x="0" y="0"/>
                </a:moveTo>
                <a:lnTo>
                  <a:pt x="3" y="234"/>
                </a:lnTo>
                <a:lnTo>
                  <a:pt x="939" y="234"/>
                </a:lnTo>
                <a:lnTo>
                  <a:pt x="1617" y="543"/>
                </a:lnTo>
                <a:lnTo>
                  <a:pt x="1818" y="543"/>
                </a:lnTo>
                <a:lnTo>
                  <a:pt x="2364" y="300"/>
                </a:lnTo>
                <a:lnTo>
                  <a:pt x="3342" y="306"/>
                </a:lnTo>
                <a:lnTo>
                  <a:pt x="3336" y="12"/>
                </a:lnTo>
              </a:path>
            </a:pathLst>
          </a:custGeom>
          <a:noFill/>
          <a:ln w="28575"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3865" name="Text Box 121">
            <a:extLst>
              <a:ext uri="{FF2B5EF4-FFF2-40B4-BE49-F238E27FC236}">
                <a16:creationId xmlns:a16="http://schemas.microsoft.com/office/drawing/2014/main" id="{6536006F-B682-43D1-BB55-E48688BCD3B9}"/>
              </a:ext>
            </a:extLst>
          </p:cNvPr>
          <p:cNvSpPr txBox="1">
            <a:spLocks noChangeArrowheads="1"/>
          </p:cNvSpPr>
          <p:nvPr/>
        </p:nvSpPr>
        <p:spPr bwMode="auto">
          <a:xfrm>
            <a:off x="7205663" y="4113213"/>
            <a:ext cx="166370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800">
                <a:solidFill>
                  <a:srgbClr val="FF0000"/>
                </a:solidFill>
                <a:latin typeface="Times New Roman" panose="02020603050405020304" pitchFamily="18" charset="0"/>
                <a:ea typeface="楷体_GB2312" pitchFamily="1" charset="-122"/>
              </a:rPr>
              <a:t>2. incoming call</a:t>
            </a:r>
            <a:endParaRPr kumimoji="0" lang="en-US" altLang="zh-CN" sz="2400">
              <a:latin typeface="Times New Roman" panose="02020603050405020304" pitchFamily="18" charset="0"/>
              <a:ea typeface="楷体_GB2312" pitchFamily="1" charset="-122"/>
            </a:endParaRPr>
          </a:p>
        </p:txBody>
      </p:sp>
      <p:sp>
        <p:nvSpPr>
          <p:cNvPr id="1183866" name="Text Box 122">
            <a:extLst>
              <a:ext uri="{FF2B5EF4-FFF2-40B4-BE49-F238E27FC236}">
                <a16:creationId xmlns:a16="http://schemas.microsoft.com/office/drawing/2014/main" id="{81D53822-66D7-48FA-951A-A53649E66927}"/>
              </a:ext>
            </a:extLst>
          </p:cNvPr>
          <p:cNvSpPr txBox="1">
            <a:spLocks noChangeArrowheads="1"/>
          </p:cNvSpPr>
          <p:nvPr/>
        </p:nvSpPr>
        <p:spPr bwMode="auto">
          <a:xfrm>
            <a:off x="7364413" y="3779838"/>
            <a:ext cx="144780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800">
                <a:solidFill>
                  <a:srgbClr val="FF0000"/>
                </a:solidFill>
                <a:latin typeface="Times New Roman" panose="02020603050405020304" pitchFamily="18" charset="0"/>
                <a:ea typeface="楷体_GB2312" pitchFamily="1" charset="-122"/>
              </a:rPr>
              <a:t>3. Accept call</a:t>
            </a:r>
            <a:endParaRPr kumimoji="0" lang="en-US" altLang="zh-CN" sz="2400">
              <a:latin typeface="Times New Roman" panose="02020603050405020304" pitchFamily="18" charset="0"/>
              <a:ea typeface="楷体_GB2312" pitchFamily="1" charset="-122"/>
            </a:endParaRPr>
          </a:p>
        </p:txBody>
      </p:sp>
      <p:sp>
        <p:nvSpPr>
          <p:cNvPr id="1183867" name="Freeform 123">
            <a:extLst>
              <a:ext uri="{FF2B5EF4-FFF2-40B4-BE49-F238E27FC236}">
                <a16:creationId xmlns:a16="http://schemas.microsoft.com/office/drawing/2014/main" id="{6E9B650C-0880-47AE-8685-CBD3330D4E20}"/>
              </a:ext>
            </a:extLst>
          </p:cNvPr>
          <p:cNvSpPr>
            <a:spLocks/>
          </p:cNvSpPr>
          <p:nvPr/>
        </p:nvSpPr>
        <p:spPr bwMode="auto">
          <a:xfrm>
            <a:off x="3663950" y="4046538"/>
            <a:ext cx="5057775" cy="1123950"/>
          </a:xfrm>
          <a:custGeom>
            <a:avLst/>
            <a:gdLst>
              <a:gd name="T0" fmla="*/ 0 w 3186"/>
              <a:gd name="T1" fmla="*/ 2147483646 h 708"/>
              <a:gd name="T2" fmla="*/ 0 w 3186"/>
              <a:gd name="T3" fmla="*/ 2147483646 h 708"/>
              <a:gd name="T4" fmla="*/ 2147483646 w 3186"/>
              <a:gd name="T5" fmla="*/ 2147483646 h 708"/>
              <a:gd name="T6" fmla="*/ 2147483646 w 3186"/>
              <a:gd name="T7" fmla="*/ 2147483646 h 708"/>
              <a:gd name="T8" fmla="*/ 2147483646 w 3186"/>
              <a:gd name="T9" fmla="*/ 2147483646 h 708"/>
              <a:gd name="T10" fmla="*/ 2147483646 w 3186"/>
              <a:gd name="T11" fmla="*/ 2147483646 h 708"/>
              <a:gd name="T12" fmla="*/ 2147483646 w 3186"/>
              <a:gd name="T13" fmla="*/ 2147483646 h 708"/>
              <a:gd name="T14" fmla="*/ 2147483646 w 3186"/>
              <a:gd name="T15" fmla="*/ 0 h 70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86" h="708">
                <a:moveTo>
                  <a:pt x="0" y="12"/>
                </a:moveTo>
                <a:lnTo>
                  <a:pt x="0" y="381"/>
                </a:lnTo>
                <a:lnTo>
                  <a:pt x="882" y="384"/>
                </a:lnTo>
                <a:lnTo>
                  <a:pt x="1551" y="708"/>
                </a:lnTo>
                <a:lnTo>
                  <a:pt x="1742" y="708"/>
                </a:lnTo>
                <a:lnTo>
                  <a:pt x="2273" y="476"/>
                </a:lnTo>
                <a:lnTo>
                  <a:pt x="3186" y="470"/>
                </a:lnTo>
                <a:lnTo>
                  <a:pt x="3180" y="0"/>
                </a:lnTo>
              </a:path>
            </a:pathLst>
          </a:custGeom>
          <a:noFill/>
          <a:ln w="28575" cap="flat" cmpd="sng">
            <a:solidFill>
              <a:srgbClr val="FF000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3868" name="Text Box 124">
            <a:extLst>
              <a:ext uri="{FF2B5EF4-FFF2-40B4-BE49-F238E27FC236}">
                <a16:creationId xmlns:a16="http://schemas.microsoft.com/office/drawing/2014/main" id="{3079CD14-BC3F-4E0A-96EE-A7B99A518B43}"/>
              </a:ext>
            </a:extLst>
          </p:cNvPr>
          <p:cNvSpPr txBox="1">
            <a:spLocks noChangeArrowheads="1"/>
          </p:cNvSpPr>
          <p:nvPr/>
        </p:nvSpPr>
        <p:spPr bwMode="auto">
          <a:xfrm>
            <a:off x="3497263" y="3760788"/>
            <a:ext cx="177800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800">
                <a:solidFill>
                  <a:srgbClr val="FF0000"/>
                </a:solidFill>
                <a:latin typeface="Times New Roman" panose="02020603050405020304" pitchFamily="18" charset="0"/>
                <a:ea typeface="楷体_GB2312" pitchFamily="1" charset="-122"/>
              </a:rPr>
              <a:t>4. Call connected</a:t>
            </a:r>
            <a:endParaRPr kumimoji="0" lang="en-US" altLang="zh-CN" sz="2400">
              <a:latin typeface="Times New Roman" panose="02020603050405020304" pitchFamily="18" charset="0"/>
              <a:ea typeface="楷体_GB2312" pitchFamily="1" charset="-122"/>
            </a:endParaRPr>
          </a:p>
        </p:txBody>
      </p:sp>
      <p:sp>
        <p:nvSpPr>
          <p:cNvPr id="1183869" name="Text Box 125">
            <a:extLst>
              <a:ext uri="{FF2B5EF4-FFF2-40B4-BE49-F238E27FC236}">
                <a16:creationId xmlns:a16="http://schemas.microsoft.com/office/drawing/2014/main" id="{654A83F4-5B66-4E6C-A5B7-3DF73B94DE7D}"/>
              </a:ext>
            </a:extLst>
          </p:cNvPr>
          <p:cNvSpPr txBox="1">
            <a:spLocks noChangeArrowheads="1"/>
          </p:cNvSpPr>
          <p:nvPr/>
        </p:nvSpPr>
        <p:spPr bwMode="auto">
          <a:xfrm>
            <a:off x="3549650" y="3455988"/>
            <a:ext cx="19748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800">
                <a:solidFill>
                  <a:schemeClr val="accent2"/>
                </a:solidFill>
                <a:latin typeface="Times New Roman" panose="02020603050405020304" pitchFamily="18" charset="0"/>
                <a:ea typeface="楷体_GB2312" pitchFamily="1" charset="-122"/>
              </a:rPr>
              <a:t>5. Data flow begins</a:t>
            </a:r>
            <a:endParaRPr kumimoji="0" lang="en-US" altLang="zh-CN" sz="2400">
              <a:latin typeface="Times New Roman" panose="02020603050405020304" pitchFamily="18" charset="0"/>
              <a:ea typeface="楷体_GB2312" pitchFamily="1" charset="-122"/>
            </a:endParaRPr>
          </a:p>
        </p:txBody>
      </p:sp>
      <p:sp>
        <p:nvSpPr>
          <p:cNvPr id="1183870" name="Text Box 126">
            <a:extLst>
              <a:ext uri="{FF2B5EF4-FFF2-40B4-BE49-F238E27FC236}">
                <a16:creationId xmlns:a16="http://schemas.microsoft.com/office/drawing/2014/main" id="{04C6709A-264B-4C0E-BEF5-330657ECC87C}"/>
              </a:ext>
            </a:extLst>
          </p:cNvPr>
          <p:cNvSpPr txBox="1">
            <a:spLocks noChangeArrowheads="1"/>
          </p:cNvSpPr>
          <p:nvPr/>
        </p:nvSpPr>
        <p:spPr bwMode="auto">
          <a:xfrm>
            <a:off x="7215188" y="3408363"/>
            <a:ext cx="158750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800">
                <a:solidFill>
                  <a:schemeClr val="accent2"/>
                </a:solidFill>
                <a:latin typeface="Times New Roman" panose="02020603050405020304" pitchFamily="18" charset="0"/>
                <a:ea typeface="楷体_GB2312" pitchFamily="1" charset="-122"/>
              </a:rPr>
              <a:t>6. Receive data</a:t>
            </a:r>
            <a:endParaRPr kumimoji="0" lang="en-US" altLang="zh-CN" sz="2400">
              <a:latin typeface="Times New Roman" panose="02020603050405020304" pitchFamily="18" charset="0"/>
              <a:ea typeface="楷体_GB2312" pitchFamily="1" charset="-122"/>
            </a:endParaRPr>
          </a:p>
        </p:txBody>
      </p:sp>
      <p:sp>
        <p:nvSpPr>
          <p:cNvPr id="1183871" name="Freeform 127">
            <a:extLst>
              <a:ext uri="{FF2B5EF4-FFF2-40B4-BE49-F238E27FC236}">
                <a16:creationId xmlns:a16="http://schemas.microsoft.com/office/drawing/2014/main" id="{3D349155-631E-4318-8CCD-12166436DD5F}"/>
              </a:ext>
            </a:extLst>
          </p:cNvPr>
          <p:cNvSpPr>
            <a:spLocks/>
          </p:cNvSpPr>
          <p:nvPr/>
        </p:nvSpPr>
        <p:spPr bwMode="auto">
          <a:xfrm>
            <a:off x="3730625" y="3722688"/>
            <a:ext cx="4895850" cy="1343025"/>
          </a:xfrm>
          <a:custGeom>
            <a:avLst/>
            <a:gdLst>
              <a:gd name="T0" fmla="*/ 0 w 3084"/>
              <a:gd name="T1" fmla="*/ 2147483646 h 846"/>
              <a:gd name="T2" fmla="*/ 0 w 3084"/>
              <a:gd name="T3" fmla="*/ 2147483646 h 846"/>
              <a:gd name="T4" fmla="*/ 2147483646 w 3084"/>
              <a:gd name="T5" fmla="*/ 2147483646 h 846"/>
              <a:gd name="T6" fmla="*/ 2147483646 w 3084"/>
              <a:gd name="T7" fmla="*/ 2147483646 h 846"/>
              <a:gd name="T8" fmla="*/ 2147483646 w 3084"/>
              <a:gd name="T9" fmla="*/ 2147483646 h 846"/>
              <a:gd name="T10" fmla="*/ 2147483646 w 3084"/>
              <a:gd name="T11" fmla="*/ 2147483646 h 846"/>
              <a:gd name="T12" fmla="*/ 2147483646 w 3084"/>
              <a:gd name="T13" fmla="*/ 2147483646 h 846"/>
              <a:gd name="T14" fmla="*/ 2147483646 w 3084"/>
              <a:gd name="T15" fmla="*/ 0 h 8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84" h="846">
                <a:moveTo>
                  <a:pt x="0" y="18"/>
                </a:moveTo>
                <a:lnTo>
                  <a:pt x="0" y="531"/>
                </a:lnTo>
                <a:lnTo>
                  <a:pt x="846" y="534"/>
                </a:lnTo>
                <a:lnTo>
                  <a:pt x="1485" y="846"/>
                </a:lnTo>
                <a:lnTo>
                  <a:pt x="1698" y="843"/>
                </a:lnTo>
                <a:lnTo>
                  <a:pt x="2238" y="633"/>
                </a:lnTo>
                <a:lnTo>
                  <a:pt x="3084" y="633"/>
                </a:lnTo>
                <a:lnTo>
                  <a:pt x="3081" y="0"/>
                </a:lnTo>
              </a:path>
            </a:pathLst>
          </a:custGeom>
          <a:noFill/>
          <a:ln w="57150" cap="flat" cmpd="sng">
            <a:solidFill>
              <a:schemeClr val="accent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183872" name="Group 128">
            <a:extLst>
              <a:ext uri="{FF2B5EF4-FFF2-40B4-BE49-F238E27FC236}">
                <a16:creationId xmlns:a16="http://schemas.microsoft.com/office/drawing/2014/main" id="{E840EA52-596C-492F-80DF-3690C55CD28B}"/>
              </a:ext>
            </a:extLst>
          </p:cNvPr>
          <p:cNvGrpSpPr>
            <a:grpSpLocks/>
          </p:cNvGrpSpPr>
          <p:nvPr/>
        </p:nvGrpSpPr>
        <p:grpSpPr bwMode="auto">
          <a:xfrm>
            <a:off x="5016500" y="4640263"/>
            <a:ext cx="2530475" cy="600075"/>
            <a:chOff x="2214" y="3302"/>
            <a:chExt cx="1594" cy="378"/>
          </a:xfrm>
        </p:grpSpPr>
        <p:grpSp>
          <p:nvGrpSpPr>
            <p:cNvPr id="35874" name="Group 129">
              <a:extLst>
                <a:ext uri="{FF2B5EF4-FFF2-40B4-BE49-F238E27FC236}">
                  <a16:creationId xmlns:a16="http://schemas.microsoft.com/office/drawing/2014/main" id="{CF439B23-689F-49E8-8061-D006D89939E5}"/>
                </a:ext>
              </a:extLst>
            </p:cNvPr>
            <p:cNvGrpSpPr>
              <a:grpSpLocks/>
            </p:cNvGrpSpPr>
            <p:nvPr/>
          </p:nvGrpSpPr>
          <p:grpSpPr bwMode="auto">
            <a:xfrm>
              <a:off x="2214" y="3302"/>
              <a:ext cx="316" cy="147"/>
              <a:chOff x="3120" y="2318"/>
              <a:chExt cx="316" cy="147"/>
            </a:xfrm>
          </p:grpSpPr>
          <p:sp>
            <p:nvSpPr>
              <p:cNvPr id="35903" name="Oval 130">
                <a:extLst>
                  <a:ext uri="{FF2B5EF4-FFF2-40B4-BE49-F238E27FC236}">
                    <a16:creationId xmlns:a16="http://schemas.microsoft.com/office/drawing/2014/main" id="{93D3244A-8940-4DE2-85A5-7728E61A4905}"/>
                  </a:ext>
                </a:extLst>
              </p:cNvPr>
              <p:cNvSpPr>
                <a:spLocks noChangeArrowheads="1"/>
              </p:cNvSpPr>
              <p:nvPr/>
            </p:nvSpPr>
            <p:spPr bwMode="auto">
              <a:xfrm>
                <a:off x="3123" y="2384"/>
                <a:ext cx="313" cy="81"/>
              </a:xfrm>
              <a:prstGeom prst="ellipse">
                <a:avLst/>
              </a:prstGeom>
              <a:solidFill>
                <a:srgbClr val="FF00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5904" name="Line 131">
                <a:extLst>
                  <a:ext uri="{FF2B5EF4-FFF2-40B4-BE49-F238E27FC236}">
                    <a16:creationId xmlns:a16="http://schemas.microsoft.com/office/drawing/2014/main" id="{42DDFDA9-EEE4-4E8B-B15B-5D9EBB40C5F2}"/>
                  </a:ext>
                </a:extLst>
              </p:cNvPr>
              <p:cNvSpPr>
                <a:spLocks noChangeShapeType="1"/>
              </p:cNvSpPr>
              <p:nvPr/>
            </p:nvSpPr>
            <p:spPr bwMode="auto">
              <a:xfrm>
                <a:off x="3123" y="237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05" name="Line 132">
                <a:extLst>
                  <a:ext uri="{FF2B5EF4-FFF2-40B4-BE49-F238E27FC236}">
                    <a16:creationId xmlns:a16="http://schemas.microsoft.com/office/drawing/2014/main" id="{A4918014-80AC-4222-B332-D3318F19F4D8}"/>
                  </a:ext>
                </a:extLst>
              </p:cNvPr>
              <p:cNvSpPr>
                <a:spLocks noChangeShapeType="1"/>
              </p:cNvSpPr>
              <p:nvPr/>
            </p:nvSpPr>
            <p:spPr bwMode="auto">
              <a:xfrm>
                <a:off x="3436" y="237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06" name="Rectangle 133">
                <a:extLst>
                  <a:ext uri="{FF2B5EF4-FFF2-40B4-BE49-F238E27FC236}">
                    <a16:creationId xmlns:a16="http://schemas.microsoft.com/office/drawing/2014/main" id="{7BA07148-3562-4D60-B8CE-0D0FE1F6CDA5}"/>
                  </a:ext>
                </a:extLst>
              </p:cNvPr>
              <p:cNvSpPr>
                <a:spLocks noChangeArrowheads="1"/>
              </p:cNvSpPr>
              <p:nvPr/>
            </p:nvSpPr>
            <p:spPr bwMode="auto">
              <a:xfrm>
                <a:off x="3123" y="2377"/>
                <a:ext cx="310" cy="49"/>
              </a:xfrm>
              <a:prstGeom prst="rect">
                <a:avLst/>
              </a:prstGeom>
              <a:solidFill>
                <a:srgbClr val="FF00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endParaRPr kumimoji="0" lang="zh-CN" altLang="zh-CN" sz="2400">
                  <a:latin typeface="Times New Roman" panose="02020603050405020304" pitchFamily="18" charset="0"/>
                  <a:ea typeface="楷体_GB2312" pitchFamily="1" charset="-122"/>
                </a:endParaRPr>
              </a:p>
            </p:txBody>
          </p:sp>
          <p:sp>
            <p:nvSpPr>
              <p:cNvPr id="35907" name="Oval 134">
                <a:extLst>
                  <a:ext uri="{FF2B5EF4-FFF2-40B4-BE49-F238E27FC236}">
                    <a16:creationId xmlns:a16="http://schemas.microsoft.com/office/drawing/2014/main" id="{008CF7E2-CDB7-40EE-B236-C7F883FC989C}"/>
                  </a:ext>
                </a:extLst>
              </p:cNvPr>
              <p:cNvSpPr>
                <a:spLocks noChangeArrowheads="1"/>
              </p:cNvSpPr>
              <p:nvPr/>
            </p:nvSpPr>
            <p:spPr bwMode="auto">
              <a:xfrm>
                <a:off x="3120" y="2318"/>
                <a:ext cx="313" cy="95"/>
              </a:xfrm>
              <a:prstGeom prst="ellipse">
                <a:avLst/>
              </a:prstGeom>
              <a:solidFill>
                <a:srgbClr val="FF00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nvGrpSpPr>
              <p:cNvPr id="35908" name="Group 135">
                <a:extLst>
                  <a:ext uri="{FF2B5EF4-FFF2-40B4-BE49-F238E27FC236}">
                    <a16:creationId xmlns:a16="http://schemas.microsoft.com/office/drawing/2014/main" id="{D720123E-94FC-46E5-8564-45F94A3892A7}"/>
                  </a:ext>
                </a:extLst>
              </p:cNvPr>
              <p:cNvGrpSpPr>
                <a:grpSpLocks/>
              </p:cNvGrpSpPr>
              <p:nvPr/>
            </p:nvGrpSpPr>
            <p:grpSpPr bwMode="auto">
              <a:xfrm>
                <a:off x="3195" y="2339"/>
                <a:ext cx="156" cy="55"/>
                <a:chOff x="2848" y="848"/>
                <a:chExt cx="140" cy="98"/>
              </a:xfrm>
            </p:grpSpPr>
            <p:sp>
              <p:nvSpPr>
                <p:cNvPr id="35913" name="Line 136">
                  <a:extLst>
                    <a:ext uri="{FF2B5EF4-FFF2-40B4-BE49-F238E27FC236}">
                      <a16:creationId xmlns:a16="http://schemas.microsoft.com/office/drawing/2014/main" id="{EDCA36AB-AC51-4756-B001-44302D43A7EE}"/>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14" name="Line 137">
                  <a:extLst>
                    <a:ext uri="{FF2B5EF4-FFF2-40B4-BE49-F238E27FC236}">
                      <a16:creationId xmlns:a16="http://schemas.microsoft.com/office/drawing/2014/main" id="{4AA6BDBC-31A8-415D-8AEC-042E1D25E680}"/>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15" name="Line 138">
                  <a:extLst>
                    <a:ext uri="{FF2B5EF4-FFF2-40B4-BE49-F238E27FC236}">
                      <a16:creationId xmlns:a16="http://schemas.microsoft.com/office/drawing/2014/main" id="{D871D128-E204-431A-AA9C-27ADA4AFDE74}"/>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5909" name="Group 139">
                <a:extLst>
                  <a:ext uri="{FF2B5EF4-FFF2-40B4-BE49-F238E27FC236}">
                    <a16:creationId xmlns:a16="http://schemas.microsoft.com/office/drawing/2014/main" id="{C17CFF13-BC97-4FD2-A402-D33410AD84EA}"/>
                  </a:ext>
                </a:extLst>
              </p:cNvPr>
              <p:cNvGrpSpPr>
                <a:grpSpLocks/>
              </p:cNvGrpSpPr>
              <p:nvPr/>
            </p:nvGrpSpPr>
            <p:grpSpPr bwMode="auto">
              <a:xfrm flipV="1">
                <a:off x="3195" y="2338"/>
                <a:ext cx="156" cy="56"/>
                <a:chOff x="2848" y="848"/>
                <a:chExt cx="140" cy="98"/>
              </a:xfrm>
            </p:grpSpPr>
            <p:sp>
              <p:nvSpPr>
                <p:cNvPr id="35910" name="Line 140">
                  <a:extLst>
                    <a:ext uri="{FF2B5EF4-FFF2-40B4-BE49-F238E27FC236}">
                      <a16:creationId xmlns:a16="http://schemas.microsoft.com/office/drawing/2014/main" id="{4AD47ED6-1B17-46A0-B007-95D6455154FA}"/>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11" name="Line 141">
                  <a:extLst>
                    <a:ext uri="{FF2B5EF4-FFF2-40B4-BE49-F238E27FC236}">
                      <a16:creationId xmlns:a16="http://schemas.microsoft.com/office/drawing/2014/main" id="{2EBB3792-C1CE-4204-B65D-98344D4377CA}"/>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12" name="Line 142">
                  <a:extLst>
                    <a:ext uri="{FF2B5EF4-FFF2-40B4-BE49-F238E27FC236}">
                      <a16:creationId xmlns:a16="http://schemas.microsoft.com/office/drawing/2014/main" id="{112F585C-BD93-4AE5-BD98-A7E2349D47C4}"/>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5875" name="Group 143">
              <a:extLst>
                <a:ext uri="{FF2B5EF4-FFF2-40B4-BE49-F238E27FC236}">
                  <a16:creationId xmlns:a16="http://schemas.microsoft.com/office/drawing/2014/main" id="{56635C86-3774-41B9-B546-4275F3576C2A}"/>
                </a:ext>
              </a:extLst>
            </p:cNvPr>
            <p:cNvGrpSpPr>
              <a:grpSpLocks/>
            </p:cNvGrpSpPr>
            <p:nvPr/>
          </p:nvGrpSpPr>
          <p:grpSpPr bwMode="auto">
            <a:xfrm>
              <a:off x="2808" y="3533"/>
              <a:ext cx="316" cy="147"/>
              <a:chOff x="3120" y="2318"/>
              <a:chExt cx="316" cy="147"/>
            </a:xfrm>
          </p:grpSpPr>
          <p:sp>
            <p:nvSpPr>
              <p:cNvPr id="35890" name="Oval 144">
                <a:extLst>
                  <a:ext uri="{FF2B5EF4-FFF2-40B4-BE49-F238E27FC236}">
                    <a16:creationId xmlns:a16="http://schemas.microsoft.com/office/drawing/2014/main" id="{CF0F974E-4354-4FB9-B3F4-19549BBD0457}"/>
                  </a:ext>
                </a:extLst>
              </p:cNvPr>
              <p:cNvSpPr>
                <a:spLocks noChangeArrowheads="1"/>
              </p:cNvSpPr>
              <p:nvPr/>
            </p:nvSpPr>
            <p:spPr bwMode="auto">
              <a:xfrm>
                <a:off x="3123" y="2384"/>
                <a:ext cx="313" cy="81"/>
              </a:xfrm>
              <a:prstGeom prst="ellipse">
                <a:avLst/>
              </a:prstGeom>
              <a:solidFill>
                <a:srgbClr val="FF00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5891" name="Line 145">
                <a:extLst>
                  <a:ext uri="{FF2B5EF4-FFF2-40B4-BE49-F238E27FC236}">
                    <a16:creationId xmlns:a16="http://schemas.microsoft.com/office/drawing/2014/main" id="{7C590366-BFE1-4508-897D-8A9574FB0B53}"/>
                  </a:ext>
                </a:extLst>
              </p:cNvPr>
              <p:cNvSpPr>
                <a:spLocks noChangeShapeType="1"/>
              </p:cNvSpPr>
              <p:nvPr/>
            </p:nvSpPr>
            <p:spPr bwMode="auto">
              <a:xfrm>
                <a:off x="3123" y="237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2" name="Line 146">
                <a:extLst>
                  <a:ext uri="{FF2B5EF4-FFF2-40B4-BE49-F238E27FC236}">
                    <a16:creationId xmlns:a16="http://schemas.microsoft.com/office/drawing/2014/main" id="{27C72117-CF23-42AE-B7D8-EB429DAD82D6}"/>
                  </a:ext>
                </a:extLst>
              </p:cNvPr>
              <p:cNvSpPr>
                <a:spLocks noChangeShapeType="1"/>
              </p:cNvSpPr>
              <p:nvPr/>
            </p:nvSpPr>
            <p:spPr bwMode="auto">
              <a:xfrm>
                <a:off x="3436" y="237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3" name="Rectangle 147">
                <a:extLst>
                  <a:ext uri="{FF2B5EF4-FFF2-40B4-BE49-F238E27FC236}">
                    <a16:creationId xmlns:a16="http://schemas.microsoft.com/office/drawing/2014/main" id="{B4514CEC-E4D2-4C02-8ACF-0ACEF8834895}"/>
                  </a:ext>
                </a:extLst>
              </p:cNvPr>
              <p:cNvSpPr>
                <a:spLocks noChangeArrowheads="1"/>
              </p:cNvSpPr>
              <p:nvPr/>
            </p:nvSpPr>
            <p:spPr bwMode="auto">
              <a:xfrm>
                <a:off x="3123" y="2377"/>
                <a:ext cx="310" cy="49"/>
              </a:xfrm>
              <a:prstGeom prst="rect">
                <a:avLst/>
              </a:prstGeom>
              <a:solidFill>
                <a:srgbClr val="FF00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endParaRPr kumimoji="0" lang="zh-CN" altLang="zh-CN" sz="2400">
                  <a:latin typeface="Times New Roman" panose="02020603050405020304" pitchFamily="18" charset="0"/>
                  <a:ea typeface="楷体_GB2312" pitchFamily="1" charset="-122"/>
                </a:endParaRPr>
              </a:p>
            </p:txBody>
          </p:sp>
          <p:sp>
            <p:nvSpPr>
              <p:cNvPr id="35894" name="Oval 148">
                <a:extLst>
                  <a:ext uri="{FF2B5EF4-FFF2-40B4-BE49-F238E27FC236}">
                    <a16:creationId xmlns:a16="http://schemas.microsoft.com/office/drawing/2014/main" id="{9BEB6033-7487-4698-BC80-1CA98779B67A}"/>
                  </a:ext>
                </a:extLst>
              </p:cNvPr>
              <p:cNvSpPr>
                <a:spLocks noChangeArrowheads="1"/>
              </p:cNvSpPr>
              <p:nvPr/>
            </p:nvSpPr>
            <p:spPr bwMode="auto">
              <a:xfrm>
                <a:off x="3120" y="2318"/>
                <a:ext cx="313" cy="95"/>
              </a:xfrm>
              <a:prstGeom prst="ellipse">
                <a:avLst/>
              </a:prstGeom>
              <a:solidFill>
                <a:srgbClr val="FF00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nvGrpSpPr>
              <p:cNvPr id="35895" name="Group 149">
                <a:extLst>
                  <a:ext uri="{FF2B5EF4-FFF2-40B4-BE49-F238E27FC236}">
                    <a16:creationId xmlns:a16="http://schemas.microsoft.com/office/drawing/2014/main" id="{140D47DA-D52F-4F87-98A8-88381C72BFB0}"/>
                  </a:ext>
                </a:extLst>
              </p:cNvPr>
              <p:cNvGrpSpPr>
                <a:grpSpLocks/>
              </p:cNvGrpSpPr>
              <p:nvPr/>
            </p:nvGrpSpPr>
            <p:grpSpPr bwMode="auto">
              <a:xfrm>
                <a:off x="3195" y="2339"/>
                <a:ext cx="156" cy="55"/>
                <a:chOff x="2848" y="848"/>
                <a:chExt cx="140" cy="98"/>
              </a:xfrm>
            </p:grpSpPr>
            <p:sp>
              <p:nvSpPr>
                <p:cNvPr id="35900" name="Line 150">
                  <a:extLst>
                    <a:ext uri="{FF2B5EF4-FFF2-40B4-BE49-F238E27FC236}">
                      <a16:creationId xmlns:a16="http://schemas.microsoft.com/office/drawing/2014/main" id="{0B4828C9-CFE8-4701-AA9B-F914443332CD}"/>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01" name="Line 151">
                  <a:extLst>
                    <a:ext uri="{FF2B5EF4-FFF2-40B4-BE49-F238E27FC236}">
                      <a16:creationId xmlns:a16="http://schemas.microsoft.com/office/drawing/2014/main" id="{EDE6A374-664F-449F-A2DA-8083547783C4}"/>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02" name="Line 152">
                  <a:extLst>
                    <a:ext uri="{FF2B5EF4-FFF2-40B4-BE49-F238E27FC236}">
                      <a16:creationId xmlns:a16="http://schemas.microsoft.com/office/drawing/2014/main" id="{F0F52E36-D62C-47CC-BD1B-F66A0616F39F}"/>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5896" name="Group 153">
                <a:extLst>
                  <a:ext uri="{FF2B5EF4-FFF2-40B4-BE49-F238E27FC236}">
                    <a16:creationId xmlns:a16="http://schemas.microsoft.com/office/drawing/2014/main" id="{EE345F59-0116-4B71-B087-3E6C74A0E21F}"/>
                  </a:ext>
                </a:extLst>
              </p:cNvPr>
              <p:cNvGrpSpPr>
                <a:grpSpLocks/>
              </p:cNvGrpSpPr>
              <p:nvPr/>
            </p:nvGrpSpPr>
            <p:grpSpPr bwMode="auto">
              <a:xfrm flipV="1">
                <a:off x="3195" y="2338"/>
                <a:ext cx="156" cy="56"/>
                <a:chOff x="2848" y="848"/>
                <a:chExt cx="140" cy="98"/>
              </a:xfrm>
            </p:grpSpPr>
            <p:sp>
              <p:nvSpPr>
                <p:cNvPr id="35897" name="Line 154">
                  <a:extLst>
                    <a:ext uri="{FF2B5EF4-FFF2-40B4-BE49-F238E27FC236}">
                      <a16:creationId xmlns:a16="http://schemas.microsoft.com/office/drawing/2014/main" id="{837C5214-9792-4491-B9A3-DEE02218AB4C}"/>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8" name="Line 155">
                  <a:extLst>
                    <a:ext uri="{FF2B5EF4-FFF2-40B4-BE49-F238E27FC236}">
                      <a16:creationId xmlns:a16="http://schemas.microsoft.com/office/drawing/2014/main" id="{FE7A109D-AA99-43DE-8FD1-CF89ECD49DC7}"/>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9" name="Line 156">
                  <a:extLst>
                    <a:ext uri="{FF2B5EF4-FFF2-40B4-BE49-F238E27FC236}">
                      <a16:creationId xmlns:a16="http://schemas.microsoft.com/office/drawing/2014/main" id="{23A2CA4A-A959-4774-8EB7-D9BE73E57A14}"/>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5876" name="Group 157">
              <a:extLst>
                <a:ext uri="{FF2B5EF4-FFF2-40B4-BE49-F238E27FC236}">
                  <a16:creationId xmlns:a16="http://schemas.microsoft.com/office/drawing/2014/main" id="{94C84B7D-4214-4152-ABFD-3008F6E91D7D}"/>
                </a:ext>
              </a:extLst>
            </p:cNvPr>
            <p:cNvGrpSpPr>
              <a:grpSpLocks/>
            </p:cNvGrpSpPr>
            <p:nvPr/>
          </p:nvGrpSpPr>
          <p:grpSpPr bwMode="auto">
            <a:xfrm>
              <a:off x="3492" y="3302"/>
              <a:ext cx="316" cy="147"/>
              <a:chOff x="3120" y="2318"/>
              <a:chExt cx="316" cy="147"/>
            </a:xfrm>
          </p:grpSpPr>
          <p:sp>
            <p:nvSpPr>
              <p:cNvPr id="35877" name="Oval 158">
                <a:extLst>
                  <a:ext uri="{FF2B5EF4-FFF2-40B4-BE49-F238E27FC236}">
                    <a16:creationId xmlns:a16="http://schemas.microsoft.com/office/drawing/2014/main" id="{41931D94-5FCE-4DDC-B973-E9769AD72728}"/>
                  </a:ext>
                </a:extLst>
              </p:cNvPr>
              <p:cNvSpPr>
                <a:spLocks noChangeArrowheads="1"/>
              </p:cNvSpPr>
              <p:nvPr/>
            </p:nvSpPr>
            <p:spPr bwMode="auto">
              <a:xfrm>
                <a:off x="3123" y="2384"/>
                <a:ext cx="313" cy="81"/>
              </a:xfrm>
              <a:prstGeom prst="ellipse">
                <a:avLst/>
              </a:prstGeom>
              <a:solidFill>
                <a:srgbClr val="FF00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5878" name="Line 159">
                <a:extLst>
                  <a:ext uri="{FF2B5EF4-FFF2-40B4-BE49-F238E27FC236}">
                    <a16:creationId xmlns:a16="http://schemas.microsoft.com/office/drawing/2014/main" id="{CD8FF67F-3DF7-4AE7-A741-668294C52BC1}"/>
                  </a:ext>
                </a:extLst>
              </p:cNvPr>
              <p:cNvSpPr>
                <a:spLocks noChangeShapeType="1"/>
              </p:cNvSpPr>
              <p:nvPr/>
            </p:nvSpPr>
            <p:spPr bwMode="auto">
              <a:xfrm>
                <a:off x="3123" y="237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9" name="Line 160">
                <a:extLst>
                  <a:ext uri="{FF2B5EF4-FFF2-40B4-BE49-F238E27FC236}">
                    <a16:creationId xmlns:a16="http://schemas.microsoft.com/office/drawing/2014/main" id="{BFAFD00B-D1A3-49CE-9B9C-A2D53DA52D7E}"/>
                  </a:ext>
                </a:extLst>
              </p:cNvPr>
              <p:cNvSpPr>
                <a:spLocks noChangeShapeType="1"/>
              </p:cNvSpPr>
              <p:nvPr/>
            </p:nvSpPr>
            <p:spPr bwMode="auto">
              <a:xfrm>
                <a:off x="3436" y="237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0" name="Rectangle 161">
                <a:extLst>
                  <a:ext uri="{FF2B5EF4-FFF2-40B4-BE49-F238E27FC236}">
                    <a16:creationId xmlns:a16="http://schemas.microsoft.com/office/drawing/2014/main" id="{B3126966-44C4-45B7-9736-FC67B879DB08}"/>
                  </a:ext>
                </a:extLst>
              </p:cNvPr>
              <p:cNvSpPr>
                <a:spLocks noChangeArrowheads="1"/>
              </p:cNvSpPr>
              <p:nvPr/>
            </p:nvSpPr>
            <p:spPr bwMode="auto">
              <a:xfrm>
                <a:off x="3123" y="2377"/>
                <a:ext cx="310" cy="49"/>
              </a:xfrm>
              <a:prstGeom prst="rect">
                <a:avLst/>
              </a:prstGeom>
              <a:solidFill>
                <a:srgbClr val="FF00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endParaRPr kumimoji="0" lang="zh-CN" altLang="zh-CN" sz="2400">
                  <a:latin typeface="Times New Roman" panose="02020603050405020304" pitchFamily="18" charset="0"/>
                  <a:ea typeface="楷体_GB2312" pitchFamily="1" charset="-122"/>
                </a:endParaRPr>
              </a:p>
            </p:txBody>
          </p:sp>
          <p:sp>
            <p:nvSpPr>
              <p:cNvPr id="35881" name="Oval 162">
                <a:extLst>
                  <a:ext uri="{FF2B5EF4-FFF2-40B4-BE49-F238E27FC236}">
                    <a16:creationId xmlns:a16="http://schemas.microsoft.com/office/drawing/2014/main" id="{43D5203B-5FA5-4EF2-9AFC-C408A99CD017}"/>
                  </a:ext>
                </a:extLst>
              </p:cNvPr>
              <p:cNvSpPr>
                <a:spLocks noChangeArrowheads="1"/>
              </p:cNvSpPr>
              <p:nvPr/>
            </p:nvSpPr>
            <p:spPr bwMode="auto">
              <a:xfrm>
                <a:off x="3120" y="2318"/>
                <a:ext cx="313" cy="95"/>
              </a:xfrm>
              <a:prstGeom prst="ellipse">
                <a:avLst/>
              </a:prstGeom>
              <a:solidFill>
                <a:srgbClr val="FF00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nvGrpSpPr>
              <p:cNvPr id="35882" name="Group 163">
                <a:extLst>
                  <a:ext uri="{FF2B5EF4-FFF2-40B4-BE49-F238E27FC236}">
                    <a16:creationId xmlns:a16="http://schemas.microsoft.com/office/drawing/2014/main" id="{CB2E0596-F79F-4FA2-8D7A-443E2717955B}"/>
                  </a:ext>
                </a:extLst>
              </p:cNvPr>
              <p:cNvGrpSpPr>
                <a:grpSpLocks/>
              </p:cNvGrpSpPr>
              <p:nvPr/>
            </p:nvGrpSpPr>
            <p:grpSpPr bwMode="auto">
              <a:xfrm>
                <a:off x="3195" y="2339"/>
                <a:ext cx="156" cy="55"/>
                <a:chOff x="2848" y="848"/>
                <a:chExt cx="140" cy="98"/>
              </a:xfrm>
            </p:grpSpPr>
            <p:sp>
              <p:nvSpPr>
                <p:cNvPr id="35887" name="Line 164">
                  <a:extLst>
                    <a:ext uri="{FF2B5EF4-FFF2-40B4-BE49-F238E27FC236}">
                      <a16:creationId xmlns:a16="http://schemas.microsoft.com/office/drawing/2014/main" id="{CE4758B6-6C1C-4770-9520-82B7EC992773}"/>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8" name="Line 165">
                  <a:extLst>
                    <a:ext uri="{FF2B5EF4-FFF2-40B4-BE49-F238E27FC236}">
                      <a16:creationId xmlns:a16="http://schemas.microsoft.com/office/drawing/2014/main" id="{A363AC47-70C3-4C97-9FB0-4F0A7BFE20FD}"/>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9" name="Line 166">
                  <a:extLst>
                    <a:ext uri="{FF2B5EF4-FFF2-40B4-BE49-F238E27FC236}">
                      <a16:creationId xmlns:a16="http://schemas.microsoft.com/office/drawing/2014/main" id="{09C3610B-DC36-443D-9A35-96A41EAB25DE}"/>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5883" name="Group 167">
                <a:extLst>
                  <a:ext uri="{FF2B5EF4-FFF2-40B4-BE49-F238E27FC236}">
                    <a16:creationId xmlns:a16="http://schemas.microsoft.com/office/drawing/2014/main" id="{C723F249-F27A-4B12-81C0-716E6C44C022}"/>
                  </a:ext>
                </a:extLst>
              </p:cNvPr>
              <p:cNvGrpSpPr>
                <a:grpSpLocks/>
              </p:cNvGrpSpPr>
              <p:nvPr/>
            </p:nvGrpSpPr>
            <p:grpSpPr bwMode="auto">
              <a:xfrm flipV="1">
                <a:off x="3195" y="2338"/>
                <a:ext cx="156" cy="56"/>
                <a:chOff x="2848" y="848"/>
                <a:chExt cx="140" cy="98"/>
              </a:xfrm>
            </p:grpSpPr>
            <p:sp>
              <p:nvSpPr>
                <p:cNvPr id="35884" name="Line 168">
                  <a:extLst>
                    <a:ext uri="{FF2B5EF4-FFF2-40B4-BE49-F238E27FC236}">
                      <a16:creationId xmlns:a16="http://schemas.microsoft.com/office/drawing/2014/main" id="{34A67165-0D18-44D8-9DF9-A953F4EFAE24}"/>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5" name="Line 169">
                  <a:extLst>
                    <a:ext uri="{FF2B5EF4-FFF2-40B4-BE49-F238E27FC236}">
                      <a16:creationId xmlns:a16="http://schemas.microsoft.com/office/drawing/2014/main" id="{35154FD2-B6C9-4A76-9B88-E150BF965B63}"/>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6" name="Line 170">
                  <a:extLst>
                    <a:ext uri="{FF2B5EF4-FFF2-40B4-BE49-F238E27FC236}">
                      <a16:creationId xmlns:a16="http://schemas.microsoft.com/office/drawing/2014/main" id="{31512A9A-FB86-40E5-AE00-AC199F4534E4}"/>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sp>
        <p:nvSpPr>
          <p:cNvPr id="35871" name="Rectangle 171">
            <a:extLst>
              <a:ext uri="{FF2B5EF4-FFF2-40B4-BE49-F238E27FC236}">
                <a16:creationId xmlns:a16="http://schemas.microsoft.com/office/drawing/2014/main" id="{63547F5C-7733-4BA7-82F6-956B7FCE5415}"/>
              </a:ext>
            </a:extLst>
          </p:cNvPr>
          <p:cNvSpPr>
            <a:spLocks noGrp="1" noChangeArrowheads="1"/>
          </p:cNvSpPr>
          <p:nvPr>
            <p:ph type="title"/>
          </p:nvPr>
        </p:nvSpPr>
        <p:spPr>
          <a:xfrm>
            <a:off x="4008438" y="128588"/>
            <a:ext cx="4202112" cy="779462"/>
          </a:xfrm>
          <a:noFill/>
        </p:spPr>
        <p:txBody>
          <a:bodyPr/>
          <a:lstStyle/>
          <a:p>
            <a:pPr eaLnBrk="1" hangingPunct="1"/>
            <a:r>
              <a:rPr lang="en-US" altLang="zh-TW">
                <a:latin typeface="Times New Roman" panose="02020603050405020304" pitchFamily="18" charset="0"/>
                <a:ea typeface="楷体_GB2312" pitchFamily="1" charset="-122"/>
              </a:rPr>
              <a:t>VC </a:t>
            </a:r>
            <a:r>
              <a:rPr lang="zh-CN" altLang="en-US">
                <a:latin typeface="Times New Roman" panose="02020603050405020304" pitchFamily="18" charset="0"/>
                <a:ea typeface="楷体_GB2312" pitchFamily="1" charset="-122"/>
              </a:rPr>
              <a:t>分组交换</a:t>
            </a:r>
          </a:p>
        </p:txBody>
      </p:sp>
      <p:sp>
        <p:nvSpPr>
          <p:cNvPr id="1183916" name="AutoShape 172">
            <a:extLst>
              <a:ext uri="{FF2B5EF4-FFF2-40B4-BE49-F238E27FC236}">
                <a16:creationId xmlns:a16="http://schemas.microsoft.com/office/drawing/2014/main" id="{DB84DFAB-9D43-4DDF-929D-601258A1BD96}"/>
              </a:ext>
            </a:extLst>
          </p:cNvPr>
          <p:cNvSpPr>
            <a:spLocks noChangeArrowheads="1"/>
          </p:cNvSpPr>
          <p:nvPr/>
        </p:nvSpPr>
        <p:spPr bwMode="auto">
          <a:xfrm>
            <a:off x="4724400" y="2794000"/>
            <a:ext cx="4235450" cy="625475"/>
          </a:xfrm>
          <a:prstGeom prst="wedgeRoundRectCallout">
            <a:avLst>
              <a:gd name="adj1" fmla="val -44227"/>
              <a:gd name="adj2" fmla="val 70051"/>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400">
                <a:latin typeface="Times New Roman" panose="02020603050405020304" pitchFamily="18" charset="0"/>
                <a:ea typeface="楷体_GB2312" pitchFamily="1" charset="-122"/>
              </a:rPr>
              <a:t>能保证分组按序到达目的地</a:t>
            </a:r>
          </a:p>
        </p:txBody>
      </p:sp>
      <p:sp>
        <p:nvSpPr>
          <p:cNvPr id="1183917" name="AutoShape 173">
            <a:extLst>
              <a:ext uri="{FF2B5EF4-FFF2-40B4-BE49-F238E27FC236}">
                <a16:creationId xmlns:a16="http://schemas.microsoft.com/office/drawing/2014/main" id="{C27C8494-2172-417B-A690-BBF84F064AB0}"/>
              </a:ext>
            </a:extLst>
          </p:cNvPr>
          <p:cNvSpPr>
            <a:spLocks noChangeArrowheads="1"/>
          </p:cNvSpPr>
          <p:nvPr/>
        </p:nvSpPr>
        <p:spPr bwMode="auto">
          <a:xfrm>
            <a:off x="1887538" y="5138738"/>
            <a:ext cx="3127375" cy="1155700"/>
          </a:xfrm>
          <a:prstGeom prst="wedgeRoundRectCallout">
            <a:avLst>
              <a:gd name="adj1" fmla="val 36699"/>
              <a:gd name="adj2" fmla="val -71565"/>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lang="zh-CN" altLang="en-US" sz="1800">
                <a:latin typeface="Times New Roman" panose="02020603050405020304" pitchFamily="18" charset="0"/>
                <a:ea typeface="楷体_GB2312" pitchFamily="1" charset="-122"/>
              </a:rPr>
              <a:t>在</a:t>
            </a:r>
            <a:r>
              <a:rPr lang="en-US" altLang="zh-CN" sz="1800">
                <a:latin typeface="Times New Roman" panose="02020603050405020304" pitchFamily="18" charset="0"/>
                <a:ea typeface="楷体_GB2312" pitchFamily="1" charset="-122"/>
              </a:rPr>
              <a:t>VC</a:t>
            </a:r>
            <a:r>
              <a:rPr lang="zh-CN" altLang="en-US" sz="1800">
                <a:latin typeface="Times New Roman" panose="02020603050405020304" pitchFamily="18" charset="0"/>
                <a:ea typeface="楷体_GB2312" pitchFamily="1" charset="-122"/>
              </a:rPr>
              <a:t>分组交换中，除了建立</a:t>
            </a:r>
            <a:r>
              <a:rPr lang="en-US" altLang="zh-CN" sz="1800">
                <a:latin typeface="Times New Roman" panose="02020603050405020304" pitchFamily="18" charset="0"/>
                <a:ea typeface="楷体_GB2312" pitchFamily="1" charset="-122"/>
              </a:rPr>
              <a:t>VC</a:t>
            </a:r>
            <a:r>
              <a:rPr lang="zh-CN" altLang="en-US" sz="1800">
                <a:latin typeface="Times New Roman" panose="02020603050405020304" pitchFamily="18" charset="0"/>
                <a:ea typeface="楷体_GB2312" pitchFamily="1" charset="-122"/>
              </a:rPr>
              <a:t>的第一个分组外，其余分组不含完整的地址， </a:t>
            </a:r>
            <a:r>
              <a:rPr lang="en-US" altLang="zh-CN" sz="1800">
                <a:latin typeface="Times New Roman" panose="02020603050405020304" pitchFamily="18" charset="0"/>
                <a:ea typeface="楷体_GB2312" pitchFamily="1" charset="-122"/>
              </a:rPr>
              <a:t>(</a:t>
            </a:r>
            <a:r>
              <a:rPr lang="zh-CN" altLang="en-US" sz="1800">
                <a:latin typeface="Times New Roman" panose="02020603050405020304" pitchFamily="18" charset="0"/>
                <a:ea typeface="楷体_GB2312" pitchFamily="1" charset="-122"/>
              </a:rPr>
              <a:t>只含 </a:t>
            </a:r>
            <a:r>
              <a:rPr lang="en-US" altLang="zh-CN" sz="1800">
                <a:latin typeface="Times New Roman" panose="02020603050405020304" pitchFamily="18" charset="0"/>
                <a:ea typeface="楷体_GB2312" pitchFamily="1" charset="-122"/>
              </a:rPr>
              <a:t>VC ID)</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83863"/>
                                        </p:tgtEl>
                                        <p:attrNameLst>
                                          <p:attrName>style.visibility</p:attrName>
                                        </p:attrNameLst>
                                      </p:cBhvr>
                                      <p:to>
                                        <p:strVal val="visible"/>
                                      </p:to>
                                    </p:set>
                                    <p:animEffect transition="in" filter="dissolve">
                                      <p:cBhvr>
                                        <p:cTn id="7" dur="500"/>
                                        <p:tgtEl>
                                          <p:spTgt spid="118386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183864"/>
                                        </p:tgtEl>
                                        <p:attrNameLst>
                                          <p:attrName>style.visibility</p:attrName>
                                        </p:attrNameLst>
                                      </p:cBhvr>
                                      <p:to>
                                        <p:strVal val="visible"/>
                                      </p:to>
                                    </p:set>
                                    <p:animEffect transition="in" filter="wipe(left)">
                                      <p:cBhvr>
                                        <p:cTn id="11" dur="500"/>
                                        <p:tgtEl>
                                          <p:spTgt spid="1183864"/>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1183872"/>
                                        </p:tgtEl>
                                        <p:attrNameLst>
                                          <p:attrName>style.visibility</p:attrName>
                                        </p:attrNameLst>
                                      </p:cBhvr>
                                      <p:to>
                                        <p:strVal val="visible"/>
                                      </p:to>
                                    </p:set>
                                    <p:animEffect transition="in" filter="dissolve">
                                      <p:cBhvr>
                                        <p:cTn id="15" dur="500"/>
                                        <p:tgtEl>
                                          <p:spTgt spid="1183872"/>
                                        </p:tgtEl>
                                      </p:cBhvr>
                                    </p:animEffect>
                                  </p:childTnLst>
                                </p:cTn>
                              </p:par>
                            </p:childTnLst>
                          </p:cTn>
                        </p:par>
                        <p:par>
                          <p:cTn id="16" fill="hold" nodeType="afterGroup">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83865"/>
                                        </p:tgtEl>
                                        <p:attrNameLst>
                                          <p:attrName>style.visibility</p:attrName>
                                        </p:attrNameLst>
                                      </p:cBhvr>
                                      <p:to>
                                        <p:strVal val="visible"/>
                                      </p:to>
                                    </p:set>
                                    <p:animEffect transition="in" filter="dissolve">
                                      <p:cBhvr>
                                        <p:cTn id="19" dur="500"/>
                                        <p:tgtEl>
                                          <p:spTgt spid="118386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183866"/>
                                        </p:tgtEl>
                                        <p:attrNameLst>
                                          <p:attrName>style.visibility</p:attrName>
                                        </p:attrNameLst>
                                      </p:cBhvr>
                                      <p:to>
                                        <p:strVal val="visible"/>
                                      </p:to>
                                    </p:set>
                                    <p:animEffect transition="in" filter="dissolve">
                                      <p:cBhvr>
                                        <p:cTn id="24" dur="500"/>
                                        <p:tgtEl>
                                          <p:spTgt spid="1183866"/>
                                        </p:tgtEl>
                                      </p:cBhvr>
                                    </p:animEffect>
                                  </p:childTnLst>
                                </p:cTn>
                              </p:par>
                            </p:childTnLst>
                          </p:cTn>
                        </p:par>
                        <p:par>
                          <p:cTn id="25" fill="hold" nodeType="afterGroup">
                            <p:stCondLst>
                              <p:cond delay="500"/>
                            </p:stCondLst>
                            <p:childTnLst>
                              <p:par>
                                <p:cTn id="26" presetID="22" presetClass="entr" presetSubtype="2" fill="hold" nodeType="afterEffect">
                                  <p:stCondLst>
                                    <p:cond delay="0"/>
                                  </p:stCondLst>
                                  <p:childTnLst>
                                    <p:set>
                                      <p:cBhvr>
                                        <p:cTn id="27" dur="1" fill="hold">
                                          <p:stCondLst>
                                            <p:cond delay="0"/>
                                          </p:stCondLst>
                                        </p:cTn>
                                        <p:tgtEl>
                                          <p:spTgt spid="1183867"/>
                                        </p:tgtEl>
                                        <p:attrNameLst>
                                          <p:attrName>style.visibility</p:attrName>
                                        </p:attrNameLst>
                                      </p:cBhvr>
                                      <p:to>
                                        <p:strVal val="visible"/>
                                      </p:to>
                                    </p:set>
                                    <p:animEffect transition="in" filter="wipe(right)">
                                      <p:cBhvr>
                                        <p:cTn id="28" dur="500"/>
                                        <p:tgtEl>
                                          <p:spTgt spid="1183867"/>
                                        </p:tgtEl>
                                      </p:cBhvr>
                                    </p:animEffect>
                                  </p:childTnLst>
                                </p:cTn>
                              </p:par>
                            </p:childTnLst>
                          </p:cTn>
                        </p:par>
                        <p:par>
                          <p:cTn id="29" fill="hold" nodeType="afterGroup">
                            <p:stCondLst>
                              <p:cond delay="1000"/>
                            </p:stCondLst>
                            <p:childTnLst>
                              <p:par>
                                <p:cTn id="30" presetID="9" presetClass="entr" presetSubtype="0" fill="hold" grpId="0" nodeType="afterEffect">
                                  <p:stCondLst>
                                    <p:cond delay="0"/>
                                  </p:stCondLst>
                                  <p:childTnLst>
                                    <p:set>
                                      <p:cBhvr>
                                        <p:cTn id="31" dur="1" fill="hold">
                                          <p:stCondLst>
                                            <p:cond delay="0"/>
                                          </p:stCondLst>
                                        </p:cTn>
                                        <p:tgtEl>
                                          <p:spTgt spid="1183868"/>
                                        </p:tgtEl>
                                        <p:attrNameLst>
                                          <p:attrName>style.visibility</p:attrName>
                                        </p:attrNameLst>
                                      </p:cBhvr>
                                      <p:to>
                                        <p:strVal val="visible"/>
                                      </p:to>
                                    </p:set>
                                    <p:animEffect transition="in" filter="dissolve">
                                      <p:cBhvr>
                                        <p:cTn id="32" dur="500"/>
                                        <p:tgtEl>
                                          <p:spTgt spid="118386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183869"/>
                                        </p:tgtEl>
                                        <p:attrNameLst>
                                          <p:attrName>style.visibility</p:attrName>
                                        </p:attrNameLst>
                                      </p:cBhvr>
                                      <p:to>
                                        <p:strVal val="visible"/>
                                      </p:to>
                                    </p:set>
                                    <p:animEffect transition="in" filter="dissolve">
                                      <p:cBhvr>
                                        <p:cTn id="37" dur="500"/>
                                        <p:tgtEl>
                                          <p:spTgt spid="1183869"/>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1183871"/>
                                        </p:tgtEl>
                                        <p:attrNameLst>
                                          <p:attrName>style.visibility</p:attrName>
                                        </p:attrNameLst>
                                      </p:cBhvr>
                                      <p:to>
                                        <p:strVal val="visible"/>
                                      </p:to>
                                    </p:set>
                                    <p:animEffect transition="in" filter="wipe(left)">
                                      <p:cBhvr>
                                        <p:cTn id="41" dur="500"/>
                                        <p:tgtEl>
                                          <p:spTgt spid="1183871"/>
                                        </p:tgtEl>
                                      </p:cBhvr>
                                    </p:animEffect>
                                  </p:childTnLst>
                                </p:cTn>
                              </p:par>
                            </p:childTnLst>
                          </p:cTn>
                        </p:par>
                        <p:par>
                          <p:cTn id="42" fill="hold" nodeType="afterGroup">
                            <p:stCondLst>
                              <p:cond delay="1000"/>
                            </p:stCondLst>
                            <p:childTnLst>
                              <p:par>
                                <p:cTn id="43" presetID="9" presetClass="entr" presetSubtype="0" fill="hold" grpId="0" nodeType="afterEffect">
                                  <p:stCondLst>
                                    <p:cond delay="0"/>
                                  </p:stCondLst>
                                  <p:childTnLst>
                                    <p:set>
                                      <p:cBhvr>
                                        <p:cTn id="44" dur="1" fill="hold">
                                          <p:stCondLst>
                                            <p:cond delay="0"/>
                                          </p:stCondLst>
                                        </p:cTn>
                                        <p:tgtEl>
                                          <p:spTgt spid="1183870"/>
                                        </p:tgtEl>
                                        <p:attrNameLst>
                                          <p:attrName>style.visibility</p:attrName>
                                        </p:attrNameLst>
                                      </p:cBhvr>
                                      <p:to>
                                        <p:strVal val="visible"/>
                                      </p:to>
                                    </p:set>
                                    <p:animEffect transition="in" filter="dissolve">
                                      <p:cBhvr>
                                        <p:cTn id="45" dur="500"/>
                                        <p:tgtEl>
                                          <p:spTgt spid="1183870"/>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2" fill="hold" grpId="0" nodeType="clickEffect">
                                  <p:stCondLst>
                                    <p:cond delay="0"/>
                                  </p:stCondLst>
                                  <p:childTnLst>
                                    <p:set>
                                      <p:cBhvr>
                                        <p:cTn id="49" dur="1" fill="hold">
                                          <p:stCondLst>
                                            <p:cond delay="0"/>
                                          </p:stCondLst>
                                        </p:cTn>
                                        <p:tgtEl>
                                          <p:spTgt spid="1183916"/>
                                        </p:tgtEl>
                                        <p:attrNameLst>
                                          <p:attrName>style.visibility</p:attrName>
                                        </p:attrNameLst>
                                      </p:cBhvr>
                                      <p:to>
                                        <p:strVal val="visible"/>
                                      </p:to>
                                    </p:set>
                                    <p:anim calcmode="lin" valueType="num">
                                      <p:cBhvr additive="base">
                                        <p:cTn id="50" dur="500" fill="hold"/>
                                        <p:tgtEl>
                                          <p:spTgt spid="1183916"/>
                                        </p:tgtEl>
                                        <p:attrNameLst>
                                          <p:attrName>ppt_x</p:attrName>
                                        </p:attrNameLst>
                                      </p:cBhvr>
                                      <p:tavLst>
                                        <p:tav tm="0">
                                          <p:val>
                                            <p:strVal val="1+#ppt_w/2"/>
                                          </p:val>
                                        </p:tav>
                                        <p:tav tm="100000">
                                          <p:val>
                                            <p:strVal val="#ppt_x"/>
                                          </p:val>
                                        </p:tav>
                                      </p:tavLst>
                                    </p:anim>
                                    <p:anim calcmode="lin" valueType="num">
                                      <p:cBhvr additive="base">
                                        <p:cTn id="51" dur="500" fill="hold"/>
                                        <p:tgtEl>
                                          <p:spTgt spid="1183916"/>
                                        </p:tgtEl>
                                        <p:attrNameLst>
                                          <p:attrName>ppt_y</p:attrName>
                                        </p:attrNameLst>
                                      </p:cBhvr>
                                      <p:tavLst>
                                        <p:tav tm="0">
                                          <p:val>
                                            <p:strVal val="#ppt_y"/>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2" fill="hold" grpId="0" nodeType="clickEffect">
                                  <p:stCondLst>
                                    <p:cond delay="0"/>
                                  </p:stCondLst>
                                  <p:childTnLst>
                                    <p:set>
                                      <p:cBhvr>
                                        <p:cTn id="55" dur="1" fill="hold">
                                          <p:stCondLst>
                                            <p:cond delay="0"/>
                                          </p:stCondLst>
                                        </p:cTn>
                                        <p:tgtEl>
                                          <p:spTgt spid="1183917"/>
                                        </p:tgtEl>
                                        <p:attrNameLst>
                                          <p:attrName>style.visibility</p:attrName>
                                        </p:attrNameLst>
                                      </p:cBhvr>
                                      <p:to>
                                        <p:strVal val="visible"/>
                                      </p:to>
                                    </p:set>
                                    <p:anim calcmode="lin" valueType="num">
                                      <p:cBhvr additive="base">
                                        <p:cTn id="56" dur="500" fill="hold"/>
                                        <p:tgtEl>
                                          <p:spTgt spid="1183917"/>
                                        </p:tgtEl>
                                        <p:attrNameLst>
                                          <p:attrName>ppt_x</p:attrName>
                                        </p:attrNameLst>
                                      </p:cBhvr>
                                      <p:tavLst>
                                        <p:tav tm="0">
                                          <p:val>
                                            <p:strVal val="1+#ppt_w/2"/>
                                          </p:val>
                                        </p:tav>
                                        <p:tav tm="100000">
                                          <p:val>
                                            <p:strVal val="#ppt_x"/>
                                          </p:val>
                                        </p:tav>
                                      </p:tavLst>
                                    </p:anim>
                                    <p:anim calcmode="lin" valueType="num">
                                      <p:cBhvr additive="base">
                                        <p:cTn id="57" dur="500" fill="hold"/>
                                        <p:tgtEl>
                                          <p:spTgt spid="11839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3863" grpId="0" autoUpdateAnimBg="0"/>
      <p:bldP spid="1183865" grpId="0" autoUpdateAnimBg="0"/>
      <p:bldP spid="1183866" grpId="0" autoUpdateAnimBg="0"/>
      <p:bldP spid="1183868" grpId="0" autoUpdateAnimBg="0"/>
      <p:bldP spid="1183869" grpId="0" autoUpdateAnimBg="0"/>
      <p:bldP spid="1183870" grpId="0" autoUpdateAnimBg="0"/>
      <p:bldP spid="1183916" grpId="0" animBg="1" autoUpdateAnimBg="0"/>
      <p:bldP spid="1183917" grpId="0" animBg="1"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reeform 2">
            <a:extLst>
              <a:ext uri="{FF2B5EF4-FFF2-40B4-BE49-F238E27FC236}">
                <a16:creationId xmlns:a16="http://schemas.microsoft.com/office/drawing/2014/main" id="{DA49815E-A8C1-4B1B-949D-970EF8B47AB9}"/>
              </a:ext>
            </a:extLst>
          </p:cNvPr>
          <p:cNvSpPr>
            <a:spLocks noEditPoints="1"/>
          </p:cNvSpPr>
          <p:nvPr/>
        </p:nvSpPr>
        <p:spPr bwMode="auto">
          <a:xfrm>
            <a:off x="3333750" y="3094038"/>
            <a:ext cx="2378075" cy="34925"/>
          </a:xfrm>
          <a:custGeom>
            <a:avLst/>
            <a:gdLst>
              <a:gd name="T0" fmla="*/ 2147483646 w 1500"/>
              <a:gd name="T1" fmla="*/ 2147483646 h 22"/>
              <a:gd name="T2" fmla="*/ 2147483646 w 1500"/>
              <a:gd name="T3" fmla="*/ 2147483646 h 22"/>
              <a:gd name="T4" fmla="*/ 2147483646 w 1500"/>
              <a:gd name="T5" fmla="*/ 0 h 22"/>
              <a:gd name="T6" fmla="*/ 2147483646 w 1500"/>
              <a:gd name="T7" fmla="*/ 2147483646 h 22"/>
              <a:gd name="T8" fmla="*/ 2147483646 w 1500"/>
              <a:gd name="T9" fmla="*/ 2147483646 h 22"/>
              <a:gd name="T10" fmla="*/ 2147483646 w 1500"/>
              <a:gd name="T11" fmla="*/ 2147483646 h 22"/>
              <a:gd name="T12" fmla="*/ 2147483646 w 1500"/>
              <a:gd name="T13" fmla="*/ 2147483646 h 22"/>
              <a:gd name="T14" fmla="*/ 2147483646 w 1500"/>
              <a:gd name="T15" fmla="*/ 2147483646 h 22"/>
              <a:gd name="T16" fmla="*/ 2147483646 w 1500"/>
              <a:gd name="T17" fmla="*/ 2147483646 h 22"/>
              <a:gd name="T18" fmla="*/ 0 w 1500"/>
              <a:gd name="T19" fmla="*/ 2147483646 h 22"/>
              <a:gd name="T20" fmla="*/ 2147483646 w 1500"/>
              <a:gd name="T21" fmla="*/ 2147483646 h 22"/>
              <a:gd name="T22" fmla="*/ 2147483646 w 1500"/>
              <a:gd name="T23" fmla="*/ 2147483646 h 22"/>
              <a:gd name="T24" fmla="*/ 2147483646 w 1500"/>
              <a:gd name="T25" fmla="*/ 2147483646 h 22"/>
              <a:gd name="T26" fmla="*/ 2147483646 w 1500"/>
              <a:gd name="T27" fmla="*/ 2147483646 h 22"/>
              <a:gd name="T28" fmla="*/ 2147483646 w 1500"/>
              <a:gd name="T29" fmla="*/ 2147483646 h 22"/>
              <a:gd name="T30" fmla="*/ 2147483646 w 1500"/>
              <a:gd name="T31" fmla="*/ 0 h 22"/>
              <a:gd name="T32" fmla="*/ 2147483646 w 1500"/>
              <a:gd name="T33" fmla="*/ 2147483646 h 22"/>
              <a:gd name="T34" fmla="*/ 0 w 1500"/>
              <a:gd name="T35" fmla="*/ 2147483646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500" h="22">
                <a:moveTo>
                  <a:pt x="1500" y="10"/>
                </a:moveTo>
                <a:lnTo>
                  <a:pt x="1498" y="2"/>
                </a:lnTo>
                <a:lnTo>
                  <a:pt x="1490" y="0"/>
                </a:lnTo>
                <a:lnTo>
                  <a:pt x="1482" y="2"/>
                </a:lnTo>
                <a:lnTo>
                  <a:pt x="1478" y="10"/>
                </a:lnTo>
                <a:lnTo>
                  <a:pt x="1482" y="18"/>
                </a:lnTo>
                <a:lnTo>
                  <a:pt x="1490" y="22"/>
                </a:lnTo>
                <a:lnTo>
                  <a:pt x="1498" y="18"/>
                </a:lnTo>
                <a:lnTo>
                  <a:pt x="1500" y="10"/>
                </a:lnTo>
                <a:close/>
                <a:moveTo>
                  <a:pt x="0" y="10"/>
                </a:moveTo>
                <a:lnTo>
                  <a:pt x="2" y="18"/>
                </a:lnTo>
                <a:lnTo>
                  <a:pt x="10" y="22"/>
                </a:lnTo>
                <a:lnTo>
                  <a:pt x="18" y="18"/>
                </a:lnTo>
                <a:lnTo>
                  <a:pt x="21" y="10"/>
                </a:lnTo>
                <a:lnTo>
                  <a:pt x="18" y="2"/>
                </a:lnTo>
                <a:lnTo>
                  <a:pt x="10" y="0"/>
                </a:lnTo>
                <a:lnTo>
                  <a:pt x="2" y="2"/>
                </a:lnTo>
                <a:lnTo>
                  <a:pt x="0" y="10"/>
                </a:lnTo>
                <a:close/>
              </a:path>
            </a:pathLst>
          </a:custGeom>
          <a:solidFill>
            <a:srgbClr val="FFFFFF"/>
          </a:solidFill>
          <a:ln w="28575">
            <a:solidFill>
              <a:srgbClr val="FFFFFF"/>
            </a:solidFill>
            <a:prstDash val="solid"/>
            <a:round/>
            <a:headEnd/>
            <a:tailEnd/>
          </a:ln>
        </p:spPr>
        <p:txBody>
          <a:bodyPr/>
          <a:lstStyle/>
          <a:p>
            <a:endParaRPr lang="zh-CN" altLang="en-US"/>
          </a:p>
        </p:txBody>
      </p:sp>
      <p:sp>
        <p:nvSpPr>
          <p:cNvPr id="36867" name="Line 3">
            <a:extLst>
              <a:ext uri="{FF2B5EF4-FFF2-40B4-BE49-F238E27FC236}">
                <a16:creationId xmlns:a16="http://schemas.microsoft.com/office/drawing/2014/main" id="{83EC7D2D-9D91-46C5-92B4-F5146A06C0F2}"/>
              </a:ext>
            </a:extLst>
          </p:cNvPr>
          <p:cNvSpPr>
            <a:spLocks noChangeShapeType="1"/>
          </p:cNvSpPr>
          <p:nvPr/>
        </p:nvSpPr>
        <p:spPr bwMode="auto">
          <a:xfrm flipH="1">
            <a:off x="3367088" y="3109913"/>
            <a:ext cx="2309812" cy="1587"/>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68" name="Freeform 4">
            <a:extLst>
              <a:ext uri="{FF2B5EF4-FFF2-40B4-BE49-F238E27FC236}">
                <a16:creationId xmlns:a16="http://schemas.microsoft.com/office/drawing/2014/main" id="{CCFF85B3-3B6B-4991-A937-928FBFB0FD7E}"/>
              </a:ext>
            </a:extLst>
          </p:cNvPr>
          <p:cNvSpPr>
            <a:spLocks noEditPoints="1"/>
          </p:cNvSpPr>
          <p:nvPr/>
        </p:nvSpPr>
        <p:spPr bwMode="auto">
          <a:xfrm>
            <a:off x="3333750" y="4122738"/>
            <a:ext cx="2378075" cy="638175"/>
          </a:xfrm>
          <a:custGeom>
            <a:avLst/>
            <a:gdLst>
              <a:gd name="T0" fmla="*/ 0 w 1500"/>
              <a:gd name="T1" fmla="*/ 2147483646 h 403"/>
              <a:gd name="T2" fmla="*/ 2147483646 w 1500"/>
              <a:gd name="T3" fmla="*/ 2147483646 h 403"/>
              <a:gd name="T4" fmla="*/ 2147483646 w 1500"/>
              <a:gd name="T5" fmla="*/ 2147483646 h 403"/>
              <a:gd name="T6" fmla="*/ 2147483646 w 1500"/>
              <a:gd name="T7" fmla="*/ 2147483646 h 403"/>
              <a:gd name="T8" fmla="*/ 2147483646 w 1500"/>
              <a:gd name="T9" fmla="*/ 2147483646 h 403"/>
              <a:gd name="T10" fmla="*/ 2147483646 w 1500"/>
              <a:gd name="T11" fmla="*/ 2147483646 h 403"/>
              <a:gd name="T12" fmla="*/ 2147483646 w 1500"/>
              <a:gd name="T13" fmla="*/ 2147483646 h 403"/>
              <a:gd name="T14" fmla="*/ 0 w 1500"/>
              <a:gd name="T15" fmla="*/ 2147483646 h 403"/>
              <a:gd name="T16" fmla="*/ 0 w 1500"/>
              <a:gd name="T17" fmla="*/ 2147483646 h 403"/>
              <a:gd name="T18" fmla="*/ 2147483646 w 1500"/>
              <a:gd name="T19" fmla="*/ 2147483646 h 403"/>
              <a:gd name="T20" fmla="*/ 2147483646 w 1500"/>
              <a:gd name="T21" fmla="*/ 2147483646 h 403"/>
              <a:gd name="T22" fmla="*/ 2147483646 w 1500"/>
              <a:gd name="T23" fmla="*/ 0 h 403"/>
              <a:gd name="T24" fmla="*/ 2147483646 w 1500"/>
              <a:gd name="T25" fmla="*/ 2147483646 h 403"/>
              <a:gd name="T26" fmla="*/ 2147483646 w 1500"/>
              <a:gd name="T27" fmla="*/ 2147483646 h 403"/>
              <a:gd name="T28" fmla="*/ 2147483646 w 1500"/>
              <a:gd name="T29" fmla="*/ 2147483646 h 403"/>
              <a:gd name="T30" fmla="*/ 2147483646 w 1500"/>
              <a:gd name="T31" fmla="*/ 2147483646 h 403"/>
              <a:gd name="T32" fmla="*/ 2147483646 w 1500"/>
              <a:gd name="T33" fmla="*/ 2147483646 h 403"/>
              <a:gd name="T34" fmla="*/ 2147483646 w 1500"/>
              <a:gd name="T35" fmla="*/ 2147483646 h 40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500" h="403">
                <a:moveTo>
                  <a:pt x="0" y="395"/>
                </a:moveTo>
                <a:lnTo>
                  <a:pt x="4" y="403"/>
                </a:lnTo>
                <a:lnTo>
                  <a:pt x="14" y="403"/>
                </a:lnTo>
                <a:lnTo>
                  <a:pt x="20" y="399"/>
                </a:lnTo>
                <a:lnTo>
                  <a:pt x="21" y="391"/>
                </a:lnTo>
                <a:lnTo>
                  <a:pt x="16" y="383"/>
                </a:lnTo>
                <a:lnTo>
                  <a:pt x="8" y="381"/>
                </a:lnTo>
                <a:lnTo>
                  <a:pt x="0" y="387"/>
                </a:lnTo>
                <a:lnTo>
                  <a:pt x="0" y="395"/>
                </a:lnTo>
                <a:close/>
                <a:moveTo>
                  <a:pt x="1500" y="8"/>
                </a:moveTo>
                <a:lnTo>
                  <a:pt x="1496" y="2"/>
                </a:lnTo>
                <a:lnTo>
                  <a:pt x="1486" y="0"/>
                </a:lnTo>
                <a:lnTo>
                  <a:pt x="1480" y="6"/>
                </a:lnTo>
                <a:lnTo>
                  <a:pt x="1478" y="14"/>
                </a:lnTo>
                <a:lnTo>
                  <a:pt x="1484" y="22"/>
                </a:lnTo>
                <a:lnTo>
                  <a:pt x="1492" y="22"/>
                </a:lnTo>
                <a:lnTo>
                  <a:pt x="1500" y="18"/>
                </a:lnTo>
                <a:lnTo>
                  <a:pt x="1500" y="8"/>
                </a:lnTo>
                <a:close/>
              </a:path>
            </a:pathLst>
          </a:custGeom>
          <a:solidFill>
            <a:srgbClr val="FFFFFF"/>
          </a:solidFill>
          <a:ln w="28575">
            <a:solidFill>
              <a:srgbClr val="FFFFFF"/>
            </a:solidFill>
            <a:prstDash val="solid"/>
            <a:round/>
            <a:headEnd/>
            <a:tailEnd/>
          </a:ln>
        </p:spPr>
        <p:txBody>
          <a:bodyPr/>
          <a:lstStyle/>
          <a:p>
            <a:endParaRPr lang="zh-CN" altLang="en-US"/>
          </a:p>
        </p:txBody>
      </p:sp>
      <p:sp>
        <p:nvSpPr>
          <p:cNvPr id="36869" name="Line 5">
            <a:extLst>
              <a:ext uri="{FF2B5EF4-FFF2-40B4-BE49-F238E27FC236}">
                <a16:creationId xmlns:a16="http://schemas.microsoft.com/office/drawing/2014/main" id="{C3CCCE74-554D-45E1-9E9D-6BD6C0537D74}"/>
              </a:ext>
            </a:extLst>
          </p:cNvPr>
          <p:cNvSpPr>
            <a:spLocks noChangeShapeType="1"/>
          </p:cNvSpPr>
          <p:nvPr/>
        </p:nvSpPr>
        <p:spPr bwMode="auto">
          <a:xfrm flipV="1">
            <a:off x="3367088" y="4144963"/>
            <a:ext cx="2309812" cy="596900"/>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0" name="Freeform 6">
            <a:extLst>
              <a:ext uri="{FF2B5EF4-FFF2-40B4-BE49-F238E27FC236}">
                <a16:creationId xmlns:a16="http://schemas.microsoft.com/office/drawing/2014/main" id="{8A69EF1F-184A-4E1A-AF71-D6D3D84262A9}"/>
              </a:ext>
            </a:extLst>
          </p:cNvPr>
          <p:cNvSpPr>
            <a:spLocks noEditPoints="1"/>
          </p:cNvSpPr>
          <p:nvPr/>
        </p:nvSpPr>
        <p:spPr bwMode="auto">
          <a:xfrm>
            <a:off x="3333750" y="4725988"/>
            <a:ext cx="2378075" cy="604837"/>
          </a:xfrm>
          <a:custGeom>
            <a:avLst/>
            <a:gdLst>
              <a:gd name="T0" fmla="*/ 0 w 1500"/>
              <a:gd name="T1" fmla="*/ 2147483646 h 381"/>
              <a:gd name="T2" fmla="*/ 2147483646 w 1500"/>
              <a:gd name="T3" fmla="*/ 2147483646 h 381"/>
              <a:gd name="T4" fmla="*/ 2147483646 w 1500"/>
              <a:gd name="T5" fmla="*/ 2147483646 h 381"/>
              <a:gd name="T6" fmla="*/ 2147483646 w 1500"/>
              <a:gd name="T7" fmla="*/ 2147483646 h 381"/>
              <a:gd name="T8" fmla="*/ 2147483646 w 1500"/>
              <a:gd name="T9" fmla="*/ 2147483646 h 381"/>
              <a:gd name="T10" fmla="*/ 2147483646 w 1500"/>
              <a:gd name="T11" fmla="*/ 2147483646 h 381"/>
              <a:gd name="T12" fmla="*/ 2147483646 w 1500"/>
              <a:gd name="T13" fmla="*/ 0 h 381"/>
              <a:gd name="T14" fmla="*/ 2147483646 w 1500"/>
              <a:gd name="T15" fmla="*/ 2147483646 h 381"/>
              <a:gd name="T16" fmla="*/ 0 w 1500"/>
              <a:gd name="T17" fmla="*/ 2147483646 h 381"/>
              <a:gd name="T18" fmla="*/ 2147483646 w 1500"/>
              <a:gd name="T19" fmla="*/ 2147483646 h 381"/>
              <a:gd name="T20" fmla="*/ 2147483646 w 1500"/>
              <a:gd name="T21" fmla="*/ 2147483646 h 381"/>
              <a:gd name="T22" fmla="*/ 2147483646 w 1500"/>
              <a:gd name="T23" fmla="*/ 2147483646 h 381"/>
              <a:gd name="T24" fmla="*/ 2147483646 w 1500"/>
              <a:gd name="T25" fmla="*/ 2147483646 h 381"/>
              <a:gd name="T26" fmla="*/ 2147483646 w 1500"/>
              <a:gd name="T27" fmla="*/ 2147483646 h 381"/>
              <a:gd name="T28" fmla="*/ 2147483646 w 1500"/>
              <a:gd name="T29" fmla="*/ 2147483646 h 381"/>
              <a:gd name="T30" fmla="*/ 2147483646 w 1500"/>
              <a:gd name="T31" fmla="*/ 2147483646 h 381"/>
              <a:gd name="T32" fmla="*/ 2147483646 w 1500"/>
              <a:gd name="T33" fmla="*/ 2147483646 h 381"/>
              <a:gd name="T34" fmla="*/ 2147483646 w 1500"/>
              <a:gd name="T35" fmla="*/ 2147483646 h 3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500" h="381">
                <a:moveTo>
                  <a:pt x="0" y="10"/>
                </a:moveTo>
                <a:lnTo>
                  <a:pt x="2" y="18"/>
                </a:lnTo>
                <a:lnTo>
                  <a:pt x="8" y="22"/>
                </a:lnTo>
                <a:lnTo>
                  <a:pt x="16" y="22"/>
                </a:lnTo>
                <a:lnTo>
                  <a:pt x="21" y="14"/>
                </a:lnTo>
                <a:lnTo>
                  <a:pt x="20" y="6"/>
                </a:lnTo>
                <a:lnTo>
                  <a:pt x="14" y="0"/>
                </a:lnTo>
                <a:lnTo>
                  <a:pt x="4" y="2"/>
                </a:lnTo>
                <a:lnTo>
                  <a:pt x="0" y="10"/>
                </a:lnTo>
                <a:close/>
                <a:moveTo>
                  <a:pt x="1500" y="373"/>
                </a:moveTo>
                <a:lnTo>
                  <a:pt x="1500" y="365"/>
                </a:lnTo>
                <a:lnTo>
                  <a:pt x="1492" y="359"/>
                </a:lnTo>
                <a:lnTo>
                  <a:pt x="1484" y="361"/>
                </a:lnTo>
                <a:lnTo>
                  <a:pt x="1478" y="369"/>
                </a:lnTo>
                <a:lnTo>
                  <a:pt x="1480" y="377"/>
                </a:lnTo>
                <a:lnTo>
                  <a:pt x="1486" y="381"/>
                </a:lnTo>
                <a:lnTo>
                  <a:pt x="1496" y="381"/>
                </a:lnTo>
                <a:lnTo>
                  <a:pt x="1500" y="373"/>
                </a:lnTo>
                <a:close/>
              </a:path>
            </a:pathLst>
          </a:custGeom>
          <a:solidFill>
            <a:srgbClr val="FFFFFF"/>
          </a:solidFill>
          <a:ln w="28575">
            <a:solidFill>
              <a:srgbClr val="FFFFFF"/>
            </a:solidFill>
            <a:prstDash val="solid"/>
            <a:round/>
            <a:headEnd/>
            <a:tailEnd/>
          </a:ln>
        </p:spPr>
        <p:txBody>
          <a:bodyPr/>
          <a:lstStyle/>
          <a:p>
            <a:endParaRPr lang="zh-CN" altLang="en-US"/>
          </a:p>
        </p:txBody>
      </p:sp>
      <p:sp>
        <p:nvSpPr>
          <p:cNvPr id="36871" name="Line 7">
            <a:extLst>
              <a:ext uri="{FF2B5EF4-FFF2-40B4-BE49-F238E27FC236}">
                <a16:creationId xmlns:a16="http://schemas.microsoft.com/office/drawing/2014/main" id="{5A24CC13-E3AC-4C86-974B-F6A69728E1A9}"/>
              </a:ext>
            </a:extLst>
          </p:cNvPr>
          <p:cNvSpPr>
            <a:spLocks noChangeShapeType="1"/>
          </p:cNvSpPr>
          <p:nvPr/>
        </p:nvSpPr>
        <p:spPr bwMode="auto">
          <a:xfrm>
            <a:off x="3367088" y="4748213"/>
            <a:ext cx="2309812" cy="563562"/>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2" name="Freeform 8">
            <a:extLst>
              <a:ext uri="{FF2B5EF4-FFF2-40B4-BE49-F238E27FC236}">
                <a16:creationId xmlns:a16="http://schemas.microsoft.com/office/drawing/2014/main" id="{0D7D070E-C2A0-4558-A200-3B7610EA865C}"/>
              </a:ext>
            </a:extLst>
          </p:cNvPr>
          <p:cNvSpPr>
            <a:spLocks noEditPoints="1"/>
          </p:cNvSpPr>
          <p:nvPr/>
        </p:nvSpPr>
        <p:spPr bwMode="auto">
          <a:xfrm>
            <a:off x="5676900" y="3094038"/>
            <a:ext cx="2632075" cy="461962"/>
          </a:xfrm>
          <a:custGeom>
            <a:avLst/>
            <a:gdLst>
              <a:gd name="T0" fmla="*/ 0 w 1660"/>
              <a:gd name="T1" fmla="*/ 2147483646 h 291"/>
              <a:gd name="T2" fmla="*/ 2147483646 w 1660"/>
              <a:gd name="T3" fmla="*/ 2147483646 h 291"/>
              <a:gd name="T4" fmla="*/ 2147483646 w 1660"/>
              <a:gd name="T5" fmla="*/ 2147483646 h 291"/>
              <a:gd name="T6" fmla="*/ 2147483646 w 1660"/>
              <a:gd name="T7" fmla="*/ 2147483646 h 291"/>
              <a:gd name="T8" fmla="*/ 2147483646 w 1660"/>
              <a:gd name="T9" fmla="*/ 2147483646 h 291"/>
              <a:gd name="T10" fmla="*/ 2147483646 w 1660"/>
              <a:gd name="T11" fmla="*/ 2147483646 h 291"/>
              <a:gd name="T12" fmla="*/ 2147483646 w 1660"/>
              <a:gd name="T13" fmla="*/ 0 h 291"/>
              <a:gd name="T14" fmla="*/ 2147483646 w 1660"/>
              <a:gd name="T15" fmla="*/ 2147483646 h 291"/>
              <a:gd name="T16" fmla="*/ 0 w 1660"/>
              <a:gd name="T17" fmla="*/ 2147483646 h 291"/>
              <a:gd name="T18" fmla="*/ 2147483646 w 1660"/>
              <a:gd name="T19" fmla="*/ 2147483646 h 291"/>
              <a:gd name="T20" fmla="*/ 2147483646 w 1660"/>
              <a:gd name="T21" fmla="*/ 2147483646 h 291"/>
              <a:gd name="T22" fmla="*/ 2147483646 w 1660"/>
              <a:gd name="T23" fmla="*/ 2147483646 h 291"/>
              <a:gd name="T24" fmla="*/ 2147483646 w 1660"/>
              <a:gd name="T25" fmla="*/ 2147483646 h 291"/>
              <a:gd name="T26" fmla="*/ 2147483646 w 1660"/>
              <a:gd name="T27" fmla="*/ 2147483646 h 291"/>
              <a:gd name="T28" fmla="*/ 2147483646 w 1660"/>
              <a:gd name="T29" fmla="*/ 2147483646 h 291"/>
              <a:gd name="T30" fmla="*/ 2147483646 w 1660"/>
              <a:gd name="T31" fmla="*/ 2147483646 h 291"/>
              <a:gd name="T32" fmla="*/ 2147483646 w 1660"/>
              <a:gd name="T33" fmla="*/ 2147483646 h 291"/>
              <a:gd name="T34" fmla="*/ 2147483646 w 1660"/>
              <a:gd name="T35" fmla="*/ 2147483646 h 29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660" h="291">
                <a:moveTo>
                  <a:pt x="0" y="10"/>
                </a:moveTo>
                <a:lnTo>
                  <a:pt x="2" y="18"/>
                </a:lnTo>
                <a:lnTo>
                  <a:pt x="10" y="22"/>
                </a:lnTo>
                <a:lnTo>
                  <a:pt x="18" y="20"/>
                </a:lnTo>
                <a:lnTo>
                  <a:pt x="22" y="12"/>
                </a:lnTo>
                <a:lnTo>
                  <a:pt x="20" y="4"/>
                </a:lnTo>
                <a:lnTo>
                  <a:pt x="14" y="0"/>
                </a:lnTo>
                <a:lnTo>
                  <a:pt x="6" y="2"/>
                </a:lnTo>
                <a:lnTo>
                  <a:pt x="0" y="10"/>
                </a:lnTo>
                <a:close/>
                <a:moveTo>
                  <a:pt x="1660" y="281"/>
                </a:moveTo>
                <a:lnTo>
                  <a:pt x="1658" y="273"/>
                </a:lnTo>
                <a:lnTo>
                  <a:pt x="1650" y="269"/>
                </a:lnTo>
                <a:lnTo>
                  <a:pt x="1642" y="271"/>
                </a:lnTo>
                <a:lnTo>
                  <a:pt x="1638" y="279"/>
                </a:lnTo>
                <a:lnTo>
                  <a:pt x="1638" y="287"/>
                </a:lnTo>
                <a:lnTo>
                  <a:pt x="1646" y="291"/>
                </a:lnTo>
                <a:lnTo>
                  <a:pt x="1654" y="289"/>
                </a:lnTo>
                <a:lnTo>
                  <a:pt x="1660" y="281"/>
                </a:lnTo>
                <a:close/>
              </a:path>
            </a:pathLst>
          </a:custGeom>
          <a:solidFill>
            <a:srgbClr val="FFFFFF"/>
          </a:solidFill>
          <a:ln w="28575">
            <a:solidFill>
              <a:srgbClr val="FFFFFF"/>
            </a:solidFill>
            <a:prstDash val="solid"/>
            <a:round/>
            <a:headEnd/>
            <a:tailEnd/>
          </a:ln>
        </p:spPr>
        <p:txBody>
          <a:bodyPr/>
          <a:lstStyle/>
          <a:p>
            <a:endParaRPr lang="zh-CN" altLang="en-US"/>
          </a:p>
        </p:txBody>
      </p:sp>
      <p:sp>
        <p:nvSpPr>
          <p:cNvPr id="36873" name="Line 9">
            <a:extLst>
              <a:ext uri="{FF2B5EF4-FFF2-40B4-BE49-F238E27FC236}">
                <a16:creationId xmlns:a16="http://schemas.microsoft.com/office/drawing/2014/main" id="{71B0F1E8-4763-40F2-89BC-815E8C1D4E45}"/>
              </a:ext>
            </a:extLst>
          </p:cNvPr>
          <p:cNvSpPr>
            <a:spLocks noChangeShapeType="1"/>
          </p:cNvSpPr>
          <p:nvPr/>
        </p:nvSpPr>
        <p:spPr bwMode="auto">
          <a:xfrm>
            <a:off x="5711825" y="3113088"/>
            <a:ext cx="2562225" cy="423862"/>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4" name="Freeform 10">
            <a:extLst>
              <a:ext uri="{FF2B5EF4-FFF2-40B4-BE49-F238E27FC236}">
                <a16:creationId xmlns:a16="http://schemas.microsoft.com/office/drawing/2014/main" id="{B61076FA-DE4F-4BCA-A018-F136DF62F7A3}"/>
              </a:ext>
            </a:extLst>
          </p:cNvPr>
          <p:cNvSpPr>
            <a:spLocks noEditPoints="1"/>
          </p:cNvSpPr>
          <p:nvPr/>
        </p:nvSpPr>
        <p:spPr bwMode="auto">
          <a:xfrm>
            <a:off x="5676900" y="3521075"/>
            <a:ext cx="2632075" cy="636588"/>
          </a:xfrm>
          <a:custGeom>
            <a:avLst/>
            <a:gdLst>
              <a:gd name="T0" fmla="*/ 2147483646 w 1660"/>
              <a:gd name="T1" fmla="*/ 2147483646 h 402"/>
              <a:gd name="T2" fmla="*/ 2147483646 w 1660"/>
              <a:gd name="T3" fmla="*/ 2147483646 h 402"/>
              <a:gd name="T4" fmla="*/ 2147483646 w 1660"/>
              <a:gd name="T5" fmla="*/ 0 h 402"/>
              <a:gd name="T6" fmla="*/ 2147483646 w 1660"/>
              <a:gd name="T7" fmla="*/ 2147483646 h 402"/>
              <a:gd name="T8" fmla="*/ 2147483646 w 1660"/>
              <a:gd name="T9" fmla="*/ 2147483646 h 402"/>
              <a:gd name="T10" fmla="*/ 2147483646 w 1660"/>
              <a:gd name="T11" fmla="*/ 2147483646 h 402"/>
              <a:gd name="T12" fmla="*/ 2147483646 w 1660"/>
              <a:gd name="T13" fmla="*/ 2147483646 h 402"/>
              <a:gd name="T14" fmla="*/ 2147483646 w 1660"/>
              <a:gd name="T15" fmla="*/ 2147483646 h 402"/>
              <a:gd name="T16" fmla="*/ 2147483646 w 1660"/>
              <a:gd name="T17" fmla="*/ 2147483646 h 402"/>
              <a:gd name="T18" fmla="*/ 0 w 1660"/>
              <a:gd name="T19" fmla="*/ 2147483646 h 402"/>
              <a:gd name="T20" fmla="*/ 2147483646 w 1660"/>
              <a:gd name="T21" fmla="*/ 2147483646 h 402"/>
              <a:gd name="T22" fmla="*/ 2147483646 w 1660"/>
              <a:gd name="T23" fmla="*/ 2147483646 h 402"/>
              <a:gd name="T24" fmla="*/ 2147483646 w 1660"/>
              <a:gd name="T25" fmla="*/ 2147483646 h 402"/>
              <a:gd name="T26" fmla="*/ 2147483646 w 1660"/>
              <a:gd name="T27" fmla="*/ 2147483646 h 402"/>
              <a:gd name="T28" fmla="*/ 2147483646 w 1660"/>
              <a:gd name="T29" fmla="*/ 2147483646 h 402"/>
              <a:gd name="T30" fmla="*/ 2147483646 w 1660"/>
              <a:gd name="T31" fmla="*/ 2147483646 h 402"/>
              <a:gd name="T32" fmla="*/ 2147483646 w 1660"/>
              <a:gd name="T33" fmla="*/ 2147483646 h 402"/>
              <a:gd name="T34" fmla="*/ 0 w 1660"/>
              <a:gd name="T35" fmla="*/ 2147483646 h 40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660" h="402">
                <a:moveTo>
                  <a:pt x="1660" y="8"/>
                </a:moveTo>
                <a:lnTo>
                  <a:pt x="1654" y="2"/>
                </a:lnTo>
                <a:lnTo>
                  <a:pt x="1646" y="0"/>
                </a:lnTo>
                <a:lnTo>
                  <a:pt x="1638" y="4"/>
                </a:lnTo>
                <a:lnTo>
                  <a:pt x="1638" y="14"/>
                </a:lnTo>
                <a:lnTo>
                  <a:pt x="1642" y="20"/>
                </a:lnTo>
                <a:lnTo>
                  <a:pt x="1650" y="22"/>
                </a:lnTo>
                <a:lnTo>
                  <a:pt x="1658" y="16"/>
                </a:lnTo>
                <a:lnTo>
                  <a:pt x="1660" y="8"/>
                </a:lnTo>
                <a:close/>
                <a:moveTo>
                  <a:pt x="0" y="394"/>
                </a:moveTo>
                <a:lnTo>
                  <a:pt x="6" y="400"/>
                </a:lnTo>
                <a:lnTo>
                  <a:pt x="14" y="402"/>
                </a:lnTo>
                <a:lnTo>
                  <a:pt x="22" y="398"/>
                </a:lnTo>
                <a:lnTo>
                  <a:pt x="22" y="388"/>
                </a:lnTo>
                <a:lnTo>
                  <a:pt x="18" y="382"/>
                </a:lnTo>
                <a:lnTo>
                  <a:pt x="10" y="380"/>
                </a:lnTo>
                <a:lnTo>
                  <a:pt x="2" y="386"/>
                </a:lnTo>
                <a:lnTo>
                  <a:pt x="0" y="394"/>
                </a:lnTo>
                <a:close/>
              </a:path>
            </a:pathLst>
          </a:custGeom>
          <a:solidFill>
            <a:srgbClr val="FFFFFF"/>
          </a:solidFill>
          <a:ln w="28575">
            <a:solidFill>
              <a:srgbClr val="FFFFFF"/>
            </a:solidFill>
            <a:prstDash val="solid"/>
            <a:round/>
            <a:headEnd/>
            <a:tailEnd/>
          </a:ln>
        </p:spPr>
        <p:txBody>
          <a:bodyPr/>
          <a:lstStyle/>
          <a:p>
            <a:endParaRPr lang="zh-CN" altLang="en-US"/>
          </a:p>
        </p:txBody>
      </p:sp>
      <p:sp>
        <p:nvSpPr>
          <p:cNvPr id="36875" name="Line 11">
            <a:extLst>
              <a:ext uri="{FF2B5EF4-FFF2-40B4-BE49-F238E27FC236}">
                <a16:creationId xmlns:a16="http://schemas.microsoft.com/office/drawing/2014/main" id="{71BA7181-6C7D-4589-8A89-B397833AD159}"/>
              </a:ext>
            </a:extLst>
          </p:cNvPr>
          <p:cNvSpPr>
            <a:spLocks noChangeShapeType="1"/>
          </p:cNvSpPr>
          <p:nvPr/>
        </p:nvSpPr>
        <p:spPr bwMode="auto">
          <a:xfrm flipH="1">
            <a:off x="5711825" y="3543300"/>
            <a:ext cx="2562225" cy="592138"/>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6" name="Freeform 12">
            <a:extLst>
              <a:ext uri="{FF2B5EF4-FFF2-40B4-BE49-F238E27FC236}">
                <a16:creationId xmlns:a16="http://schemas.microsoft.com/office/drawing/2014/main" id="{F738BA43-85E7-4786-8AC9-9F0236634957}"/>
              </a:ext>
            </a:extLst>
          </p:cNvPr>
          <p:cNvSpPr>
            <a:spLocks noEditPoints="1"/>
          </p:cNvSpPr>
          <p:nvPr/>
        </p:nvSpPr>
        <p:spPr bwMode="auto">
          <a:xfrm>
            <a:off x="5676900" y="5295900"/>
            <a:ext cx="2347913" cy="38100"/>
          </a:xfrm>
          <a:custGeom>
            <a:avLst/>
            <a:gdLst>
              <a:gd name="T0" fmla="*/ 0 w 1481"/>
              <a:gd name="T1" fmla="*/ 2147483646 h 24"/>
              <a:gd name="T2" fmla="*/ 2147483646 w 1481"/>
              <a:gd name="T3" fmla="*/ 2147483646 h 24"/>
              <a:gd name="T4" fmla="*/ 2147483646 w 1481"/>
              <a:gd name="T5" fmla="*/ 2147483646 h 24"/>
              <a:gd name="T6" fmla="*/ 2147483646 w 1481"/>
              <a:gd name="T7" fmla="*/ 2147483646 h 24"/>
              <a:gd name="T8" fmla="*/ 2147483646 w 1481"/>
              <a:gd name="T9" fmla="*/ 2147483646 h 24"/>
              <a:gd name="T10" fmla="*/ 2147483646 w 1481"/>
              <a:gd name="T11" fmla="*/ 2147483646 h 24"/>
              <a:gd name="T12" fmla="*/ 2147483646 w 1481"/>
              <a:gd name="T13" fmla="*/ 0 h 24"/>
              <a:gd name="T14" fmla="*/ 2147483646 w 1481"/>
              <a:gd name="T15" fmla="*/ 2147483646 h 24"/>
              <a:gd name="T16" fmla="*/ 0 w 1481"/>
              <a:gd name="T17" fmla="*/ 2147483646 h 24"/>
              <a:gd name="T18" fmla="*/ 2147483646 w 1481"/>
              <a:gd name="T19" fmla="*/ 2147483646 h 24"/>
              <a:gd name="T20" fmla="*/ 2147483646 w 1481"/>
              <a:gd name="T21" fmla="*/ 2147483646 h 24"/>
              <a:gd name="T22" fmla="*/ 2147483646 w 1481"/>
              <a:gd name="T23" fmla="*/ 0 h 24"/>
              <a:gd name="T24" fmla="*/ 2147483646 w 1481"/>
              <a:gd name="T25" fmla="*/ 2147483646 h 24"/>
              <a:gd name="T26" fmla="*/ 2147483646 w 1481"/>
              <a:gd name="T27" fmla="*/ 2147483646 h 24"/>
              <a:gd name="T28" fmla="*/ 2147483646 w 1481"/>
              <a:gd name="T29" fmla="*/ 2147483646 h 24"/>
              <a:gd name="T30" fmla="*/ 2147483646 w 1481"/>
              <a:gd name="T31" fmla="*/ 2147483646 h 24"/>
              <a:gd name="T32" fmla="*/ 2147483646 w 1481"/>
              <a:gd name="T33" fmla="*/ 2147483646 h 24"/>
              <a:gd name="T34" fmla="*/ 2147483646 w 1481"/>
              <a:gd name="T35" fmla="*/ 2147483646 h 2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481" h="24">
                <a:moveTo>
                  <a:pt x="0" y="12"/>
                </a:moveTo>
                <a:lnTo>
                  <a:pt x="4" y="20"/>
                </a:lnTo>
                <a:lnTo>
                  <a:pt x="12" y="24"/>
                </a:lnTo>
                <a:lnTo>
                  <a:pt x="20" y="20"/>
                </a:lnTo>
                <a:lnTo>
                  <a:pt x="22" y="12"/>
                </a:lnTo>
                <a:lnTo>
                  <a:pt x="20" y="4"/>
                </a:lnTo>
                <a:lnTo>
                  <a:pt x="12" y="0"/>
                </a:lnTo>
                <a:lnTo>
                  <a:pt x="4" y="4"/>
                </a:lnTo>
                <a:lnTo>
                  <a:pt x="0" y="12"/>
                </a:lnTo>
                <a:close/>
                <a:moveTo>
                  <a:pt x="1481" y="12"/>
                </a:moveTo>
                <a:lnTo>
                  <a:pt x="1477" y="4"/>
                </a:lnTo>
                <a:lnTo>
                  <a:pt x="1469" y="0"/>
                </a:lnTo>
                <a:lnTo>
                  <a:pt x="1461" y="4"/>
                </a:lnTo>
                <a:lnTo>
                  <a:pt x="1457" y="12"/>
                </a:lnTo>
                <a:lnTo>
                  <a:pt x="1461" y="20"/>
                </a:lnTo>
                <a:lnTo>
                  <a:pt x="1469" y="24"/>
                </a:lnTo>
                <a:lnTo>
                  <a:pt x="1477" y="20"/>
                </a:lnTo>
                <a:lnTo>
                  <a:pt x="1481" y="12"/>
                </a:lnTo>
                <a:close/>
              </a:path>
            </a:pathLst>
          </a:custGeom>
          <a:solidFill>
            <a:srgbClr val="FFFFFF"/>
          </a:solidFill>
          <a:ln w="28575">
            <a:solidFill>
              <a:srgbClr val="FFFFFF"/>
            </a:solidFill>
            <a:prstDash val="solid"/>
            <a:round/>
            <a:headEnd/>
            <a:tailEnd/>
          </a:ln>
        </p:spPr>
        <p:txBody>
          <a:bodyPr/>
          <a:lstStyle/>
          <a:p>
            <a:endParaRPr lang="zh-CN" altLang="en-US"/>
          </a:p>
        </p:txBody>
      </p:sp>
      <p:sp>
        <p:nvSpPr>
          <p:cNvPr id="36877" name="Line 13">
            <a:extLst>
              <a:ext uri="{FF2B5EF4-FFF2-40B4-BE49-F238E27FC236}">
                <a16:creationId xmlns:a16="http://schemas.microsoft.com/office/drawing/2014/main" id="{A89422B7-F84E-4005-A2C7-F2B9D9025106}"/>
              </a:ext>
            </a:extLst>
          </p:cNvPr>
          <p:cNvSpPr>
            <a:spLocks noChangeShapeType="1"/>
          </p:cNvSpPr>
          <p:nvPr/>
        </p:nvSpPr>
        <p:spPr bwMode="auto">
          <a:xfrm>
            <a:off x="5711825" y="5314950"/>
            <a:ext cx="2274888" cy="1588"/>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8" name="Line 14">
            <a:extLst>
              <a:ext uri="{FF2B5EF4-FFF2-40B4-BE49-F238E27FC236}">
                <a16:creationId xmlns:a16="http://schemas.microsoft.com/office/drawing/2014/main" id="{1C236D41-1B57-47DD-B143-77B32123435E}"/>
              </a:ext>
            </a:extLst>
          </p:cNvPr>
          <p:cNvSpPr>
            <a:spLocks noChangeShapeType="1"/>
          </p:cNvSpPr>
          <p:nvPr/>
        </p:nvSpPr>
        <p:spPr bwMode="auto">
          <a:xfrm flipH="1" flipV="1">
            <a:off x="8005763" y="5314950"/>
            <a:ext cx="1244600" cy="22225"/>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9" name="Line 15">
            <a:extLst>
              <a:ext uri="{FF2B5EF4-FFF2-40B4-BE49-F238E27FC236}">
                <a16:creationId xmlns:a16="http://schemas.microsoft.com/office/drawing/2014/main" id="{E4BC7492-0188-44ED-A4BB-3EEBE2C868A9}"/>
              </a:ext>
            </a:extLst>
          </p:cNvPr>
          <p:cNvSpPr>
            <a:spLocks noChangeShapeType="1"/>
          </p:cNvSpPr>
          <p:nvPr/>
        </p:nvSpPr>
        <p:spPr bwMode="auto">
          <a:xfrm>
            <a:off x="5695950" y="2255838"/>
            <a:ext cx="1588" cy="854075"/>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0" name="Line 16">
            <a:extLst>
              <a:ext uri="{FF2B5EF4-FFF2-40B4-BE49-F238E27FC236}">
                <a16:creationId xmlns:a16="http://schemas.microsoft.com/office/drawing/2014/main" id="{965D97BE-DE31-4030-B0A8-91C490C768D4}"/>
              </a:ext>
            </a:extLst>
          </p:cNvPr>
          <p:cNvSpPr>
            <a:spLocks noChangeShapeType="1"/>
          </p:cNvSpPr>
          <p:nvPr/>
        </p:nvSpPr>
        <p:spPr bwMode="auto">
          <a:xfrm>
            <a:off x="2284413" y="2730500"/>
            <a:ext cx="1065212" cy="379413"/>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1" name="Line 17">
            <a:extLst>
              <a:ext uri="{FF2B5EF4-FFF2-40B4-BE49-F238E27FC236}">
                <a16:creationId xmlns:a16="http://schemas.microsoft.com/office/drawing/2014/main" id="{75F490F4-C994-401A-8836-88A4CE3CBF9A}"/>
              </a:ext>
            </a:extLst>
          </p:cNvPr>
          <p:cNvSpPr>
            <a:spLocks noChangeShapeType="1"/>
          </p:cNvSpPr>
          <p:nvPr/>
        </p:nvSpPr>
        <p:spPr bwMode="auto">
          <a:xfrm flipV="1">
            <a:off x="2284413" y="4745038"/>
            <a:ext cx="1065212" cy="592137"/>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2" name="Line 18">
            <a:extLst>
              <a:ext uri="{FF2B5EF4-FFF2-40B4-BE49-F238E27FC236}">
                <a16:creationId xmlns:a16="http://schemas.microsoft.com/office/drawing/2014/main" id="{DCB345E9-0A3A-435D-B84D-80FBE66C3157}"/>
              </a:ext>
            </a:extLst>
          </p:cNvPr>
          <p:cNvSpPr>
            <a:spLocks noChangeShapeType="1"/>
          </p:cNvSpPr>
          <p:nvPr/>
        </p:nvSpPr>
        <p:spPr bwMode="auto">
          <a:xfrm flipH="1">
            <a:off x="8289925" y="2755900"/>
            <a:ext cx="817563" cy="781050"/>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3" name="Rectangle 19">
            <a:extLst>
              <a:ext uri="{FF2B5EF4-FFF2-40B4-BE49-F238E27FC236}">
                <a16:creationId xmlns:a16="http://schemas.microsoft.com/office/drawing/2014/main" id="{B0886798-5763-4B03-83B0-9040710FAD3E}"/>
              </a:ext>
            </a:extLst>
          </p:cNvPr>
          <p:cNvSpPr>
            <a:spLocks noChangeArrowheads="1"/>
          </p:cNvSpPr>
          <p:nvPr/>
        </p:nvSpPr>
        <p:spPr bwMode="auto">
          <a:xfrm>
            <a:off x="3830638" y="2967038"/>
            <a:ext cx="304800" cy="455612"/>
          </a:xfrm>
          <a:prstGeom prst="rect">
            <a:avLst/>
          </a:prstGeom>
          <a:solidFill>
            <a:schemeClr val="bg2"/>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chemeClr val="bg2"/>
            </a:extrusionClr>
            <a:contourClr>
              <a:schemeClr val="bg2"/>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6884" name="Rectangle 20">
            <a:extLst>
              <a:ext uri="{FF2B5EF4-FFF2-40B4-BE49-F238E27FC236}">
                <a16:creationId xmlns:a16="http://schemas.microsoft.com/office/drawing/2014/main" id="{A0B97838-F557-4E7B-9C5F-19DA75EEB0E9}"/>
              </a:ext>
            </a:extLst>
          </p:cNvPr>
          <p:cNvSpPr>
            <a:spLocks noChangeArrowheads="1"/>
          </p:cNvSpPr>
          <p:nvPr/>
        </p:nvSpPr>
        <p:spPr bwMode="auto">
          <a:xfrm>
            <a:off x="3754438" y="4640263"/>
            <a:ext cx="304800" cy="455612"/>
          </a:xfrm>
          <a:prstGeom prst="rect">
            <a:avLst/>
          </a:prstGeom>
          <a:solidFill>
            <a:schemeClr val="bg2"/>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chemeClr val="bg2"/>
            </a:extrusionClr>
            <a:contourClr>
              <a:schemeClr val="bg2"/>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6885" name="Rectangle 21">
            <a:extLst>
              <a:ext uri="{FF2B5EF4-FFF2-40B4-BE49-F238E27FC236}">
                <a16:creationId xmlns:a16="http://schemas.microsoft.com/office/drawing/2014/main" id="{CE8F72D4-DD44-478B-A011-6148B0F17738}"/>
              </a:ext>
            </a:extLst>
          </p:cNvPr>
          <p:cNvSpPr>
            <a:spLocks noChangeArrowheads="1"/>
          </p:cNvSpPr>
          <p:nvPr/>
        </p:nvSpPr>
        <p:spPr bwMode="auto">
          <a:xfrm>
            <a:off x="5961063" y="2890838"/>
            <a:ext cx="304800" cy="455612"/>
          </a:xfrm>
          <a:prstGeom prst="rect">
            <a:avLst/>
          </a:prstGeom>
          <a:solidFill>
            <a:schemeClr val="bg2"/>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chemeClr val="bg2"/>
            </a:extrusionClr>
            <a:contourClr>
              <a:schemeClr val="bg2"/>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6886" name="Rectangle 22">
            <a:extLst>
              <a:ext uri="{FF2B5EF4-FFF2-40B4-BE49-F238E27FC236}">
                <a16:creationId xmlns:a16="http://schemas.microsoft.com/office/drawing/2014/main" id="{8DD92385-9E0C-44CB-8ED7-AA126EA8472D}"/>
              </a:ext>
            </a:extLst>
          </p:cNvPr>
          <p:cNvSpPr>
            <a:spLocks noChangeArrowheads="1"/>
          </p:cNvSpPr>
          <p:nvPr/>
        </p:nvSpPr>
        <p:spPr bwMode="auto">
          <a:xfrm>
            <a:off x="5961063" y="3878263"/>
            <a:ext cx="304800" cy="457200"/>
          </a:xfrm>
          <a:prstGeom prst="rect">
            <a:avLst/>
          </a:prstGeom>
          <a:solidFill>
            <a:schemeClr val="bg2"/>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chemeClr val="bg2"/>
            </a:extrusionClr>
            <a:contourClr>
              <a:schemeClr val="bg2"/>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6887" name="Rectangle 23">
            <a:extLst>
              <a:ext uri="{FF2B5EF4-FFF2-40B4-BE49-F238E27FC236}">
                <a16:creationId xmlns:a16="http://schemas.microsoft.com/office/drawing/2014/main" id="{3893732A-71B4-4490-BD2B-47BAC925D35E}"/>
              </a:ext>
            </a:extLst>
          </p:cNvPr>
          <p:cNvSpPr>
            <a:spLocks noChangeArrowheads="1"/>
          </p:cNvSpPr>
          <p:nvPr/>
        </p:nvSpPr>
        <p:spPr bwMode="auto">
          <a:xfrm>
            <a:off x="5961063" y="5172075"/>
            <a:ext cx="304800" cy="455613"/>
          </a:xfrm>
          <a:prstGeom prst="rect">
            <a:avLst/>
          </a:prstGeom>
          <a:solidFill>
            <a:schemeClr val="bg2"/>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chemeClr val="bg2"/>
            </a:extrusionClr>
            <a:contourClr>
              <a:schemeClr val="bg2"/>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6888" name="Rectangle 24">
            <a:extLst>
              <a:ext uri="{FF2B5EF4-FFF2-40B4-BE49-F238E27FC236}">
                <a16:creationId xmlns:a16="http://schemas.microsoft.com/office/drawing/2014/main" id="{107C82E2-9BE7-4B18-B136-3DC43A5568F6}"/>
              </a:ext>
            </a:extLst>
          </p:cNvPr>
          <p:cNvSpPr>
            <a:spLocks noChangeArrowheads="1"/>
          </p:cNvSpPr>
          <p:nvPr/>
        </p:nvSpPr>
        <p:spPr bwMode="auto">
          <a:xfrm>
            <a:off x="8548688" y="3346450"/>
            <a:ext cx="304800" cy="457200"/>
          </a:xfrm>
          <a:prstGeom prst="rect">
            <a:avLst/>
          </a:prstGeom>
          <a:solidFill>
            <a:schemeClr val="bg2"/>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chemeClr val="bg2"/>
            </a:extrusionClr>
            <a:contourClr>
              <a:schemeClr val="bg2"/>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6889" name="Rectangle 25">
            <a:extLst>
              <a:ext uri="{FF2B5EF4-FFF2-40B4-BE49-F238E27FC236}">
                <a16:creationId xmlns:a16="http://schemas.microsoft.com/office/drawing/2014/main" id="{AA20F5F1-FB36-41AD-9EB9-73BC90FB8AE8}"/>
              </a:ext>
            </a:extLst>
          </p:cNvPr>
          <p:cNvSpPr>
            <a:spLocks noChangeArrowheads="1"/>
          </p:cNvSpPr>
          <p:nvPr/>
        </p:nvSpPr>
        <p:spPr bwMode="auto">
          <a:xfrm>
            <a:off x="8243888" y="5095875"/>
            <a:ext cx="304800" cy="457200"/>
          </a:xfrm>
          <a:prstGeom prst="rect">
            <a:avLst/>
          </a:prstGeom>
          <a:solidFill>
            <a:schemeClr val="bg2"/>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chemeClr val="bg2"/>
            </a:extrusionClr>
            <a:contourClr>
              <a:schemeClr val="bg2"/>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nvGrpSpPr>
          <p:cNvPr id="36890" name="Group 26">
            <a:extLst>
              <a:ext uri="{FF2B5EF4-FFF2-40B4-BE49-F238E27FC236}">
                <a16:creationId xmlns:a16="http://schemas.microsoft.com/office/drawing/2014/main" id="{59588F54-9537-4A5E-BF50-0E27AD8A329C}"/>
              </a:ext>
            </a:extLst>
          </p:cNvPr>
          <p:cNvGrpSpPr>
            <a:grpSpLocks/>
          </p:cNvGrpSpPr>
          <p:nvPr/>
        </p:nvGrpSpPr>
        <p:grpSpPr bwMode="auto">
          <a:xfrm>
            <a:off x="2613025" y="2509838"/>
            <a:ext cx="454025" cy="457200"/>
            <a:chOff x="712" y="2330"/>
            <a:chExt cx="286" cy="288"/>
          </a:xfrm>
        </p:grpSpPr>
        <p:sp>
          <p:nvSpPr>
            <p:cNvPr id="36980" name="Freeform 27">
              <a:extLst>
                <a:ext uri="{FF2B5EF4-FFF2-40B4-BE49-F238E27FC236}">
                  <a16:creationId xmlns:a16="http://schemas.microsoft.com/office/drawing/2014/main" id="{1D3FAA03-3D4C-49C2-9F40-D673F80C44B4}"/>
                </a:ext>
              </a:extLst>
            </p:cNvPr>
            <p:cNvSpPr>
              <a:spLocks/>
            </p:cNvSpPr>
            <p:nvPr/>
          </p:nvSpPr>
          <p:spPr bwMode="auto">
            <a:xfrm>
              <a:off x="712" y="2330"/>
              <a:ext cx="286" cy="288"/>
            </a:xfrm>
            <a:custGeom>
              <a:avLst/>
              <a:gdLst>
                <a:gd name="T0" fmla="*/ 1 w 572"/>
                <a:gd name="T1" fmla="*/ 0 h 577"/>
                <a:gd name="T2" fmla="*/ 0 w 572"/>
                <a:gd name="T3" fmla="*/ 0 h 577"/>
                <a:gd name="T4" fmla="*/ 0 w 572"/>
                <a:gd name="T5" fmla="*/ 1 h 577"/>
                <a:gd name="T6" fmla="*/ 2 w 572"/>
                <a:gd name="T7" fmla="*/ 1 h 577"/>
                <a:gd name="T8" fmla="*/ 2 w 572"/>
                <a:gd name="T9" fmla="*/ 0 h 577"/>
                <a:gd name="T10" fmla="*/ 1 w 572"/>
                <a:gd name="T11" fmla="*/ 0 h 577"/>
                <a:gd name="T12" fmla="*/ 1 w 572"/>
                <a:gd name="T13" fmla="*/ 0 h 577"/>
                <a:gd name="T14" fmla="*/ 1 w 572"/>
                <a:gd name="T15" fmla="*/ 0 h 577"/>
                <a:gd name="T16" fmla="*/ 1 w 572"/>
                <a:gd name="T17" fmla="*/ 0 h 577"/>
                <a:gd name="T18" fmla="*/ 1 w 572"/>
                <a:gd name="T19" fmla="*/ 0 h 577"/>
                <a:gd name="T20" fmla="*/ 1 w 572"/>
                <a:gd name="T21" fmla="*/ 0 h 577"/>
                <a:gd name="T22" fmla="*/ 1 w 572"/>
                <a:gd name="T23" fmla="*/ 0 h 577"/>
                <a:gd name="T24" fmla="*/ 1 w 572"/>
                <a:gd name="T25" fmla="*/ 0 h 5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577">
                  <a:moveTo>
                    <a:pt x="126" y="377"/>
                  </a:moveTo>
                  <a:lnTo>
                    <a:pt x="0" y="377"/>
                  </a:lnTo>
                  <a:lnTo>
                    <a:pt x="0" y="577"/>
                  </a:lnTo>
                  <a:lnTo>
                    <a:pt x="572" y="577"/>
                  </a:lnTo>
                  <a:lnTo>
                    <a:pt x="572" y="377"/>
                  </a:lnTo>
                  <a:lnTo>
                    <a:pt x="446" y="377"/>
                  </a:lnTo>
                  <a:lnTo>
                    <a:pt x="446" y="350"/>
                  </a:lnTo>
                  <a:lnTo>
                    <a:pt x="500" y="350"/>
                  </a:lnTo>
                  <a:lnTo>
                    <a:pt x="500" y="0"/>
                  </a:lnTo>
                  <a:lnTo>
                    <a:pt x="71" y="0"/>
                  </a:lnTo>
                  <a:lnTo>
                    <a:pt x="71" y="350"/>
                  </a:lnTo>
                  <a:lnTo>
                    <a:pt x="126" y="350"/>
                  </a:lnTo>
                  <a:lnTo>
                    <a:pt x="126" y="377"/>
                  </a:lnTo>
                  <a:close/>
                </a:path>
              </a:pathLst>
            </a:custGeom>
            <a:solidFill>
              <a:srgbClr val="FFFFFF"/>
            </a:solidFill>
            <a:ln w="11113">
              <a:solidFill>
                <a:srgbClr val="000000"/>
              </a:solidFill>
              <a:prstDash val="solid"/>
              <a:round/>
              <a:headEnd/>
              <a:tailEnd/>
            </a:ln>
          </p:spPr>
          <p:txBody>
            <a:bodyPr/>
            <a:lstStyle/>
            <a:p>
              <a:endParaRPr lang="zh-CN" altLang="en-US"/>
            </a:p>
          </p:txBody>
        </p:sp>
        <p:sp>
          <p:nvSpPr>
            <p:cNvPr id="36981" name="Line 28">
              <a:extLst>
                <a:ext uri="{FF2B5EF4-FFF2-40B4-BE49-F238E27FC236}">
                  <a16:creationId xmlns:a16="http://schemas.microsoft.com/office/drawing/2014/main" id="{07DDD1C6-1B44-424C-85B2-3638D6CD3657}"/>
                </a:ext>
              </a:extLst>
            </p:cNvPr>
            <p:cNvSpPr>
              <a:spLocks noChangeShapeType="1"/>
            </p:cNvSpPr>
            <p:nvPr/>
          </p:nvSpPr>
          <p:spPr bwMode="auto">
            <a:xfrm>
              <a:off x="774" y="2518"/>
              <a:ext cx="16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82" name="Line 29">
              <a:extLst>
                <a:ext uri="{FF2B5EF4-FFF2-40B4-BE49-F238E27FC236}">
                  <a16:creationId xmlns:a16="http://schemas.microsoft.com/office/drawing/2014/main" id="{8C38729C-1A71-4BBF-AD18-73F1B1B740A0}"/>
                </a:ext>
              </a:extLst>
            </p:cNvPr>
            <p:cNvSpPr>
              <a:spLocks noChangeShapeType="1"/>
            </p:cNvSpPr>
            <p:nvPr/>
          </p:nvSpPr>
          <p:spPr bwMode="auto">
            <a:xfrm>
              <a:off x="774" y="2505"/>
              <a:ext cx="16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83" name="Freeform 30">
              <a:extLst>
                <a:ext uri="{FF2B5EF4-FFF2-40B4-BE49-F238E27FC236}">
                  <a16:creationId xmlns:a16="http://schemas.microsoft.com/office/drawing/2014/main" id="{9E99787A-14B8-4B16-B516-8AAD3F86AB7C}"/>
                </a:ext>
              </a:extLst>
            </p:cNvPr>
            <p:cNvSpPr>
              <a:spLocks noEditPoints="1"/>
            </p:cNvSpPr>
            <p:nvPr/>
          </p:nvSpPr>
          <p:spPr bwMode="auto">
            <a:xfrm>
              <a:off x="859" y="2528"/>
              <a:ext cx="116" cy="81"/>
            </a:xfrm>
            <a:custGeom>
              <a:avLst/>
              <a:gdLst>
                <a:gd name="T0" fmla="*/ 0 w 231"/>
                <a:gd name="T1" fmla="*/ 1 h 161"/>
                <a:gd name="T2" fmla="*/ 1 w 231"/>
                <a:gd name="T3" fmla="*/ 1 h 161"/>
                <a:gd name="T4" fmla="*/ 1 w 231"/>
                <a:gd name="T5" fmla="*/ 0 h 161"/>
                <a:gd name="T6" fmla="*/ 0 w 231"/>
                <a:gd name="T7" fmla="*/ 0 h 161"/>
                <a:gd name="T8" fmla="*/ 0 w 231"/>
                <a:gd name="T9" fmla="*/ 1 h 161"/>
                <a:gd name="T10" fmla="*/ 1 w 231"/>
                <a:gd name="T11" fmla="*/ 1 h 161"/>
                <a:gd name="T12" fmla="*/ 1 w 231"/>
                <a:gd name="T13" fmla="*/ 1 h 161"/>
                <a:gd name="T14" fmla="*/ 1 w 231"/>
                <a:gd name="T15" fmla="*/ 0 h 161"/>
                <a:gd name="T16" fmla="*/ 1 w 231"/>
                <a:gd name="T17" fmla="*/ 0 h 161"/>
                <a:gd name="T18" fmla="*/ 1 w 231"/>
                <a:gd name="T19" fmla="*/ 1 h 1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1" h="161">
                  <a:moveTo>
                    <a:pt x="0" y="161"/>
                  </a:moveTo>
                  <a:lnTo>
                    <a:pt x="187" y="161"/>
                  </a:lnTo>
                  <a:lnTo>
                    <a:pt x="187" y="0"/>
                  </a:lnTo>
                  <a:lnTo>
                    <a:pt x="0" y="0"/>
                  </a:lnTo>
                  <a:lnTo>
                    <a:pt x="0" y="161"/>
                  </a:lnTo>
                  <a:close/>
                  <a:moveTo>
                    <a:pt x="204" y="27"/>
                  </a:moveTo>
                  <a:lnTo>
                    <a:pt x="231" y="27"/>
                  </a:lnTo>
                  <a:lnTo>
                    <a:pt x="231" y="0"/>
                  </a:lnTo>
                  <a:lnTo>
                    <a:pt x="204" y="0"/>
                  </a:lnTo>
                  <a:lnTo>
                    <a:pt x="204" y="27"/>
                  </a:lnTo>
                  <a:close/>
                </a:path>
              </a:pathLst>
            </a:custGeom>
            <a:solidFill>
              <a:srgbClr val="FFFFFF"/>
            </a:solidFill>
            <a:ln w="4763">
              <a:solidFill>
                <a:srgbClr val="000000"/>
              </a:solidFill>
              <a:prstDash val="solid"/>
              <a:round/>
              <a:headEnd/>
              <a:tailEnd/>
            </a:ln>
          </p:spPr>
          <p:txBody>
            <a:bodyPr/>
            <a:lstStyle/>
            <a:p>
              <a:endParaRPr lang="zh-CN" altLang="en-US"/>
            </a:p>
          </p:txBody>
        </p:sp>
        <p:sp>
          <p:nvSpPr>
            <p:cNvPr id="36984" name="Line 31">
              <a:extLst>
                <a:ext uri="{FF2B5EF4-FFF2-40B4-BE49-F238E27FC236}">
                  <a16:creationId xmlns:a16="http://schemas.microsoft.com/office/drawing/2014/main" id="{7907E7DC-5970-42F2-8D84-5053E94261A8}"/>
                </a:ext>
              </a:extLst>
            </p:cNvPr>
            <p:cNvSpPr>
              <a:spLocks noChangeShapeType="1"/>
            </p:cNvSpPr>
            <p:nvPr/>
          </p:nvSpPr>
          <p:spPr bwMode="auto">
            <a:xfrm>
              <a:off x="859" y="2555"/>
              <a:ext cx="9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85" name="Line 32">
              <a:extLst>
                <a:ext uri="{FF2B5EF4-FFF2-40B4-BE49-F238E27FC236}">
                  <a16:creationId xmlns:a16="http://schemas.microsoft.com/office/drawing/2014/main" id="{9F7B7348-FE8C-4294-9A41-72653B038EDB}"/>
                </a:ext>
              </a:extLst>
            </p:cNvPr>
            <p:cNvSpPr>
              <a:spLocks noChangeShapeType="1"/>
            </p:cNvSpPr>
            <p:nvPr/>
          </p:nvSpPr>
          <p:spPr bwMode="auto">
            <a:xfrm>
              <a:off x="859" y="2582"/>
              <a:ext cx="9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86" name="Line 33">
              <a:extLst>
                <a:ext uri="{FF2B5EF4-FFF2-40B4-BE49-F238E27FC236}">
                  <a16:creationId xmlns:a16="http://schemas.microsoft.com/office/drawing/2014/main" id="{634A7D86-18AD-46C3-8FA0-6EF5E3A3A9CD}"/>
                </a:ext>
              </a:extLst>
            </p:cNvPr>
            <p:cNvSpPr>
              <a:spLocks noChangeShapeType="1"/>
            </p:cNvSpPr>
            <p:nvPr/>
          </p:nvSpPr>
          <p:spPr bwMode="auto">
            <a:xfrm>
              <a:off x="863" y="2568"/>
              <a:ext cx="85"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87" name="Rectangle 34">
              <a:extLst>
                <a:ext uri="{FF2B5EF4-FFF2-40B4-BE49-F238E27FC236}">
                  <a16:creationId xmlns:a16="http://schemas.microsoft.com/office/drawing/2014/main" id="{2F4362EC-FE54-47DC-8079-D9374D17FD02}"/>
                </a:ext>
              </a:extLst>
            </p:cNvPr>
            <p:cNvSpPr>
              <a:spLocks noChangeArrowheads="1"/>
            </p:cNvSpPr>
            <p:nvPr/>
          </p:nvSpPr>
          <p:spPr bwMode="auto">
            <a:xfrm>
              <a:off x="913" y="2560"/>
              <a:ext cx="26" cy="17"/>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6988" name="Freeform 35">
              <a:extLst>
                <a:ext uri="{FF2B5EF4-FFF2-40B4-BE49-F238E27FC236}">
                  <a16:creationId xmlns:a16="http://schemas.microsoft.com/office/drawing/2014/main" id="{9BA2A682-61D7-4315-982F-524D311B4918}"/>
                </a:ext>
              </a:extLst>
            </p:cNvPr>
            <p:cNvSpPr>
              <a:spLocks noEditPoints="1"/>
            </p:cNvSpPr>
            <p:nvPr/>
          </p:nvSpPr>
          <p:spPr bwMode="auto">
            <a:xfrm>
              <a:off x="720" y="2350"/>
              <a:ext cx="269" cy="193"/>
            </a:xfrm>
            <a:custGeom>
              <a:avLst/>
              <a:gdLst>
                <a:gd name="T0" fmla="*/ 1 w 538"/>
                <a:gd name="T1" fmla="*/ 0 h 387"/>
                <a:gd name="T2" fmla="*/ 1 w 538"/>
                <a:gd name="T3" fmla="*/ 0 h 387"/>
                <a:gd name="T4" fmla="*/ 1 w 538"/>
                <a:gd name="T5" fmla="*/ 0 h 387"/>
                <a:gd name="T6" fmla="*/ 1 w 538"/>
                <a:gd name="T7" fmla="*/ 0 h 387"/>
                <a:gd name="T8" fmla="*/ 1 w 538"/>
                <a:gd name="T9" fmla="*/ 0 h 387"/>
                <a:gd name="T10" fmla="*/ 1 w 538"/>
                <a:gd name="T11" fmla="*/ 0 h 387"/>
                <a:gd name="T12" fmla="*/ 1 w 538"/>
                <a:gd name="T13" fmla="*/ 0 h 387"/>
                <a:gd name="T14" fmla="*/ 1 w 538"/>
                <a:gd name="T15" fmla="*/ 0 h 387"/>
                <a:gd name="T16" fmla="*/ 1 w 538"/>
                <a:gd name="T17" fmla="*/ 0 h 387"/>
                <a:gd name="T18" fmla="*/ 1 w 538"/>
                <a:gd name="T19" fmla="*/ 0 h 387"/>
                <a:gd name="T20" fmla="*/ 1 w 538"/>
                <a:gd name="T21" fmla="*/ 0 h 387"/>
                <a:gd name="T22" fmla="*/ 1 w 538"/>
                <a:gd name="T23" fmla="*/ 0 h 387"/>
                <a:gd name="T24" fmla="*/ 1 w 538"/>
                <a:gd name="T25" fmla="*/ 0 h 387"/>
                <a:gd name="T26" fmla="*/ 1 w 538"/>
                <a:gd name="T27" fmla="*/ 0 h 387"/>
                <a:gd name="T28" fmla="*/ 1 w 538"/>
                <a:gd name="T29" fmla="*/ 0 h 387"/>
                <a:gd name="T30" fmla="*/ 1 w 538"/>
                <a:gd name="T31" fmla="*/ 0 h 387"/>
                <a:gd name="T32" fmla="*/ 1 w 538"/>
                <a:gd name="T33" fmla="*/ 0 h 387"/>
                <a:gd name="T34" fmla="*/ 1 w 538"/>
                <a:gd name="T35" fmla="*/ 0 h 387"/>
                <a:gd name="T36" fmla="*/ 1 w 538"/>
                <a:gd name="T37" fmla="*/ 0 h 387"/>
                <a:gd name="T38" fmla="*/ 0 w 538"/>
                <a:gd name="T39" fmla="*/ 0 h 387"/>
                <a:gd name="T40" fmla="*/ 1 w 538"/>
                <a:gd name="T41" fmla="*/ 0 h 387"/>
                <a:gd name="T42" fmla="*/ 1 w 538"/>
                <a:gd name="T43" fmla="*/ 0 h 387"/>
                <a:gd name="T44" fmla="*/ 0 w 538"/>
                <a:gd name="T45" fmla="*/ 0 h 387"/>
                <a:gd name="T46" fmla="*/ 0 w 538"/>
                <a:gd name="T47" fmla="*/ 0 h 387"/>
                <a:gd name="T48" fmla="*/ 1 w 538"/>
                <a:gd name="T49" fmla="*/ 0 h 387"/>
                <a:gd name="T50" fmla="*/ 1 w 538"/>
                <a:gd name="T51" fmla="*/ 0 h 387"/>
                <a:gd name="T52" fmla="*/ 1 w 538"/>
                <a:gd name="T53" fmla="*/ 0 h 387"/>
                <a:gd name="T54" fmla="*/ 1 w 538"/>
                <a:gd name="T55" fmla="*/ 0 h 387"/>
                <a:gd name="T56" fmla="*/ 1 w 538"/>
                <a:gd name="T57" fmla="*/ 0 h 387"/>
                <a:gd name="T58" fmla="*/ 2 w 538"/>
                <a:gd name="T59" fmla="*/ 0 h 387"/>
                <a:gd name="T60" fmla="*/ 2 w 538"/>
                <a:gd name="T61" fmla="*/ 0 h 387"/>
                <a:gd name="T62" fmla="*/ 2 w 538"/>
                <a:gd name="T63" fmla="*/ 0 h 387"/>
                <a:gd name="T64" fmla="*/ 2 w 538"/>
                <a:gd name="T65" fmla="*/ 0 h 387"/>
                <a:gd name="T66" fmla="*/ 2 w 538"/>
                <a:gd name="T67" fmla="*/ 0 h 387"/>
                <a:gd name="T68" fmla="*/ 2 w 538"/>
                <a:gd name="T69" fmla="*/ 0 h 387"/>
                <a:gd name="T70" fmla="*/ 2 w 538"/>
                <a:gd name="T71" fmla="*/ 0 h 387"/>
                <a:gd name="T72" fmla="*/ 2 w 538"/>
                <a:gd name="T73" fmla="*/ 0 h 387"/>
                <a:gd name="T74" fmla="*/ 2 w 538"/>
                <a:gd name="T75" fmla="*/ 0 h 387"/>
                <a:gd name="T76" fmla="*/ 2 w 538"/>
                <a:gd name="T77" fmla="*/ 0 h 38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387">
                  <a:moveTo>
                    <a:pt x="450" y="277"/>
                  </a:moveTo>
                  <a:lnTo>
                    <a:pt x="469" y="277"/>
                  </a:lnTo>
                  <a:lnTo>
                    <a:pt x="469" y="269"/>
                  </a:lnTo>
                  <a:lnTo>
                    <a:pt x="450" y="269"/>
                  </a:lnTo>
                  <a:lnTo>
                    <a:pt x="450" y="277"/>
                  </a:lnTo>
                  <a:close/>
                  <a:moveTo>
                    <a:pt x="122" y="229"/>
                  </a:moveTo>
                  <a:lnTo>
                    <a:pt x="122" y="27"/>
                  </a:lnTo>
                  <a:lnTo>
                    <a:pt x="416" y="27"/>
                  </a:lnTo>
                  <a:lnTo>
                    <a:pt x="416" y="229"/>
                  </a:lnTo>
                  <a:lnTo>
                    <a:pt x="122" y="229"/>
                  </a:lnTo>
                  <a:close/>
                  <a:moveTo>
                    <a:pt x="109" y="243"/>
                  </a:moveTo>
                  <a:lnTo>
                    <a:pt x="429" y="243"/>
                  </a:lnTo>
                  <a:lnTo>
                    <a:pt x="429" y="14"/>
                  </a:lnTo>
                  <a:lnTo>
                    <a:pt x="443" y="14"/>
                  </a:lnTo>
                  <a:lnTo>
                    <a:pt x="443" y="0"/>
                  </a:lnTo>
                  <a:lnTo>
                    <a:pt x="94" y="0"/>
                  </a:lnTo>
                  <a:lnTo>
                    <a:pt x="94" y="256"/>
                  </a:lnTo>
                  <a:lnTo>
                    <a:pt x="109" y="256"/>
                  </a:lnTo>
                  <a:lnTo>
                    <a:pt x="109" y="243"/>
                  </a:lnTo>
                  <a:close/>
                  <a:moveTo>
                    <a:pt x="0" y="373"/>
                  </a:moveTo>
                  <a:lnTo>
                    <a:pt x="54" y="373"/>
                  </a:lnTo>
                  <a:lnTo>
                    <a:pt x="54" y="356"/>
                  </a:lnTo>
                  <a:lnTo>
                    <a:pt x="0" y="356"/>
                  </a:lnTo>
                  <a:lnTo>
                    <a:pt x="0" y="373"/>
                  </a:lnTo>
                  <a:close/>
                  <a:moveTo>
                    <a:pt x="313" y="387"/>
                  </a:moveTo>
                  <a:lnTo>
                    <a:pt x="429" y="387"/>
                  </a:lnTo>
                  <a:lnTo>
                    <a:pt x="429" y="379"/>
                  </a:lnTo>
                  <a:lnTo>
                    <a:pt x="313" y="379"/>
                  </a:lnTo>
                  <a:lnTo>
                    <a:pt x="313" y="387"/>
                  </a:lnTo>
                  <a:close/>
                  <a:moveTo>
                    <a:pt x="519" y="364"/>
                  </a:moveTo>
                  <a:lnTo>
                    <a:pt x="538" y="364"/>
                  </a:lnTo>
                  <a:lnTo>
                    <a:pt x="538" y="356"/>
                  </a:lnTo>
                  <a:lnTo>
                    <a:pt x="519" y="356"/>
                  </a:lnTo>
                  <a:lnTo>
                    <a:pt x="519" y="364"/>
                  </a:lnTo>
                  <a:close/>
                  <a:moveTo>
                    <a:pt x="519" y="383"/>
                  </a:moveTo>
                  <a:lnTo>
                    <a:pt x="538" y="383"/>
                  </a:lnTo>
                  <a:lnTo>
                    <a:pt x="538" y="373"/>
                  </a:lnTo>
                  <a:lnTo>
                    <a:pt x="519" y="373"/>
                  </a:lnTo>
                  <a:lnTo>
                    <a:pt x="519" y="383"/>
                  </a:lnTo>
                  <a:close/>
                </a:path>
              </a:pathLst>
            </a:custGeom>
            <a:solidFill>
              <a:srgbClr val="000000"/>
            </a:solidFill>
            <a:ln w="4763">
              <a:solidFill>
                <a:srgbClr val="000000"/>
              </a:solidFill>
              <a:prstDash val="solid"/>
              <a:round/>
              <a:headEnd/>
              <a:tailEnd/>
            </a:ln>
          </p:spPr>
          <p:txBody>
            <a:bodyPr/>
            <a:lstStyle/>
            <a:p>
              <a:endParaRPr lang="zh-CN" altLang="en-US"/>
            </a:p>
          </p:txBody>
        </p:sp>
        <p:sp>
          <p:nvSpPr>
            <p:cNvPr id="36989" name="Line 36">
              <a:extLst>
                <a:ext uri="{FF2B5EF4-FFF2-40B4-BE49-F238E27FC236}">
                  <a16:creationId xmlns:a16="http://schemas.microsoft.com/office/drawing/2014/main" id="{A77B6CE6-0E3C-49CA-AD4B-EA1FDA20CB7D}"/>
                </a:ext>
              </a:extLst>
            </p:cNvPr>
            <p:cNvSpPr>
              <a:spLocks noChangeShapeType="1"/>
            </p:cNvSpPr>
            <p:nvPr/>
          </p:nvSpPr>
          <p:spPr bwMode="auto">
            <a:xfrm>
              <a:off x="747" y="2495"/>
              <a:ext cx="21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90" name="Line 37">
              <a:extLst>
                <a:ext uri="{FF2B5EF4-FFF2-40B4-BE49-F238E27FC236}">
                  <a16:creationId xmlns:a16="http://schemas.microsoft.com/office/drawing/2014/main" id="{71CFA2B6-338B-4A10-8545-53C5CD4D6AAA}"/>
                </a:ext>
              </a:extLst>
            </p:cNvPr>
            <p:cNvSpPr>
              <a:spLocks noChangeShapeType="1"/>
            </p:cNvSpPr>
            <p:nvPr/>
          </p:nvSpPr>
          <p:spPr bwMode="auto">
            <a:xfrm flipV="1">
              <a:off x="801" y="2495"/>
              <a:ext cx="1" cy="1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91" name="Line 38">
              <a:extLst>
                <a:ext uri="{FF2B5EF4-FFF2-40B4-BE49-F238E27FC236}">
                  <a16:creationId xmlns:a16="http://schemas.microsoft.com/office/drawing/2014/main" id="{9A57637F-F5F2-4098-84A8-671F667C5879}"/>
                </a:ext>
              </a:extLst>
            </p:cNvPr>
            <p:cNvSpPr>
              <a:spLocks noChangeShapeType="1"/>
            </p:cNvSpPr>
            <p:nvPr/>
          </p:nvSpPr>
          <p:spPr bwMode="auto">
            <a:xfrm flipV="1">
              <a:off x="855" y="2495"/>
              <a:ext cx="1" cy="1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6891" name="Group 39">
            <a:extLst>
              <a:ext uri="{FF2B5EF4-FFF2-40B4-BE49-F238E27FC236}">
                <a16:creationId xmlns:a16="http://schemas.microsoft.com/office/drawing/2014/main" id="{8703555C-9454-4668-BC76-17DAA00D564F}"/>
              </a:ext>
            </a:extLst>
          </p:cNvPr>
          <p:cNvGrpSpPr>
            <a:grpSpLocks/>
          </p:cNvGrpSpPr>
          <p:nvPr/>
        </p:nvGrpSpPr>
        <p:grpSpPr bwMode="auto">
          <a:xfrm>
            <a:off x="2689225" y="4867275"/>
            <a:ext cx="454025" cy="457200"/>
            <a:chOff x="712" y="2330"/>
            <a:chExt cx="286" cy="288"/>
          </a:xfrm>
        </p:grpSpPr>
        <p:sp>
          <p:nvSpPr>
            <p:cNvPr id="36968" name="Freeform 40">
              <a:extLst>
                <a:ext uri="{FF2B5EF4-FFF2-40B4-BE49-F238E27FC236}">
                  <a16:creationId xmlns:a16="http://schemas.microsoft.com/office/drawing/2014/main" id="{8C6C23FE-D3C5-4D79-A8E6-D1C1DA845F55}"/>
                </a:ext>
              </a:extLst>
            </p:cNvPr>
            <p:cNvSpPr>
              <a:spLocks/>
            </p:cNvSpPr>
            <p:nvPr/>
          </p:nvSpPr>
          <p:spPr bwMode="auto">
            <a:xfrm>
              <a:off x="712" y="2330"/>
              <a:ext cx="286" cy="288"/>
            </a:xfrm>
            <a:custGeom>
              <a:avLst/>
              <a:gdLst>
                <a:gd name="T0" fmla="*/ 1 w 572"/>
                <a:gd name="T1" fmla="*/ 0 h 577"/>
                <a:gd name="T2" fmla="*/ 0 w 572"/>
                <a:gd name="T3" fmla="*/ 0 h 577"/>
                <a:gd name="T4" fmla="*/ 0 w 572"/>
                <a:gd name="T5" fmla="*/ 1 h 577"/>
                <a:gd name="T6" fmla="*/ 2 w 572"/>
                <a:gd name="T7" fmla="*/ 1 h 577"/>
                <a:gd name="T8" fmla="*/ 2 w 572"/>
                <a:gd name="T9" fmla="*/ 0 h 577"/>
                <a:gd name="T10" fmla="*/ 1 w 572"/>
                <a:gd name="T11" fmla="*/ 0 h 577"/>
                <a:gd name="T12" fmla="*/ 1 w 572"/>
                <a:gd name="T13" fmla="*/ 0 h 577"/>
                <a:gd name="T14" fmla="*/ 1 w 572"/>
                <a:gd name="T15" fmla="*/ 0 h 577"/>
                <a:gd name="T16" fmla="*/ 1 w 572"/>
                <a:gd name="T17" fmla="*/ 0 h 577"/>
                <a:gd name="T18" fmla="*/ 1 w 572"/>
                <a:gd name="T19" fmla="*/ 0 h 577"/>
                <a:gd name="T20" fmla="*/ 1 w 572"/>
                <a:gd name="T21" fmla="*/ 0 h 577"/>
                <a:gd name="T22" fmla="*/ 1 w 572"/>
                <a:gd name="T23" fmla="*/ 0 h 577"/>
                <a:gd name="T24" fmla="*/ 1 w 572"/>
                <a:gd name="T25" fmla="*/ 0 h 5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577">
                  <a:moveTo>
                    <a:pt x="126" y="377"/>
                  </a:moveTo>
                  <a:lnTo>
                    <a:pt x="0" y="377"/>
                  </a:lnTo>
                  <a:lnTo>
                    <a:pt x="0" y="577"/>
                  </a:lnTo>
                  <a:lnTo>
                    <a:pt x="572" y="577"/>
                  </a:lnTo>
                  <a:lnTo>
                    <a:pt x="572" y="377"/>
                  </a:lnTo>
                  <a:lnTo>
                    <a:pt x="446" y="377"/>
                  </a:lnTo>
                  <a:lnTo>
                    <a:pt x="446" y="350"/>
                  </a:lnTo>
                  <a:lnTo>
                    <a:pt x="500" y="350"/>
                  </a:lnTo>
                  <a:lnTo>
                    <a:pt x="500" y="0"/>
                  </a:lnTo>
                  <a:lnTo>
                    <a:pt x="71" y="0"/>
                  </a:lnTo>
                  <a:lnTo>
                    <a:pt x="71" y="350"/>
                  </a:lnTo>
                  <a:lnTo>
                    <a:pt x="126" y="350"/>
                  </a:lnTo>
                  <a:lnTo>
                    <a:pt x="126" y="377"/>
                  </a:lnTo>
                  <a:close/>
                </a:path>
              </a:pathLst>
            </a:custGeom>
            <a:solidFill>
              <a:srgbClr val="FFFFFF"/>
            </a:solidFill>
            <a:ln w="11113">
              <a:solidFill>
                <a:srgbClr val="000000"/>
              </a:solidFill>
              <a:prstDash val="solid"/>
              <a:round/>
              <a:headEnd/>
              <a:tailEnd/>
            </a:ln>
          </p:spPr>
          <p:txBody>
            <a:bodyPr/>
            <a:lstStyle/>
            <a:p>
              <a:endParaRPr lang="zh-CN" altLang="en-US"/>
            </a:p>
          </p:txBody>
        </p:sp>
        <p:sp>
          <p:nvSpPr>
            <p:cNvPr id="36969" name="Line 41">
              <a:extLst>
                <a:ext uri="{FF2B5EF4-FFF2-40B4-BE49-F238E27FC236}">
                  <a16:creationId xmlns:a16="http://schemas.microsoft.com/office/drawing/2014/main" id="{76A38E5F-FC38-48E8-A979-939D662D5226}"/>
                </a:ext>
              </a:extLst>
            </p:cNvPr>
            <p:cNvSpPr>
              <a:spLocks noChangeShapeType="1"/>
            </p:cNvSpPr>
            <p:nvPr/>
          </p:nvSpPr>
          <p:spPr bwMode="auto">
            <a:xfrm>
              <a:off x="774" y="2518"/>
              <a:ext cx="16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70" name="Line 42">
              <a:extLst>
                <a:ext uri="{FF2B5EF4-FFF2-40B4-BE49-F238E27FC236}">
                  <a16:creationId xmlns:a16="http://schemas.microsoft.com/office/drawing/2014/main" id="{3CEEE6AF-E23C-4666-84DB-637C233CE476}"/>
                </a:ext>
              </a:extLst>
            </p:cNvPr>
            <p:cNvSpPr>
              <a:spLocks noChangeShapeType="1"/>
            </p:cNvSpPr>
            <p:nvPr/>
          </p:nvSpPr>
          <p:spPr bwMode="auto">
            <a:xfrm>
              <a:off x="774" y="2505"/>
              <a:ext cx="16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71" name="Freeform 43">
              <a:extLst>
                <a:ext uri="{FF2B5EF4-FFF2-40B4-BE49-F238E27FC236}">
                  <a16:creationId xmlns:a16="http://schemas.microsoft.com/office/drawing/2014/main" id="{D73EDEB2-EB89-4444-8033-52797C04F418}"/>
                </a:ext>
              </a:extLst>
            </p:cNvPr>
            <p:cNvSpPr>
              <a:spLocks noEditPoints="1"/>
            </p:cNvSpPr>
            <p:nvPr/>
          </p:nvSpPr>
          <p:spPr bwMode="auto">
            <a:xfrm>
              <a:off x="859" y="2528"/>
              <a:ext cx="116" cy="81"/>
            </a:xfrm>
            <a:custGeom>
              <a:avLst/>
              <a:gdLst>
                <a:gd name="T0" fmla="*/ 0 w 231"/>
                <a:gd name="T1" fmla="*/ 1 h 161"/>
                <a:gd name="T2" fmla="*/ 1 w 231"/>
                <a:gd name="T3" fmla="*/ 1 h 161"/>
                <a:gd name="T4" fmla="*/ 1 w 231"/>
                <a:gd name="T5" fmla="*/ 0 h 161"/>
                <a:gd name="T6" fmla="*/ 0 w 231"/>
                <a:gd name="T7" fmla="*/ 0 h 161"/>
                <a:gd name="T8" fmla="*/ 0 w 231"/>
                <a:gd name="T9" fmla="*/ 1 h 161"/>
                <a:gd name="T10" fmla="*/ 1 w 231"/>
                <a:gd name="T11" fmla="*/ 1 h 161"/>
                <a:gd name="T12" fmla="*/ 1 w 231"/>
                <a:gd name="T13" fmla="*/ 1 h 161"/>
                <a:gd name="T14" fmla="*/ 1 w 231"/>
                <a:gd name="T15" fmla="*/ 0 h 161"/>
                <a:gd name="T16" fmla="*/ 1 w 231"/>
                <a:gd name="T17" fmla="*/ 0 h 161"/>
                <a:gd name="T18" fmla="*/ 1 w 231"/>
                <a:gd name="T19" fmla="*/ 1 h 1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1" h="161">
                  <a:moveTo>
                    <a:pt x="0" y="161"/>
                  </a:moveTo>
                  <a:lnTo>
                    <a:pt x="187" y="161"/>
                  </a:lnTo>
                  <a:lnTo>
                    <a:pt x="187" y="0"/>
                  </a:lnTo>
                  <a:lnTo>
                    <a:pt x="0" y="0"/>
                  </a:lnTo>
                  <a:lnTo>
                    <a:pt x="0" y="161"/>
                  </a:lnTo>
                  <a:close/>
                  <a:moveTo>
                    <a:pt x="204" y="27"/>
                  </a:moveTo>
                  <a:lnTo>
                    <a:pt x="231" y="27"/>
                  </a:lnTo>
                  <a:lnTo>
                    <a:pt x="231" y="0"/>
                  </a:lnTo>
                  <a:lnTo>
                    <a:pt x="204" y="0"/>
                  </a:lnTo>
                  <a:lnTo>
                    <a:pt x="204" y="27"/>
                  </a:lnTo>
                  <a:close/>
                </a:path>
              </a:pathLst>
            </a:custGeom>
            <a:solidFill>
              <a:srgbClr val="FFFFFF"/>
            </a:solidFill>
            <a:ln w="4763">
              <a:solidFill>
                <a:srgbClr val="000000"/>
              </a:solidFill>
              <a:prstDash val="solid"/>
              <a:round/>
              <a:headEnd/>
              <a:tailEnd/>
            </a:ln>
          </p:spPr>
          <p:txBody>
            <a:bodyPr/>
            <a:lstStyle/>
            <a:p>
              <a:endParaRPr lang="zh-CN" altLang="en-US"/>
            </a:p>
          </p:txBody>
        </p:sp>
        <p:sp>
          <p:nvSpPr>
            <p:cNvPr id="36972" name="Line 44">
              <a:extLst>
                <a:ext uri="{FF2B5EF4-FFF2-40B4-BE49-F238E27FC236}">
                  <a16:creationId xmlns:a16="http://schemas.microsoft.com/office/drawing/2014/main" id="{6D0F337E-575A-4B10-8B41-B614010E7C5E}"/>
                </a:ext>
              </a:extLst>
            </p:cNvPr>
            <p:cNvSpPr>
              <a:spLocks noChangeShapeType="1"/>
            </p:cNvSpPr>
            <p:nvPr/>
          </p:nvSpPr>
          <p:spPr bwMode="auto">
            <a:xfrm>
              <a:off x="859" y="2555"/>
              <a:ext cx="9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73" name="Line 45">
              <a:extLst>
                <a:ext uri="{FF2B5EF4-FFF2-40B4-BE49-F238E27FC236}">
                  <a16:creationId xmlns:a16="http://schemas.microsoft.com/office/drawing/2014/main" id="{565C73AC-7DF8-4E68-B023-1DB0CF78850C}"/>
                </a:ext>
              </a:extLst>
            </p:cNvPr>
            <p:cNvSpPr>
              <a:spLocks noChangeShapeType="1"/>
            </p:cNvSpPr>
            <p:nvPr/>
          </p:nvSpPr>
          <p:spPr bwMode="auto">
            <a:xfrm>
              <a:off x="859" y="2582"/>
              <a:ext cx="9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74" name="Line 46">
              <a:extLst>
                <a:ext uri="{FF2B5EF4-FFF2-40B4-BE49-F238E27FC236}">
                  <a16:creationId xmlns:a16="http://schemas.microsoft.com/office/drawing/2014/main" id="{7E4CB81E-E36C-4C91-BFA5-9A27FC5A23EB}"/>
                </a:ext>
              </a:extLst>
            </p:cNvPr>
            <p:cNvSpPr>
              <a:spLocks noChangeShapeType="1"/>
            </p:cNvSpPr>
            <p:nvPr/>
          </p:nvSpPr>
          <p:spPr bwMode="auto">
            <a:xfrm>
              <a:off x="863" y="2568"/>
              <a:ext cx="85"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75" name="Rectangle 47">
              <a:extLst>
                <a:ext uri="{FF2B5EF4-FFF2-40B4-BE49-F238E27FC236}">
                  <a16:creationId xmlns:a16="http://schemas.microsoft.com/office/drawing/2014/main" id="{B7CDC3F2-BFB0-4713-B82F-9EFE5C3A46F7}"/>
                </a:ext>
              </a:extLst>
            </p:cNvPr>
            <p:cNvSpPr>
              <a:spLocks noChangeArrowheads="1"/>
            </p:cNvSpPr>
            <p:nvPr/>
          </p:nvSpPr>
          <p:spPr bwMode="auto">
            <a:xfrm>
              <a:off x="913" y="2560"/>
              <a:ext cx="26" cy="17"/>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6976" name="Freeform 48">
              <a:extLst>
                <a:ext uri="{FF2B5EF4-FFF2-40B4-BE49-F238E27FC236}">
                  <a16:creationId xmlns:a16="http://schemas.microsoft.com/office/drawing/2014/main" id="{AF58D206-B1D2-4699-B3F0-30A06891AAD2}"/>
                </a:ext>
              </a:extLst>
            </p:cNvPr>
            <p:cNvSpPr>
              <a:spLocks noEditPoints="1"/>
            </p:cNvSpPr>
            <p:nvPr/>
          </p:nvSpPr>
          <p:spPr bwMode="auto">
            <a:xfrm>
              <a:off x="720" y="2350"/>
              <a:ext cx="269" cy="193"/>
            </a:xfrm>
            <a:custGeom>
              <a:avLst/>
              <a:gdLst>
                <a:gd name="T0" fmla="*/ 1 w 538"/>
                <a:gd name="T1" fmla="*/ 0 h 387"/>
                <a:gd name="T2" fmla="*/ 1 w 538"/>
                <a:gd name="T3" fmla="*/ 0 h 387"/>
                <a:gd name="T4" fmla="*/ 1 w 538"/>
                <a:gd name="T5" fmla="*/ 0 h 387"/>
                <a:gd name="T6" fmla="*/ 1 w 538"/>
                <a:gd name="T7" fmla="*/ 0 h 387"/>
                <a:gd name="T8" fmla="*/ 1 w 538"/>
                <a:gd name="T9" fmla="*/ 0 h 387"/>
                <a:gd name="T10" fmla="*/ 1 w 538"/>
                <a:gd name="T11" fmla="*/ 0 h 387"/>
                <a:gd name="T12" fmla="*/ 1 w 538"/>
                <a:gd name="T13" fmla="*/ 0 h 387"/>
                <a:gd name="T14" fmla="*/ 1 w 538"/>
                <a:gd name="T15" fmla="*/ 0 h 387"/>
                <a:gd name="T16" fmla="*/ 1 w 538"/>
                <a:gd name="T17" fmla="*/ 0 h 387"/>
                <a:gd name="T18" fmla="*/ 1 w 538"/>
                <a:gd name="T19" fmla="*/ 0 h 387"/>
                <a:gd name="T20" fmla="*/ 1 w 538"/>
                <a:gd name="T21" fmla="*/ 0 h 387"/>
                <a:gd name="T22" fmla="*/ 1 w 538"/>
                <a:gd name="T23" fmla="*/ 0 h 387"/>
                <a:gd name="T24" fmla="*/ 1 w 538"/>
                <a:gd name="T25" fmla="*/ 0 h 387"/>
                <a:gd name="T26" fmla="*/ 1 w 538"/>
                <a:gd name="T27" fmla="*/ 0 h 387"/>
                <a:gd name="T28" fmla="*/ 1 w 538"/>
                <a:gd name="T29" fmla="*/ 0 h 387"/>
                <a:gd name="T30" fmla="*/ 1 w 538"/>
                <a:gd name="T31" fmla="*/ 0 h 387"/>
                <a:gd name="T32" fmla="*/ 1 w 538"/>
                <a:gd name="T33" fmla="*/ 0 h 387"/>
                <a:gd name="T34" fmla="*/ 1 w 538"/>
                <a:gd name="T35" fmla="*/ 0 h 387"/>
                <a:gd name="T36" fmla="*/ 1 w 538"/>
                <a:gd name="T37" fmla="*/ 0 h 387"/>
                <a:gd name="T38" fmla="*/ 0 w 538"/>
                <a:gd name="T39" fmla="*/ 0 h 387"/>
                <a:gd name="T40" fmla="*/ 1 w 538"/>
                <a:gd name="T41" fmla="*/ 0 h 387"/>
                <a:gd name="T42" fmla="*/ 1 w 538"/>
                <a:gd name="T43" fmla="*/ 0 h 387"/>
                <a:gd name="T44" fmla="*/ 0 w 538"/>
                <a:gd name="T45" fmla="*/ 0 h 387"/>
                <a:gd name="T46" fmla="*/ 0 w 538"/>
                <a:gd name="T47" fmla="*/ 0 h 387"/>
                <a:gd name="T48" fmla="*/ 1 w 538"/>
                <a:gd name="T49" fmla="*/ 0 h 387"/>
                <a:gd name="T50" fmla="*/ 1 w 538"/>
                <a:gd name="T51" fmla="*/ 0 h 387"/>
                <a:gd name="T52" fmla="*/ 1 w 538"/>
                <a:gd name="T53" fmla="*/ 0 h 387"/>
                <a:gd name="T54" fmla="*/ 1 w 538"/>
                <a:gd name="T55" fmla="*/ 0 h 387"/>
                <a:gd name="T56" fmla="*/ 1 w 538"/>
                <a:gd name="T57" fmla="*/ 0 h 387"/>
                <a:gd name="T58" fmla="*/ 2 w 538"/>
                <a:gd name="T59" fmla="*/ 0 h 387"/>
                <a:gd name="T60" fmla="*/ 2 w 538"/>
                <a:gd name="T61" fmla="*/ 0 h 387"/>
                <a:gd name="T62" fmla="*/ 2 w 538"/>
                <a:gd name="T63" fmla="*/ 0 h 387"/>
                <a:gd name="T64" fmla="*/ 2 w 538"/>
                <a:gd name="T65" fmla="*/ 0 h 387"/>
                <a:gd name="T66" fmla="*/ 2 w 538"/>
                <a:gd name="T67" fmla="*/ 0 h 387"/>
                <a:gd name="T68" fmla="*/ 2 w 538"/>
                <a:gd name="T69" fmla="*/ 0 h 387"/>
                <a:gd name="T70" fmla="*/ 2 w 538"/>
                <a:gd name="T71" fmla="*/ 0 h 387"/>
                <a:gd name="T72" fmla="*/ 2 w 538"/>
                <a:gd name="T73" fmla="*/ 0 h 387"/>
                <a:gd name="T74" fmla="*/ 2 w 538"/>
                <a:gd name="T75" fmla="*/ 0 h 387"/>
                <a:gd name="T76" fmla="*/ 2 w 538"/>
                <a:gd name="T77" fmla="*/ 0 h 38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387">
                  <a:moveTo>
                    <a:pt x="450" y="277"/>
                  </a:moveTo>
                  <a:lnTo>
                    <a:pt x="469" y="277"/>
                  </a:lnTo>
                  <a:lnTo>
                    <a:pt x="469" y="269"/>
                  </a:lnTo>
                  <a:lnTo>
                    <a:pt x="450" y="269"/>
                  </a:lnTo>
                  <a:lnTo>
                    <a:pt x="450" y="277"/>
                  </a:lnTo>
                  <a:close/>
                  <a:moveTo>
                    <a:pt x="122" y="229"/>
                  </a:moveTo>
                  <a:lnTo>
                    <a:pt x="122" y="27"/>
                  </a:lnTo>
                  <a:lnTo>
                    <a:pt x="416" y="27"/>
                  </a:lnTo>
                  <a:lnTo>
                    <a:pt x="416" y="229"/>
                  </a:lnTo>
                  <a:lnTo>
                    <a:pt x="122" y="229"/>
                  </a:lnTo>
                  <a:close/>
                  <a:moveTo>
                    <a:pt x="109" y="243"/>
                  </a:moveTo>
                  <a:lnTo>
                    <a:pt x="429" y="243"/>
                  </a:lnTo>
                  <a:lnTo>
                    <a:pt x="429" y="14"/>
                  </a:lnTo>
                  <a:lnTo>
                    <a:pt x="443" y="14"/>
                  </a:lnTo>
                  <a:lnTo>
                    <a:pt x="443" y="0"/>
                  </a:lnTo>
                  <a:lnTo>
                    <a:pt x="94" y="0"/>
                  </a:lnTo>
                  <a:lnTo>
                    <a:pt x="94" y="256"/>
                  </a:lnTo>
                  <a:lnTo>
                    <a:pt x="109" y="256"/>
                  </a:lnTo>
                  <a:lnTo>
                    <a:pt x="109" y="243"/>
                  </a:lnTo>
                  <a:close/>
                  <a:moveTo>
                    <a:pt x="0" y="373"/>
                  </a:moveTo>
                  <a:lnTo>
                    <a:pt x="54" y="373"/>
                  </a:lnTo>
                  <a:lnTo>
                    <a:pt x="54" y="356"/>
                  </a:lnTo>
                  <a:lnTo>
                    <a:pt x="0" y="356"/>
                  </a:lnTo>
                  <a:lnTo>
                    <a:pt x="0" y="373"/>
                  </a:lnTo>
                  <a:close/>
                  <a:moveTo>
                    <a:pt x="313" y="387"/>
                  </a:moveTo>
                  <a:lnTo>
                    <a:pt x="429" y="387"/>
                  </a:lnTo>
                  <a:lnTo>
                    <a:pt x="429" y="379"/>
                  </a:lnTo>
                  <a:lnTo>
                    <a:pt x="313" y="379"/>
                  </a:lnTo>
                  <a:lnTo>
                    <a:pt x="313" y="387"/>
                  </a:lnTo>
                  <a:close/>
                  <a:moveTo>
                    <a:pt x="519" y="364"/>
                  </a:moveTo>
                  <a:lnTo>
                    <a:pt x="538" y="364"/>
                  </a:lnTo>
                  <a:lnTo>
                    <a:pt x="538" y="356"/>
                  </a:lnTo>
                  <a:lnTo>
                    <a:pt x="519" y="356"/>
                  </a:lnTo>
                  <a:lnTo>
                    <a:pt x="519" y="364"/>
                  </a:lnTo>
                  <a:close/>
                  <a:moveTo>
                    <a:pt x="519" y="383"/>
                  </a:moveTo>
                  <a:lnTo>
                    <a:pt x="538" y="383"/>
                  </a:lnTo>
                  <a:lnTo>
                    <a:pt x="538" y="373"/>
                  </a:lnTo>
                  <a:lnTo>
                    <a:pt x="519" y="373"/>
                  </a:lnTo>
                  <a:lnTo>
                    <a:pt x="519" y="383"/>
                  </a:lnTo>
                  <a:close/>
                </a:path>
              </a:pathLst>
            </a:custGeom>
            <a:solidFill>
              <a:srgbClr val="000000"/>
            </a:solidFill>
            <a:ln w="4763">
              <a:solidFill>
                <a:srgbClr val="000000"/>
              </a:solidFill>
              <a:prstDash val="solid"/>
              <a:round/>
              <a:headEnd/>
              <a:tailEnd/>
            </a:ln>
          </p:spPr>
          <p:txBody>
            <a:bodyPr/>
            <a:lstStyle/>
            <a:p>
              <a:endParaRPr lang="zh-CN" altLang="en-US"/>
            </a:p>
          </p:txBody>
        </p:sp>
        <p:sp>
          <p:nvSpPr>
            <p:cNvPr id="36977" name="Line 49">
              <a:extLst>
                <a:ext uri="{FF2B5EF4-FFF2-40B4-BE49-F238E27FC236}">
                  <a16:creationId xmlns:a16="http://schemas.microsoft.com/office/drawing/2014/main" id="{E8897933-A8B7-4121-8D2D-E1A543DC10BD}"/>
                </a:ext>
              </a:extLst>
            </p:cNvPr>
            <p:cNvSpPr>
              <a:spLocks noChangeShapeType="1"/>
            </p:cNvSpPr>
            <p:nvPr/>
          </p:nvSpPr>
          <p:spPr bwMode="auto">
            <a:xfrm>
              <a:off x="747" y="2495"/>
              <a:ext cx="21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78" name="Line 50">
              <a:extLst>
                <a:ext uri="{FF2B5EF4-FFF2-40B4-BE49-F238E27FC236}">
                  <a16:creationId xmlns:a16="http://schemas.microsoft.com/office/drawing/2014/main" id="{00807B17-0D1E-47B4-8BF1-EBACC5107B40}"/>
                </a:ext>
              </a:extLst>
            </p:cNvPr>
            <p:cNvSpPr>
              <a:spLocks noChangeShapeType="1"/>
            </p:cNvSpPr>
            <p:nvPr/>
          </p:nvSpPr>
          <p:spPr bwMode="auto">
            <a:xfrm flipV="1">
              <a:off x="801" y="2495"/>
              <a:ext cx="1" cy="1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79" name="Line 51">
              <a:extLst>
                <a:ext uri="{FF2B5EF4-FFF2-40B4-BE49-F238E27FC236}">
                  <a16:creationId xmlns:a16="http://schemas.microsoft.com/office/drawing/2014/main" id="{D1415E4B-1DE5-4C22-B821-81EFDBF1593D}"/>
                </a:ext>
              </a:extLst>
            </p:cNvPr>
            <p:cNvSpPr>
              <a:spLocks noChangeShapeType="1"/>
            </p:cNvSpPr>
            <p:nvPr/>
          </p:nvSpPr>
          <p:spPr bwMode="auto">
            <a:xfrm flipV="1">
              <a:off x="855" y="2495"/>
              <a:ext cx="1" cy="1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6892" name="Group 52">
            <a:extLst>
              <a:ext uri="{FF2B5EF4-FFF2-40B4-BE49-F238E27FC236}">
                <a16:creationId xmlns:a16="http://schemas.microsoft.com/office/drawing/2014/main" id="{BD4438EC-4AEE-48CD-8C36-946E0B9D369F}"/>
              </a:ext>
            </a:extLst>
          </p:cNvPr>
          <p:cNvGrpSpPr>
            <a:grpSpLocks/>
          </p:cNvGrpSpPr>
          <p:nvPr/>
        </p:nvGrpSpPr>
        <p:grpSpPr bwMode="auto">
          <a:xfrm>
            <a:off x="6037263" y="2054225"/>
            <a:ext cx="454025" cy="455613"/>
            <a:chOff x="712" y="2330"/>
            <a:chExt cx="286" cy="288"/>
          </a:xfrm>
        </p:grpSpPr>
        <p:sp>
          <p:nvSpPr>
            <p:cNvPr id="36956" name="Freeform 53">
              <a:extLst>
                <a:ext uri="{FF2B5EF4-FFF2-40B4-BE49-F238E27FC236}">
                  <a16:creationId xmlns:a16="http://schemas.microsoft.com/office/drawing/2014/main" id="{A2078B50-F7C4-4856-936E-1139F188EC41}"/>
                </a:ext>
              </a:extLst>
            </p:cNvPr>
            <p:cNvSpPr>
              <a:spLocks/>
            </p:cNvSpPr>
            <p:nvPr/>
          </p:nvSpPr>
          <p:spPr bwMode="auto">
            <a:xfrm>
              <a:off x="712" y="2330"/>
              <a:ext cx="286" cy="288"/>
            </a:xfrm>
            <a:custGeom>
              <a:avLst/>
              <a:gdLst>
                <a:gd name="T0" fmla="*/ 1 w 572"/>
                <a:gd name="T1" fmla="*/ 0 h 577"/>
                <a:gd name="T2" fmla="*/ 0 w 572"/>
                <a:gd name="T3" fmla="*/ 0 h 577"/>
                <a:gd name="T4" fmla="*/ 0 w 572"/>
                <a:gd name="T5" fmla="*/ 1 h 577"/>
                <a:gd name="T6" fmla="*/ 2 w 572"/>
                <a:gd name="T7" fmla="*/ 1 h 577"/>
                <a:gd name="T8" fmla="*/ 2 w 572"/>
                <a:gd name="T9" fmla="*/ 0 h 577"/>
                <a:gd name="T10" fmla="*/ 1 w 572"/>
                <a:gd name="T11" fmla="*/ 0 h 577"/>
                <a:gd name="T12" fmla="*/ 1 w 572"/>
                <a:gd name="T13" fmla="*/ 0 h 577"/>
                <a:gd name="T14" fmla="*/ 1 w 572"/>
                <a:gd name="T15" fmla="*/ 0 h 577"/>
                <a:gd name="T16" fmla="*/ 1 w 572"/>
                <a:gd name="T17" fmla="*/ 0 h 577"/>
                <a:gd name="T18" fmla="*/ 1 w 572"/>
                <a:gd name="T19" fmla="*/ 0 h 577"/>
                <a:gd name="T20" fmla="*/ 1 w 572"/>
                <a:gd name="T21" fmla="*/ 0 h 577"/>
                <a:gd name="T22" fmla="*/ 1 w 572"/>
                <a:gd name="T23" fmla="*/ 0 h 577"/>
                <a:gd name="T24" fmla="*/ 1 w 572"/>
                <a:gd name="T25" fmla="*/ 0 h 5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577">
                  <a:moveTo>
                    <a:pt x="126" y="377"/>
                  </a:moveTo>
                  <a:lnTo>
                    <a:pt x="0" y="377"/>
                  </a:lnTo>
                  <a:lnTo>
                    <a:pt x="0" y="577"/>
                  </a:lnTo>
                  <a:lnTo>
                    <a:pt x="572" y="577"/>
                  </a:lnTo>
                  <a:lnTo>
                    <a:pt x="572" y="377"/>
                  </a:lnTo>
                  <a:lnTo>
                    <a:pt x="446" y="377"/>
                  </a:lnTo>
                  <a:lnTo>
                    <a:pt x="446" y="350"/>
                  </a:lnTo>
                  <a:lnTo>
                    <a:pt x="500" y="350"/>
                  </a:lnTo>
                  <a:lnTo>
                    <a:pt x="500" y="0"/>
                  </a:lnTo>
                  <a:lnTo>
                    <a:pt x="71" y="0"/>
                  </a:lnTo>
                  <a:lnTo>
                    <a:pt x="71" y="350"/>
                  </a:lnTo>
                  <a:lnTo>
                    <a:pt x="126" y="350"/>
                  </a:lnTo>
                  <a:lnTo>
                    <a:pt x="126" y="377"/>
                  </a:lnTo>
                  <a:close/>
                </a:path>
              </a:pathLst>
            </a:custGeom>
            <a:solidFill>
              <a:srgbClr val="FFFFFF"/>
            </a:solidFill>
            <a:ln w="11113">
              <a:solidFill>
                <a:srgbClr val="000000"/>
              </a:solidFill>
              <a:prstDash val="solid"/>
              <a:round/>
              <a:headEnd/>
              <a:tailEnd/>
            </a:ln>
          </p:spPr>
          <p:txBody>
            <a:bodyPr/>
            <a:lstStyle/>
            <a:p>
              <a:endParaRPr lang="zh-CN" altLang="en-US"/>
            </a:p>
          </p:txBody>
        </p:sp>
        <p:sp>
          <p:nvSpPr>
            <p:cNvPr id="36957" name="Line 54">
              <a:extLst>
                <a:ext uri="{FF2B5EF4-FFF2-40B4-BE49-F238E27FC236}">
                  <a16:creationId xmlns:a16="http://schemas.microsoft.com/office/drawing/2014/main" id="{F29C63D0-38CE-40B0-B294-00ACECD6059E}"/>
                </a:ext>
              </a:extLst>
            </p:cNvPr>
            <p:cNvSpPr>
              <a:spLocks noChangeShapeType="1"/>
            </p:cNvSpPr>
            <p:nvPr/>
          </p:nvSpPr>
          <p:spPr bwMode="auto">
            <a:xfrm>
              <a:off x="774" y="2518"/>
              <a:ext cx="16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58" name="Line 55">
              <a:extLst>
                <a:ext uri="{FF2B5EF4-FFF2-40B4-BE49-F238E27FC236}">
                  <a16:creationId xmlns:a16="http://schemas.microsoft.com/office/drawing/2014/main" id="{A588F6B7-63C3-46F0-8C04-E70B354F8FAA}"/>
                </a:ext>
              </a:extLst>
            </p:cNvPr>
            <p:cNvSpPr>
              <a:spLocks noChangeShapeType="1"/>
            </p:cNvSpPr>
            <p:nvPr/>
          </p:nvSpPr>
          <p:spPr bwMode="auto">
            <a:xfrm>
              <a:off x="774" y="2505"/>
              <a:ext cx="16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59" name="Freeform 56">
              <a:extLst>
                <a:ext uri="{FF2B5EF4-FFF2-40B4-BE49-F238E27FC236}">
                  <a16:creationId xmlns:a16="http://schemas.microsoft.com/office/drawing/2014/main" id="{C347DE3D-EF10-4EC2-8843-F94E6A139400}"/>
                </a:ext>
              </a:extLst>
            </p:cNvPr>
            <p:cNvSpPr>
              <a:spLocks noEditPoints="1"/>
            </p:cNvSpPr>
            <p:nvPr/>
          </p:nvSpPr>
          <p:spPr bwMode="auto">
            <a:xfrm>
              <a:off x="859" y="2528"/>
              <a:ext cx="116" cy="81"/>
            </a:xfrm>
            <a:custGeom>
              <a:avLst/>
              <a:gdLst>
                <a:gd name="T0" fmla="*/ 0 w 231"/>
                <a:gd name="T1" fmla="*/ 1 h 161"/>
                <a:gd name="T2" fmla="*/ 1 w 231"/>
                <a:gd name="T3" fmla="*/ 1 h 161"/>
                <a:gd name="T4" fmla="*/ 1 w 231"/>
                <a:gd name="T5" fmla="*/ 0 h 161"/>
                <a:gd name="T6" fmla="*/ 0 w 231"/>
                <a:gd name="T7" fmla="*/ 0 h 161"/>
                <a:gd name="T8" fmla="*/ 0 w 231"/>
                <a:gd name="T9" fmla="*/ 1 h 161"/>
                <a:gd name="T10" fmla="*/ 1 w 231"/>
                <a:gd name="T11" fmla="*/ 1 h 161"/>
                <a:gd name="T12" fmla="*/ 1 w 231"/>
                <a:gd name="T13" fmla="*/ 1 h 161"/>
                <a:gd name="T14" fmla="*/ 1 w 231"/>
                <a:gd name="T15" fmla="*/ 0 h 161"/>
                <a:gd name="T16" fmla="*/ 1 w 231"/>
                <a:gd name="T17" fmla="*/ 0 h 161"/>
                <a:gd name="T18" fmla="*/ 1 w 231"/>
                <a:gd name="T19" fmla="*/ 1 h 1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1" h="161">
                  <a:moveTo>
                    <a:pt x="0" y="161"/>
                  </a:moveTo>
                  <a:lnTo>
                    <a:pt x="187" y="161"/>
                  </a:lnTo>
                  <a:lnTo>
                    <a:pt x="187" y="0"/>
                  </a:lnTo>
                  <a:lnTo>
                    <a:pt x="0" y="0"/>
                  </a:lnTo>
                  <a:lnTo>
                    <a:pt x="0" y="161"/>
                  </a:lnTo>
                  <a:close/>
                  <a:moveTo>
                    <a:pt x="204" y="27"/>
                  </a:moveTo>
                  <a:lnTo>
                    <a:pt x="231" y="27"/>
                  </a:lnTo>
                  <a:lnTo>
                    <a:pt x="231" y="0"/>
                  </a:lnTo>
                  <a:lnTo>
                    <a:pt x="204" y="0"/>
                  </a:lnTo>
                  <a:lnTo>
                    <a:pt x="204" y="27"/>
                  </a:lnTo>
                  <a:close/>
                </a:path>
              </a:pathLst>
            </a:custGeom>
            <a:solidFill>
              <a:srgbClr val="FFFFFF"/>
            </a:solidFill>
            <a:ln w="4763">
              <a:solidFill>
                <a:srgbClr val="000000"/>
              </a:solidFill>
              <a:prstDash val="solid"/>
              <a:round/>
              <a:headEnd/>
              <a:tailEnd/>
            </a:ln>
          </p:spPr>
          <p:txBody>
            <a:bodyPr/>
            <a:lstStyle/>
            <a:p>
              <a:endParaRPr lang="zh-CN" altLang="en-US"/>
            </a:p>
          </p:txBody>
        </p:sp>
        <p:sp>
          <p:nvSpPr>
            <p:cNvPr id="36960" name="Line 57">
              <a:extLst>
                <a:ext uri="{FF2B5EF4-FFF2-40B4-BE49-F238E27FC236}">
                  <a16:creationId xmlns:a16="http://schemas.microsoft.com/office/drawing/2014/main" id="{50A422E3-62BF-4EB8-AE3F-E442664B0EB2}"/>
                </a:ext>
              </a:extLst>
            </p:cNvPr>
            <p:cNvSpPr>
              <a:spLocks noChangeShapeType="1"/>
            </p:cNvSpPr>
            <p:nvPr/>
          </p:nvSpPr>
          <p:spPr bwMode="auto">
            <a:xfrm>
              <a:off x="859" y="2555"/>
              <a:ext cx="9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61" name="Line 58">
              <a:extLst>
                <a:ext uri="{FF2B5EF4-FFF2-40B4-BE49-F238E27FC236}">
                  <a16:creationId xmlns:a16="http://schemas.microsoft.com/office/drawing/2014/main" id="{EA952870-174F-464D-88C4-18C784E75B83}"/>
                </a:ext>
              </a:extLst>
            </p:cNvPr>
            <p:cNvSpPr>
              <a:spLocks noChangeShapeType="1"/>
            </p:cNvSpPr>
            <p:nvPr/>
          </p:nvSpPr>
          <p:spPr bwMode="auto">
            <a:xfrm>
              <a:off x="859" y="2582"/>
              <a:ext cx="9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62" name="Line 59">
              <a:extLst>
                <a:ext uri="{FF2B5EF4-FFF2-40B4-BE49-F238E27FC236}">
                  <a16:creationId xmlns:a16="http://schemas.microsoft.com/office/drawing/2014/main" id="{CE776167-DD7F-4D2B-A0FA-96109BC47BF3}"/>
                </a:ext>
              </a:extLst>
            </p:cNvPr>
            <p:cNvSpPr>
              <a:spLocks noChangeShapeType="1"/>
            </p:cNvSpPr>
            <p:nvPr/>
          </p:nvSpPr>
          <p:spPr bwMode="auto">
            <a:xfrm>
              <a:off x="863" y="2568"/>
              <a:ext cx="85"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63" name="Rectangle 60">
              <a:extLst>
                <a:ext uri="{FF2B5EF4-FFF2-40B4-BE49-F238E27FC236}">
                  <a16:creationId xmlns:a16="http://schemas.microsoft.com/office/drawing/2014/main" id="{285173EF-0F2B-4686-921A-866A6DF49370}"/>
                </a:ext>
              </a:extLst>
            </p:cNvPr>
            <p:cNvSpPr>
              <a:spLocks noChangeArrowheads="1"/>
            </p:cNvSpPr>
            <p:nvPr/>
          </p:nvSpPr>
          <p:spPr bwMode="auto">
            <a:xfrm>
              <a:off x="913" y="2560"/>
              <a:ext cx="26" cy="17"/>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6964" name="Freeform 61">
              <a:extLst>
                <a:ext uri="{FF2B5EF4-FFF2-40B4-BE49-F238E27FC236}">
                  <a16:creationId xmlns:a16="http://schemas.microsoft.com/office/drawing/2014/main" id="{549189FD-AD92-48A5-B469-ECC24C0C8391}"/>
                </a:ext>
              </a:extLst>
            </p:cNvPr>
            <p:cNvSpPr>
              <a:spLocks noEditPoints="1"/>
            </p:cNvSpPr>
            <p:nvPr/>
          </p:nvSpPr>
          <p:spPr bwMode="auto">
            <a:xfrm>
              <a:off x="720" y="2350"/>
              <a:ext cx="269" cy="193"/>
            </a:xfrm>
            <a:custGeom>
              <a:avLst/>
              <a:gdLst>
                <a:gd name="T0" fmla="*/ 1 w 538"/>
                <a:gd name="T1" fmla="*/ 0 h 387"/>
                <a:gd name="T2" fmla="*/ 1 w 538"/>
                <a:gd name="T3" fmla="*/ 0 h 387"/>
                <a:gd name="T4" fmla="*/ 1 w 538"/>
                <a:gd name="T5" fmla="*/ 0 h 387"/>
                <a:gd name="T6" fmla="*/ 1 w 538"/>
                <a:gd name="T7" fmla="*/ 0 h 387"/>
                <a:gd name="T8" fmla="*/ 1 w 538"/>
                <a:gd name="T9" fmla="*/ 0 h 387"/>
                <a:gd name="T10" fmla="*/ 1 w 538"/>
                <a:gd name="T11" fmla="*/ 0 h 387"/>
                <a:gd name="T12" fmla="*/ 1 w 538"/>
                <a:gd name="T13" fmla="*/ 0 h 387"/>
                <a:gd name="T14" fmla="*/ 1 w 538"/>
                <a:gd name="T15" fmla="*/ 0 h 387"/>
                <a:gd name="T16" fmla="*/ 1 w 538"/>
                <a:gd name="T17" fmla="*/ 0 h 387"/>
                <a:gd name="T18" fmla="*/ 1 w 538"/>
                <a:gd name="T19" fmla="*/ 0 h 387"/>
                <a:gd name="T20" fmla="*/ 1 w 538"/>
                <a:gd name="T21" fmla="*/ 0 h 387"/>
                <a:gd name="T22" fmla="*/ 1 w 538"/>
                <a:gd name="T23" fmla="*/ 0 h 387"/>
                <a:gd name="T24" fmla="*/ 1 w 538"/>
                <a:gd name="T25" fmla="*/ 0 h 387"/>
                <a:gd name="T26" fmla="*/ 1 w 538"/>
                <a:gd name="T27" fmla="*/ 0 h 387"/>
                <a:gd name="T28" fmla="*/ 1 w 538"/>
                <a:gd name="T29" fmla="*/ 0 h 387"/>
                <a:gd name="T30" fmla="*/ 1 w 538"/>
                <a:gd name="T31" fmla="*/ 0 h 387"/>
                <a:gd name="T32" fmla="*/ 1 w 538"/>
                <a:gd name="T33" fmla="*/ 0 h 387"/>
                <a:gd name="T34" fmla="*/ 1 w 538"/>
                <a:gd name="T35" fmla="*/ 0 h 387"/>
                <a:gd name="T36" fmla="*/ 1 w 538"/>
                <a:gd name="T37" fmla="*/ 0 h 387"/>
                <a:gd name="T38" fmla="*/ 0 w 538"/>
                <a:gd name="T39" fmla="*/ 0 h 387"/>
                <a:gd name="T40" fmla="*/ 1 w 538"/>
                <a:gd name="T41" fmla="*/ 0 h 387"/>
                <a:gd name="T42" fmla="*/ 1 w 538"/>
                <a:gd name="T43" fmla="*/ 0 h 387"/>
                <a:gd name="T44" fmla="*/ 0 w 538"/>
                <a:gd name="T45" fmla="*/ 0 h 387"/>
                <a:gd name="T46" fmla="*/ 0 w 538"/>
                <a:gd name="T47" fmla="*/ 0 h 387"/>
                <a:gd name="T48" fmla="*/ 1 w 538"/>
                <a:gd name="T49" fmla="*/ 0 h 387"/>
                <a:gd name="T50" fmla="*/ 1 w 538"/>
                <a:gd name="T51" fmla="*/ 0 h 387"/>
                <a:gd name="T52" fmla="*/ 1 w 538"/>
                <a:gd name="T53" fmla="*/ 0 h 387"/>
                <a:gd name="T54" fmla="*/ 1 w 538"/>
                <a:gd name="T55" fmla="*/ 0 h 387"/>
                <a:gd name="T56" fmla="*/ 1 w 538"/>
                <a:gd name="T57" fmla="*/ 0 h 387"/>
                <a:gd name="T58" fmla="*/ 2 w 538"/>
                <a:gd name="T59" fmla="*/ 0 h 387"/>
                <a:gd name="T60" fmla="*/ 2 w 538"/>
                <a:gd name="T61" fmla="*/ 0 h 387"/>
                <a:gd name="T62" fmla="*/ 2 w 538"/>
                <a:gd name="T63" fmla="*/ 0 h 387"/>
                <a:gd name="T64" fmla="*/ 2 w 538"/>
                <a:gd name="T65" fmla="*/ 0 h 387"/>
                <a:gd name="T66" fmla="*/ 2 w 538"/>
                <a:gd name="T67" fmla="*/ 0 h 387"/>
                <a:gd name="T68" fmla="*/ 2 w 538"/>
                <a:gd name="T69" fmla="*/ 0 h 387"/>
                <a:gd name="T70" fmla="*/ 2 w 538"/>
                <a:gd name="T71" fmla="*/ 0 h 387"/>
                <a:gd name="T72" fmla="*/ 2 w 538"/>
                <a:gd name="T73" fmla="*/ 0 h 387"/>
                <a:gd name="T74" fmla="*/ 2 w 538"/>
                <a:gd name="T75" fmla="*/ 0 h 387"/>
                <a:gd name="T76" fmla="*/ 2 w 538"/>
                <a:gd name="T77" fmla="*/ 0 h 38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387">
                  <a:moveTo>
                    <a:pt x="450" y="277"/>
                  </a:moveTo>
                  <a:lnTo>
                    <a:pt x="469" y="277"/>
                  </a:lnTo>
                  <a:lnTo>
                    <a:pt x="469" y="269"/>
                  </a:lnTo>
                  <a:lnTo>
                    <a:pt x="450" y="269"/>
                  </a:lnTo>
                  <a:lnTo>
                    <a:pt x="450" y="277"/>
                  </a:lnTo>
                  <a:close/>
                  <a:moveTo>
                    <a:pt x="122" y="229"/>
                  </a:moveTo>
                  <a:lnTo>
                    <a:pt x="122" y="27"/>
                  </a:lnTo>
                  <a:lnTo>
                    <a:pt x="416" y="27"/>
                  </a:lnTo>
                  <a:lnTo>
                    <a:pt x="416" y="229"/>
                  </a:lnTo>
                  <a:lnTo>
                    <a:pt x="122" y="229"/>
                  </a:lnTo>
                  <a:close/>
                  <a:moveTo>
                    <a:pt x="109" y="243"/>
                  </a:moveTo>
                  <a:lnTo>
                    <a:pt x="429" y="243"/>
                  </a:lnTo>
                  <a:lnTo>
                    <a:pt x="429" y="14"/>
                  </a:lnTo>
                  <a:lnTo>
                    <a:pt x="443" y="14"/>
                  </a:lnTo>
                  <a:lnTo>
                    <a:pt x="443" y="0"/>
                  </a:lnTo>
                  <a:lnTo>
                    <a:pt x="94" y="0"/>
                  </a:lnTo>
                  <a:lnTo>
                    <a:pt x="94" y="256"/>
                  </a:lnTo>
                  <a:lnTo>
                    <a:pt x="109" y="256"/>
                  </a:lnTo>
                  <a:lnTo>
                    <a:pt x="109" y="243"/>
                  </a:lnTo>
                  <a:close/>
                  <a:moveTo>
                    <a:pt x="0" y="373"/>
                  </a:moveTo>
                  <a:lnTo>
                    <a:pt x="54" y="373"/>
                  </a:lnTo>
                  <a:lnTo>
                    <a:pt x="54" y="356"/>
                  </a:lnTo>
                  <a:lnTo>
                    <a:pt x="0" y="356"/>
                  </a:lnTo>
                  <a:lnTo>
                    <a:pt x="0" y="373"/>
                  </a:lnTo>
                  <a:close/>
                  <a:moveTo>
                    <a:pt x="313" y="387"/>
                  </a:moveTo>
                  <a:lnTo>
                    <a:pt x="429" y="387"/>
                  </a:lnTo>
                  <a:lnTo>
                    <a:pt x="429" y="379"/>
                  </a:lnTo>
                  <a:lnTo>
                    <a:pt x="313" y="379"/>
                  </a:lnTo>
                  <a:lnTo>
                    <a:pt x="313" y="387"/>
                  </a:lnTo>
                  <a:close/>
                  <a:moveTo>
                    <a:pt x="519" y="364"/>
                  </a:moveTo>
                  <a:lnTo>
                    <a:pt x="538" y="364"/>
                  </a:lnTo>
                  <a:lnTo>
                    <a:pt x="538" y="356"/>
                  </a:lnTo>
                  <a:lnTo>
                    <a:pt x="519" y="356"/>
                  </a:lnTo>
                  <a:lnTo>
                    <a:pt x="519" y="364"/>
                  </a:lnTo>
                  <a:close/>
                  <a:moveTo>
                    <a:pt x="519" y="383"/>
                  </a:moveTo>
                  <a:lnTo>
                    <a:pt x="538" y="383"/>
                  </a:lnTo>
                  <a:lnTo>
                    <a:pt x="538" y="373"/>
                  </a:lnTo>
                  <a:lnTo>
                    <a:pt x="519" y="373"/>
                  </a:lnTo>
                  <a:lnTo>
                    <a:pt x="519" y="383"/>
                  </a:lnTo>
                  <a:close/>
                </a:path>
              </a:pathLst>
            </a:custGeom>
            <a:solidFill>
              <a:srgbClr val="000000"/>
            </a:solidFill>
            <a:ln w="4763">
              <a:solidFill>
                <a:srgbClr val="000000"/>
              </a:solidFill>
              <a:prstDash val="solid"/>
              <a:round/>
              <a:headEnd/>
              <a:tailEnd/>
            </a:ln>
          </p:spPr>
          <p:txBody>
            <a:bodyPr/>
            <a:lstStyle/>
            <a:p>
              <a:endParaRPr lang="zh-CN" altLang="en-US"/>
            </a:p>
          </p:txBody>
        </p:sp>
        <p:sp>
          <p:nvSpPr>
            <p:cNvPr id="36965" name="Line 62">
              <a:extLst>
                <a:ext uri="{FF2B5EF4-FFF2-40B4-BE49-F238E27FC236}">
                  <a16:creationId xmlns:a16="http://schemas.microsoft.com/office/drawing/2014/main" id="{77543196-093C-436A-A729-8EB5AB2FCCE9}"/>
                </a:ext>
              </a:extLst>
            </p:cNvPr>
            <p:cNvSpPr>
              <a:spLocks noChangeShapeType="1"/>
            </p:cNvSpPr>
            <p:nvPr/>
          </p:nvSpPr>
          <p:spPr bwMode="auto">
            <a:xfrm>
              <a:off x="747" y="2495"/>
              <a:ext cx="21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66" name="Line 63">
              <a:extLst>
                <a:ext uri="{FF2B5EF4-FFF2-40B4-BE49-F238E27FC236}">
                  <a16:creationId xmlns:a16="http://schemas.microsoft.com/office/drawing/2014/main" id="{4B932F7E-6AC4-4998-90BF-51BAA1233B8B}"/>
                </a:ext>
              </a:extLst>
            </p:cNvPr>
            <p:cNvSpPr>
              <a:spLocks noChangeShapeType="1"/>
            </p:cNvSpPr>
            <p:nvPr/>
          </p:nvSpPr>
          <p:spPr bwMode="auto">
            <a:xfrm flipV="1">
              <a:off x="801" y="2495"/>
              <a:ext cx="1" cy="1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67" name="Line 64">
              <a:extLst>
                <a:ext uri="{FF2B5EF4-FFF2-40B4-BE49-F238E27FC236}">
                  <a16:creationId xmlns:a16="http://schemas.microsoft.com/office/drawing/2014/main" id="{FAAD7C7E-12B8-47DF-988F-A449FF96C9EA}"/>
                </a:ext>
              </a:extLst>
            </p:cNvPr>
            <p:cNvSpPr>
              <a:spLocks noChangeShapeType="1"/>
            </p:cNvSpPr>
            <p:nvPr/>
          </p:nvSpPr>
          <p:spPr bwMode="auto">
            <a:xfrm flipV="1">
              <a:off x="855" y="2495"/>
              <a:ext cx="1" cy="1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6893" name="Group 65">
            <a:extLst>
              <a:ext uri="{FF2B5EF4-FFF2-40B4-BE49-F238E27FC236}">
                <a16:creationId xmlns:a16="http://schemas.microsoft.com/office/drawing/2014/main" id="{3D3A9795-5EA8-4006-B6F8-C62F1E6FE7B7}"/>
              </a:ext>
            </a:extLst>
          </p:cNvPr>
          <p:cNvGrpSpPr>
            <a:grpSpLocks/>
          </p:cNvGrpSpPr>
          <p:nvPr/>
        </p:nvGrpSpPr>
        <p:grpSpPr bwMode="auto">
          <a:xfrm>
            <a:off x="9309100" y="2509838"/>
            <a:ext cx="454025" cy="457200"/>
            <a:chOff x="712" y="2330"/>
            <a:chExt cx="286" cy="288"/>
          </a:xfrm>
        </p:grpSpPr>
        <p:sp>
          <p:nvSpPr>
            <p:cNvPr id="36944" name="Freeform 66">
              <a:extLst>
                <a:ext uri="{FF2B5EF4-FFF2-40B4-BE49-F238E27FC236}">
                  <a16:creationId xmlns:a16="http://schemas.microsoft.com/office/drawing/2014/main" id="{76BFE43A-0389-4F4D-9574-DDC5EB97AD00}"/>
                </a:ext>
              </a:extLst>
            </p:cNvPr>
            <p:cNvSpPr>
              <a:spLocks/>
            </p:cNvSpPr>
            <p:nvPr/>
          </p:nvSpPr>
          <p:spPr bwMode="auto">
            <a:xfrm>
              <a:off x="712" y="2330"/>
              <a:ext cx="286" cy="288"/>
            </a:xfrm>
            <a:custGeom>
              <a:avLst/>
              <a:gdLst>
                <a:gd name="T0" fmla="*/ 1 w 572"/>
                <a:gd name="T1" fmla="*/ 0 h 577"/>
                <a:gd name="T2" fmla="*/ 0 w 572"/>
                <a:gd name="T3" fmla="*/ 0 h 577"/>
                <a:gd name="T4" fmla="*/ 0 w 572"/>
                <a:gd name="T5" fmla="*/ 1 h 577"/>
                <a:gd name="T6" fmla="*/ 2 w 572"/>
                <a:gd name="T7" fmla="*/ 1 h 577"/>
                <a:gd name="T8" fmla="*/ 2 w 572"/>
                <a:gd name="T9" fmla="*/ 0 h 577"/>
                <a:gd name="T10" fmla="*/ 1 w 572"/>
                <a:gd name="T11" fmla="*/ 0 h 577"/>
                <a:gd name="T12" fmla="*/ 1 w 572"/>
                <a:gd name="T13" fmla="*/ 0 h 577"/>
                <a:gd name="T14" fmla="*/ 1 w 572"/>
                <a:gd name="T15" fmla="*/ 0 h 577"/>
                <a:gd name="T16" fmla="*/ 1 w 572"/>
                <a:gd name="T17" fmla="*/ 0 h 577"/>
                <a:gd name="T18" fmla="*/ 1 w 572"/>
                <a:gd name="T19" fmla="*/ 0 h 577"/>
                <a:gd name="T20" fmla="*/ 1 w 572"/>
                <a:gd name="T21" fmla="*/ 0 h 577"/>
                <a:gd name="T22" fmla="*/ 1 w 572"/>
                <a:gd name="T23" fmla="*/ 0 h 577"/>
                <a:gd name="T24" fmla="*/ 1 w 572"/>
                <a:gd name="T25" fmla="*/ 0 h 5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577">
                  <a:moveTo>
                    <a:pt x="126" y="377"/>
                  </a:moveTo>
                  <a:lnTo>
                    <a:pt x="0" y="377"/>
                  </a:lnTo>
                  <a:lnTo>
                    <a:pt x="0" y="577"/>
                  </a:lnTo>
                  <a:lnTo>
                    <a:pt x="572" y="577"/>
                  </a:lnTo>
                  <a:lnTo>
                    <a:pt x="572" y="377"/>
                  </a:lnTo>
                  <a:lnTo>
                    <a:pt x="446" y="377"/>
                  </a:lnTo>
                  <a:lnTo>
                    <a:pt x="446" y="350"/>
                  </a:lnTo>
                  <a:lnTo>
                    <a:pt x="500" y="350"/>
                  </a:lnTo>
                  <a:lnTo>
                    <a:pt x="500" y="0"/>
                  </a:lnTo>
                  <a:lnTo>
                    <a:pt x="71" y="0"/>
                  </a:lnTo>
                  <a:lnTo>
                    <a:pt x="71" y="350"/>
                  </a:lnTo>
                  <a:lnTo>
                    <a:pt x="126" y="350"/>
                  </a:lnTo>
                  <a:lnTo>
                    <a:pt x="126" y="377"/>
                  </a:lnTo>
                  <a:close/>
                </a:path>
              </a:pathLst>
            </a:custGeom>
            <a:solidFill>
              <a:srgbClr val="FFFFFF"/>
            </a:solidFill>
            <a:ln w="11113">
              <a:solidFill>
                <a:srgbClr val="000000"/>
              </a:solidFill>
              <a:prstDash val="solid"/>
              <a:round/>
              <a:headEnd/>
              <a:tailEnd/>
            </a:ln>
          </p:spPr>
          <p:txBody>
            <a:bodyPr/>
            <a:lstStyle/>
            <a:p>
              <a:endParaRPr lang="zh-CN" altLang="en-US"/>
            </a:p>
          </p:txBody>
        </p:sp>
        <p:sp>
          <p:nvSpPr>
            <p:cNvPr id="36945" name="Line 67">
              <a:extLst>
                <a:ext uri="{FF2B5EF4-FFF2-40B4-BE49-F238E27FC236}">
                  <a16:creationId xmlns:a16="http://schemas.microsoft.com/office/drawing/2014/main" id="{95BEA997-949B-4509-B870-DD29DB6A77CA}"/>
                </a:ext>
              </a:extLst>
            </p:cNvPr>
            <p:cNvSpPr>
              <a:spLocks noChangeShapeType="1"/>
            </p:cNvSpPr>
            <p:nvPr/>
          </p:nvSpPr>
          <p:spPr bwMode="auto">
            <a:xfrm>
              <a:off x="774" y="2518"/>
              <a:ext cx="16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46" name="Line 68">
              <a:extLst>
                <a:ext uri="{FF2B5EF4-FFF2-40B4-BE49-F238E27FC236}">
                  <a16:creationId xmlns:a16="http://schemas.microsoft.com/office/drawing/2014/main" id="{02279A06-440D-4EC1-8408-837C3F30DD4B}"/>
                </a:ext>
              </a:extLst>
            </p:cNvPr>
            <p:cNvSpPr>
              <a:spLocks noChangeShapeType="1"/>
            </p:cNvSpPr>
            <p:nvPr/>
          </p:nvSpPr>
          <p:spPr bwMode="auto">
            <a:xfrm>
              <a:off x="774" y="2505"/>
              <a:ext cx="16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47" name="Freeform 69">
              <a:extLst>
                <a:ext uri="{FF2B5EF4-FFF2-40B4-BE49-F238E27FC236}">
                  <a16:creationId xmlns:a16="http://schemas.microsoft.com/office/drawing/2014/main" id="{4E79E8D7-8DBB-42EE-9714-CAF71EBADD0D}"/>
                </a:ext>
              </a:extLst>
            </p:cNvPr>
            <p:cNvSpPr>
              <a:spLocks noEditPoints="1"/>
            </p:cNvSpPr>
            <p:nvPr/>
          </p:nvSpPr>
          <p:spPr bwMode="auto">
            <a:xfrm>
              <a:off x="859" y="2528"/>
              <a:ext cx="116" cy="81"/>
            </a:xfrm>
            <a:custGeom>
              <a:avLst/>
              <a:gdLst>
                <a:gd name="T0" fmla="*/ 0 w 231"/>
                <a:gd name="T1" fmla="*/ 1 h 161"/>
                <a:gd name="T2" fmla="*/ 1 w 231"/>
                <a:gd name="T3" fmla="*/ 1 h 161"/>
                <a:gd name="T4" fmla="*/ 1 w 231"/>
                <a:gd name="T5" fmla="*/ 0 h 161"/>
                <a:gd name="T6" fmla="*/ 0 w 231"/>
                <a:gd name="T7" fmla="*/ 0 h 161"/>
                <a:gd name="T8" fmla="*/ 0 w 231"/>
                <a:gd name="T9" fmla="*/ 1 h 161"/>
                <a:gd name="T10" fmla="*/ 1 w 231"/>
                <a:gd name="T11" fmla="*/ 1 h 161"/>
                <a:gd name="T12" fmla="*/ 1 w 231"/>
                <a:gd name="T13" fmla="*/ 1 h 161"/>
                <a:gd name="T14" fmla="*/ 1 w 231"/>
                <a:gd name="T15" fmla="*/ 0 h 161"/>
                <a:gd name="T16" fmla="*/ 1 w 231"/>
                <a:gd name="T17" fmla="*/ 0 h 161"/>
                <a:gd name="T18" fmla="*/ 1 w 231"/>
                <a:gd name="T19" fmla="*/ 1 h 1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1" h="161">
                  <a:moveTo>
                    <a:pt x="0" y="161"/>
                  </a:moveTo>
                  <a:lnTo>
                    <a:pt x="187" y="161"/>
                  </a:lnTo>
                  <a:lnTo>
                    <a:pt x="187" y="0"/>
                  </a:lnTo>
                  <a:lnTo>
                    <a:pt x="0" y="0"/>
                  </a:lnTo>
                  <a:lnTo>
                    <a:pt x="0" y="161"/>
                  </a:lnTo>
                  <a:close/>
                  <a:moveTo>
                    <a:pt x="204" y="27"/>
                  </a:moveTo>
                  <a:lnTo>
                    <a:pt x="231" y="27"/>
                  </a:lnTo>
                  <a:lnTo>
                    <a:pt x="231" y="0"/>
                  </a:lnTo>
                  <a:lnTo>
                    <a:pt x="204" y="0"/>
                  </a:lnTo>
                  <a:lnTo>
                    <a:pt x="204" y="27"/>
                  </a:lnTo>
                  <a:close/>
                </a:path>
              </a:pathLst>
            </a:custGeom>
            <a:solidFill>
              <a:srgbClr val="FFFFFF"/>
            </a:solidFill>
            <a:ln w="4763">
              <a:solidFill>
                <a:srgbClr val="000000"/>
              </a:solidFill>
              <a:prstDash val="solid"/>
              <a:round/>
              <a:headEnd/>
              <a:tailEnd/>
            </a:ln>
          </p:spPr>
          <p:txBody>
            <a:bodyPr/>
            <a:lstStyle/>
            <a:p>
              <a:endParaRPr lang="zh-CN" altLang="en-US"/>
            </a:p>
          </p:txBody>
        </p:sp>
        <p:sp>
          <p:nvSpPr>
            <p:cNvPr id="36948" name="Line 70">
              <a:extLst>
                <a:ext uri="{FF2B5EF4-FFF2-40B4-BE49-F238E27FC236}">
                  <a16:creationId xmlns:a16="http://schemas.microsoft.com/office/drawing/2014/main" id="{63D21159-D2B9-4725-95A3-522BF132ED4E}"/>
                </a:ext>
              </a:extLst>
            </p:cNvPr>
            <p:cNvSpPr>
              <a:spLocks noChangeShapeType="1"/>
            </p:cNvSpPr>
            <p:nvPr/>
          </p:nvSpPr>
          <p:spPr bwMode="auto">
            <a:xfrm>
              <a:off x="859" y="2555"/>
              <a:ext cx="9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49" name="Line 71">
              <a:extLst>
                <a:ext uri="{FF2B5EF4-FFF2-40B4-BE49-F238E27FC236}">
                  <a16:creationId xmlns:a16="http://schemas.microsoft.com/office/drawing/2014/main" id="{C93C79BB-5E2C-4F81-8C6A-A5FD15FDF792}"/>
                </a:ext>
              </a:extLst>
            </p:cNvPr>
            <p:cNvSpPr>
              <a:spLocks noChangeShapeType="1"/>
            </p:cNvSpPr>
            <p:nvPr/>
          </p:nvSpPr>
          <p:spPr bwMode="auto">
            <a:xfrm>
              <a:off x="859" y="2582"/>
              <a:ext cx="9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50" name="Line 72">
              <a:extLst>
                <a:ext uri="{FF2B5EF4-FFF2-40B4-BE49-F238E27FC236}">
                  <a16:creationId xmlns:a16="http://schemas.microsoft.com/office/drawing/2014/main" id="{C7C92B81-5015-4D5B-BB30-EAD827C6DD96}"/>
                </a:ext>
              </a:extLst>
            </p:cNvPr>
            <p:cNvSpPr>
              <a:spLocks noChangeShapeType="1"/>
            </p:cNvSpPr>
            <p:nvPr/>
          </p:nvSpPr>
          <p:spPr bwMode="auto">
            <a:xfrm>
              <a:off x="863" y="2568"/>
              <a:ext cx="85"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51" name="Rectangle 73">
              <a:extLst>
                <a:ext uri="{FF2B5EF4-FFF2-40B4-BE49-F238E27FC236}">
                  <a16:creationId xmlns:a16="http://schemas.microsoft.com/office/drawing/2014/main" id="{9C314AE8-5A2D-4722-B6EE-33E652B8E797}"/>
                </a:ext>
              </a:extLst>
            </p:cNvPr>
            <p:cNvSpPr>
              <a:spLocks noChangeArrowheads="1"/>
            </p:cNvSpPr>
            <p:nvPr/>
          </p:nvSpPr>
          <p:spPr bwMode="auto">
            <a:xfrm>
              <a:off x="913" y="2560"/>
              <a:ext cx="26" cy="17"/>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6952" name="Freeform 74">
              <a:extLst>
                <a:ext uri="{FF2B5EF4-FFF2-40B4-BE49-F238E27FC236}">
                  <a16:creationId xmlns:a16="http://schemas.microsoft.com/office/drawing/2014/main" id="{A9A8BFFF-EB6B-4858-AE95-E03AB07356A6}"/>
                </a:ext>
              </a:extLst>
            </p:cNvPr>
            <p:cNvSpPr>
              <a:spLocks noEditPoints="1"/>
            </p:cNvSpPr>
            <p:nvPr/>
          </p:nvSpPr>
          <p:spPr bwMode="auto">
            <a:xfrm>
              <a:off x="720" y="2350"/>
              <a:ext cx="269" cy="193"/>
            </a:xfrm>
            <a:custGeom>
              <a:avLst/>
              <a:gdLst>
                <a:gd name="T0" fmla="*/ 1 w 538"/>
                <a:gd name="T1" fmla="*/ 0 h 387"/>
                <a:gd name="T2" fmla="*/ 1 w 538"/>
                <a:gd name="T3" fmla="*/ 0 h 387"/>
                <a:gd name="T4" fmla="*/ 1 w 538"/>
                <a:gd name="T5" fmla="*/ 0 h 387"/>
                <a:gd name="T6" fmla="*/ 1 w 538"/>
                <a:gd name="T7" fmla="*/ 0 h 387"/>
                <a:gd name="T8" fmla="*/ 1 w 538"/>
                <a:gd name="T9" fmla="*/ 0 h 387"/>
                <a:gd name="T10" fmla="*/ 1 w 538"/>
                <a:gd name="T11" fmla="*/ 0 h 387"/>
                <a:gd name="T12" fmla="*/ 1 w 538"/>
                <a:gd name="T13" fmla="*/ 0 h 387"/>
                <a:gd name="T14" fmla="*/ 1 w 538"/>
                <a:gd name="T15" fmla="*/ 0 h 387"/>
                <a:gd name="T16" fmla="*/ 1 w 538"/>
                <a:gd name="T17" fmla="*/ 0 h 387"/>
                <a:gd name="T18" fmla="*/ 1 w 538"/>
                <a:gd name="T19" fmla="*/ 0 h 387"/>
                <a:gd name="T20" fmla="*/ 1 w 538"/>
                <a:gd name="T21" fmla="*/ 0 h 387"/>
                <a:gd name="T22" fmla="*/ 1 w 538"/>
                <a:gd name="T23" fmla="*/ 0 h 387"/>
                <a:gd name="T24" fmla="*/ 1 w 538"/>
                <a:gd name="T25" fmla="*/ 0 h 387"/>
                <a:gd name="T26" fmla="*/ 1 w 538"/>
                <a:gd name="T27" fmla="*/ 0 h 387"/>
                <a:gd name="T28" fmla="*/ 1 w 538"/>
                <a:gd name="T29" fmla="*/ 0 h 387"/>
                <a:gd name="T30" fmla="*/ 1 w 538"/>
                <a:gd name="T31" fmla="*/ 0 h 387"/>
                <a:gd name="T32" fmla="*/ 1 w 538"/>
                <a:gd name="T33" fmla="*/ 0 h 387"/>
                <a:gd name="T34" fmla="*/ 1 w 538"/>
                <a:gd name="T35" fmla="*/ 0 h 387"/>
                <a:gd name="T36" fmla="*/ 1 w 538"/>
                <a:gd name="T37" fmla="*/ 0 h 387"/>
                <a:gd name="T38" fmla="*/ 0 w 538"/>
                <a:gd name="T39" fmla="*/ 0 h 387"/>
                <a:gd name="T40" fmla="*/ 1 w 538"/>
                <a:gd name="T41" fmla="*/ 0 h 387"/>
                <a:gd name="T42" fmla="*/ 1 w 538"/>
                <a:gd name="T43" fmla="*/ 0 h 387"/>
                <a:gd name="T44" fmla="*/ 0 w 538"/>
                <a:gd name="T45" fmla="*/ 0 h 387"/>
                <a:gd name="T46" fmla="*/ 0 w 538"/>
                <a:gd name="T47" fmla="*/ 0 h 387"/>
                <a:gd name="T48" fmla="*/ 1 w 538"/>
                <a:gd name="T49" fmla="*/ 0 h 387"/>
                <a:gd name="T50" fmla="*/ 1 w 538"/>
                <a:gd name="T51" fmla="*/ 0 h 387"/>
                <a:gd name="T52" fmla="*/ 1 w 538"/>
                <a:gd name="T53" fmla="*/ 0 h 387"/>
                <a:gd name="T54" fmla="*/ 1 w 538"/>
                <a:gd name="T55" fmla="*/ 0 h 387"/>
                <a:gd name="T56" fmla="*/ 1 w 538"/>
                <a:gd name="T57" fmla="*/ 0 h 387"/>
                <a:gd name="T58" fmla="*/ 2 w 538"/>
                <a:gd name="T59" fmla="*/ 0 h 387"/>
                <a:gd name="T60" fmla="*/ 2 w 538"/>
                <a:gd name="T61" fmla="*/ 0 h 387"/>
                <a:gd name="T62" fmla="*/ 2 w 538"/>
                <a:gd name="T63" fmla="*/ 0 h 387"/>
                <a:gd name="T64" fmla="*/ 2 w 538"/>
                <a:gd name="T65" fmla="*/ 0 h 387"/>
                <a:gd name="T66" fmla="*/ 2 w 538"/>
                <a:gd name="T67" fmla="*/ 0 h 387"/>
                <a:gd name="T68" fmla="*/ 2 w 538"/>
                <a:gd name="T69" fmla="*/ 0 h 387"/>
                <a:gd name="T70" fmla="*/ 2 w 538"/>
                <a:gd name="T71" fmla="*/ 0 h 387"/>
                <a:gd name="T72" fmla="*/ 2 w 538"/>
                <a:gd name="T73" fmla="*/ 0 h 387"/>
                <a:gd name="T74" fmla="*/ 2 w 538"/>
                <a:gd name="T75" fmla="*/ 0 h 387"/>
                <a:gd name="T76" fmla="*/ 2 w 538"/>
                <a:gd name="T77" fmla="*/ 0 h 38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387">
                  <a:moveTo>
                    <a:pt x="450" y="277"/>
                  </a:moveTo>
                  <a:lnTo>
                    <a:pt x="469" y="277"/>
                  </a:lnTo>
                  <a:lnTo>
                    <a:pt x="469" y="269"/>
                  </a:lnTo>
                  <a:lnTo>
                    <a:pt x="450" y="269"/>
                  </a:lnTo>
                  <a:lnTo>
                    <a:pt x="450" y="277"/>
                  </a:lnTo>
                  <a:close/>
                  <a:moveTo>
                    <a:pt x="122" y="229"/>
                  </a:moveTo>
                  <a:lnTo>
                    <a:pt x="122" y="27"/>
                  </a:lnTo>
                  <a:lnTo>
                    <a:pt x="416" y="27"/>
                  </a:lnTo>
                  <a:lnTo>
                    <a:pt x="416" y="229"/>
                  </a:lnTo>
                  <a:lnTo>
                    <a:pt x="122" y="229"/>
                  </a:lnTo>
                  <a:close/>
                  <a:moveTo>
                    <a:pt x="109" y="243"/>
                  </a:moveTo>
                  <a:lnTo>
                    <a:pt x="429" y="243"/>
                  </a:lnTo>
                  <a:lnTo>
                    <a:pt x="429" y="14"/>
                  </a:lnTo>
                  <a:lnTo>
                    <a:pt x="443" y="14"/>
                  </a:lnTo>
                  <a:lnTo>
                    <a:pt x="443" y="0"/>
                  </a:lnTo>
                  <a:lnTo>
                    <a:pt x="94" y="0"/>
                  </a:lnTo>
                  <a:lnTo>
                    <a:pt x="94" y="256"/>
                  </a:lnTo>
                  <a:lnTo>
                    <a:pt x="109" y="256"/>
                  </a:lnTo>
                  <a:lnTo>
                    <a:pt x="109" y="243"/>
                  </a:lnTo>
                  <a:close/>
                  <a:moveTo>
                    <a:pt x="0" y="373"/>
                  </a:moveTo>
                  <a:lnTo>
                    <a:pt x="54" y="373"/>
                  </a:lnTo>
                  <a:lnTo>
                    <a:pt x="54" y="356"/>
                  </a:lnTo>
                  <a:lnTo>
                    <a:pt x="0" y="356"/>
                  </a:lnTo>
                  <a:lnTo>
                    <a:pt x="0" y="373"/>
                  </a:lnTo>
                  <a:close/>
                  <a:moveTo>
                    <a:pt x="313" y="387"/>
                  </a:moveTo>
                  <a:lnTo>
                    <a:pt x="429" y="387"/>
                  </a:lnTo>
                  <a:lnTo>
                    <a:pt x="429" y="379"/>
                  </a:lnTo>
                  <a:lnTo>
                    <a:pt x="313" y="379"/>
                  </a:lnTo>
                  <a:lnTo>
                    <a:pt x="313" y="387"/>
                  </a:lnTo>
                  <a:close/>
                  <a:moveTo>
                    <a:pt x="519" y="364"/>
                  </a:moveTo>
                  <a:lnTo>
                    <a:pt x="538" y="364"/>
                  </a:lnTo>
                  <a:lnTo>
                    <a:pt x="538" y="356"/>
                  </a:lnTo>
                  <a:lnTo>
                    <a:pt x="519" y="356"/>
                  </a:lnTo>
                  <a:lnTo>
                    <a:pt x="519" y="364"/>
                  </a:lnTo>
                  <a:close/>
                  <a:moveTo>
                    <a:pt x="519" y="383"/>
                  </a:moveTo>
                  <a:lnTo>
                    <a:pt x="538" y="383"/>
                  </a:lnTo>
                  <a:lnTo>
                    <a:pt x="538" y="373"/>
                  </a:lnTo>
                  <a:lnTo>
                    <a:pt x="519" y="373"/>
                  </a:lnTo>
                  <a:lnTo>
                    <a:pt x="519" y="383"/>
                  </a:lnTo>
                  <a:close/>
                </a:path>
              </a:pathLst>
            </a:custGeom>
            <a:solidFill>
              <a:srgbClr val="000000"/>
            </a:solidFill>
            <a:ln w="4763">
              <a:solidFill>
                <a:srgbClr val="000000"/>
              </a:solidFill>
              <a:prstDash val="solid"/>
              <a:round/>
              <a:headEnd/>
              <a:tailEnd/>
            </a:ln>
          </p:spPr>
          <p:txBody>
            <a:bodyPr/>
            <a:lstStyle/>
            <a:p>
              <a:endParaRPr lang="zh-CN" altLang="en-US"/>
            </a:p>
          </p:txBody>
        </p:sp>
        <p:sp>
          <p:nvSpPr>
            <p:cNvPr id="36953" name="Line 75">
              <a:extLst>
                <a:ext uri="{FF2B5EF4-FFF2-40B4-BE49-F238E27FC236}">
                  <a16:creationId xmlns:a16="http://schemas.microsoft.com/office/drawing/2014/main" id="{45012B87-D40F-473E-ABF1-F0E1AAA83881}"/>
                </a:ext>
              </a:extLst>
            </p:cNvPr>
            <p:cNvSpPr>
              <a:spLocks noChangeShapeType="1"/>
            </p:cNvSpPr>
            <p:nvPr/>
          </p:nvSpPr>
          <p:spPr bwMode="auto">
            <a:xfrm>
              <a:off x="747" y="2495"/>
              <a:ext cx="21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54" name="Line 76">
              <a:extLst>
                <a:ext uri="{FF2B5EF4-FFF2-40B4-BE49-F238E27FC236}">
                  <a16:creationId xmlns:a16="http://schemas.microsoft.com/office/drawing/2014/main" id="{50C6F56E-CEBA-48B2-A54E-774CB51A72CA}"/>
                </a:ext>
              </a:extLst>
            </p:cNvPr>
            <p:cNvSpPr>
              <a:spLocks noChangeShapeType="1"/>
            </p:cNvSpPr>
            <p:nvPr/>
          </p:nvSpPr>
          <p:spPr bwMode="auto">
            <a:xfrm flipV="1">
              <a:off x="801" y="2495"/>
              <a:ext cx="1" cy="1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55" name="Line 77">
              <a:extLst>
                <a:ext uri="{FF2B5EF4-FFF2-40B4-BE49-F238E27FC236}">
                  <a16:creationId xmlns:a16="http://schemas.microsoft.com/office/drawing/2014/main" id="{D3E3C2EF-50C4-44C6-A68D-B3A9F20AB8F6}"/>
                </a:ext>
              </a:extLst>
            </p:cNvPr>
            <p:cNvSpPr>
              <a:spLocks noChangeShapeType="1"/>
            </p:cNvSpPr>
            <p:nvPr/>
          </p:nvSpPr>
          <p:spPr bwMode="auto">
            <a:xfrm flipV="1">
              <a:off x="855" y="2495"/>
              <a:ext cx="1" cy="1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6894" name="Group 78">
            <a:extLst>
              <a:ext uri="{FF2B5EF4-FFF2-40B4-BE49-F238E27FC236}">
                <a16:creationId xmlns:a16="http://schemas.microsoft.com/office/drawing/2014/main" id="{A217341E-5C3A-47B7-91E2-1F645AF7DEC5}"/>
              </a:ext>
            </a:extLst>
          </p:cNvPr>
          <p:cNvGrpSpPr>
            <a:grpSpLocks/>
          </p:cNvGrpSpPr>
          <p:nvPr/>
        </p:nvGrpSpPr>
        <p:grpSpPr bwMode="auto">
          <a:xfrm>
            <a:off x="9617075" y="5019675"/>
            <a:ext cx="454025" cy="457200"/>
            <a:chOff x="712" y="2330"/>
            <a:chExt cx="286" cy="288"/>
          </a:xfrm>
        </p:grpSpPr>
        <p:sp>
          <p:nvSpPr>
            <p:cNvPr id="36932" name="Freeform 79">
              <a:extLst>
                <a:ext uri="{FF2B5EF4-FFF2-40B4-BE49-F238E27FC236}">
                  <a16:creationId xmlns:a16="http://schemas.microsoft.com/office/drawing/2014/main" id="{823F0F95-A927-421F-836B-957D4D6B0ABE}"/>
                </a:ext>
              </a:extLst>
            </p:cNvPr>
            <p:cNvSpPr>
              <a:spLocks/>
            </p:cNvSpPr>
            <p:nvPr/>
          </p:nvSpPr>
          <p:spPr bwMode="auto">
            <a:xfrm>
              <a:off x="712" y="2330"/>
              <a:ext cx="286" cy="288"/>
            </a:xfrm>
            <a:custGeom>
              <a:avLst/>
              <a:gdLst>
                <a:gd name="T0" fmla="*/ 1 w 572"/>
                <a:gd name="T1" fmla="*/ 0 h 577"/>
                <a:gd name="T2" fmla="*/ 0 w 572"/>
                <a:gd name="T3" fmla="*/ 0 h 577"/>
                <a:gd name="T4" fmla="*/ 0 w 572"/>
                <a:gd name="T5" fmla="*/ 1 h 577"/>
                <a:gd name="T6" fmla="*/ 2 w 572"/>
                <a:gd name="T7" fmla="*/ 1 h 577"/>
                <a:gd name="T8" fmla="*/ 2 w 572"/>
                <a:gd name="T9" fmla="*/ 0 h 577"/>
                <a:gd name="T10" fmla="*/ 1 w 572"/>
                <a:gd name="T11" fmla="*/ 0 h 577"/>
                <a:gd name="T12" fmla="*/ 1 w 572"/>
                <a:gd name="T13" fmla="*/ 0 h 577"/>
                <a:gd name="T14" fmla="*/ 1 w 572"/>
                <a:gd name="T15" fmla="*/ 0 h 577"/>
                <a:gd name="T16" fmla="*/ 1 w 572"/>
                <a:gd name="T17" fmla="*/ 0 h 577"/>
                <a:gd name="T18" fmla="*/ 1 w 572"/>
                <a:gd name="T19" fmla="*/ 0 h 577"/>
                <a:gd name="T20" fmla="*/ 1 w 572"/>
                <a:gd name="T21" fmla="*/ 0 h 577"/>
                <a:gd name="T22" fmla="*/ 1 w 572"/>
                <a:gd name="T23" fmla="*/ 0 h 577"/>
                <a:gd name="T24" fmla="*/ 1 w 572"/>
                <a:gd name="T25" fmla="*/ 0 h 5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577">
                  <a:moveTo>
                    <a:pt x="126" y="377"/>
                  </a:moveTo>
                  <a:lnTo>
                    <a:pt x="0" y="377"/>
                  </a:lnTo>
                  <a:lnTo>
                    <a:pt x="0" y="577"/>
                  </a:lnTo>
                  <a:lnTo>
                    <a:pt x="572" y="577"/>
                  </a:lnTo>
                  <a:lnTo>
                    <a:pt x="572" y="377"/>
                  </a:lnTo>
                  <a:lnTo>
                    <a:pt x="446" y="377"/>
                  </a:lnTo>
                  <a:lnTo>
                    <a:pt x="446" y="350"/>
                  </a:lnTo>
                  <a:lnTo>
                    <a:pt x="500" y="350"/>
                  </a:lnTo>
                  <a:lnTo>
                    <a:pt x="500" y="0"/>
                  </a:lnTo>
                  <a:lnTo>
                    <a:pt x="71" y="0"/>
                  </a:lnTo>
                  <a:lnTo>
                    <a:pt x="71" y="350"/>
                  </a:lnTo>
                  <a:lnTo>
                    <a:pt x="126" y="350"/>
                  </a:lnTo>
                  <a:lnTo>
                    <a:pt x="126" y="377"/>
                  </a:lnTo>
                  <a:close/>
                </a:path>
              </a:pathLst>
            </a:custGeom>
            <a:solidFill>
              <a:srgbClr val="FFFFFF"/>
            </a:solidFill>
            <a:ln w="11113">
              <a:solidFill>
                <a:srgbClr val="000000"/>
              </a:solidFill>
              <a:prstDash val="solid"/>
              <a:round/>
              <a:headEnd/>
              <a:tailEnd/>
            </a:ln>
          </p:spPr>
          <p:txBody>
            <a:bodyPr/>
            <a:lstStyle/>
            <a:p>
              <a:endParaRPr lang="zh-CN" altLang="en-US"/>
            </a:p>
          </p:txBody>
        </p:sp>
        <p:sp>
          <p:nvSpPr>
            <p:cNvPr id="36933" name="Line 80">
              <a:extLst>
                <a:ext uri="{FF2B5EF4-FFF2-40B4-BE49-F238E27FC236}">
                  <a16:creationId xmlns:a16="http://schemas.microsoft.com/office/drawing/2014/main" id="{F1F6C065-8F64-4A44-8D76-B694C47D4E5B}"/>
                </a:ext>
              </a:extLst>
            </p:cNvPr>
            <p:cNvSpPr>
              <a:spLocks noChangeShapeType="1"/>
            </p:cNvSpPr>
            <p:nvPr/>
          </p:nvSpPr>
          <p:spPr bwMode="auto">
            <a:xfrm>
              <a:off x="774" y="2518"/>
              <a:ext cx="16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34" name="Line 81">
              <a:extLst>
                <a:ext uri="{FF2B5EF4-FFF2-40B4-BE49-F238E27FC236}">
                  <a16:creationId xmlns:a16="http://schemas.microsoft.com/office/drawing/2014/main" id="{6CE8487B-B557-4D19-BB31-BBA667506057}"/>
                </a:ext>
              </a:extLst>
            </p:cNvPr>
            <p:cNvSpPr>
              <a:spLocks noChangeShapeType="1"/>
            </p:cNvSpPr>
            <p:nvPr/>
          </p:nvSpPr>
          <p:spPr bwMode="auto">
            <a:xfrm>
              <a:off x="774" y="2505"/>
              <a:ext cx="16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35" name="Freeform 82">
              <a:extLst>
                <a:ext uri="{FF2B5EF4-FFF2-40B4-BE49-F238E27FC236}">
                  <a16:creationId xmlns:a16="http://schemas.microsoft.com/office/drawing/2014/main" id="{D22390E6-DC82-48F9-88CE-D21E2E961D1D}"/>
                </a:ext>
              </a:extLst>
            </p:cNvPr>
            <p:cNvSpPr>
              <a:spLocks noEditPoints="1"/>
            </p:cNvSpPr>
            <p:nvPr/>
          </p:nvSpPr>
          <p:spPr bwMode="auto">
            <a:xfrm>
              <a:off x="859" y="2528"/>
              <a:ext cx="116" cy="81"/>
            </a:xfrm>
            <a:custGeom>
              <a:avLst/>
              <a:gdLst>
                <a:gd name="T0" fmla="*/ 0 w 231"/>
                <a:gd name="T1" fmla="*/ 1 h 161"/>
                <a:gd name="T2" fmla="*/ 1 w 231"/>
                <a:gd name="T3" fmla="*/ 1 h 161"/>
                <a:gd name="T4" fmla="*/ 1 w 231"/>
                <a:gd name="T5" fmla="*/ 0 h 161"/>
                <a:gd name="T6" fmla="*/ 0 w 231"/>
                <a:gd name="T7" fmla="*/ 0 h 161"/>
                <a:gd name="T8" fmla="*/ 0 w 231"/>
                <a:gd name="T9" fmla="*/ 1 h 161"/>
                <a:gd name="T10" fmla="*/ 1 w 231"/>
                <a:gd name="T11" fmla="*/ 1 h 161"/>
                <a:gd name="T12" fmla="*/ 1 w 231"/>
                <a:gd name="T13" fmla="*/ 1 h 161"/>
                <a:gd name="T14" fmla="*/ 1 w 231"/>
                <a:gd name="T15" fmla="*/ 0 h 161"/>
                <a:gd name="T16" fmla="*/ 1 w 231"/>
                <a:gd name="T17" fmla="*/ 0 h 161"/>
                <a:gd name="T18" fmla="*/ 1 w 231"/>
                <a:gd name="T19" fmla="*/ 1 h 1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1" h="161">
                  <a:moveTo>
                    <a:pt x="0" y="161"/>
                  </a:moveTo>
                  <a:lnTo>
                    <a:pt x="187" y="161"/>
                  </a:lnTo>
                  <a:lnTo>
                    <a:pt x="187" y="0"/>
                  </a:lnTo>
                  <a:lnTo>
                    <a:pt x="0" y="0"/>
                  </a:lnTo>
                  <a:lnTo>
                    <a:pt x="0" y="161"/>
                  </a:lnTo>
                  <a:close/>
                  <a:moveTo>
                    <a:pt x="204" y="27"/>
                  </a:moveTo>
                  <a:lnTo>
                    <a:pt x="231" y="27"/>
                  </a:lnTo>
                  <a:lnTo>
                    <a:pt x="231" y="0"/>
                  </a:lnTo>
                  <a:lnTo>
                    <a:pt x="204" y="0"/>
                  </a:lnTo>
                  <a:lnTo>
                    <a:pt x="204" y="27"/>
                  </a:lnTo>
                  <a:close/>
                </a:path>
              </a:pathLst>
            </a:custGeom>
            <a:solidFill>
              <a:srgbClr val="FFFFFF"/>
            </a:solidFill>
            <a:ln w="4763">
              <a:solidFill>
                <a:srgbClr val="000000"/>
              </a:solidFill>
              <a:prstDash val="solid"/>
              <a:round/>
              <a:headEnd/>
              <a:tailEnd/>
            </a:ln>
          </p:spPr>
          <p:txBody>
            <a:bodyPr/>
            <a:lstStyle/>
            <a:p>
              <a:endParaRPr lang="zh-CN" altLang="en-US"/>
            </a:p>
          </p:txBody>
        </p:sp>
        <p:sp>
          <p:nvSpPr>
            <p:cNvPr id="36936" name="Line 83">
              <a:extLst>
                <a:ext uri="{FF2B5EF4-FFF2-40B4-BE49-F238E27FC236}">
                  <a16:creationId xmlns:a16="http://schemas.microsoft.com/office/drawing/2014/main" id="{E0DD677A-4524-4DEF-8E33-340409504A3E}"/>
                </a:ext>
              </a:extLst>
            </p:cNvPr>
            <p:cNvSpPr>
              <a:spLocks noChangeShapeType="1"/>
            </p:cNvSpPr>
            <p:nvPr/>
          </p:nvSpPr>
          <p:spPr bwMode="auto">
            <a:xfrm>
              <a:off x="859" y="2555"/>
              <a:ext cx="9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37" name="Line 84">
              <a:extLst>
                <a:ext uri="{FF2B5EF4-FFF2-40B4-BE49-F238E27FC236}">
                  <a16:creationId xmlns:a16="http://schemas.microsoft.com/office/drawing/2014/main" id="{6B7099C6-56CB-424F-8D04-D892B616D3A1}"/>
                </a:ext>
              </a:extLst>
            </p:cNvPr>
            <p:cNvSpPr>
              <a:spLocks noChangeShapeType="1"/>
            </p:cNvSpPr>
            <p:nvPr/>
          </p:nvSpPr>
          <p:spPr bwMode="auto">
            <a:xfrm>
              <a:off x="859" y="2582"/>
              <a:ext cx="9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38" name="Line 85">
              <a:extLst>
                <a:ext uri="{FF2B5EF4-FFF2-40B4-BE49-F238E27FC236}">
                  <a16:creationId xmlns:a16="http://schemas.microsoft.com/office/drawing/2014/main" id="{8CE9F453-DDFE-4922-B0F8-48F3EE868AB7}"/>
                </a:ext>
              </a:extLst>
            </p:cNvPr>
            <p:cNvSpPr>
              <a:spLocks noChangeShapeType="1"/>
            </p:cNvSpPr>
            <p:nvPr/>
          </p:nvSpPr>
          <p:spPr bwMode="auto">
            <a:xfrm>
              <a:off x="863" y="2568"/>
              <a:ext cx="85"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39" name="Rectangle 86">
              <a:extLst>
                <a:ext uri="{FF2B5EF4-FFF2-40B4-BE49-F238E27FC236}">
                  <a16:creationId xmlns:a16="http://schemas.microsoft.com/office/drawing/2014/main" id="{D26C6FCF-CD77-4E2C-831B-A6FEFB043814}"/>
                </a:ext>
              </a:extLst>
            </p:cNvPr>
            <p:cNvSpPr>
              <a:spLocks noChangeArrowheads="1"/>
            </p:cNvSpPr>
            <p:nvPr/>
          </p:nvSpPr>
          <p:spPr bwMode="auto">
            <a:xfrm>
              <a:off x="913" y="2560"/>
              <a:ext cx="26" cy="17"/>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6940" name="Freeform 87">
              <a:extLst>
                <a:ext uri="{FF2B5EF4-FFF2-40B4-BE49-F238E27FC236}">
                  <a16:creationId xmlns:a16="http://schemas.microsoft.com/office/drawing/2014/main" id="{508897AE-4AE4-489A-90A5-985FB92E3DF0}"/>
                </a:ext>
              </a:extLst>
            </p:cNvPr>
            <p:cNvSpPr>
              <a:spLocks noEditPoints="1"/>
            </p:cNvSpPr>
            <p:nvPr/>
          </p:nvSpPr>
          <p:spPr bwMode="auto">
            <a:xfrm>
              <a:off x="720" y="2350"/>
              <a:ext cx="269" cy="193"/>
            </a:xfrm>
            <a:custGeom>
              <a:avLst/>
              <a:gdLst>
                <a:gd name="T0" fmla="*/ 1 w 538"/>
                <a:gd name="T1" fmla="*/ 0 h 387"/>
                <a:gd name="T2" fmla="*/ 1 w 538"/>
                <a:gd name="T3" fmla="*/ 0 h 387"/>
                <a:gd name="T4" fmla="*/ 1 w 538"/>
                <a:gd name="T5" fmla="*/ 0 h 387"/>
                <a:gd name="T6" fmla="*/ 1 w 538"/>
                <a:gd name="T7" fmla="*/ 0 h 387"/>
                <a:gd name="T8" fmla="*/ 1 w 538"/>
                <a:gd name="T9" fmla="*/ 0 h 387"/>
                <a:gd name="T10" fmla="*/ 1 w 538"/>
                <a:gd name="T11" fmla="*/ 0 h 387"/>
                <a:gd name="T12" fmla="*/ 1 w 538"/>
                <a:gd name="T13" fmla="*/ 0 h 387"/>
                <a:gd name="T14" fmla="*/ 1 w 538"/>
                <a:gd name="T15" fmla="*/ 0 h 387"/>
                <a:gd name="T16" fmla="*/ 1 w 538"/>
                <a:gd name="T17" fmla="*/ 0 h 387"/>
                <a:gd name="T18" fmla="*/ 1 w 538"/>
                <a:gd name="T19" fmla="*/ 0 h 387"/>
                <a:gd name="T20" fmla="*/ 1 w 538"/>
                <a:gd name="T21" fmla="*/ 0 h 387"/>
                <a:gd name="T22" fmla="*/ 1 w 538"/>
                <a:gd name="T23" fmla="*/ 0 h 387"/>
                <a:gd name="T24" fmla="*/ 1 w 538"/>
                <a:gd name="T25" fmla="*/ 0 h 387"/>
                <a:gd name="T26" fmla="*/ 1 w 538"/>
                <a:gd name="T27" fmla="*/ 0 h 387"/>
                <a:gd name="T28" fmla="*/ 1 w 538"/>
                <a:gd name="T29" fmla="*/ 0 h 387"/>
                <a:gd name="T30" fmla="*/ 1 w 538"/>
                <a:gd name="T31" fmla="*/ 0 h 387"/>
                <a:gd name="T32" fmla="*/ 1 w 538"/>
                <a:gd name="T33" fmla="*/ 0 h 387"/>
                <a:gd name="T34" fmla="*/ 1 w 538"/>
                <a:gd name="T35" fmla="*/ 0 h 387"/>
                <a:gd name="T36" fmla="*/ 1 w 538"/>
                <a:gd name="T37" fmla="*/ 0 h 387"/>
                <a:gd name="T38" fmla="*/ 0 w 538"/>
                <a:gd name="T39" fmla="*/ 0 h 387"/>
                <a:gd name="T40" fmla="*/ 1 w 538"/>
                <a:gd name="T41" fmla="*/ 0 h 387"/>
                <a:gd name="T42" fmla="*/ 1 w 538"/>
                <a:gd name="T43" fmla="*/ 0 h 387"/>
                <a:gd name="T44" fmla="*/ 0 w 538"/>
                <a:gd name="T45" fmla="*/ 0 h 387"/>
                <a:gd name="T46" fmla="*/ 0 w 538"/>
                <a:gd name="T47" fmla="*/ 0 h 387"/>
                <a:gd name="T48" fmla="*/ 1 w 538"/>
                <a:gd name="T49" fmla="*/ 0 h 387"/>
                <a:gd name="T50" fmla="*/ 1 w 538"/>
                <a:gd name="T51" fmla="*/ 0 h 387"/>
                <a:gd name="T52" fmla="*/ 1 w 538"/>
                <a:gd name="T53" fmla="*/ 0 h 387"/>
                <a:gd name="T54" fmla="*/ 1 w 538"/>
                <a:gd name="T55" fmla="*/ 0 h 387"/>
                <a:gd name="T56" fmla="*/ 1 w 538"/>
                <a:gd name="T57" fmla="*/ 0 h 387"/>
                <a:gd name="T58" fmla="*/ 2 w 538"/>
                <a:gd name="T59" fmla="*/ 0 h 387"/>
                <a:gd name="T60" fmla="*/ 2 w 538"/>
                <a:gd name="T61" fmla="*/ 0 h 387"/>
                <a:gd name="T62" fmla="*/ 2 w 538"/>
                <a:gd name="T63" fmla="*/ 0 h 387"/>
                <a:gd name="T64" fmla="*/ 2 w 538"/>
                <a:gd name="T65" fmla="*/ 0 h 387"/>
                <a:gd name="T66" fmla="*/ 2 w 538"/>
                <a:gd name="T67" fmla="*/ 0 h 387"/>
                <a:gd name="T68" fmla="*/ 2 w 538"/>
                <a:gd name="T69" fmla="*/ 0 h 387"/>
                <a:gd name="T70" fmla="*/ 2 w 538"/>
                <a:gd name="T71" fmla="*/ 0 h 387"/>
                <a:gd name="T72" fmla="*/ 2 w 538"/>
                <a:gd name="T73" fmla="*/ 0 h 387"/>
                <a:gd name="T74" fmla="*/ 2 w 538"/>
                <a:gd name="T75" fmla="*/ 0 h 387"/>
                <a:gd name="T76" fmla="*/ 2 w 538"/>
                <a:gd name="T77" fmla="*/ 0 h 38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387">
                  <a:moveTo>
                    <a:pt x="450" y="277"/>
                  </a:moveTo>
                  <a:lnTo>
                    <a:pt x="469" y="277"/>
                  </a:lnTo>
                  <a:lnTo>
                    <a:pt x="469" y="269"/>
                  </a:lnTo>
                  <a:lnTo>
                    <a:pt x="450" y="269"/>
                  </a:lnTo>
                  <a:lnTo>
                    <a:pt x="450" y="277"/>
                  </a:lnTo>
                  <a:close/>
                  <a:moveTo>
                    <a:pt x="122" y="229"/>
                  </a:moveTo>
                  <a:lnTo>
                    <a:pt x="122" y="27"/>
                  </a:lnTo>
                  <a:lnTo>
                    <a:pt x="416" y="27"/>
                  </a:lnTo>
                  <a:lnTo>
                    <a:pt x="416" y="229"/>
                  </a:lnTo>
                  <a:lnTo>
                    <a:pt x="122" y="229"/>
                  </a:lnTo>
                  <a:close/>
                  <a:moveTo>
                    <a:pt x="109" y="243"/>
                  </a:moveTo>
                  <a:lnTo>
                    <a:pt x="429" y="243"/>
                  </a:lnTo>
                  <a:lnTo>
                    <a:pt x="429" y="14"/>
                  </a:lnTo>
                  <a:lnTo>
                    <a:pt x="443" y="14"/>
                  </a:lnTo>
                  <a:lnTo>
                    <a:pt x="443" y="0"/>
                  </a:lnTo>
                  <a:lnTo>
                    <a:pt x="94" y="0"/>
                  </a:lnTo>
                  <a:lnTo>
                    <a:pt x="94" y="256"/>
                  </a:lnTo>
                  <a:lnTo>
                    <a:pt x="109" y="256"/>
                  </a:lnTo>
                  <a:lnTo>
                    <a:pt x="109" y="243"/>
                  </a:lnTo>
                  <a:close/>
                  <a:moveTo>
                    <a:pt x="0" y="373"/>
                  </a:moveTo>
                  <a:lnTo>
                    <a:pt x="54" y="373"/>
                  </a:lnTo>
                  <a:lnTo>
                    <a:pt x="54" y="356"/>
                  </a:lnTo>
                  <a:lnTo>
                    <a:pt x="0" y="356"/>
                  </a:lnTo>
                  <a:lnTo>
                    <a:pt x="0" y="373"/>
                  </a:lnTo>
                  <a:close/>
                  <a:moveTo>
                    <a:pt x="313" y="387"/>
                  </a:moveTo>
                  <a:lnTo>
                    <a:pt x="429" y="387"/>
                  </a:lnTo>
                  <a:lnTo>
                    <a:pt x="429" y="379"/>
                  </a:lnTo>
                  <a:lnTo>
                    <a:pt x="313" y="379"/>
                  </a:lnTo>
                  <a:lnTo>
                    <a:pt x="313" y="387"/>
                  </a:lnTo>
                  <a:close/>
                  <a:moveTo>
                    <a:pt x="519" y="364"/>
                  </a:moveTo>
                  <a:lnTo>
                    <a:pt x="538" y="364"/>
                  </a:lnTo>
                  <a:lnTo>
                    <a:pt x="538" y="356"/>
                  </a:lnTo>
                  <a:lnTo>
                    <a:pt x="519" y="356"/>
                  </a:lnTo>
                  <a:lnTo>
                    <a:pt x="519" y="364"/>
                  </a:lnTo>
                  <a:close/>
                  <a:moveTo>
                    <a:pt x="519" y="383"/>
                  </a:moveTo>
                  <a:lnTo>
                    <a:pt x="538" y="383"/>
                  </a:lnTo>
                  <a:lnTo>
                    <a:pt x="538" y="373"/>
                  </a:lnTo>
                  <a:lnTo>
                    <a:pt x="519" y="373"/>
                  </a:lnTo>
                  <a:lnTo>
                    <a:pt x="519" y="383"/>
                  </a:lnTo>
                  <a:close/>
                </a:path>
              </a:pathLst>
            </a:custGeom>
            <a:solidFill>
              <a:srgbClr val="000000"/>
            </a:solidFill>
            <a:ln w="4763">
              <a:solidFill>
                <a:srgbClr val="000000"/>
              </a:solidFill>
              <a:prstDash val="solid"/>
              <a:round/>
              <a:headEnd/>
              <a:tailEnd/>
            </a:ln>
          </p:spPr>
          <p:txBody>
            <a:bodyPr/>
            <a:lstStyle/>
            <a:p>
              <a:endParaRPr lang="zh-CN" altLang="en-US"/>
            </a:p>
          </p:txBody>
        </p:sp>
        <p:sp>
          <p:nvSpPr>
            <p:cNvPr id="36941" name="Line 88">
              <a:extLst>
                <a:ext uri="{FF2B5EF4-FFF2-40B4-BE49-F238E27FC236}">
                  <a16:creationId xmlns:a16="http://schemas.microsoft.com/office/drawing/2014/main" id="{C3F9369B-BCD0-4AA5-8495-F14C01085E50}"/>
                </a:ext>
              </a:extLst>
            </p:cNvPr>
            <p:cNvSpPr>
              <a:spLocks noChangeShapeType="1"/>
            </p:cNvSpPr>
            <p:nvPr/>
          </p:nvSpPr>
          <p:spPr bwMode="auto">
            <a:xfrm>
              <a:off x="747" y="2495"/>
              <a:ext cx="214"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42" name="Line 89">
              <a:extLst>
                <a:ext uri="{FF2B5EF4-FFF2-40B4-BE49-F238E27FC236}">
                  <a16:creationId xmlns:a16="http://schemas.microsoft.com/office/drawing/2014/main" id="{69875CD5-DB8B-42F4-9D86-65F7BD3C21D0}"/>
                </a:ext>
              </a:extLst>
            </p:cNvPr>
            <p:cNvSpPr>
              <a:spLocks noChangeShapeType="1"/>
            </p:cNvSpPr>
            <p:nvPr/>
          </p:nvSpPr>
          <p:spPr bwMode="auto">
            <a:xfrm flipV="1">
              <a:off x="801" y="2495"/>
              <a:ext cx="1" cy="1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43" name="Line 90">
              <a:extLst>
                <a:ext uri="{FF2B5EF4-FFF2-40B4-BE49-F238E27FC236}">
                  <a16:creationId xmlns:a16="http://schemas.microsoft.com/office/drawing/2014/main" id="{5E539E14-2C2F-4FA0-BA0D-F4E95C945243}"/>
                </a:ext>
              </a:extLst>
            </p:cNvPr>
            <p:cNvSpPr>
              <a:spLocks noChangeShapeType="1"/>
            </p:cNvSpPr>
            <p:nvPr/>
          </p:nvSpPr>
          <p:spPr bwMode="auto">
            <a:xfrm flipV="1">
              <a:off x="855" y="2495"/>
              <a:ext cx="1" cy="1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cxnSp>
        <p:nvCxnSpPr>
          <p:cNvPr id="36895" name="AutoShape 91">
            <a:extLst>
              <a:ext uri="{FF2B5EF4-FFF2-40B4-BE49-F238E27FC236}">
                <a16:creationId xmlns:a16="http://schemas.microsoft.com/office/drawing/2014/main" id="{1DCFCC61-1278-4036-8F03-FCF15F6E7F7D}"/>
              </a:ext>
            </a:extLst>
          </p:cNvPr>
          <p:cNvCxnSpPr>
            <a:cxnSpLocks noChangeShapeType="1"/>
            <a:stCxn id="36883" idx="3"/>
            <a:endCxn id="36885" idx="1"/>
          </p:cNvCxnSpPr>
          <p:nvPr/>
        </p:nvCxnSpPr>
        <p:spPr bwMode="auto">
          <a:xfrm flipV="1">
            <a:off x="4135438" y="3119438"/>
            <a:ext cx="1825625" cy="7620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896" name="AutoShape 92">
            <a:extLst>
              <a:ext uri="{FF2B5EF4-FFF2-40B4-BE49-F238E27FC236}">
                <a16:creationId xmlns:a16="http://schemas.microsoft.com/office/drawing/2014/main" id="{9DDC03B3-4694-42F7-A7A7-B7A01ABC73BA}"/>
              </a:ext>
            </a:extLst>
          </p:cNvPr>
          <p:cNvCxnSpPr>
            <a:cxnSpLocks noChangeShapeType="1"/>
            <a:stCxn id="36883" idx="3"/>
            <a:endCxn id="36886" idx="1"/>
          </p:cNvCxnSpPr>
          <p:nvPr/>
        </p:nvCxnSpPr>
        <p:spPr bwMode="auto">
          <a:xfrm>
            <a:off x="4135438" y="3195638"/>
            <a:ext cx="1825625" cy="911225"/>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897" name="AutoShape 93">
            <a:extLst>
              <a:ext uri="{FF2B5EF4-FFF2-40B4-BE49-F238E27FC236}">
                <a16:creationId xmlns:a16="http://schemas.microsoft.com/office/drawing/2014/main" id="{464D4446-8EE8-49DF-9C77-CBB6F72E1369}"/>
              </a:ext>
            </a:extLst>
          </p:cNvPr>
          <p:cNvCxnSpPr>
            <a:cxnSpLocks noChangeShapeType="1"/>
            <a:stCxn id="36884" idx="3"/>
            <a:endCxn id="36886" idx="1"/>
          </p:cNvCxnSpPr>
          <p:nvPr/>
        </p:nvCxnSpPr>
        <p:spPr bwMode="auto">
          <a:xfrm flipV="1">
            <a:off x="4059238" y="4106863"/>
            <a:ext cx="1901825" cy="76200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898" name="AutoShape 94">
            <a:extLst>
              <a:ext uri="{FF2B5EF4-FFF2-40B4-BE49-F238E27FC236}">
                <a16:creationId xmlns:a16="http://schemas.microsoft.com/office/drawing/2014/main" id="{9A50858D-8302-4DD4-91DC-A11B87F3F1A0}"/>
              </a:ext>
            </a:extLst>
          </p:cNvPr>
          <p:cNvCxnSpPr>
            <a:cxnSpLocks noChangeShapeType="1"/>
            <a:stCxn id="36884" idx="3"/>
            <a:endCxn id="36887" idx="1"/>
          </p:cNvCxnSpPr>
          <p:nvPr/>
        </p:nvCxnSpPr>
        <p:spPr bwMode="auto">
          <a:xfrm>
            <a:off x="4059238" y="4868863"/>
            <a:ext cx="1901825" cy="53181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899" name="AutoShape 95">
            <a:extLst>
              <a:ext uri="{FF2B5EF4-FFF2-40B4-BE49-F238E27FC236}">
                <a16:creationId xmlns:a16="http://schemas.microsoft.com/office/drawing/2014/main" id="{03E40628-0850-4540-B7D6-70F4FE869B31}"/>
              </a:ext>
            </a:extLst>
          </p:cNvPr>
          <p:cNvCxnSpPr>
            <a:cxnSpLocks noChangeShapeType="1"/>
            <a:stCxn id="36886" idx="3"/>
            <a:endCxn id="36888" idx="1"/>
          </p:cNvCxnSpPr>
          <p:nvPr/>
        </p:nvCxnSpPr>
        <p:spPr bwMode="auto">
          <a:xfrm flipV="1">
            <a:off x="6265863" y="3575050"/>
            <a:ext cx="2282825" cy="531813"/>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900" name="AutoShape 96">
            <a:extLst>
              <a:ext uri="{FF2B5EF4-FFF2-40B4-BE49-F238E27FC236}">
                <a16:creationId xmlns:a16="http://schemas.microsoft.com/office/drawing/2014/main" id="{0C3860FB-2AF8-4E4E-92E4-D9D1F93395FD}"/>
              </a:ext>
            </a:extLst>
          </p:cNvPr>
          <p:cNvCxnSpPr>
            <a:cxnSpLocks noChangeShapeType="1"/>
            <a:stCxn id="36887" idx="3"/>
            <a:endCxn id="36889" idx="1"/>
          </p:cNvCxnSpPr>
          <p:nvPr/>
        </p:nvCxnSpPr>
        <p:spPr bwMode="auto">
          <a:xfrm flipV="1">
            <a:off x="6265863" y="5324475"/>
            <a:ext cx="1978025" cy="7620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901" name="AutoShape 97">
            <a:extLst>
              <a:ext uri="{FF2B5EF4-FFF2-40B4-BE49-F238E27FC236}">
                <a16:creationId xmlns:a16="http://schemas.microsoft.com/office/drawing/2014/main" id="{484BA76B-753A-41CA-B915-68FB2B9549C4}"/>
              </a:ext>
            </a:extLst>
          </p:cNvPr>
          <p:cNvCxnSpPr>
            <a:cxnSpLocks noChangeShapeType="1"/>
            <a:stCxn id="36889" idx="0"/>
            <a:endCxn id="36888" idx="2"/>
          </p:cNvCxnSpPr>
          <p:nvPr/>
        </p:nvCxnSpPr>
        <p:spPr bwMode="auto">
          <a:xfrm flipV="1">
            <a:off x="8396288" y="3803650"/>
            <a:ext cx="304800" cy="1292225"/>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902" name="AutoShape 98">
            <a:extLst>
              <a:ext uri="{FF2B5EF4-FFF2-40B4-BE49-F238E27FC236}">
                <a16:creationId xmlns:a16="http://schemas.microsoft.com/office/drawing/2014/main" id="{F3079BA0-0FA2-4C30-BB6B-101227F51601}"/>
              </a:ext>
            </a:extLst>
          </p:cNvPr>
          <p:cNvCxnSpPr>
            <a:cxnSpLocks noChangeShapeType="1"/>
            <a:stCxn id="36884" idx="0"/>
            <a:endCxn id="36883" idx="2"/>
          </p:cNvCxnSpPr>
          <p:nvPr/>
        </p:nvCxnSpPr>
        <p:spPr bwMode="auto">
          <a:xfrm flipV="1">
            <a:off x="3906838" y="3422650"/>
            <a:ext cx="76200" cy="1217613"/>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903" name="AutoShape 99">
            <a:extLst>
              <a:ext uri="{FF2B5EF4-FFF2-40B4-BE49-F238E27FC236}">
                <a16:creationId xmlns:a16="http://schemas.microsoft.com/office/drawing/2014/main" id="{00C21286-D61B-421B-92B3-E4D62BC099B3}"/>
              </a:ext>
            </a:extLst>
          </p:cNvPr>
          <p:cNvCxnSpPr>
            <a:cxnSpLocks noChangeShapeType="1"/>
            <a:stCxn id="36885" idx="3"/>
            <a:endCxn id="36888" idx="1"/>
          </p:cNvCxnSpPr>
          <p:nvPr/>
        </p:nvCxnSpPr>
        <p:spPr bwMode="auto">
          <a:xfrm>
            <a:off x="6265863" y="3119438"/>
            <a:ext cx="2282825" cy="45561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904" name="AutoShape 100">
            <a:extLst>
              <a:ext uri="{FF2B5EF4-FFF2-40B4-BE49-F238E27FC236}">
                <a16:creationId xmlns:a16="http://schemas.microsoft.com/office/drawing/2014/main" id="{1652EBA3-B6C6-4AF9-897C-13FCD20235DB}"/>
              </a:ext>
            </a:extLst>
          </p:cNvPr>
          <p:cNvCxnSpPr>
            <a:cxnSpLocks noChangeShapeType="1"/>
            <a:stCxn id="36988" idx="35"/>
            <a:endCxn id="36883" idx="1"/>
          </p:cNvCxnSpPr>
          <p:nvPr/>
        </p:nvCxnSpPr>
        <p:spPr bwMode="auto">
          <a:xfrm>
            <a:off x="3052763" y="2844800"/>
            <a:ext cx="777875" cy="350838"/>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905" name="AutoShape 101">
            <a:extLst>
              <a:ext uri="{FF2B5EF4-FFF2-40B4-BE49-F238E27FC236}">
                <a16:creationId xmlns:a16="http://schemas.microsoft.com/office/drawing/2014/main" id="{8B004268-5C5F-4955-A673-F18B9C5AFB3E}"/>
              </a:ext>
            </a:extLst>
          </p:cNvPr>
          <p:cNvCxnSpPr>
            <a:cxnSpLocks noChangeShapeType="1"/>
            <a:stCxn id="36976" idx="31"/>
            <a:endCxn id="36884" idx="1"/>
          </p:cNvCxnSpPr>
          <p:nvPr/>
        </p:nvCxnSpPr>
        <p:spPr bwMode="auto">
          <a:xfrm flipV="1">
            <a:off x="3128963" y="4868863"/>
            <a:ext cx="625475" cy="312737"/>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906" name="AutoShape 102">
            <a:extLst>
              <a:ext uri="{FF2B5EF4-FFF2-40B4-BE49-F238E27FC236}">
                <a16:creationId xmlns:a16="http://schemas.microsoft.com/office/drawing/2014/main" id="{EA873A1B-8C2F-41D7-8CB1-F4517EFE8948}"/>
              </a:ext>
            </a:extLst>
          </p:cNvPr>
          <p:cNvCxnSpPr>
            <a:cxnSpLocks noChangeShapeType="1"/>
            <a:stCxn id="36885" idx="0"/>
            <a:endCxn id="36959" idx="4"/>
          </p:cNvCxnSpPr>
          <p:nvPr/>
        </p:nvCxnSpPr>
        <p:spPr bwMode="auto">
          <a:xfrm flipV="1">
            <a:off x="6113463" y="2495550"/>
            <a:ext cx="157162" cy="395288"/>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907" name="AutoShape 103">
            <a:extLst>
              <a:ext uri="{FF2B5EF4-FFF2-40B4-BE49-F238E27FC236}">
                <a16:creationId xmlns:a16="http://schemas.microsoft.com/office/drawing/2014/main" id="{5E1688C8-68A5-468C-9992-367D6B382F85}"/>
              </a:ext>
            </a:extLst>
          </p:cNvPr>
          <p:cNvCxnSpPr>
            <a:cxnSpLocks noChangeShapeType="1"/>
            <a:stCxn id="36889" idx="3"/>
            <a:endCxn id="36940" idx="23"/>
          </p:cNvCxnSpPr>
          <p:nvPr/>
        </p:nvCxnSpPr>
        <p:spPr bwMode="auto">
          <a:xfrm>
            <a:off x="8548688" y="5324475"/>
            <a:ext cx="1081087" cy="22225"/>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908" name="AutoShape 104">
            <a:extLst>
              <a:ext uri="{FF2B5EF4-FFF2-40B4-BE49-F238E27FC236}">
                <a16:creationId xmlns:a16="http://schemas.microsoft.com/office/drawing/2014/main" id="{B0EB36BC-D7DD-45B0-A263-C4CAC6A6CC52}"/>
              </a:ext>
            </a:extLst>
          </p:cNvPr>
          <p:cNvCxnSpPr>
            <a:cxnSpLocks noChangeShapeType="1"/>
            <a:stCxn id="36888" idx="3"/>
            <a:endCxn id="36944" idx="2"/>
          </p:cNvCxnSpPr>
          <p:nvPr/>
        </p:nvCxnSpPr>
        <p:spPr bwMode="auto">
          <a:xfrm flipV="1">
            <a:off x="8853488" y="2967038"/>
            <a:ext cx="455612" cy="60801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909" name="Text Box 105">
            <a:extLst>
              <a:ext uri="{FF2B5EF4-FFF2-40B4-BE49-F238E27FC236}">
                <a16:creationId xmlns:a16="http://schemas.microsoft.com/office/drawing/2014/main" id="{1ED47CE8-AF7B-4BBF-BB60-24B1D3B834E4}"/>
              </a:ext>
            </a:extLst>
          </p:cNvPr>
          <p:cNvSpPr txBox="1">
            <a:spLocks noChangeArrowheads="1"/>
          </p:cNvSpPr>
          <p:nvPr/>
        </p:nvSpPr>
        <p:spPr bwMode="auto">
          <a:xfrm>
            <a:off x="2462213" y="2205038"/>
            <a:ext cx="711200" cy="304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343" tIns="44379" rIns="90343" bIns="44379">
            <a:spAutoFit/>
          </a:bodyPr>
          <a:lstStyle>
            <a:lvl1pPr defTabSz="91281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912813">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912813">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912813">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912813">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Host A</a:t>
            </a:r>
          </a:p>
        </p:txBody>
      </p:sp>
      <p:sp>
        <p:nvSpPr>
          <p:cNvPr id="36910" name="Text Box 106">
            <a:extLst>
              <a:ext uri="{FF2B5EF4-FFF2-40B4-BE49-F238E27FC236}">
                <a16:creationId xmlns:a16="http://schemas.microsoft.com/office/drawing/2014/main" id="{59B27E6E-ADAE-438A-9CED-2257BD035739}"/>
              </a:ext>
            </a:extLst>
          </p:cNvPr>
          <p:cNvSpPr txBox="1">
            <a:spLocks noChangeArrowheads="1"/>
          </p:cNvSpPr>
          <p:nvPr/>
        </p:nvSpPr>
        <p:spPr bwMode="auto">
          <a:xfrm>
            <a:off x="2505075" y="4567238"/>
            <a:ext cx="720725" cy="304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343" tIns="44379" rIns="90343" bIns="44379">
            <a:spAutoFit/>
          </a:bodyPr>
          <a:lstStyle>
            <a:lvl1pPr defTabSz="91281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912813">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912813">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912813">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912813">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Host B</a:t>
            </a:r>
          </a:p>
        </p:txBody>
      </p:sp>
      <p:sp>
        <p:nvSpPr>
          <p:cNvPr id="36911" name="Text Box 107">
            <a:extLst>
              <a:ext uri="{FF2B5EF4-FFF2-40B4-BE49-F238E27FC236}">
                <a16:creationId xmlns:a16="http://schemas.microsoft.com/office/drawing/2014/main" id="{DBDA519C-73EC-405F-86A4-6C777C5F6954}"/>
              </a:ext>
            </a:extLst>
          </p:cNvPr>
          <p:cNvSpPr txBox="1">
            <a:spLocks noChangeArrowheads="1"/>
          </p:cNvSpPr>
          <p:nvPr/>
        </p:nvSpPr>
        <p:spPr bwMode="auto">
          <a:xfrm>
            <a:off x="9380538" y="4714875"/>
            <a:ext cx="722312" cy="304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343" tIns="44379" rIns="90343" bIns="44379">
            <a:spAutoFit/>
          </a:bodyPr>
          <a:lstStyle>
            <a:lvl1pPr defTabSz="91281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912813">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912813">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912813">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912813">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Host E</a:t>
            </a:r>
          </a:p>
        </p:txBody>
      </p:sp>
      <p:sp>
        <p:nvSpPr>
          <p:cNvPr id="36912" name="Text Box 108">
            <a:extLst>
              <a:ext uri="{FF2B5EF4-FFF2-40B4-BE49-F238E27FC236}">
                <a16:creationId xmlns:a16="http://schemas.microsoft.com/office/drawing/2014/main" id="{29D447C9-2CF3-4DC0-B537-A0113D84A237}"/>
              </a:ext>
            </a:extLst>
          </p:cNvPr>
          <p:cNvSpPr txBox="1">
            <a:spLocks noChangeArrowheads="1"/>
          </p:cNvSpPr>
          <p:nvPr/>
        </p:nvSpPr>
        <p:spPr bwMode="auto">
          <a:xfrm>
            <a:off x="9043988" y="2133600"/>
            <a:ext cx="730250" cy="304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343" tIns="44379" rIns="90343" bIns="44379">
            <a:spAutoFit/>
          </a:bodyPr>
          <a:lstStyle>
            <a:lvl1pPr defTabSz="91281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912813">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912813">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912813">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912813">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Host D</a:t>
            </a:r>
          </a:p>
        </p:txBody>
      </p:sp>
      <p:sp>
        <p:nvSpPr>
          <p:cNvPr id="36913" name="Text Box 109">
            <a:extLst>
              <a:ext uri="{FF2B5EF4-FFF2-40B4-BE49-F238E27FC236}">
                <a16:creationId xmlns:a16="http://schemas.microsoft.com/office/drawing/2014/main" id="{8D91AD32-F37E-4381-973D-E6BBCF0E27AB}"/>
              </a:ext>
            </a:extLst>
          </p:cNvPr>
          <p:cNvSpPr txBox="1">
            <a:spLocks noChangeArrowheads="1"/>
          </p:cNvSpPr>
          <p:nvPr/>
        </p:nvSpPr>
        <p:spPr bwMode="auto">
          <a:xfrm>
            <a:off x="5876925" y="1749425"/>
            <a:ext cx="730250" cy="304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343" tIns="44379" rIns="90343" bIns="44379">
            <a:spAutoFit/>
          </a:bodyPr>
          <a:lstStyle>
            <a:lvl1pPr defTabSz="91281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912813">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912813">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912813">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912813">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Host C</a:t>
            </a:r>
          </a:p>
        </p:txBody>
      </p:sp>
      <p:sp>
        <p:nvSpPr>
          <p:cNvPr id="36914" name="Text Box 110">
            <a:extLst>
              <a:ext uri="{FF2B5EF4-FFF2-40B4-BE49-F238E27FC236}">
                <a16:creationId xmlns:a16="http://schemas.microsoft.com/office/drawing/2014/main" id="{CE4DF83A-1143-49D0-AC2B-5D69DBC405BA}"/>
              </a:ext>
            </a:extLst>
          </p:cNvPr>
          <p:cNvSpPr txBox="1">
            <a:spLocks noChangeArrowheads="1"/>
          </p:cNvSpPr>
          <p:nvPr/>
        </p:nvSpPr>
        <p:spPr bwMode="auto">
          <a:xfrm>
            <a:off x="3532188" y="2665413"/>
            <a:ext cx="758825" cy="304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343" tIns="44379" rIns="90343" bIns="44379">
            <a:spAutoFit/>
          </a:bodyPr>
          <a:lstStyle>
            <a:lvl1pPr defTabSz="91281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912813">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912813">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912813">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912813">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Node 1</a:t>
            </a:r>
          </a:p>
        </p:txBody>
      </p:sp>
      <p:sp>
        <p:nvSpPr>
          <p:cNvPr id="36915" name="Text Box 111">
            <a:extLst>
              <a:ext uri="{FF2B5EF4-FFF2-40B4-BE49-F238E27FC236}">
                <a16:creationId xmlns:a16="http://schemas.microsoft.com/office/drawing/2014/main" id="{A5F8DE87-094E-4A8B-A265-68701DFA02EB}"/>
              </a:ext>
            </a:extLst>
          </p:cNvPr>
          <p:cNvSpPr txBox="1">
            <a:spLocks noChangeArrowheads="1"/>
          </p:cNvSpPr>
          <p:nvPr/>
        </p:nvSpPr>
        <p:spPr bwMode="auto">
          <a:xfrm>
            <a:off x="5195888" y="2738438"/>
            <a:ext cx="760412" cy="304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343" tIns="44379" rIns="90343" bIns="44379">
            <a:spAutoFit/>
          </a:bodyPr>
          <a:lstStyle>
            <a:lvl1pPr defTabSz="91281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912813">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912813">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912813">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912813">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Node 2</a:t>
            </a:r>
          </a:p>
        </p:txBody>
      </p:sp>
      <p:sp>
        <p:nvSpPr>
          <p:cNvPr id="36916" name="Text Box 112">
            <a:extLst>
              <a:ext uri="{FF2B5EF4-FFF2-40B4-BE49-F238E27FC236}">
                <a16:creationId xmlns:a16="http://schemas.microsoft.com/office/drawing/2014/main" id="{0E443E80-1038-496A-8B09-ADB230AB8CBB}"/>
              </a:ext>
            </a:extLst>
          </p:cNvPr>
          <p:cNvSpPr txBox="1">
            <a:spLocks noChangeArrowheads="1"/>
          </p:cNvSpPr>
          <p:nvPr/>
        </p:nvSpPr>
        <p:spPr bwMode="auto">
          <a:xfrm>
            <a:off x="8248650" y="3044825"/>
            <a:ext cx="760413" cy="304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343" tIns="44379" rIns="90343" bIns="44379">
            <a:spAutoFit/>
          </a:bodyPr>
          <a:lstStyle>
            <a:lvl1pPr defTabSz="91281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912813">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912813">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912813">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912813">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Node 3</a:t>
            </a:r>
          </a:p>
        </p:txBody>
      </p:sp>
      <p:sp>
        <p:nvSpPr>
          <p:cNvPr id="36917" name="Text Box 113">
            <a:extLst>
              <a:ext uri="{FF2B5EF4-FFF2-40B4-BE49-F238E27FC236}">
                <a16:creationId xmlns:a16="http://schemas.microsoft.com/office/drawing/2014/main" id="{278B7388-F684-4B84-AD9E-E6141DA424E7}"/>
              </a:ext>
            </a:extLst>
          </p:cNvPr>
          <p:cNvSpPr txBox="1">
            <a:spLocks noChangeArrowheads="1"/>
          </p:cNvSpPr>
          <p:nvPr/>
        </p:nvSpPr>
        <p:spPr bwMode="auto">
          <a:xfrm>
            <a:off x="3532188" y="5099050"/>
            <a:ext cx="758825" cy="304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343" tIns="44379" rIns="90343" bIns="44379">
            <a:spAutoFit/>
          </a:bodyPr>
          <a:lstStyle>
            <a:lvl1pPr defTabSz="91281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912813">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912813">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912813">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912813">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Node 4</a:t>
            </a:r>
          </a:p>
        </p:txBody>
      </p:sp>
      <p:sp>
        <p:nvSpPr>
          <p:cNvPr id="36918" name="Text Box 114">
            <a:extLst>
              <a:ext uri="{FF2B5EF4-FFF2-40B4-BE49-F238E27FC236}">
                <a16:creationId xmlns:a16="http://schemas.microsoft.com/office/drawing/2014/main" id="{181E6C16-CECE-4B45-8904-3BE86AEE6B2B}"/>
              </a:ext>
            </a:extLst>
          </p:cNvPr>
          <p:cNvSpPr txBox="1">
            <a:spLocks noChangeArrowheads="1"/>
          </p:cNvSpPr>
          <p:nvPr/>
        </p:nvSpPr>
        <p:spPr bwMode="auto">
          <a:xfrm>
            <a:off x="5653088" y="3578225"/>
            <a:ext cx="758825" cy="304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343" tIns="44379" rIns="90343" bIns="44379">
            <a:spAutoFit/>
          </a:bodyPr>
          <a:lstStyle>
            <a:lvl1pPr defTabSz="91281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912813">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912813">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912813">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912813">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Node 5</a:t>
            </a:r>
          </a:p>
        </p:txBody>
      </p:sp>
      <p:sp>
        <p:nvSpPr>
          <p:cNvPr id="36919" name="Text Box 115">
            <a:extLst>
              <a:ext uri="{FF2B5EF4-FFF2-40B4-BE49-F238E27FC236}">
                <a16:creationId xmlns:a16="http://schemas.microsoft.com/office/drawing/2014/main" id="{DCFCE0EF-8298-4BB0-BC65-037C3F8FF23C}"/>
              </a:ext>
            </a:extLst>
          </p:cNvPr>
          <p:cNvSpPr txBox="1">
            <a:spLocks noChangeArrowheads="1"/>
          </p:cNvSpPr>
          <p:nvPr/>
        </p:nvSpPr>
        <p:spPr bwMode="auto">
          <a:xfrm>
            <a:off x="5662613" y="4870450"/>
            <a:ext cx="758825" cy="304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343" tIns="44379" rIns="90343" bIns="44379">
            <a:spAutoFit/>
          </a:bodyPr>
          <a:lstStyle>
            <a:lvl1pPr defTabSz="91281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912813">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912813">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912813">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912813">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Node 6</a:t>
            </a:r>
          </a:p>
        </p:txBody>
      </p:sp>
      <p:sp>
        <p:nvSpPr>
          <p:cNvPr id="36920" name="Text Box 116">
            <a:extLst>
              <a:ext uri="{FF2B5EF4-FFF2-40B4-BE49-F238E27FC236}">
                <a16:creationId xmlns:a16="http://schemas.microsoft.com/office/drawing/2014/main" id="{FB4F9D95-D798-4E0C-AED6-6B6DE0AEF6FE}"/>
              </a:ext>
            </a:extLst>
          </p:cNvPr>
          <p:cNvSpPr txBox="1">
            <a:spLocks noChangeArrowheads="1"/>
          </p:cNvSpPr>
          <p:nvPr/>
        </p:nvSpPr>
        <p:spPr bwMode="auto">
          <a:xfrm>
            <a:off x="7631113" y="4794250"/>
            <a:ext cx="760412" cy="304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343" tIns="44379" rIns="90343" bIns="44379">
            <a:spAutoFit/>
          </a:bodyPr>
          <a:lstStyle>
            <a:lvl1pPr defTabSz="91281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defTabSz="912813">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defTabSz="912813">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defTabSz="912813">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defTabSz="912813">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1400">
                <a:latin typeface="Arial" panose="020B0604020202020204" pitchFamily="34" charset="0"/>
              </a:rPr>
              <a:t>Node 7</a:t>
            </a:r>
          </a:p>
        </p:txBody>
      </p:sp>
      <p:sp>
        <p:nvSpPr>
          <p:cNvPr id="36921" name="Rectangle 117">
            <a:extLst>
              <a:ext uri="{FF2B5EF4-FFF2-40B4-BE49-F238E27FC236}">
                <a16:creationId xmlns:a16="http://schemas.microsoft.com/office/drawing/2014/main" id="{28C9DFA2-046D-4966-A4F9-7E0821383A14}"/>
              </a:ext>
            </a:extLst>
          </p:cNvPr>
          <p:cNvSpPr>
            <a:spLocks noChangeArrowheads="1"/>
          </p:cNvSpPr>
          <p:nvPr/>
        </p:nvSpPr>
        <p:spPr bwMode="auto">
          <a:xfrm>
            <a:off x="3297238" y="4943475"/>
            <a:ext cx="304800" cy="152400"/>
          </a:xfrm>
          <a:prstGeom prst="rect">
            <a:avLst/>
          </a:prstGeom>
          <a:solidFill>
            <a:schemeClr val="accent2"/>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6922" name="Rectangle 118">
            <a:extLst>
              <a:ext uri="{FF2B5EF4-FFF2-40B4-BE49-F238E27FC236}">
                <a16:creationId xmlns:a16="http://schemas.microsoft.com/office/drawing/2014/main" id="{9AD8AC30-DBA3-4369-B572-050B79E03958}"/>
              </a:ext>
            </a:extLst>
          </p:cNvPr>
          <p:cNvSpPr>
            <a:spLocks noChangeArrowheads="1"/>
          </p:cNvSpPr>
          <p:nvPr/>
        </p:nvSpPr>
        <p:spPr bwMode="auto">
          <a:xfrm>
            <a:off x="5048250" y="4335463"/>
            <a:ext cx="304800" cy="152400"/>
          </a:xfrm>
          <a:prstGeom prst="rect">
            <a:avLst/>
          </a:prstGeom>
          <a:solidFill>
            <a:schemeClr val="accent2"/>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6923" name="Rectangle 119">
            <a:extLst>
              <a:ext uri="{FF2B5EF4-FFF2-40B4-BE49-F238E27FC236}">
                <a16:creationId xmlns:a16="http://schemas.microsoft.com/office/drawing/2014/main" id="{C6EDA725-8884-4FBF-B9B0-1206F3FB9095}"/>
              </a:ext>
            </a:extLst>
          </p:cNvPr>
          <p:cNvSpPr>
            <a:spLocks noChangeArrowheads="1"/>
          </p:cNvSpPr>
          <p:nvPr/>
        </p:nvSpPr>
        <p:spPr bwMode="auto">
          <a:xfrm>
            <a:off x="7407275" y="3727450"/>
            <a:ext cx="304800" cy="150813"/>
          </a:xfrm>
          <a:prstGeom prst="rect">
            <a:avLst/>
          </a:prstGeom>
          <a:solidFill>
            <a:schemeClr val="accent2"/>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6924" name="Rectangle 120">
            <a:extLst>
              <a:ext uri="{FF2B5EF4-FFF2-40B4-BE49-F238E27FC236}">
                <a16:creationId xmlns:a16="http://schemas.microsoft.com/office/drawing/2014/main" id="{1BCF4CB3-F570-48B2-9F0D-8A3C7B4C506F}"/>
              </a:ext>
            </a:extLst>
          </p:cNvPr>
          <p:cNvSpPr>
            <a:spLocks noChangeArrowheads="1"/>
          </p:cNvSpPr>
          <p:nvPr/>
        </p:nvSpPr>
        <p:spPr bwMode="auto">
          <a:xfrm>
            <a:off x="9004300" y="2967038"/>
            <a:ext cx="304800" cy="150812"/>
          </a:xfrm>
          <a:prstGeom prst="rect">
            <a:avLst/>
          </a:prstGeom>
          <a:solidFill>
            <a:schemeClr val="accent2"/>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6925" name="Rectangle 121">
            <a:extLst>
              <a:ext uri="{FF2B5EF4-FFF2-40B4-BE49-F238E27FC236}">
                <a16:creationId xmlns:a16="http://schemas.microsoft.com/office/drawing/2014/main" id="{7512AA78-92ED-4F3A-AC56-74070DB5C0C1}"/>
              </a:ext>
            </a:extLst>
          </p:cNvPr>
          <p:cNvSpPr>
            <a:spLocks noChangeArrowheads="1"/>
          </p:cNvSpPr>
          <p:nvPr/>
        </p:nvSpPr>
        <p:spPr bwMode="auto">
          <a:xfrm>
            <a:off x="3222625" y="2967038"/>
            <a:ext cx="303213" cy="150812"/>
          </a:xfrm>
          <a:prstGeom prst="rect">
            <a:avLst/>
          </a:prstGeom>
          <a:solidFill>
            <a:schemeClr val="accent1"/>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6926" name="Rectangle 122">
            <a:extLst>
              <a:ext uri="{FF2B5EF4-FFF2-40B4-BE49-F238E27FC236}">
                <a16:creationId xmlns:a16="http://schemas.microsoft.com/office/drawing/2014/main" id="{1DDBC5F1-E5F0-45E7-A927-483A696EA3E9}"/>
              </a:ext>
            </a:extLst>
          </p:cNvPr>
          <p:cNvSpPr>
            <a:spLocks noChangeArrowheads="1"/>
          </p:cNvSpPr>
          <p:nvPr/>
        </p:nvSpPr>
        <p:spPr bwMode="auto">
          <a:xfrm>
            <a:off x="4514850" y="3422650"/>
            <a:ext cx="304800" cy="152400"/>
          </a:xfrm>
          <a:prstGeom prst="rect">
            <a:avLst/>
          </a:prstGeom>
          <a:solidFill>
            <a:schemeClr val="accent1"/>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6927" name="Rectangle 123">
            <a:extLst>
              <a:ext uri="{FF2B5EF4-FFF2-40B4-BE49-F238E27FC236}">
                <a16:creationId xmlns:a16="http://schemas.microsoft.com/office/drawing/2014/main" id="{F195F49C-059B-4FA8-87BC-57F913599E89}"/>
              </a:ext>
            </a:extLst>
          </p:cNvPr>
          <p:cNvSpPr>
            <a:spLocks noChangeArrowheads="1"/>
          </p:cNvSpPr>
          <p:nvPr/>
        </p:nvSpPr>
        <p:spPr bwMode="auto">
          <a:xfrm>
            <a:off x="6646863" y="3878263"/>
            <a:ext cx="303212" cy="152400"/>
          </a:xfrm>
          <a:prstGeom prst="rect">
            <a:avLst/>
          </a:prstGeom>
          <a:solidFill>
            <a:schemeClr val="accent1"/>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6928" name="Rectangle 124">
            <a:extLst>
              <a:ext uri="{FF2B5EF4-FFF2-40B4-BE49-F238E27FC236}">
                <a16:creationId xmlns:a16="http://schemas.microsoft.com/office/drawing/2014/main" id="{DCC789B2-D9DA-4DD5-AE70-DE64F690E7A8}"/>
              </a:ext>
            </a:extLst>
          </p:cNvPr>
          <p:cNvSpPr>
            <a:spLocks noChangeArrowheads="1"/>
          </p:cNvSpPr>
          <p:nvPr/>
        </p:nvSpPr>
        <p:spPr bwMode="auto">
          <a:xfrm>
            <a:off x="8929688" y="3270250"/>
            <a:ext cx="303212" cy="152400"/>
          </a:xfrm>
          <a:prstGeom prst="rect">
            <a:avLst/>
          </a:prstGeom>
          <a:solidFill>
            <a:schemeClr val="accent1"/>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6929" name="Freeform 125">
            <a:extLst>
              <a:ext uri="{FF2B5EF4-FFF2-40B4-BE49-F238E27FC236}">
                <a16:creationId xmlns:a16="http://schemas.microsoft.com/office/drawing/2014/main" id="{B0609743-01A4-40C3-B058-8A88E76B0980}"/>
              </a:ext>
            </a:extLst>
          </p:cNvPr>
          <p:cNvSpPr>
            <a:spLocks/>
          </p:cNvSpPr>
          <p:nvPr/>
        </p:nvSpPr>
        <p:spPr bwMode="auto">
          <a:xfrm>
            <a:off x="3046413" y="2890838"/>
            <a:ext cx="6391275" cy="1292225"/>
          </a:xfrm>
          <a:custGeom>
            <a:avLst/>
            <a:gdLst>
              <a:gd name="T0" fmla="*/ 0 w 4032"/>
              <a:gd name="T1" fmla="*/ 0 h 816"/>
              <a:gd name="T2" fmla="*/ 2147483646 w 4032"/>
              <a:gd name="T3" fmla="*/ 2147483646 h 816"/>
              <a:gd name="T4" fmla="*/ 2147483646 w 4032"/>
              <a:gd name="T5" fmla="*/ 2147483646 h 816"/>
              <a:gd name="T6" fmla="*/ 2147483646 w 4032"/>
              <a:gd name="T7" fmla="*/ 2147483646 h 816"/>
              <a:gd name="T8" fmla="*/ 2147483646 w 4032"/>
              <a:gd name="T9" fmla="*/ 2147483646 h 816"/>
              <a:gd name="T10" fmla="*/ 2147483646 w 4032"/>
              <a:gd name="T11" fmla="*/ 2147483646 h 816"/>
              <a:gd name="T12" fmla="*/ 2147483646 w 4032"/>
              <a:gd name="T13" fmla="*/ 2147483646 h 816"/>
              <a:gd name="T14" fmla="*/ 2147483646 w 4032"/>
              <a:gd name="T15" fmla="*/ 2147483646 h 81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032" h="816">
                <a:moveTo>
                  <a:pt x="0" y="0"/>
                </a:moveTo>
                <a:lnTo>
                  <a:pt x="480" y="240"/>
                </a:lnTo>
                <a:lnTo>
                  <a:pt x="672" y="240"/>
                </a:lnTo>
                <a:lnTo>
                  <a:pt x="1776" y="816"/>
                </a:lnTo>
                <a:lnTo>
                  <a:pt x="2016" y="816"/>
                </a:lnTo>
                <a:lnTo>
                  <a:pt x="3456" y="480"/>
                </a:lnTo>
                <a:lnTo>
                  <a:pt x="3648" y="480"/>
                </a:lnTo>
                <a:lnTo>
                  <a:pt x="4032" y="48"/>
                </a:lnTo>
              </a:path>
            </a:pathLst>
          </a:custGeom>
          <a:noFill/>
          <a:ln w="12700" cap="flat" cmpd="sng">
            <a:solidFill>
              <a:schemeClr val="accent1"/>
            </a:solidFill>
            <a:prstDash val="dash"/>
            <a:round/>
            <a:headEnd type="none" w="med" len="med"/>
            <a:tailEnd type="triangl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a:p>
        </p:txBody>
      </p:sp>
      <p:sp>
        <p:nvSpPr>
          <p:cNvPr id="36930" name="Freeform 126">
            <a:extLst>
              <a:ext uri="{FF2B5EF4-FFF2-40B4-BE49-F238E27FC236}">
                <a16:creationId xmlns:a16="http://schemas.microsoft.com/office/drawing/2014/main" id="{30D80F2F-4ED1-4245-B3BE-E6BB868D0F4F}"/>
              </a:ext>
            </a:extLst>
          </p:cNvPr>
          <p:cNvSpPr>
            <a:spLocks/>
          </p:cNvSpPr>
          <p:nvPr/>
        </p:nvSpPr>
        <p:spPr bwMode="auto">
          <a:xfrm>
            <a:off x="3122613" y="2967038"/>
            <a:ext cx="6391275" cy="2281237"/>
          </a:xfrm>
          <a:custGeom>
            <a:avLst/>
            <a:gdLst>
              <a:gd name="T0" fmla="*/ 0 w 4032"/>
              <a:gd name="T1" fmla="*/ 2147483646 h 1440"/>
              <a:gd name="T2" fmla="*/ 2147483646 w 4032"/>
              <a:gd name="T3" fmla="*/ 2147483646 h 1440"/>
              <a:gd name="T4" fmla="*/ 2147483646 w 4032"/>
              <a:gd name="T5" fmla="*/ 2147483646 h 1440"/>
              <a:gd name="T6" fmla="*/ 2147483646 w 4032"/>
              <a:gd name="T7" fmla="*/ 2147483646 h 1440"/>
              <a:gd name="T8" fmla="*/ 2147483646 w 4032"/>
              <a:gd name="T9" fmla="*/ 2147483646 h 1440"/>
              <a:gd name="T10" fmla="*/ 2147483646 w 4032"/>
              <a:gd name="T11" fmla="*/ 2147483646 h 1440"/>
              <a:gd name="T12" fmla="*/ 2147483646 w 4032"/>
              <a:gd name="T13" fmla="*/ 2147483646 h 1440"/>
              <a:gd name="T14" fmla="*/ 2147483646 w 4032"/>
              <a:gd name="T15" fmla="*/ 0 h 14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032" h="1440">
                <a:moveTo>
                  <a:pt x="0" y="1440"/>
                </a:moveTo>
                <a:lnTo>
                  <a:pt x="384" y="1248"/>
                </a:lnTo>
                <a:lnTo>
                  <a:pt x="576" y="1248"/>
                </a:lnTo>
                <a:lnTo>
                  <a:pt x="1728" y="816"/>
                </a:lnTo>
                <a:lnTo>
                  <a:pt x="1968" y="816"/>
                </a:lnTo>
                <a:lnTo>
                  <a:pt x="3408" y="480"/>
                </a:lnTo>
                <a:lnTo>
                  <a:pt x="3600" y="480"/>
                </a:lnTo>
                <a:lnTo>
                  <a:pt x="4032" y="0"/>
                </a:lnTo>
              </a:path>
            </a:pathLst>
          </a:custGeom>
          <a:noFill/>
          <a:ln w="12700" cap="flat" cmpd="sng">
            <a:solidFill>
              <a:schemeClr val="accent2"/>
            </a:solidFill>
            <a:prstDash val="dash"/>
            <a:round/>
            <a:headEnd type="none" w="med" len="med"/>
            <a:tailEnd type="triangl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a:p>
        </p:txBody>
      </p:sp>
      <p:sp>
        <p:nvSpPr>
          <p:cNvPr id="36931" name="Rectangle 127">
            <a:extLst>
              <a:ext uri="{FF2B5EF4-FFF2-40B4-BE49-F238E27FC236}">
                <a16:creationId xmlns:a16="http://schemas.microsoft.com/office/drawing/2014/main" id="{CCA42C49-CBC8-4E3A-B9B0-9D22A6A0765E}"/>
              </a:ext>
            </a:extLst>
          </p:cNvPr>
          <p:cNvSpPr>
            <a:spLocks noGrp="1" noChangeArrowheads="1"/>
          </p:cNvSpPr>
          <p:nvPr>
            <p:ph type="title"/>
          </p:nvPr>
        </p:nvSpPr>
        <p:spPr>
          <a:xfrm>
            <a:off x="3651250" y="115888"/>
            <a:ext cx="4892675" cy="850900"/>
          </a:xfrm>
          <a:noFill/>
        </p:spPr>
        <p:txBody>
          <a:bodyPr/>
          <a:lstStyle/>
          <a:p>
            <a:pPr eaLnBrk="1" hangingPunct="1"/>
            <a:r>
              <a:rPr lang="en-US" altLang="zh-TW">
                <a:ea typeface="华文楷体" panose="02010600040101010101" pitchFamily="2" charset="-122"/>
              </a:rPr>
              <a:t>VC </a:t>
            </a:r>
            <a:r>
              <a:rPr lang="zh-CN" altLang="en-US">
                <a:ea typeface="华文楷体" panose="02010600040101010101" pitchFamily="2" charset="-122"/>
              </a:rPr>
              <a:t>分组交换</a:t>
            </a:r>
          </a:p>
        </p:txBody>
      </p:sp>
    </p:spTree>
  </p:cSld>
  <p:clrMapOvr>
    <a:masterClrMapping/>
  </p:clrMapOvr>
  <p:transition spd="med">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8866" name="Text Box 2">
            <a:extLst>
              <a:ext uri="{FF2B5EF4-FFF2-40B4-BE49-F238E27FC236}">
                <a16:creationId xmlns:a16="http://schemas.microsoft.com/office/drawing/2014/main" id="{72A6AA52-98C5-400C-A2AF-1FC78FE23EF5}"/>
              </a:ext>
            </a:extLst>
          </p:cNvPr>
          <p:cNvSpPr txBox="1">
            <a:spLocks noChangeArrowheads="1"/>
          </p:cNvSpPr>
          <p:nvPr/>
        </p:nvSpPr>
        <p:spPr bwMode="auto">
          <a:xfrm>
            <a:off x="3530600" y="1352550"/>
            <a:ext cx="5449888" cy="612775"/>
          </a:xfrm>
          <a:prstGeom prst="rect">
            <a:avLst/>
          </a:prstGeom>
          <a:solidFill>
            <a:srgbClr val="93DBFF"/>
          </a:solidFill>
          <a:ln w="9525">
            <a:solidFill>
              <a:srgbClr val="FF9900"/>
            </a:solidFill>
            <a:miter lim="800000"/>
            <a:headEnd/>
            <a:tailEnd/>
          </a:ln>
          <a:effectLst>
            <a:outerShdw dist="35921" dir="2700000" algn="ctr" rotWithShape="0">
              <a:schemeClr val="bg2"/>
            </a:outerShdw>
          </a:effec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30000"/>
              </a:lnSpc>
              <a:spcBef>
                <a:spcPct val="0"/>
              </a:spcBef>
              <a:buClrTx/>
              <a:buSzTx/>
              <a:buFontTx/>
              <a:buNone/>
            </a:pPr>
            <a:r>
              <a:rPr lang="en-US" altLang="zh-CN" sz="2800" b="1">
                <a:latin typeface="华文楷体" panose="02010600040101010101" pitchFamily="2" charset="-122"/>
                <a:ea typeface="华文楷体" panose="02010600040101010101" pitchFamily="2" charset="-122"/>
              </a:rPr>
              <a:t>(1) </a:t>
            </a:r>
            <a:r>
              <a:rPr lang="zh-CN" altLang="en-US" sz="2800" b="1">
                <a:latin typeface="华文楷体" panose="02010600040101010101" pitchFamily="2" charset="-122"/>
                <a:ea typeface="华文楷体" panose="02010600040101010101" pitchFamily="2" charset="-122"/>
              </a:rPr>
              <a:t>传输快、延时小、利用率高。</a:t>
            </a:r>
          </a:p>
        </p:txBody>
      </p:sp>
      <p:grpSp>
        <p:nvGrpSpPr>
          <p:cNvPr id="1188867" name="Group 3">
            <a:extLst>
              <a:ext uri="{FF2B5EF4-FFF2-40B4-BE49-F238E27FC236}">
                <a16:creationId xmlns:a16="http://schemas.microsoft.com/office/drawing/2014/main" id="{0DB0081F-FD1A-4762-95F5-C4E73B2875AD}"/>
              </a:ext>
            </a:extLst>
          </p:cNvPr>
          <p:cNvGrpSpPr>
            <a:grpSpLocks/>
          </p:cNvGrpSpPr>
          <p:nvPr/>
        </p:nvGrpSpPr>
        <p:grpSpPr bwMode="auto">
          <a:xfrm>
            <a:off x="1730375" y="2441575"/>
            <a:ext cx="8397875" cy="3287713"/>
            <a:chOff x="158" y="2093"/>
            <a:chExt cx="5290" cy="2071"/>
          </a:xfrm>
        </p:grpSpPr>
        <p:grpSp>
          <p:nvGrpSpPr>
            <p:cNvPr id="38917" name="Group 4">
              <a:extLst>
                <a:ext uri="{FF2B5EF4-FFF2-40B4-BE49-F238E27FC236}">
                  <a16:creationId xmlns:a16="http://schemas.microsoft.com/office/drawing/2014/main" id="{EF67F08A-DEEF-4886-A2BE-19FFA33C9368}"/>
                </a:ext>
              </a:extLst>
            </p:cNvPr>
            <p:cNvGrpSpPr>
              <a:grpSpLocks/>
            </p:cNvGrpSpPr>
            <p:nvPr/>
          </p:nvGrpSpPr>
          <p:grpSpPr bwMode="auto">
            <a:xfrm>
              <a:off x="158" y="2093"/>
              <a:ext cx="5290" cy="2071"/>
              <a:chOff x="158" y="2093"/>
              <a:chExt cx="5290" cy="2071"/>
            </a:xfrm>
          </p:grpSpPr>
          <p:pic>
            <p:nvPicPr>
              <p:cNvPr id="38919" name="Picture 5" descr="TRAIN1">
                <a:extLst>
                  <a:ext uri="{FF2B5EF4-FFF2-40B4-BE49-F238E27FC236}">
                    <a16:creationId xmlns:a16="http://schemas.microsoft.com/office/drawing/2014/main" id="{4A692CCD-4539-41CB-9F1D-A2A9B91628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3" y="2093"/>
                <a:ext cx="506"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0" name="Rectangle 6">
                <a:extLst>
                  <a:ext uri="{FF2B5EF4-FFF2-40B4-BE49-F238E27FC236}">
                    <a16:creationId xmlns:a16="http://schemas.microsoft.com/office/drawing/2014/main" id="{B987B724-915B-4DFF-A440-0749EF66D1DA}"/>
                  </a:ext>
                </a:extLst>
              </p:cNvPr>
              <p:cNvSpPr>
                <a:spLocks noChangeArrowheads="1"/>
              </p:cNvSpPr>
              <p:nvPr/>
            </p:nvSpPr>
            <p:spPr bwMode="auto">
              <a:xfrm>
                <a:off x="1596" y="2196"/>
                <a:ext cx="552" cy="25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8921" name="Oval 7">
                <a:extLst>
                  <a:ext uri="{FF2B5EF4-FFF2-40B4-BE49-F238E27FC236}">
                    <a16:creationId xmlns:a16="http://schemas.microsoft.com/office/drawing/2014/main" id="{70FADBE0-F780-4F55-8339-571F479AAC1C}"/>
                  </a:ext>
                </a:extLst>
              </p:cNvPr>
              <p:cNvSpPr>
                <a:spLocks noChangeArrowheads="1"/>
              </p:cNvSpPr>
              <p:nvPr/>
            </p:nvSpPr>
            <p:spPr bwMode="auto">
              <a:xfrm>
                <a:off x="1976" y="2456"/>
                <a:ext cx="128" cy="10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8922" name="Oval 8">
                <a:extLst>
                  <a:ext uri="{FF2B5EF4-FFF2-40B4-BE49-F238E27FC236}">
                    <a16:creationId xmlns:a16="http://schemas.microsoft.com/office/drawing/2014/main" id="{88D11496-2605-4F3F-8922-89F8B60C835F}"/>
                  </a:ext>
                </a:extLst>
              </p:cNvPr>
              <p:cNvSpPr>
                <a:spLocks noChangeArrowheads="1"/>
              </p:cNvSpPr>
              <p:nvPr/>
            </p:nvSpPr>
            <p:spPr bwMode="auto">
              <a:xfrm>
                <a:off x="1652" y="2456"/>
                <a:ext cx="128" cy="10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8923" name="Rectangle 9">
                <a:extLst>
                  <a:ext uri="{FF2B5EF4-FFF2-40B4-BE49-F238E27FC236}">
                    <a16:creationId xmlns:a16="http://schemas.microsoft.com/office/drawing/2014/main" id="{E1606FBE-4A70-4C74-8205-02B1E9504CB5}"/>
                  </a:ext>
                </a:extLst>
              </p:cNvPr>
              <p:cNvSpPr>
                <a:spLocks noChangeArrowheads="1"/>
              </p:cNvSpPr>
              <p:nvPr/>
            </p:nvSpPr>
            <p:spPr bwMode="auto">
              <a:xfrm>
                <a:off x="924" y="2196"/>
                <a:ext cx="552" cy="25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8924" name="Oval 10">
                <a:extLst>
                  <a:ext uri="{FF2B5EF4-FFF2-40B4-BE49-F238E27FC236}">
                    <a16:creationId xmlns:a16="http://schemas.microsoft.com/office/drawing/2014/main" id="{F78C5C6F-094F-4B81-A380-022D23E99359}"/>
                  </a:ext>
                </a:extLst>
              </p:cNvPr>
              <p:cNvSpPr>
                <a:spLocks noChangeArrowheads="1"/>
              </p:cNvSpPr>
              <p:nvPr/>
            </p:nvSpPr>
            <p:spPr bwMode="auto">
              <a:xfrm>
                <a:off x="1304" y="2456"/>
                <a:ext cx="128" cy="10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8925" name="Oval 11">
                <a:extLst>
                  <a:ext uri="{FF2B5EF4-FFF2-40B4-BE49-F238E27FC236}">
                    <a16:creationId xmlns:a16="http://schemas.microsoft.com/office/drawing/2014/main" id="{1F9B7761-E03D-44EA-BF99-C83D6A006392}"/>
                  </a:ext>
                </a:extLst>
              </p:cNvPr>
              <p:cNvSpPr>
                <a:spLocks noChangeArrowheads="1"/>
              </p:cNvSpPr>
              <p:nvPr/>
            </p:nvSpPr>
            <p:spPr bwMode="auto">
              <a:xfrm>
                <a:off x="980" y="2456"/>
                <a:ext cx="128" cy="10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8926" name="Rectangle 12">
                <a:extLst>
                  <a:ext uri="{FF2B5EF4-FFF2-40B4-BE49-F238E27FC236}">
                    <a16:creationId xmlns:a16="http://schemas.microsoft.com/office/drawing/2014/main" id="{992A4CC5-B044-4AB5-972B-53AA7EAB7DC8}"/>
                  </a:ext>
                </a:extLst>
              </p:cNvPr>
              <p:cNvSpPr>
                <a:spLocks noChangeArrowheads="1"/>
              </p:cNvSpPr>
              <p:nvPr/>
            </p:nvSpPr>
            <p:spPr bwMode="auto">
              <a:xfrm>
                <a:off x="252" y="2196"/>
                <a:ext cx="552" cy="25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8927" name="Oval 13">
                <a:extLst>
                  <a:ext uri="{FF2B5EF4-FFF2-40B4-BE49-F238E27FC236}">
                    <a16:creationId xmlns:a16="http://schemas.microsoft.com/office/drawing/2014/main" id="{0743AD94-A10A-4D24-928C-1881582FC646}"/>
                  </a:ext>
                </a:extLst>
              </p:cNvPr>
              <p:cNvSpPr>
                <a:spLocks noChangeArrowheads="1"/>
              </p:cNvSpPr>
              <p:nvPr/>
            </p:nvSpPr>
            <p:spPr bwMode="auto">
              <a:xfrm>
                <a:off x="632" y="2456"/>
                <a:ext cx="128" cy="10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8928" name="Oval 14">
                <a:extLst>
                  <a:ext uri="{FF2B5EF4-FFF2-40B4-BE49-F238E27FC236}">
                    <a16:creationId xmlns:a16="http://schemas.microsoft.com/office/drawing/2014/main" id="{2A868289-B691-4635-9260-584FEAAF1862}"/>
                  </a:ext>
                </a:extLst>
              </p:cNvPr>
              <p:cNvSpPr>
                <a:spLocks noChangeArrowheads="1"/>
              </p:cNvSpPr>
              <p:nvPr/>
            </p:nvSpPr>
            <p:spPr bwMode="auto">
              <a:xfrm>
                <a:off x="308" y="2456"/>
                <a:ext cx="128" cy="10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8929" name="Line 15">
                <a:extLst>
                  <a:ext uri="{FF2B5EF4-FFF2-40B4-BE49-F238E27FC236}">
                    <a16:creationId xmlns:a16="http://schemas.microsoft.com/office/drawing/2014/main" id="{2A4AD133-4D3A-40D0-AB57-439E6C5FDDAD}"/>
                  </a:ext>
                </a:extLst>
              </p:cNvPr>
              <p:cNvSpPr>
                <a:spLocks noChangeShapeType="1"/>
              </p:cNvSpPr>
              <p:nvPr/>
            </p:nvSpPr>
            <p:spPr bwMode="auto">
              <a:xfrm>
                <a:off x="804" y="2412"/>
                <a:ext cx="1428" cy="0"/>
              </a:xfrm>
              <a:prstGeom prst="line">
                <a:avLst/>
              </a:prstGeom>
              <a:noFill/>
              <a:ln w="57150">
                <a:solidFill>
                  <a:schemeClr val="accent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930" name="Text Box 16">
                <a:extLst>
                  <a:ext uri="{FF2B5EF4-FFF2-40B4-BE49-F238E27FC236}">
                    <a16:creationId xmlns:a16="http://schemas.microsoft.com/office/drawing/2014/main" id="{10CC1C97-B8F5-4821-B68B-228AB35E2E1F}"/>
                  </a:ext>
                </a:extLst>
              </p:cNvPr>
              <p:cNvSpPr txBox="1">
                <a:spLocks noChangeArrowheads="1"/>
              </p:cNvSpPr>
              <p:nvPr/>
            </p:nvSpPr>
            <p:spPr bwMode="auto">
              <a:xfrm>
                <a:off x="158" y="2622"/>
                <a:ext cx="73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a:latin typeface="Times New Roman" panose="02020603050405020304" pitchFamily="18" charset="0"/>
                  </a:rPr>
                  <a:t>GDI</a:t>
                </a:r>
                <a:r>
                  <a:rPr lang="zh-CN" altLang="en-US" sz="2800">
                    <a:latin typeface="Times New Roman" panose="02020603050405020304" pitchFamily="18" charset="0"/>
                  </a:rPr>
                  <a:t>站</a:t>
                </a:r>
              </a:p>
            </p:txBody>
          </p:sp>
          <p:sp>
            <p:nvSpPr>
              <p:cNvPr id="38931" name="Text Box 17">
                <a:extLst>
                  <a:ext uri="{FF2B5EF4-FFF2-40B4-BE49-F238E27FC236}">
                    <a16:creationId xmlns:a16="http://schemas.microsoft.com/office/drawing/2014/main" id="{D3D8A986-7B2D-4C00-A660-A6DE0D840850}"/>
                  </a:ext>
                </a:extLst>
              </p:cNvPr>
              <p:cNvSpPr txBox="1">
                <a:spLocks noChangeArrowheads="1"/>
              </p:cNvSpPr>
              <p:nvPr/>
            </p:nvSpPr>
            <p:spPr bwMode="auto">
              <a:xfrm>
                <a:off x="4730" y="2622"/>
                <a:ext cx="50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a:latin typeface="Times New Roman" panose="02020603050405020304" pitchFamily="18" charset="0"/>
                  </a:rPr>
                  <a:t>Y</a:t>
                </a:r>
                <a:r>
                  <a:rPr lang="zh-CN" altLang="en-US" sz="2800">
                    <a:latin typeface="Times New Roman" panose="02020603050405020304" pitchFamily="18" charset="0"/>
                  </a:rPr>
                  <a:t>站</a:t>
                </a:r>
              </a:p>
            </p:txBody>
          </p:sp>
          <p:sp>
            <p:nvSpPr>
              <p:cNvPr id="38932" name="Text Box 18">
                <a:extLst>
                  <a:ext uri="{FF2B5EF4-FFF2-40B4-BE49-F238E27FC236}">
                    <a16:creationId xmlns:a16="http://schemas.microsoft.com/office/drawing/2014/main" id="{E3B7A483-2F63-43A9-B2AA-F9CC5C7488EB}"/>
                  </a:ext>
                </a:extLst>
              </p:cNvPr>
              <p:cNvSpPr txBox="1">
                <a:spLocks noChangeArrowheads="1"/>
              </p:cNvSpPr>
              <p:nvPr/>
            </p:nvSpPr>
            <p:spPr bwMode="auto">
              <a:xfrm>
                <a:off x="1370" y="2622"/>
                <a:ext cx="82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a:latin typeface="Times New Roman" panose="02020603050405020304" pitchFamily="18" charset="0"/>
                  </a:rPr>
                  <a:t>NOD</a:t>
                </a:r>
                <a:r>
                  <a:rPr lang="zh-CN" altLang="en-US" sz="2800">
                    <a:latin typeface="Times New Roman" panose="02020603050405020304" pitchFamily="18" charset="0"/>
                  </a:rPr>
                  <a:t>站</a:t>
                </a:r>
              </a:p>
            </p:txBody>
          </p:sp>
          <p:sp>
            <p:nvSpPr>
              <p:cNvPr id="38933" name="Text Box 19">
                <a:extLst>
                  <a:ext uri="{FF2B5EF4-FFF2-40B4-BE49-F238E27FC236}">
                    <a16:creationId xmlns:a16="http://schemas.microsoft.com/office/drawing/2014/main" id="{7D2FF608-893E-44A0-87C3-D74751919AD5}"/>
                  </a:ext>
                </a:extLst>
              </p:cNvPr>
              <p:cNvSpPr txBox="1">
                <a:spLocks noChangeArrowheads="1"/>
              </p:cNvSpPr>
              <p:nvPr/>
            </p:nvSpPr>
            <p:spPr bwMode="auto">
              <a:xfrm>
                <a:off x="3410" y="2622"/>
                <a:ext cx="50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a:latin typeface="Times New Roman" panose="02020603050405020304" pitchFamily="18" charset="0"/>
                  </a:rPr>
                  <a:t>X</a:t>
                </a:r>
                <a:r>
                  <a:rPr lang="zh-CN" altLang="en-US" sz="2800">
                    <a:latin typeface="Times New Roman" panose="02020603050405020304" pitchFamily="18" charset="0"/>
                  </a:rPr>
                  <a:t>站</a:t>
                </a:r>
              </a:p>
            </p:txBody>
          </p:sp>
          <p:pic>
            <p:nvPicPr>
              <p:cNvPr id="38934" name="Picture 20" descr="C&amp;C barracks">
                <a:extLst>
                  <a:ext uri="{FF2B5EF4-FFF2-40B4-BE49-F238E27FC236}">
                    <a16:creationId xmlns:a16="http://schemas.microsoft.com/office/drawing/2014/main" id="{D7F6009E-6DB6-4BC2-8B90-53004E8953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 y="2897"/>
                <a:ext cx="578" cy="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35" name="Picture 21" descr="C&amp;C Hand of NOD">
                <a:extLst>
                  <a:ext uri="{FF2B5EF4-FFF2-40B4-BE49-F238E27FC236}">
                    <a16:creationId xmlns:a16="http://schemas.microsoft.com/office/drawing/2014/main" id="{4D811165-6964-4D6C-982F-23D513AD46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3" y="2933"/>
                <a:ext cx="554" cy="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36" name="Picture 22" descr="Diablo 2">
                <a:extLst>
                  <a:ext uri="{FF2B5EF4-FFF2-40B4-BE49-F238E27FC236}">
                    <a16:creationId xmlns:a16="http://schemas.microsoft.com/office/drawing/2014/main" id="{802E3150-147F-4881-AC03-ABA5394FD4A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 y="3497"/>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37" name="Picture 23" descr="Diablo 2">
                <a:extLst>
                  <a:ext uri="{FF2B5EF4-FFF2-40B4-BE49-F238E27FC236}">
                    <a16:creationId xmlns:a16="http://schemas.microsoft.com/office/drawing/2014/main" id="{875DF3B0-58F4-4FB0-9B5F-203C7F375A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 y="3725"/>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38" name="Picture 24" descr="Diablo 2">
                <a:extLst>
                  <a:ext uri="{FF2B5EF4-FFF2-40B4-BE49-F238E27FC236}">
                    <a16:creationId xmlns:a16="http://schemas.microsoft.com/office/drawing/2014/main" id="{524EC7E9-0C10-4B7A-9169-B3BE32B9136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 y="3934"/>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39" name="Picture 25" descr="Diablo 2">
                <a:extLst>
                  <a:ext uri="{FF2B5EF4-FFF2-40B4-BE49-F238E27FC236}">
                    <a16:creationId xmlns:a16="http://schemas.microsoft.com/office/drawing/2014/main" id="{3796D6A0-A208-4319-9D64-B01B6690DE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3" y="3497"/>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40" name="Picture 26" descr="Diablo 2">
                <a:extLst>
                  <a:ext uri="{FF2B5EF4-FFF2-40B4-BE49-F238E27FC236}">
                    <a16:creationId xmlns:a16="http://schemas.microsoft.com/office/drawing/2014/main" id="{37722141-9A0C-49F5-A6B4-DACA37169E4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3" y="3725"/>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41" name="Picture 27" descr="Diablo 2">
                <a:extLst>
                  <a:ext uri="{FF2B5EF4-FFF2-40B4-BE49-F238E27FC236}">
                    <a16:creationId xmlns:a16="http://schemas.microsoft.com/office/drawing/2014/main" id="{32B266EC-C807-409D-A2B4-D7090CA954A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3" y="3934"/>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42" name="Picture 28" descr="Diablo 2">
                <a:extLst>
                  <a:ext uri="{FF2B5EF4-FFF2-40B4-BE49-F238E27FC236}">
                    <a16:creationId xmlns:a16="http://schemas.microsoft.com/office/drawing/2014/main" id="{B7C760DC-AF30-4F6D-B1D0-9420A4368BA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57" y="3497"/>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43" name="Picture 29" descr="Diablo 2">
                <a:extLst>
                  <a:ext uri="{FF2B5EF4-FFF2-40B4-BE49-F238E27FC236}">
                    <a16:creationId xmlns:a16="http://schemas.microsoft.com/office/drawing/2014/main" id="{A97B9CE1-B6A5-46ED-90F2-DECF736EE7B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57" y="3725"/>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44" name="Picture 30" descr="Diablo 2">
                <a:extLst>
                  <a:ext uri="{FF2B5EF4-FFF2-40B4-BE49-F238E27FC236}">
                    <a16:creationId xmlns:a16="http://schemas.microsoft.com/office/drawing/2014/main" id="{BD5155C3-A27A-4110-A911-9A7310C17A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57" y="3934"/>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45" name="Picture 31" descr="C&amp;C barracks">
                <a:extLst>
                  <a:ext uri="{FF2B5EF4-FFF2-40B4-BE49-F238E27FC236}">
                    <a16:creationId xmlns:a16="http://schemas.microsoft.com/office/drawing/2014/main" id="{DDCCD644-330B-4729-AFB6-BDBD310DDD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7" y="2897"/>
                <a:ext cx="578" cy="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46" name="Picture 32" descr="C&amp;C barracks">
                <a:extLst>
                  <a:ext uri="{FF2B5EF4-FFF2-40B4-BE49-F238E27FC236}">
                    <a16:creationId xmlns:a16="http://schemas.microsoft.com/office/drawing/2014/main" id="{BF76AAB2-905C-47FA-8F49-C5604224CA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5" y="2897"/>
                <a:ext cx="578" cy="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47" name="Line 33">
                <a:extLst>
                  <a:ext uri="{FF2B5EF4-FFF2-40B4-BE49-F238E27FC236}">
                    <a16:creationId xmlns:a16="http://schemas.microsoft.com/office/drawing/2014/main" id="{A3D1E072-6D60-46D6-81A5-362C12263FF7}"/>
                  </a:ext>
                </a:extLst>
              </p:cNvPr>
              <p:cNvSpPr>
                <a:spLocks noChangeShapeType="1"/>
              </p:cNvSpPr>
              <p:nvPr/>
            </p:nvSpPr>
            <p:spPr bwMode="auto">
              <a:xfrm>
                <a:off x="240" y="2628"/>
                <a:ext cx="5208" cy="0"/>
              </a:xfrm>
              <a:prstGeom prst="line">
                <a:avLst/>
              </a:prstGeom>
              <a:noFill/>
              <a:ln w="57150">
                <a:solidFill>
                  <a:schemeClr val="hlink"/>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pic>
            <p:nvPicPr>
              <p:cNvPr id="38948" name="Picture 34" descr="Diablo 2">
                <a:extLst>
                  <a:ext uri="{FF2B5EF4-FFF2-40B4-BE49-F238E27FC236}">
                    <a16:creationId xmlns:a16="http://schemas.microsoft.com/office/drawing/2014/main" id="{FB4F43C4-8C92-4688-8BAB-BC3333C4E86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65" y="3497"/>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49" name="Picture 35" descr="Diablo 2">
                <a:extLst>
                  <a:ext uri="{FF2B5EF4-FFF2-40B4-BE49-F238E27FC236}">
                    <a16:creationId xmlns:a16="http://schemas.microsoft.com/office/drawing/2014/main" id="{E6E19514-E685-44F3-9B5A-A206657040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65" y="3725"/>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50" name="Picture 36" descr="Diablo 2">
                <a:extLst>
                  <a:ext uri="{FF2B5EF4-FFF2-40B4-BE49-F238E27FC236}">
                    <a16:creationId xmlns:a16="http://schemas.microsoft.com/office/drawing/2014/main" id="{A6F6549D-D9F3-4783-9675-35B53F5A2B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65" y="3934"/>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51" name="Line 37">
                <a:extLst>
                  <a:ext uri="{FF2B5EF4-FFF2-40B4-BE49-F238E27FC236}">
                    <a16:creationId xmlns:a16="http://schemas.microsoft.com/office/drawing/2014/main" id="{AE254192-EDB0-45C4-99A7-B61AF75E2806}"/>
                  </a:ext>
                </a:extLst>
              </p:cNvPr>
              <p:cNvSpPr>
                <a:spLocks noChangeShapeType="1"/>
              </p:cNvSpPr>
              <p:nvPr/>
            </p:nvSpPr>
            <p:spPr bwMode="auto">
              <a:xfrm flipV="1">
                <a:off x="756" y="3504"/>
                <a:ext cx="0" cy="576"/>
              </a:xfrm>
              <a:prstGeom prst="line">
                <a:avLst/>
              </a:prstGeom>
              <a:noFill/>
              <a:ln w="38100">
                <a:solidFill>
                  <a:schemeClr val="folHlink"/>
                </a:solidFill>
                <a:miter lim="800000"/>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952" name="Line 38">
                <a:extLst>
                  <a:ext uri="{FF2B5EF4-FFF2-40B4-BE49-F238E27FC236}">
                    <a16:creationId xmlns:a16="http://schemas.microsoft.com/office/drawing/2014/main" id="{AD1BE611-7F58-4323-A8C0-38E13FE24FA5}"/>
                  </a:ext>
                </a:extLst>
              </p:cNvPr>
              <p:cNvSpPr>
                <a:spLocks noChangeShapeType="1"/>
              </p:cNvSpPr>
              <p:nvPr/>
            </p:nvSpPr>
            <p:spPr bwMode="auto">
              <a:xfrm flipV="1">
                <a:off x="2064" y="3504"/>
                <a:ext cx="0" cy="576"/>
              </a:xfrm>
              <a:prstGeom prst="line">
                <a:avLst/>
              </a:prstGeom>
              <a:noFill/>
              <a:ln w="38100">
                <a:solidFill>
                  <a:schemeClr val="folHlink"/>
                </a:solidFill>
                <a:miter lim="800000"/>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953" name="Line 39">
                <a:extLst>
                  <a:ext uri="{FF2B5EF4-FFF2-40B4-BE49-F238E27FC236}">
                    <a16:creationId xmlns:a16="http://schemas.microsoft.com/office/drawing/2014/main" id="{44FE734B-B8E5-42C5-94B5-0839803DD6EC}"/>
                  </a:ext>
                </a:extLst>
              </p:cNvPr>
              <p:cNvSpPr>
                <a:spLocks noChangeShapeType="1"/>
              </p:cNvSpPr>
              <p:nvPr/>
            </p:nvSpPr>
            <p:spPr bwMode="auto">
              <a:xfrm flipV="1">
                <a:off x="3960" y="3504"/>
                <a:ext cx="0" cy="576"/>
              </a:xfrm>
              <a:prstGeom prst="line">
                <a:avLst/>
              </a:prstGeom>
              <a:noFill/>
              <a:ln w="38100">
                <a:solidFill>
                  <a:schemeClr val="folHlink"/>
                </a:solidFill>
                <a:miter lim="800000"/>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8918" name="Text Box 40">
              <a:extLst>
                <a:ext uri="{FF2B5EF4-FFF2-40B4-BE49-F238E27FC236}">
                  <a16:creationId xmlns:a16="http://schemas.microsoft.com/office/drawing/2014/main" id="{3ADC9DCA-A4C8-4F18-8290-5B0AFAE0B724}"/>
                </a:ext>
              </a:extLst>
            </p:cNvPr>
            <p:cNvSpPr txBox="1">
              <a:spLocks noChangeArrowheads="1"/>
            </p:cNvSpPr>
            <p:nvPr/>
          </p:nvSpPr>
          <p:spPr bwMode="auto">
            <a:xfrm>
              <a:off x="2366" y="2962"/>
              <a:ext cx="75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4000" b="1">
                  <a:latin typeface="Times New Roman" panose="02020603050405020304" pitchFamily="18" charset="0"/>
                </a:rPr>
                <a:t>……</a:t>
              </a:r>
            </a:p>
          </p:txBody>
        </p:sp>
      </p:grpSp>
      <p:sp>
        <p:nvSpPr>
          <p:cNvPr id="38916" name="Rectangle 41">
            <a:extLst>
              <a:ext uri="{FF2B5EF4-FFF2-40B4-BE49-F238E27FC236}">
                <a16:creationId xmlns:a16="http://schemas.microsoft.com/office/drawing/2014/main" id="{F6C8D1FC-3DF5-45FE-9F28-088E420014F5}"/>
              </a:ext>
            </a:extLst>
          </p:cNvPr>
          <p:cNvSpPr>
            <a:spLocks noGrp="1" noChangeArrowheads="1"/>
          </p:cNvSpPr>
          <p:nvPr>
            <p:ph type="title" idx="4294967295"/>
          </p:nvPr>
        </p:nvSpPr>
        <p:spPr>
          <a:xfrm>
            <a:off x="3359150" y="115888"/>
            <a:ext cx="5480050" cy="958850"/>
          </a:xfrm>
          <a:noFill/>
        </p:spPr>
        <p:txBody>
          <a:bodyPr/>
          <a:lstStyle/>
          <a:p>
            <a:pPr eaLnBrk="1" hangingPunct="1"/>
            <a:r>
              <a:rPr lang="zh-CN" altLang="en-US">
                <a:ea typeface="华文楷体" panose="02010600040101010101" pitchFamily="2" charset="-122"/>
              </a:rPr>
              <a:t>分组交换的优点</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88866"/>
                                        </p:tgtEl>
                                        <p:attrNameLst>
                                          <p:attrName>style.visibility</p:attrName>
                                        </p:attrNameLst>
                                      </p:cBhvr>
                                      <p:to>
                                        <p:strVal val="visible"/>
                                      </p:to>
                                    </p:set>
                                    <p:animEffect transition="in" filter="wipe(left)">
                                      <p:cBhvr>
                                        <p:cTn id="7" dur="500"/>
                                        <p:tgtEl>
                                          <p:spTgt spid="11888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188867"/>
                                        </p:tgtEl>
                                        <p:attrNameLst>
                                          <p:attrName>style.visibility</p:attrName>
                                        </p:attrNameLst>
                                      </p:cBhvr>
                                      <p:to>
                                        <p:strVal val="visible"/>
                                      </p:to>
                                    </p:set>
                                    <p:animEffect transition="in" filter="wipe(up)">
                                      <p:cBhvr>
                                        <p:cTn id="12" dur="500"/>
                                        <p:tgtEl>
                                          <p:spTgt spid="11888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8866" grpId="0" animBg="1"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90914" name="Group 2">
            <a:extLst>
              <a:ext uri="{FF2B5EF4-FFF2-40B4-BE49-F238E27FC236}">
                <a16:creationId xmlns:a16="http://schemas.microsoft.com/office/drawing/2014/main" id="{08BE1E59-2CF1-4A49-9EC8-E5C82671F4CA}"/>
              </a:ext>
            </a:extLst>
          </p:cNvPr>
          <p:cNvGrpSpPr>
            <a:grpSpLocks/>
          </p:cNvGrpSpPr>
          <p:nvPr/>
        </p:nvGrpSpPr>
        <p:grpSpPr bwMode="auto">
          <a:xfrm>
            <a:off x="3709988" y="2913063"/>
            <a:ext cx="5254625" cy="1554162"/>
            <a:chOff x="1348" y="2376"/>
            <a:chExt cx="3310" cy="979"/>
          </a:xfrm>
        </p:grpSpPr>
        <p:pic>
          <p:nvPicPr>
            <p:cNvPr id="40984" name="Picture 3" descr="Mr Duh">
              <a:extLst>
                <a:ext uri="{FF2B5EF4-FFF2-40B4-BE49-F238E27FC236}">
                  <a16:creationId xmlns:a16="http://schemas.microsoft.com/office/drawing/2014/main" id="{922820AF-8F52-43FC-A912-7235AC6465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 y="2921"/>
              <a:ext cx="434"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0985" name="Group 4">
              <a:extLst>
                <a:ext uri="{FF2B5EF4-FFF2-40B4-BE49-F238E27FC236}">
                  <a16:creationId xmlns:a16="http://schemas.microsoft.com/office/drawing/2014/main" id="{7A4307BC-65D0-465B-8384-3744EDF5317C}"/>
                </a:ext>
              </a:extLst>
            </p:cNvPr>
            <p:cNvGrpSpPr>
              <a:grpSpLocks/>
            </p:cNvGrpSpPr>
            <p:nvPr/>
          </p:nvGrpSpPr>
          <p:grpSpPr bwMode="auto">
            <a:xfrm>
              <a:off x="4216" y="2376"/>
              <a:ext cx="442" cy="520"/>
              <a:chOff x="857" y="1005"/>
              <a:chExt cx="327" cy="385"/>
            </a:xfrm>
          </p:grpSpPr>
          <p:pic>
            <p:nvPicPr>
              <p:cNvPr id="40991" name="Picture 5" descr="023">
                <a:extLst>
                  <a:ext uri="{FF2B5EF4-FFF2-40B4-BE49-F238E27FC236}">
                    <a16:creationId xmlns:a16="http://schemas.microsoft.com/office/drawing/2014/main" id="{191B84F7-88A7-47EA-9EC2-3A3C72ADF5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1" y="1005"/>
                <a:ext cx="313"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2" name="Rectangle 6">
                <a:extLst>
                  <a:ext uri="{FF2B5EF4-FFF2-40B4-BE49-F238E27FC236}">
                    <a16:creationId xmlns:a16="http://schemas.microsoft.com/office/drawing/2014/main" id="{91A8D68F-D5EF-4FA8-AD59-60FCB7598F97}"/>
                  </a:ext>
                </a:extLst>
              </p:cNvPr>
              <p:cNvSpPr>
                <a:spLocks noChangeArrowheads="1"/>
              </p:cNvSpPr>
              <p:nvPr/>
            </p:nvSpPr>
            <p:spPr bwMode="auto">
              <a:xfrm>
                <a:off x="857" y="1300"/>
                <a:ext cx="322" cy="90"/>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40993" name="Rectangle 7">
                <a:extLst>
                  <a:ext uri="{FF2B5EF4-FFF2-40B4-BE49-F238E27FC236}">
                    <a16:creationId xmlns:a16="http://schemas.microsoft.com/office/drawing/2014/main" id="{E02A6DD4-69C0-4C92-9D08-9620F2BC1337}"/>
                  </a:ext>
                </a:extLst>
              </p:cNvPr>
              <p:cNvSpPr>
                <a:spLocks noChangeArrowheads="1"/>
              </p:cNvSpPr>
              <p:nvPr/>
            </p:nvSpPr>
            <p:spPr bwMode="auto">
              <a:xfrm>
                <a:off x="979" y="1309"/>
                <a:ext cx="155" cy="34"/>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40986" name="Group 8">
              <a:extLst>
                <a:ext uri="{FF2B5EF4-FFF2-40B4-BE49-F238E27FC236}">
                  <a16:creationId xmlns:a16="http://schemas.microsoft.com/office/drawing/2014/main" id="{1A0DD176-5D76-479E-84C3-8256EAB62AC6}"/>
                </a:ext>
              </a:extLst>
            </p:cNvPr>
            <p:cNvGrpSpPr>
              <a:grpSpLocks/>
            </p:cNvGrpSpPr>
            <p:nvPr/>
          </p:nvGrpSpPr>
          <p:grpSpPr bwMode="auto">
            <a:xfrm>
              <a:off x="1348" y="2388"/>
              <a:ext cx="442" cy="520"/>
              <a:chOff x="857" y="1005"/>
              <a:chExt cx="327" cy="385"/>
            </a:xfrm>
          </p:grpSpPr>
          <p:pic>
            <p:nvPicPr>
              <p:cNvPr id="40988" name="Picture 9" descr="023">
                <a:extLst>
                  <a:ext uri="{FF2B5EF4-FFF2-40B4-BE49-F238E27FC236}">
                    <a16:creationId xmlns:a16="http://schemas.microsoft.com/office/drawing/2014/main" id="{97744249-3B61-4D1F-90F2-E31D4EB29A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1" y="1005"/>
                <a:ext cx="313"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9" name="Rectangle 10">
                <a:extLst>
                  <a:ext uri="{FF2B5EF4-FFF2-40B4-BE49-F238E27FC236}">
                    <a16:creationId xmlns:a16="http://schemas.microsoft.com/office/drawing/2014/main" id="{07C4BF4C-A09C-41B1-BD4C-8DD22B8397E0}"/>
                  </a:ext>
                </a:extLst>
              </p:cNvPr>
              <p:cNvSpPr>
                <a:spLocks noChangeArrowheads="1"/>
              </p:cNvSpPr>
              <p:nvPr/>
            </p:nvSpPr>
            <p:spPr bwMode="auto">
              <a:xfrm>
                <a:off x="857" y="1300"/>
                <a:ext cx="322" cy="90"/>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40990" name="Rectangle 11">
                <a:extLst>
                  <a:ext uri="{FF2B5EF4-FFF2-40B4-BE49-F238E27FC236}">
                    <a16:creationId xmlns:a16="http://schemas.microsoft.com/office/drawing/2014/main" id="{ADFA8DBD-26BA-42E5-B199-D9A6A2C675E4}"/>
                  </a:ext>
                </a:extLst>
              </p:cNvPr>
              <p:cNvSpPr>
                <a:spLocks noChangeArrowheads="1"/>
              </p:cNvSpPr>
              <p:nvPr/>
            </p:nvSpPr>
            <p:spPr bwMode="auto">
              <a:xfrm>
                <a:off x="979" y="1309"/>
                <a:ext cx="155" cy="34"/>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pic>
          <p:nvPicPr>
            <p:cNvPr id="40987" name="Picture 12" descr="Brunette C">
              <a:extLst>
                <a:ext uri="{FF2B5EF4-FFF2-40B4-BE49-F238E27FC236}">
                  <a16:creationId xmlns:a16="http://schemas.microsoft.com/office/drawing/2014/main" id="{B339FAC1-B058-49DD-A3B6-67D13C9073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7" y="2909"/>
              <a:ext cx="422"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90925" name="Text Box 13">
            <a:extLst>
              <a:ext uri="{FF2B5EF4-FFF2-40B4-BE49-F238E27FC236}">
                <a16:creationId xmlns:a16="http://schemas.microsoft.com/office/drawing/2014/main" id="{17A8BEC5-1CE6-4EEA-8CB4-5E8F579FA058}"/>
              </a:ext>
            </a:extLst>
          </p:cNvPr>
          <p:cNvSpPr txBox="1">
            <a:spLocks noChangeArrowheads="1"/>
          </p:cNvSpPr>
          <p:nvPr/>
        </p:nvSpPr>
        <p:spPr bwMode="auto">
          <a:xfrm>
            <a:off x="3716338" y="1339850"/>
            <a:ext cx="4557712" cy="612775"/>
          </a:xfrm>
          <a:prstGeom prst="rect">
            <a:avLst/>
          </a:prstGeom>
          <a:solidFill>
            <a:srgbClr val="93DBFF"/>
          </a:solidFill>
          <a:ln w="9525">
            <a:solidFill>
              <a:srgbClr val="FF9900"/>
            </a:solidFill>
            <a:miter lim="800000"/>
            <a:headEnd/>
            <a:tailEnd/>
          </a:ln>
          <a:effectLst>
            <a:outerShdw dist="35921" dir="2700000" algn="ctr" rotWithShape="0">
              <a:schemeClr val="bg2"/>
            </a:outerShdw>
          </a:effec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30000"/>
              </a:lnSpc>
              <a:spcBef>
                <a:spcPct val="0"/>
              </a:spcBef>
              <a:buClrTx/>
              <a:buSzTx/>
              <a:buFontTx/>
              <a:buNone/>
            </a:pPr>
            <a:r>
              <a:rPr lang="en-US" altLang="zh-CN" sz="2800" b="1">
                <a:latin typeface="华文楷体" panose="02010600040101010101" pitchFamily="2" charset="-122"/>
                <a:ea typeface="华文楷体" panose="02010600040101010101" pitchFamily="2" charset="-122"/>
              </a:rPr>
              <a:t>(2) </a:t>
            </a:r>
            <a:r>
              <a:rPr lang="zh-CN" altLang="en-US" sz="2800" b="1">
                <a:latin typeface="华文楷体" panose="02010600040101010101" pitchFamily="2" charset="-122"/>
                <a:ea typeface="华文楷体" panose="02010600040101010101" pitchFamily="2" charset="-122"/>
              </a:rPr>
              <a:t>提高系统的可靠性。</a:t>
            </a:r>
          </a:p>
        </p:txBody>
      </p:sp>
      <p:grpSp>
        <p:nvGrpSpPr>
          <p:cNvPr id="1190926" name="Group 14">
            <a:extLst>
              <a:ext uri="{FF2B5EF4-FFF2-40B4-BE49-F238E27FC236}">
                <a16:creationId xmlns:a16="http://schemas.microsoft.com/office/drawing/2014/main" id="{D01BEDAE-B9EB-4039-931B-9FDD53D7527C}"/>
              </a:ext>
            </a:extLst>
          </p:cNvPr>
          <p:cNvGrpSpPr>
            <a:grpSpLocks/>
          </p:cNvGrpSpPr>
          <p:nvPr/>
        </p:nvGrpSpPr>
        <p:grpSpPr bwMode="auto">
          <a:xfrm>
            <a:off x="2274888" y="2874963"/>
            <a:ext cx="1238250" cy="762000"/>
            <a:chOff x="444" y="2352"/>
            <a:chExt cx="780" cy="480"/>
          </a:xfrm>
        </p:grpSpPr>
        <p:sp>
          <p:nvSpPr>
            <p:cNvPr id="40981" name="AutoShape 15">
              <a:extLst>
                <a:ext uri="{FF2B5EF4-FFF2-40B4-BE49-F238E27FC236}">
                  <a16:creationId xmlns:a16="http://schemas.microsoft.com/office/drawing/2014/main" id="{B57EB517-2FF1-40F5-8779-612B0CF464C2}"/>
                </a:ext>
              </a:extLst>
            </p:cNvPr>
            <p:cNvSpPr>
              <a:spLocks noChangeArrowheads="1"/>
            </p:cNvSpPr>
            <p:nvPr/>
          </p:nvSpPr>
          <p:spPr bwMode="auto">
            <a:xfrm>
              <a:off x="444" y="2556"/>
              <a:ext cx="360" cy="276"/>
            </a:xfrm>
            <a:prstGeom prst="flowChartDocument">
              <a:avLst/>
            </a:prstGeom>
            <a:solidFill>
              <a:srgbClr val="FFE7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800" b="1">
                  <a:latin typeface="Times New Roman" panose="02020603050405020304" pitchFamily="18" charset="0"/>
                </a:rPr>
                <a:t>你</a:t>
              </a:r>
            </a:p>
          </p:txBody>
        </p:sp>
        <p:sp>
          <p:nvSpPr>
            <p:cNvPr id="40982" name="AutoShape 16">
              <a:extLst>
                <a:ext uri="{FF2B5EF4-FFF2-40B4-BE49-F238E27FC236}">
                  <a16:creationId xmlns:a16="http://schemas.microsoft.com/office/drawing/2014/main" id="{39900CD8-4DEF-4673-8FA8-5923D37C8EC6}"/>
                </a:ext>
              </a:extLst>
            </p:cNvPr>
            <p:cNvSpPr>
              <a:spLocks noChangeArrowheads="1"/>
            </p:cNvSpPr>
            <p:nvPr/>
          </p:nvSpPr>
          <p:spPr bwMode="auto">
            <a:xfrm>
              <a:off x="660" y="2448"/>
              <a:ext cx="360" cy="276"/>
            </a:xfrm>
            <a:prstGeom prst="flowChartDocument">
              <a:avLst/>
            </a:prstGeom>
            <a:solidFill>
              <a:srgbClr val="FFE7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800" b="1">
                  <a:latin typeface="Times New Roman" panose="02020603050405020304" pitchFamily="18" charset="0"/>
                </a:rPr>
                <a:t>爱</a:t>
              </a:r>
            </a:p>
          </p:txBody>
        </p:sp>
        <p:sp>
          <p:nvSpPr>
            <p:cNvPr id="40983" name="AutoShape 17">
              <a:extLst>
                <a:ext uri="{FF2B5EF4-FFF2-40B4-BE49-F238E27FC236}">
                  <a16:creationId xmlns:a16="http://schemas.microsoft.com/office/drawing/2014/main" id="{72FCA221-3055-444B-A7D2-645BF079AC4C}"/>
                </a:ext>
              </a:extLst>
            </p:cNvPr>
            <p:cNvSpPr>
              <a:spLocks noChangeArrowheads="1"/>
            </p:cNvSpPr>
            <p:nvPr/>
          </p:nvSpPr>
          <p:spPr bwMode="auto">
            <a:xfrm>
              <a:off x="864" y="2352"/>
              <a:ext cx="360" cy="276"/>
            </a:xfrm>
            <a:prstGeom prst="flowChartDocument">
              <a:avLst/>
            </a:prstGeom>
            <a:solidFill>
              <a:srgbClr val="FFE7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800" b="1">
                  <a:latin typeface="Times New Roman" panose="02020603050405020304" pitchFamily="18" charset="0"/>
                </a:rPr>
                <a:t>我</a:t>
              </a:r>
            </a:p>
          </p:txBody>
        </p:sp>
      </p:grpSp>
      <p:grpSp>
        <p:nvGrpSpPr>
          <p:cNvPr id="1190930" name="Group 18">
            <a:extLst>
              <a:ext uri="{FF2B5EF4-FFF2-40B4-BE49-F238E27FC236}">
                <a16:creationId xmlns:a16="http://schemas.microsoft.com/office/drawing/2014/main" id="{3D5846CF-7336-4110-A5A3-2FE6F379FB15}"/>
              </a:ext>
            </a:extLst>
          </p:cNvPr>
          <p:cNvGrpSpPr>
            <a:grpSpLocks/>
          </p:cNvGrpSpPr>
          <p:nvPr/>
        </p:nvGrpSpPr>
        <p:grpSpPr bwMode="auto">
          <a:xfrm>
            <a:off x="4465638" y="3351213"/>
            <a:ext cx="3695700" cy="438150"/>
            <a:chOff x="1824" y="2652"/>
            <a:chExt cx="2328" cy="276"/>
          </a:xfrm>
        </p:grpSpPr>
        <p:sp>
          <p:nvSpPr>
            <p:cNvPr id="40978" name="Line 19">
              <a:extLst>
                <a:ext uri="{FF2B5EF4-FFF2-40B4-BE49-F238E27FC236}">
                  <a16:creationId xmlns:a16="http://schemas.microsoft.com/office/drawing/2014/main" id="{7850A40C-721A-4C32-835B-DE56401F9198}"/>
                </a:ext>
              </a:extLst>
            </p:cNvPr>
            <p:cNvSpPr>
              <a:spLocks noChangeShapeType="1"/>
            </p:cNvSpPr>
            <p:nvPr/>
          </p:nvSpPr>
          <p:spPr bwMode="auto">
            <a:xfrm>
              <a:off x="1824" y="2796"/>
              <a:ext cx="2328" cy="0"/>
            </a:xfrm>
            <a:prstGeom prst="line">
              <a:avLst/>
            </a:prstGeom>
            <a:noFill/>
            <a:ln w="38100">
              <a:solidFill>
                <a:schemeClr val="folHlink"/>
              </a:solidFill>
              <a:miter lim="800000"/>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0979" name="AutoShape 20">
              <a:extLst>
                <a:ext uri="{FF2B5EF4-FFF2-40B4-BE49-F238E27FC236}">
                  <a16:creationId xmlns:a16="http://schemas.microsoft.com/office/drawing/2014/main" id="{3F9666E0-B8D2-480B-99AF-000446CC6913}"/>
                </a:ext>
              </a:extLst>
            </p:cNvPr>
            <p:cNvSpPr>
              <a:spLocks noChangeArrowheads="1"/>
            </p:cNvSpPr>
            <p:nvPr/>
          </p:nvSpPr>
          <p:spPr bwMode="auto">
            <a:xfrm>
              <a:off x="3552" y="2652"/>
              <a:ext cx="360" cy="276"/>
            </a:xfrm>
            <a:prstGeom prst="flowChartDocument">
              <a:avLst/>
            </a:prstGeom>
            <a:solidFill>
              <a:srgbClr val="FFE7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800" b="1">
                  <a:latin typeface="Times New Roman" panose="02020603050405020304" pitchFamily="18" charset="0"/>
                </a:rPr>
                <a:t>我</a:t>
              </a:r>
            </a:p>
          </p:txBody>
        </p:sp>
        <p:sp>
          <p:nvSpPr>
            <p:cNvPr id="40980" name="AutoShape 21">
              <a:extLst>
                <a:ext uri="{FF2B5EF4-FFF2-40B4-BE49-F238E27FC236}">
                  <a16:creationId xmlns:a16="http://schemas.microsoft.com/office/drawing/2014/main" id="{BBA3CFB9-42FA-4305-B669-4434125BE80B}"/>
                </a:ext>
              </a:extLst>
            </p:cNvPr>
            <p:cNvSpPr>
              <a:spLocks noChangeArrowheads="1"/>
            </p:cNvSpPr>
            <p:nvPr/>
          </p:nvSpPr>
          <p:spPr bwMode="auto">
            <a:xfrm>
              <a:off x="3156" y="2652"/>
              <a:ext cx="360" cy="276"/>
            </a:xfrm>
            <a:prstGeom prst="flowChartDocument">
              <a:avLst/>
            </a:prstGeom>
            <a:solidFill>
              <a:srgbClr val="FFE7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800" b="1">
                  <a:latin typeface="Times New Roman" panose="02020603050405020304" pitchFamily="18" charset="0"/>
                </a:rPr>
                <a:t>爱</a:t>
              </a:r>
            </a:p>
          </p:txBody>
        </p:sp>
      </p:grpSp>
      <p:grpSp>
        <p:nvGrpSpPr>
          <p:cNvPr id="1190934" name="Group 22">
            <a:extLst>
              <a:ext uri="{FF2B5EF4-FFF2-40B4-BE49-F238E27FC236}">
                <a16:creationId xmlns:a16="http://schemas.microsoft.com/office/drawing/2014/main" id="{246BDA38-377D-4221-B853-0D67EDAB89A9}"/>
              </a:ext>
            </a:extLst>
          </p:cNvPr>
          <p:cNvGrpSpPr>
            <a:grpSpLocks/>
          </p:cNvGrpSpPr>
          <p:nvPr/>
        </p:nvGrpSpPr>
        <p:grpSpPr bwMode="auto">
          <a:xfrm>
            <a:off x="4503738" y="2487613"/>
            <a:ext cx="3714750" cy="844550"/>
            <a:chOff x="1848" y="2108"/>
            <a:chExt cx="2340" cy="532"/>
          </a:xfrm>
        </p:grpSpPr>
        <p:sp>
          <p:nvSpPr>
            <p:cNvPr id="40976" name="Freeform 23">
              <a:extLst>
                <a:ext uri="{FF2B5EF4-FFF2-40B4-BE49-F238E27FC236}">
                  <a16:creationId xmlns:a16="http://schemas.microsoft.com/office/drawing/2014/main" id="{7E6186DC-D2CE-40B6-A1C9-E4AED98D535A}"/>
                </a:ext>
              </a:extLst>
            </p:cNvPr>
            <p:cNvSpPr>
              <a:spLocks/>
            </p:cNvSpPr>
            <p:nvPr/>
          </p:nvSpPr>
          <p:spPr bwMode="auto">
            <a:xfrm>
              <a:off x="1848" y="2108"/>
              <a:ext cx="2340" cy="532"/>
            </a:xfrm>
            <a:custGeom>
              <a:avLst/>
              <a:gdLst>
                <a:gd name="T0" fmla="*/ 0 w 1944"/>
                <a:gd name="T1" fmla="*/ 2047 h 448"/>
                <a:gd name="T2" fmla="*/ 3435 w 1944"/>
                <a:gd name="T3" fmla="*/ 300 h 448"/>
                <a:gd name="T4" fmla="*/ 6877 w 1944"/>
                <a:gd name="T5" fmla="*/ 300 h 448"/>
                <a:gd name="T6" fmla="*/ 10316 w 1944"/>
                <a:gd name="T7" fmla="*/ 2107 h 4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44" h="448">
                  <a:moveTo>
                    <a:pt x="0" y="436"/>
                  </a:moveTo>
                  <a:cubicBezTo>
                    <a:pt x="216" y="281"/>
                    <a:pt x="432" y="126"/>
                    <a:pt x="648" y="64"/>
                  </a:cubicBezTo>
                  <a:cubicBezTo>
                    <a:pt x="864" y="2"/>
                    <a:pt x="1080" y="0"/>
                    <a:pt x="1296" y="64"/>
                  </a:cubicBezTo>
                  <a:cubicBezTo>
                    <a:pt x="1512" y="128"/>
                    <a:pt x="1836" y="384"/>
                    <a:pt x="1944" y="448"/>
                  </a:cubicBezTo>
                </a:path>
              </a:pathLst>
            </a:custGeom>
            <a:noFill/>
            <a:ln w="38100" cap="flat" cmpd="sng">
              <a:solidFill>
                <a:schemeClr val="folHlink"/>
              </a:solidFill>
              <a:prstDash val="solid"/>
              <a:miter lim="800000"/>
              <a:headEnd type="none" w="med" len="me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0977" name="AutoShape 24">
              <a:extLst>
                <a:ext uri="{FF2B5EF4-FFF2-40B4-BE49-F238E27FC236}">
                  <a16:creationId xmlns:a16="http://schemas.microsoft.com/office/drawing/2014/main" id="{8A428AD3-7508-4131-9CD1-ACE2EF349C6F}"/>
                </a:ext>
              </a:extLst>
            </p:cNvPr>
            <p:cNvSpPr>
              <a:spLocks noChangeArrowheads="1"/>
            </p:cNvSpPr>
            <p:nvPr/>
          </p:nvSpPr>
          <p:spPr bwMode="auto">
            <a:xfrm>
              <a:off x="2304" y="2124"/>
              <a:ext cx="360" cy="276"/>
            </a:xfrm>
            <a:prstGeom prst="flowChartDocumen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800" b="1">
                  <a:latin typeface="Times New Roman" panose="02020603050405020304" pitchFamily="18" charset="0"/>
                </a:rPr>
                <a:t>你</a:t>
              </a:r>
            </a:p>
          </p:txBody>
        </p:sp>
      </p:grpSp>
      <p:sp>
        <p:nvSpPr>
          <p:cNvPr id="1190937" name="AutoShape 25">
            <a:extLst>
              <a:ext uri="{FF2B5EF4-FFF2-40B4-BE49-F238E27FC236}">
                <a16:creationId xmlns:a16="http://schemas.microsoft.com/office/drawing/2014/main" id="{99D15F39-B01F-40F7-A45B-375B7B6745DD}"/>
              </a:ext>
            </a:extLst>
          </p:cNvPr>
          <p:cNvSpPr>
            <a:spLocks noChangeArrowheads="1"/>
          </p:cNvSpPr>
          <p:nvPr/>
        </p:nvSpPr>
        <p:spPr bwMode="auto">
          <a:xfrm>
            <a:off x="9132888" y="3617913"/>
            <a:ext cx="571500" cy="438150"/>
          </a:xfrm>
          <a:prstGeom prst="flowChartDocument">
            <a:avLst/>
          </a:prstGeom>
          <a:solidFill>
            <a:srgbClr val="FFE7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800" b="1">
                <a:latin typeface="Times New Roman" panose="02020603050405020304" pitchFamily="18" charset="0"/>
              </a:rPr>
              <a:t>你</a:t>
            </a:r>
          </a:p>
        </p:txBody>
      </p:sp>
      <p:grpSp>
        <p:nvGrpSpPr>
          <p:cNvPr id="1190938" name="Group 26">
            <a:extLst>
              <a:ext uri="{FF2B5EF4-FFF2-40B4-BE49-F238E27FC236}">
                <a16:creationId xmlns:a16="http://schemas.microsoft.com/office/drawing/2014/main" id="{C09AE5B4-87DF-4A12-9995-39D507BB9A19}"/>
              </a:ext>
            </a:extLst>
          </p:cNvPr>
          <p:cNvGrpSpPr>
            <a:grpSpLocks/>
          </p:cNvGrpSpPr>
          <p:nvPr/>
        </p:nvGrpSpPr>
        <p:grpSpPr bwMode="auto">
          <a:xfrm>
            <a:off x="9151938" y="2741613"/>
            <a:ext cx="571500" cy="876300"/>
            <a:chOff x="4776" y="2268"/>
            <a:chExt cx="360" cy="552"/>
          </a:xfrm>
        </p:grpSpPr>
        <p:sp>
          <p:nvSpPr>
            <p:cNvPr id="40974" name="AutoShape 27">
              <a:extLst>
                <a:ext uri="{FF2B5EF4-FFF2-40B4-BE49-F238E27FC236}">
                  <a16:creationId xmlns:a16="http://schemas.microsoft.com/office/drawing/2014/main" id="{A5CFB658-2C50-44DA-B0C0-9D6781F47155}"/>
                </a:ext>
              </a:extLst>
            </p:cNvPr>
            <p:cNvSpPr>
              <a:spLocks noChangeArrowheads="1"/>
            </p:cNvSpPr>
            <p:nvPr/>
          </p:nvSpPr>
          <p:spPr bwMode="auto">
            <a:xfrm>
              <a:off x="4776" y="2544"/>
              <a:ext cx="360" cy="276"/>
            </a:xfrm>
            <a:prstGeom prst="flowChartDocument">
              <a:avLst/>
            </a:prstGeom>
            <a:solidFill>
              <a:srgbClr val="FFE7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800" b="1">
                  <a:latin typeface="Times New Roman" panose="02020603050405020304" pitchFamily="18" charset="0"/>
                </a:rPr>
                <a:t>爱</a:t>
              </a:r>
            </a:p>
          </p:txBody>
        </p:sp>
        <p:sp>
          <p:nvSpPr>
            <p:cNvPr id="40975" name="AutoShape 28">
              <a:extLst>
                <a:ext uri="{FF2B5EF4-FFF2-40B4-BE49-F238E27FC236}">
                  <a16:creationId xmlns:a16="http://schemas.microsoft.com/office/drawing/2014/main" id="{5AF99519-1DD2-4A99-9E36-D31B0F6DDFDC}"/>
                </a:ext>
              </a:extLst>
            </p:cNvPr>
            <p:cNvSpPr>
              <a:spLocks noChangeArrowheads="1"/>
            </p:cNvSpPr>
            <p:nvPr/>
          </p:nvSpPr>
          <p:spPr bwMode="auto">
            <a:xfrm>
              <a:off x="4776" y="2268"/>
              <a:ext cx="360" cy="276"/>
            </a:xfrm>
            <a:prstGeom prst="flowChartDocument">
              <a:avLst/>
            </a:prstGeom>
            <a:solidFill>
              <a:srgbClr val="FFE7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800" b="1">
                  <a:latin typeface="Times New Roman" panose="02020603050405020304" pitchFamily="18" charset="0"/>
                </a:rPr>
                <a:t>我</a:t>
              </a:r>
            </a:p>
          </p:txBody>
        </p:sp>
      </p:grpSp>
      <p:sp>
        <p:nvSpPr>
          <p:cNvPr id="1190941" name="AutoShape 29">
            <a:extLst>
              <a:ext uri="{FF2B5EF4-FFF2-40B4-BE49-F238E27FC236}">
                <a16:creationId xmlns:a16="http://schemas.microsoft.com/office/drawing/2014/main" id="{7A83E05E-8B04-4587-BEED-C2F2DBB453C3}"/>
              </a:ext>
            </a:extLst>
          </p:cNvPr>
          <p:cNvSpPr>
            <a:spLocks noChangeArrowheads="1"/>
          </p:cNvSpPr>
          <p:nvPr/>
        </p:nvSpPr>
        <p:spPr bwMode="auto">
          <a:xfrm>
            <a:off x="5494338" y="3294063"/>
            <a:ext cx="971550" cy="495300"/>
          </a:xfrm>
          <a:prstGeom prst="irregularSeal1">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1190942" name="AutoShape 30">
            <a:extLst>
              <a:ext uri="{FF2B5EF4-FFF2-40B4-BE49-F238E27FC236}">
                <a16:creationId xmlns:a16="http://schemas.microsoft.com/office/drawing/2014/main" id="{D2BC544D-70C9-46B3-8677-458E6A8F5273}"/>
              </a:ext>
            </a:extLst>
          </p:cNvPr>
          <p:cNvSpPr>
            <a:spLocks noChangeArrowheads="1"/>
          </p:cNvSpPr>
          <p:nvPr/>
        </p:nvSpPr>
        <p:spPr bwMode="auto">
          <a:xfrm>
            <a:off x="4675188" y="3351213"/>
            <a:ext cx="571500" cy="438150"/>
          </a:xfrm>
          <a:prstGeom prst="flowChartDocument">
            <a:avLst/>
          </a:prstGeom>
          <a:solidFill>
            <a:srgbClr val="FFE7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800" b="1">
                <a:latin typeface="Times New Roman" panose="02020603050405020304" pitchFamily="18" charset="0"/>
              </a:rPr>
              <a:t>你</a:t>
            </a:r>
          </a:p>
        </p:txBody>
      </p:sp>
      <p:sp>
        <p:nvSpPr>
          <p:cNvPr id="1190943" name="AutoShape 31">
            <a:extLst>
              <a:ext uri="{FF2B5EF4-FFF2-40B4-BE49-F238E27FC236}">
                <a16:creationId xmlns:a16="http://schemas.microsoft.com/office/drawing/2014/main" id="{A95D5AB8-1B17-4A2B-8615-3A5DB538D734}"/>
              </a:ext>
            </a:extLst>
          </p:cNvPr>
          <p:cNvSpPr>
            <a:spLocks noChangeArrowheads="1"/>
          </p:cNvSpPr>
          <p:nvPr/>
        </p:nvSpPr>
        <p:spPr bwMode="auto">
          <a:xfrm>
            <a:off x="1817688" y="4056063"/>
            <a:ext cx="1657350" cy="1428750"/>
          </a:xfrm>
          <a:prstGeom prst="cloudCallout">
            <a:avLst>
              <a:gd name="adj1" fmla="val 70213"/>
              <a:gd name="adj2" fmla="val -26778"/>
            </a:avLst>
          </a:prstGeom>
          <a:solidFill>
            <a:srgbClr val="FFE7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400" b="1">
                <a:latin typeface="Times New Roman" panose="02020603050405020304" pitchFamily="18" charset="0"/>
              </a:rPr>
              <a:t>我要对你说</a:t>
            </a:r>
          </a:p>
          <a:p>
            <a:pPr algn="ctr" eaLnBrk="1" hangingPunct="1">
              <a:spcBef>
                <a:spcPct val="0"/>
              </a:spcBef>
              <a:buClrTx/>
              <a:buSzTx/>
              <a:buFontTx/>
              <a:buNone/>
            </a:pPr>
            <a:endParaRPr lang="en-US" altLang="zh-CN" sz="2800" b="1">
              <a:latin typeface="Times New Roman" panose="02020603050405020304" pitchFamily="18" charset="0"/>
            </a:endParaRPr>
          </a:p>
        </p:txBody>
      </p:sp>
      <p:sp>
        <p:nvSpPr>
          <p:cNvPr id="1190944" name="AutoShape 32">
            <a:extLst>
              <a:ext uri="{FF2B5EF4-FFF2-40B4-BE49-F238E27FC236}">
                <a16:creationId xmlns:a16="http://schemas.microsoft.com/office/drawing/2014/main" id="{2A0C66EA-D196-4410-9A2F-D99800AF738F}"/>
              </a:ext>
            </a:extLst>
          </p:cNvPr>
          <p:cNvSpPr>
            <a:spLocks noChangeArrowheads="1"/>
          </p:cNvSpPr>
          <p:nvPr/>
        </p:nvSpPr>
        <p:spPr bwMode="auto">
          <a:xfrm>
            <a:off x="5703888" y="4418013"/>
            <a:ext cx="2057400" cy="1219200"/>
          </a:xfrm>
          <a:prstGeom prst="cloudCallout">
            <a:avLst>
              <a:gd name="adj1" fmla="val 72764"/>
              <a:gd name="adj2" fmla="val -63412"/>
            </a:avLst>
          </a:prstGeom>
          <a:solidFill>
            <a:srgbClr val="FFE7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400" b="1">
                <a:latin typeface="Times New Roman" panose="02020603050405020304" pitchFamily="18" charset="0"/>
              </a:rPr>
              <a:t>他爱“睡觉”？</a:t>
            </a:r>
            <a:endParaRPr lang="zh-CN" altLang="en-US" sz="2800" b="1">
              <a:latin typeface="Times New Roman" panose="02020603050405020304" pitchFamily="18" charset="0"/>
            </a:endParaRPr>
          </a:p>
        </p:txBody>
      </p:sp>
      <p:sp>
        <p:nvSpPr>
          <p:cNvPr id="40973" name="Rectangle 33">
            <a:extLst>
              <a:ext uri="{FF2B5EF4-FFF2-40B4-BE49-F238E27FC236}">
                <a16:creationId xmlns:a16="http://schemas.microsoft.com/office/drawing/2014/main" id="{27D51BF3-B8B9-4F59-8E1E-D5A8C76ABE93}"/>
              </a:ext>
            </a:extLst>
          </p:cNvPr>
          <p:cNvSpPr>
            <a:spLocks noGrp="1" noChangeArrowheads="1"/>
          </p:cNvSpPr>
          <p:nvPr>
            <p:ph type="title" idx="4294967295"/>
          </p:nvPr>
        </p:nvSpPr>
        <p:spPr>
          <a:xfrm>
            <a:off x="3327400" y="115888"/>
            <a:ext cx="5505450" cy="828675"/>
          </a:xfrm>
          <a:noFill/>
        </p:spPr>
        <p:txBody>
          <a:bodyPr/>
          <a:lstStyle/>
          <a:p>
            <a:pPr eaLnBrk="1" hangingPunct="1"/>
            <a:r>
              <a:rPr lang="zh-CN" altLang="en-US">
                <a:ea typeface="华文楷体" panose="02010600040101010101" pitchFamily="2" charset="-122"/>
              </a:rPr>
              <a:t>分组交换的优点</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90925"/>
                                        </p:tgtEl>
                                        <p:attrNameLst>
                                          <p:attrName>style.visibility</p:attrName>
                                        </p:attrNameLst>
                                      </p:cBhvr>
                                      <p:to>
                                        <p:strVal val="visible"/>
                                      </p:to>
                                    </p:set>
                                    <p:animEffect transition="in" filter="wipe(left)">
                                      <p:cBhvr>
                                        <p:cTn id="7" dur="500"/>
                                        <p:tgtEl>
                                          <p:spTgt spid="11909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90914"/>
                                        </p:tgtEl>
                                        <p:attrNameLst>
                                          <p:attrName>style.visibility</p:attrName>
                                        </p:attrNameLst>
                                      </p:cBhvr>
                                      <p:to>
                                        <p:strVal val="visible"/>
                                      </p:to>
                                    </p:set>
                                    <p:animEffect transition="in" filter="wipe(left)">
                                      <p:cBhvr>
                                        <p:cTn id="12" dur="500"/>
                                        <p:tgtEl>
                                          <p:spTgt spid="11909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1190943"/>
                                        </p:tgtEl>
                                        <p:attrNameLst>
                                          <p:attrName>style.visibility</p:attrName>
                                        </p:attrNameLst>
                                      </p:cBhvr>
                                      <p:to>
                                        <p:strVal val="visible"/>
                                      </p:to>
                                    </p:set>
                                    <p:animEffect transition="in" filter="wipe(right)">
                                      <p:cBhvr>
                                        <p:cTn id="17" dur="500"/>
                                        <p:tgtEl>
                                          <p:spTgt spid="11909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90926"/>
                                        </p:tgtEl>
                                        <p:attrNameLst>
                                          <p:attrName>style.visibility</p:attrName>
                                        </p:attrNameLst>
                                      </p:cBhvr>
                                      <p:to>
                                        <p:strVal val="visible"/>
                                      </p:to>
                                    </p:set>
                                    <p:animEffect transition="in" filter="wipe(left)">
                                      <p:cBhvr>
                                        <p:cTn id="22" dur="500"/>
                                        <p:tgtEl>
                                          <p:spTgt spid="11909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190930"/>
                                        </p:tgtEl>
                                        <p:attrNameLst>
                                          <p:attrName>style.visibility</p:attrName>
                                        </p:attrNameLst>
                                      </p:cBhvr>
                                      <p:to>
                                        <p:strVal val="visible"/>
                                      </p:to>
                                    </p:set>
                                    <p:animEffect transition="in" filter="wipe(left)">
                                      <p:cBhvr>
                                        <p:cTn id="27" dur="500"/>
                                        <p:tgtEl>
                                          <p:spTgt spid="119093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1190938"/>
                                        </p:tgtEl>
                                        <p:attrNameLst>
                                          <p:attrName>style.visibility</p:attrName>
                                        </p:attrNameLst>
                                      </p:cBhvr>
                                      <p:to>
                                        <p:strVal val="visible"/>
                                      </p:to>
                                    </p:set>
                                    <p:animEffect transition="in" filter="wipe(up)">
                                      <p:cBhvr>
                                        <p:cTn id="32" dur="500"/>
                                        <p:tgtEl>
                                          <p:spTgt spid="119093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90942"/>
                                        </p:tgtEl>
                                        <p:attrNameLst>
                                          <p:attrName>style.visibility</p:attrName>
                                        </p:attrNameLst>
                                      </p:cBhvr>
                                      <p:to>
                                        <p:strVal val="visible"/>
                                      </p:to>
                                    </p:set>
                                    <p:animEffect transition="in" filter="wipe(left)">
                                      <p:cBhvr>
                                        <p:cTn id="37" dur="500"/>
                                        <p:tgtEl>
                                          <p:spTgt spid="119094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37" fill="hold" grpId="0" nodeType="clickEffect">
                                  <p:stCondLst>
                                    <p:cond delay="0"/>
                                  </p:stCondLst>
                                  <p:childTnLst>
                                    <p:set>
                                      <p:cBhvr>
                                        <p:cTn id="41" dur="1" fill="hold">
                                          <p:stCondLst>
                                            <p:cond delay="0"/>
                                          </p:stCondLst>
                                        </p:cTn>
                                        <p:tgtEl>
                                          <p:spTgt spid="1190941"/>
                                        </p:tgtEl>
                                        <p:attrNameLst>
                                          <p:attrName>style.visibility</p:attrName>
                                        </p:attrNameLst>
                                      </p:cBhvr>
                                      <p:to>
                                        <p:strVal val="visible"/>
                                      </p:to>
                                    </p:set>
                                    <p:animEffect transition="in" filter="barn(outVertical)">
                                      <p:cBhvr>
                                        <p:cTn id="42" dur="500"/>
                                        <p:tgtEl>
                                          <p:spTgt spid="119094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2" fill="hold" grpId="0" nodeType="clickEffect">
                                  <p:stCondLst>
                                    <p:cond delay="0"/>
                                  </p:stCondLst>
                                  <p:childTnLst>
                                    <p:set>
                                      <p:cBhvr>
                                        <p:cTn id="46" dur="1" fill="hold">
                                          <p:stCondLst>
                                            <p:cond delay="0"/>
                                          </p:stCondLst>
                                        </p:cTn>
                                        <p:tgtEl>
                                          <p:spTgt spid="1190944"/>
                                        </p:tgtEl>
                                        <p:attrNameLst>
                                          <p:attrName>style.visibility</p:attrName>
                                        </p:attrNameLst>
                                      </p:cBhvr>
                                      <p:to>
                                        <p:strVal val="visible"/>
                                      </p:to>
                                    </p:set>
                                    <p:animEffect transition="in" filter="wipe(right)">
                                      <p:cBhvr>
                                        <p:cTn id="47" dur="500"/>
                                        <p:tgtEl>
                                          <p:spTgt spid="119094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190934"/>
                                        </p:tgtEl>
                                        <p:attrNameLst>
                                          <p:attrName>style.visibility</p:attrName>
                                        </p:attrNameLst>
                                      </p:cBhvr>
                                      <p:to>
                                        <p:strVal val="visible"/>
                                      </p:to>
                                    </p:set>
                                    <p:animEffect transition="in" filter="wipe(left)">
                                      <p:cBhvr>
                                        <p:cTn id="52" dur="500"/>
                                        <p:tgtEl>
                                          <p:spTgt spid="119093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190937"/>
                                        </p:tgtEl>
                                        <p:attrNameLst>
                                          <p:attrName>style.visibility</p:attrName>
                                        </p:attrNameLst>
                                      </p:cBhvr>
                                      <p:to>
                                        <p:strVal val="visible"/>
                                      </p:to>
                                    </p:set>
                                    <p:animEffect transition="in" filter="wipe(left)">
                                      <p:cBhvr>
                                        <p:cTn id="57" dur="500"/>
                                        <p:tgtEl>
                                          <p:spTgt spid="11909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0925" grpId="0" animBg="1" autoUpdateAnimBg="0"/>
      <p:bldP spid="1190937" grpId="0" animBg="1" autoUpdateAnimBg="0"/>
      <p:bldP spid="1190941" grpId="0" animBg="1"/>
      <p:bldP spid="1190942" grpId="0" animBg="1" autoUpdateAnimBg="0"/>
      <p:bldP spid="1190943" grpId="0" animBg="1" autoUpdateAnimBg="0"/>
      <p:bldP spid="1190944" grpId="0" animBg="1"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2962" name="Text Box 2">
            <a:extLst>
              <a:ext uri="{FF2B5EF4-FFF2-40B4-BE49-F238E27FC236}">
                <a16:creationId xmlns:a16="http://schemas.microsoft.com/office/drawing/2014/main" id="{02BDDC83-3554-45C7-9529-58031B006BF2}"/>
              </a:ext>
            </a:extLst>
          </p:cNvPr>
          <p:cNvSpPr txBox="1">
            <a:spLocks noChangeArrowheads="1"/>
          </p:cNvSpPr>
          <p:nvPr/>
        </p:nvSpPr>
        <p:spPr bwMode="auto">
          <a:xfrm>
            <a:off x="3236913" y="1397000"/>
            <a:ext cx="6099175" cy="612775"/>
          </a:xfrm>
          <a:prstGeom prst="rect">
            <a:avLst/>
          </a:prstGeom>
          <a:solidFill>
            <a:srgbClr val="93DBFF"/>
          </a:solidFill>
          <a:ln w="9525">
            <a:solidFill>
              <a:srgbClr val="FF9900"/>
            </a:solidFill>
            <a:miter lim="800000"/>
            <a:headEnd/>
            <a:tailEnd/>
          </a:ln>
          <a:effectLst>
            <a:outerShdw dist="35921" dir="2700000" algn="ctr" rotWithShape="0">
              <a:schemeClr val="bg2"/>
            </a:outerShdw>
          </a:effec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30000"/>
              </a:lnSpc>
              <a:spcBef>
                <a:spcPct val="0"/>
              </a:spcBef>
              <a:buClrTx/>
              <a:buSzTx/>
              <a:buFontTx/>
              <a:buNone/>
            </a:pPr>
            <a:r>
              <a:rPr lang="en-US" altLang="zh-CN" sz="2800" b="1">
                <a:latin typeface="华文楷体" panose="02010600040101010101" pitchFamily="2" charset="-122"/>
                <a:ea typeface="华文楷体" panose="02010600040101010101" pitchFamily="2" charset="-122"/>
              </a:rPr>
              <a:t>(3) </a:t>
            </a:r>
            <a:r>
              <a:rPr lang="zh-CN" altLang="en-US" sz="2800" b="1">
                <a:latin typeface="华文楷体" panose="02010600040101010101" pitchFamily="2" charset="-122"/>
                <a:ea typeface="华文楷体" panose="02010600040101010101" pitchFamily="2" charset="-122"/>
              </a:rPr>
              <a:t>便于用户对高层信息资源的共享。</a:t>
            </a:r>
          </a:p>
        </p:txBody>
      </p:sp>
      <p:grpSp>
        <p:nvGrpSpPr>
          <p:cNvPr id="1192963" name="Group 3">
            <a:extLst>
              <a:ext uri="{FF2B5EF4-FFF2-40B4-BE49-F238E27FC236}">
                <a16:creationId xmlns:a16="http://schemas.microsoft.com/office/drawing/2014/main" id="{BF8D3D52-535D-4742-8E0F-79813E4AEAB5}"/>
              </a:ext>
            </a:extLst>
          </p:cNvPr>
          <p:cNvGrpSpPr>
            <a:grpSpLocks/>
          </p:cNvGrpSpPr>
          <p:nvPr/>
        </p:nvGrpSpPr>
        <p:grpSpPr bwMode="auto">
          <a:xfrm>
            <a:off x="2009775" y="2424113"/>
            <a:ext cx="2928938" cy="3262312"/>
            <a:chOff x="306" y="1527"/>
            <a:chExt cx="1845" cy="2055"/>
          </a:xfrm>
        </p:grpSpPr>
        <p:pic>
          <p:nvPicPr>
            <p:cNvPr id="43044" name="Picture 4" descr="BD07153_">
              <a:extLst>
                <a:ext uri="{FF2B5EF4-FFF2-40B4-BE49-F238E27FC236}">
                  <a16:creationId xmlns:a16="http://schemas.microsoft.com/office/drawing/2014/main" id="{195A0878-A7EC-49F8-9FC1-4154124AF9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1" y="1527"/>
              <a:ext cx="672" cy="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45" name="Picture 5" descr="PHONE3">
              <a:extLst>
                <a:ext uri="{FF2B5EF4-FFF2-40B4-BE49-F238E27FC236}">
                  <a16:creationId xmlns:a16="http://schemas.microsoft.com/office/drawing/2014/main" id="{E2B24A9B-EDAE-4205-BC3D-1DE853C506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6" y="3183"/>
              <a:ext cx="399"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46" name="Picture 6" descr="PHONE3">
              <a:extLst>
                <a:ext uri="{FF2B5EF4-FFF2-40B4-BE49-F238E27FC236}">
                  <a16:creationId xmlns:a16="http://schemas.microsoft.com/office/drawing/2014/main" id="{59033D48-426F-4370-872F-D6A1D7D7C1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0" y="3183"/>
              <a:ext cx="399"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47" name="Picture 7" descr="PHONE3">
              <a:extLst>
                <a:ext uri="{FF2B5EF4-FFF2-40B4-BE49-F238E27FC236}">
                  <a16:creationId xmlns:a16="http://schemas.microsoft.com/office/drawing/2014/main" id="{B7DCE07B-F551-4CDE-926F-694079A7A48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 y="3169"/>
              <a:ext cx="399"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92968" name="Group 8">
            <a:extLst>
              <a:ext uri="{FF2B5EF4-FFF2-40B4-BE49-F238E27FC236}">
                <a16:creationId xmlns:a16="http://schemas.microsoft.com/office/drawing/2014/main" id="{98F85123-9E81-410D-9750-1710666CF487}"/>
              </a:ext>
            </a:extLst>
          </p:cNvPr>
          <p:cNvGrpSpPr>
            <a:grpSpLocks/>
          </p:cNvGrpSpPr>
          <p:nvPr/>
        </p:nvGrpSpPr>
        <p:grpSpPr bwMode="auto">
          <a:xfrm>
            <a:off x="2319338" y="3278188"/>
            <a:ext cx="2335212" cy="1739900"/>
            <a:chOff x="501" y="2065"/>
            <a:chExt cx="1471" cy="1096"/>
          </a:xfrm>
        </p:grpSpPr>
        <p:sp>
          <p:nvSpPr>
            <p:cNvPr id="43042" name="Freeform 9">
              <a:extLst>
                <a:ext uri="{FF2B5EF4-FFF2-40B4-BE49-F238E27FC236}">
                  <a16:creationId xmlns:a16="http://schemas.microsoft.com/office/drawing/2014/main" id="{6731F802-7B93-4AD4-9BB7-2BAC0F1BC6C6}"/>
                </a:ext>
              </a:extLst>
            </p:cNvPr>
            <p:cNvSpPr>
              <a:spLocks/>
            </p:cNvSpPr>
            <p:nvPr/>
          </p:nvSpPr>
          <p:spPr bwMode="auto">
            <a:xfrm>
              <a:off x="501" y="2065"/>
              <a:ext cx="328" cy="1040"/>
            </a:xfrm>
            <a:custGeom>
              <a:avLst/>
              <a:gdLst>
                <a:gd name="T0" fmla="*/ 5 w 440"/>
                <a:gd name="T1" fmla="*/ 378 h 1180"/>
                <a:gd name="T2" fmla="*/ 4 w 440"/>
                <a:gd name="T3" fmla="*/ 186 h 1180"/>
                <a:gd name="T4" fmla="*/ 31 w 440"/>
                <a:gd name="T5" fmla="*/ 0 h 1180"/>
                <a:gd name="T6" fmla="*/ 0 60000 65536"/>
                <a:gd name="T7" fmla="*/ 0 60000 65536"/>
                <a:gd name="T8" fmla="*/ 0 60000 65536"/>
              </a:gdLst>
              <a:ahLst/>
              <a:cxnLst>
                <a:cxn ang="T6">
                  <a:pos x="T0" y="T1"/>
                </a:cxn>
                <a:cxn ang="T7">
                  <a:pos x="T2" y="T3"/>
                </a:cxn>
                <a:cxn ang="T8">
                  <a:pos x="T4" y="T5"/>
                </a:cxn>
              </a:cxnLst>
              <a:rect l="0" t="0" r="r" b="b"/>
              <a:pathLst>
                <a:path w="440" h="1180">
                  <a:moveTo>
                    <a:pt x="75" y="1180"/>
                  </a:moveTo>
                  <a:cubicBezTo>
                    <a:pt x="37" y="976"/>
                    <a:pt x="0" y="773"/>
                    <a:pt x="61" y="576"/>
                  </a:cubicBezTo>
                  <a:cubicBezTo>
                    <a:pt x="122" y="379"/>
                    <a:pt x="377" y="96"/>
                    <a:pt x="440" y="0"/>
                  </a:cubicBezTo>
                </a:path>
              </a:pathLst>
            </a:custGeom>
            <a:noFill/>
            <a:ln w="41275" cap="flat" cmpd="sng">
              <a:solidFill>
                <a:schemeClr val="folHlink"/>
              </a:solidFill>
              <a:prstDash val="solid"/>
              <a:miter lim="800000"/>
              <a:headEnd type="stealth" w="med" len="lg"/>
              <a:tailEnd type="stealth" w="med" len="lg"/>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3043" name="Freeform 10">
              <a:extLst>
                <a:ext uri="{FF2B5EF4-FFF2-40B4-BE49-F238E27FC236}">
                  <a16:creationId xmlns:a16="http://schemas.microsoft.com/office/drawing/2014/main" id="{7B16305E-8C35-474B-BF57-7078ECAAC981}"/>
                </a:ext>
              </a:extLst>
            </p:cNvPr>
            <p:cNvSpPr>
              <a:spLocks/>
            </p:cNvSpPr>
            <p:nvPr/>
          </p:nvSpPr>
          <p:spPr bwMode="auto">
            <a:xfrm>
              <a:off x="1321" y="2107"/>
              <a:ext cx="651" cy="1054"/>
            </a:xfrm>
            <a:custGeom>
              <a:avLst/>
              <a:gdLst>
                <a:gd name="T0" fmla="*/ 0 w 412"/>
                <a:gd name="T1" fmla="*/ 0 h 1026"/>
                <a:gd name="T2" fmla="*/ 21567 w 412"/>
                <a:gd name="T3" fmla="*/ 502 h 1026"/>
                <a:gd name="T4" fmla="*/ 22428 w 412"/>
                <a:gd name="T5" fmla="*/ 1308 h 1026"/>
                <a:gd name="T6" fmla="*/ 0 60000 65536"/>
                <a:gd name="T7" fmla="*/ 0 60000 65536"/>
                <a:gd name="T8" fmla="*/ 0 60000 65536"/>
              </a:gdLst>
              <a:ahLst/>
              <a:cxnLst>
                <a:cxn ang="T6">
                  <a:pos x="T0" y="T1"/>
                </a:cxn>
                <a:cxn ang="T7">
                  <a:pos x="T2" y="T3"/>
                </a:cxn>
                <a:cxn ang="T8">
                  <a:pos x="T4" y="T5"/>
                </a:cxn>
              </a:cxnLst>
              <a:rect l="0" t="0" r="r" b="b"/>
              <a:pathLst>
                <a:path w="412" h="1026">
                  <a:moveTo>
                    <a:pt x="0" y="0"/>
                  </a:moveTo>
                  <a:cubicBezTo>
                    <a:pt x="145" y="111"/>
                    <a:pt x="290" y="223"/>
                    <a:pt x="351" y="394"/>
                  </a:cubicBezTo>
                  <a:cubicBezTo>
                    <a:pt x="412" y="565"/>
                    <a:pt x="388" y="795"/>
                    <a:pt x="365" y="1026"/>
                  </a:cubicBezTo>
                </a:path>
              </a:pathLst>
            </a:custGeom>
            <a:noFill/>
            <a:ln w="41275" cap="flat" cmpd="sng">
              <a:solidFill>
                <a:schemeClr val="folHlink"/>
              </a:solidFill>
              <a:prstDash val="solid"/>
              <a:miter lim="800000"/>
              <a:headEnd type="stealth" w="med" len="lg"/>
              <a:tailEnd type="stealth" w="med" len="lg"/>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192971" name="Group 11">
            <a:extLst>
              <a:ext uri="{FF2B5EF4-FFF2-40B4-BE49-F238E27FC236}">
                <a16:creationId xmlns:a16="http://schemas.microsoft.com/office/drawing/2014/main" id="{BF9DD4E9-BA4C-4D66-8F51-D1F4B9D48717}"/>
              </a:ext>
            </a:extLst>
          </p:cNvPr>
          <p:cNvGrpSpPr>
            <a:grpSpLocks/>
          </p:cNvGrpSpPr>
          <p:nvPr/>
        </p:nvGrpSpPr>
        <p:grpSpPr bwMode="auto">
          <a:xfrm>
            <a:off x="1878013" y="3857625"/>
            <a:ext cx="3224212" cy="2274888"/>
            <a:chOff x="223" y="2430"/>
            <a:chExt cx="2031" cy="1433"/>
          </a:xfrm>
        </p:grpSpPr>
        <p:sp>
          <p:nvSpPr>
            <p:cNvPr id="43037" name="AutoShape 12">
              <a:extLst>
                <a:ext uri="{FF2B5EF4-FFF2-40B4-BE49-F238E27FC236}">
                  <a16:creationId xmlns:a16="http://schemas.microsoft.com/office/drawing/2014/main" id="{7BB67DE7-D3D4-49B8-8AFB-029E5908140C}"/>
                </a:ext>
              </a:extLst>
            </p:cNvPr>
            <p:cNvSpPr>
              <a:spLocks noChangeArrowheads="1"/>
            </p:cNvSpPr>
            <p:nvPr/>
          </p:nvSpPr>
          <p:spPr bwMode="auto">
            <a:xfrm>
              <a:off x="1757" y="2444"/>
              <a:ext cx="266" cy="183"/>
            </a:xfrm>
            <a:prstGeom prst="irregularSeal1">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nvGrpSpPr>
            <p:cNvPr id="43038" name="Group 13">
              <a:extLst>
                <a:ext uri="{FF2B5EF4-FFF2-40B4-BE49-F238E27FC236}">
                  <a16:creationId xmlns:a16="http://schemas.microsoft.com/office/drawing/2014/main" id="{08A0ADC2-AD1F-44DF-BF6C-7F8783713183}"/>
                </a:ext>
              </a:extLst>
            </p:cNvPr>
            <p:cNvGrpSpPr>
              <a:grpSpLocks/>
            </p:cNvGrpSpPr>
            <p:nvPr/>
          </p:nvGrpSpPr>
          <p:grpSpPr bwMode="auto">
            <a:xfrm>
              <a:off x="223" y="2430"/>
              <a:ext cx="571" cy="1433"/>
              <a:chOff x="223" y="2430"/>
              <a:chExt cx="571" cy="1433"/>
            </a:xfrm>
          </p:grpSpPr>
          <p:sp>
            <p:nvSpPr>
              <p:cNvPr id="43040" name="AutoShape 14">
                <a:extLst>
                  <a:ext uri="{FF2B5EF4-FFF2-40B4-BE49-F238E27FC236}">
                    <a16:creationId xmlns:a16="http://schemas.microsoft.com/office/drawing/2014/main" id="{58D334E0-AD5F-421D-A8C1-5CABBEA6DE05}"/>
                  </a:ext>
                </a:extLst>
              </p:cNvPr>
              <p:cNvSpPr>
                <a:spLocks noChangeArrowheads="1"/>
              </p:cNvSpPr>
              <p:nvPr/>
            </p:nvSpPr>
            <p:spPr bwMode="auto">
              <a:xfrm>
                <a:off x="436" y="2430"/>
                <a:ext cx="266" cy="183"/>
              </a:xfrm>
              <a:prstGeom prst="irregularSeal1">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43041" name="Text Box 15">
                <a:extLst>
                  <a:ext uri="{FF2B5EF4-FFF2-40B4-BE49-F238E27FC236}">
                    <a16:creationId xmlns:a16="http://schemas.microsoft.com/office/drawing/2014/main" id="{6B43BE02-2243-465E-8421-6FB5379BBD17}"/>
                  </a:ext>
                </a:extLst>
              </p:cNvPr>
              <p:cNvSpPr txBox="1">
                <a:spLocks noChangeArrowheads="1"/>
              </p:cNvSpPr>
              <p:nvPr/>
            </p:nvSpPr>
            <p:spPr bwMode="auto">
              <a:xfrm>
                <a:off x="223" y="3533"/>
                <a:ext cx="57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800" b="1">
                    <a:latin typeface="Times New Roman" panose="02020603050405020304" pitchFamily="18" charset="0"/>
                  </a:rPr>
                  <a:t>占线</a:t>
                </a:r>
              </a:p>
            </p:txBody>
          </p:sp>
        </p:grpSp>
        <p:sp>
          <p:nvSpPr>
            <p:cNvPr id="43039" name="Text Box 16">
              <a:extLst>
                <a:ext uri="{FF2B5EF4-FFF2-40B4-BE49-F238E27FC236}">
                  <a16:creationId xmlns:a16="http://schemas.microsoft.com/office/drawing/2014/main" id="{FEC60391-650A-414B-A1FF-CDDE9F14DCCF}"/>
                </a:ext>
              </a:extLst>
            </p:cNvPr>
            <p:cNvSpPr txBox="1">
              <a:spLocks noChangeArrowheads="1"/>
            </p:cNvSpPr>
            <p:nvPr/>
          </p:nvSpPr>
          <p:spPr bwMode="auto">
            <a:xfrm>
              <a:off x="1683" y="3533"/>
              <a:ext cx="57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800" b="1">
                  <a:latin typeface="Times New Roman" panose="02020603050405020304" pitchFamily="18" charset="0"/>
                </a:rPr>
                <a:t>占线</a:t>
              </a:r>
            </a:p>
          </p:txBody>
        </p:sp>
      </p:grpSp>
      <p:sp>
        <p:nvSpPr>
          <p:cNvPr id="1192977" name="Line 17">
            <a:extLst>
              <a:ext uri="{FF2B5EF4-FFF2-40B4-BE49-F238E27FC236}">
                <a16:creationId xmlns:a16="http://schemas.microsoft.com/office/drawing/2014/main" id="{94B40307-FC0E-4756-BD26-1C5964E19FE2}"/>
              </a:ext>
            </a:extLst>
          </p:cNvPr>
          <p:cNvSpPr>
            <a:spLocks noChangeShapeType="1"/>
          </p:cNvSpPr>
          <p:nvPr/>
        </p:nvSpPr>
        <p:spPr bwMode="auto">
          <a:xfrm flipV="1">
            <a:off x="7123113" y="3355975"/>
            <a:ext cx="636587" cy="1627188"/>
          </a:xfrm>
          <a:prstGeom prst="line">
            <a:avLst/>
          </a:prstGeom>
          <a:noFill/>
          <a:ln w="38100">
            <a:solidFill>
              <a:schemeClr val="folHlink"/>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2978" name="Line 18">
            <a:extLst>
              <a:ext uri="{FF2B5EF4-FFF2-40B4-BE49-F238E27FC236}">
                <a16:creationId xmlns:a16="http://schemas.microsoft.com/office/drawing/2014/main" id="{D858B837-3DF4-4D7E-8849-80AD116C92AF}"/>
              </a:ext>
            </a:extLst>
          </p:cNvPr>
          <p:cNvSpPr>
            <a:spLocks noChangeShapeType="1"/>
          </p:cNvSpPr>
          <p:nvPr/>
        </p:nvSpPr>
        <p:spPr bwMode="auto">
          <a:xfrm flipV="1">
            <a:off x="7854950" y="3444875"/>
            <a:ext cx="119063" cy="1392238"/>
          </a:xfrm>
          <a:prstGeom prst="line">
            <a:avLst/>
          </a:prstGeom>
          <a:noFill/>
          <a:ln w="38100">
            <a:solidFill>
              <a:schemeClr val="folHlink"/>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2979" name="Line 19">
            <a:extLst>
              <a:ext uri="{FF2B5EF4-FFF2-40B4-BE49-F238E27FC236}">
                <a16:creationId xmlns:a16="http://schemas.microsoft.com/office/drawing/2014/main" id="{B7C3958B-4E09-4640-BB06-D512DB7DCBC1}"/>
              </a:ext>
            </a:extLst>
          </p:cNvPr>
          <p:cNvSpPr>
            <a:spLocks noChangeShapeType="1"/>
          </p:cNvSpPr>
          <p:nvPr/>
        </p:nvSpPr>
        <p:spPr bwMode="auto">
          <a:xfrm flipH="1" flipV="1">
            <a:off x="8120063" y="3333750"/>
            <a:ext cx="468312" cy="1503363"/>
          </a:xfrm>
          <a:prstGeom prst="line">
            <a:avLst/>
          </a:prstGeom>
          <a:noFill/>
          <a:ln w="38100">
            <a:solidFill>
              <a:schemeClr val="folHlink"/>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192980" name="Group 20">
            <a:extLst>
              <a:ext uri="{FF2B5EF4-FFF2-40B4-BE49-F238E27FC236}">
                <a16:creationId xmlns:a16="http://schemas.microsoft.com/office/drawing/2014/main" id="{82F35B87-6C6E-496F-85DD-14CFF82F7BDC}"/>
              </a:ext>
            </a:extLst>
          </p:cNvPr>
          <p:cNvGrpSpPr>
            <a:grpSpLocks/>
          </p:cNvGrpSpPr>
          <p:nvPr/>
        </p:nvGrpSpPr>
        <p:grpSpPr bwMode="auto">
          <a:xfrm>
            <a:off x="3038475" y="3590925"/>
            <a:ext cx="906463" cy="2541588"/>
            <a:chOff x="954" y="2262"/>
            <a:chExt cx="571" cy="1601"/>
          </a:xfrm>
        </p:grpSpPr>
        <p:sp>
          <p:nvSpPr>
            <p:cNvPr id="43035" name="Freeform 21">
              <a:extLst>
                <a:ext uri="{FF2B5EF4-FFF2-40B4-BE49-F238E27FC236}">
                  <a16:creationId xmlns:a16="http://schemas.microsoft.com/office/drawing/2014/main" id="{75D17373-CC21-407A-917B-3433959476BE}"/>
                </a:ext>
              </a:extLst>
            </p:cNvPr>
            <p:cNvSpPr>
              <a:spLocks/>
            </p:cNvSpPr>
            <p:nvPr/>
          </p:nvSpPr>
          <p:spPr bwMode="auto">
            <a:xfrm flipH="1">
              <a:off x="1209" y="2262"/>
              <a:ext cx="27" cy="899"/>
            </a:xfrm>
            <a:custGeom>
              <a:avLst/>
              <a:gdLst>
                <a:gd name="T0" fmla="*/ 0 w 1"/>
                <a:gd name="T1" fmla="*/ 0 h 1096"/>
                <a:gd name="T2" fmla="*/ 0 w 1"/>
                <a:gd name="T3" fmla="*/ 185 h 1096"/>
                <a:gd name="T4" fmla="*/ 0 60000 65536"/>
                <a:gd name="T5" fmla="*/ 0 60000 65536"/>
              </a:gdLst>
              <a:ahLst/>
              <a:cxnLst>
                <a:cxn ang="T4">
                  <a:pos x="T0" y="T1"/>
                </a:cxn>
                <a:cxn ang="T5">
                  <a:pos x="T2" y="T3"/>
                </a:cxn>
              </a:cxnLst>
              <a:rect l="0" t="0" r="r" b="b"/>
              <a:pathLst>
                <a:path w="1" h="1096">
                  <a:moveTo>
                    <a:pt x="0" y="0"/>
                  </a:moveTo>
                  <a:cubicBezTo>
                    <a:pt x="0" y="456"/>
                    <a:pt x="0" y="913"/>
                    <a:pt x="0" y="1096"/>
                  </a:cubicBezTo>
                </a:path>
              </a:pathLst>
            </a:custGeom>
            <a:solidFill>
              <a:schemeClr val="folHlink"/>
            </a:solidFill>
            <a:ln w="41275" cap="flat" cmpd="sng">
              <a:solidFill>
                <a:schemeClr val="tx1"/>
              </a:solidFill>
              <a:prstDash val="solid"/>
              <a:miter lim="800000"/>
              <a:headEnd type="stealth" w="med" len="lg"/>
              <a:tailEnd type="stealth"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3036" name="Text Box 22">
              <a:extLst>
                <a:ext uri="{FF2B5EF4-FFF2-40B4-BE49-F238E27FC236}">
                  <a16:creationId xmlns:a16="http://schemas.microsoft.com/office/drawing/2014/main" id="{C062EA09-4B80-40C6-BA9F-DA943BBFFCCF}"/>
                </a:ext>
              </a:extLst>
            </p:cNvPr>
            <p:cNvSpPr txBox="1">
              <a:spLocks noChangeArrowheads="1"/>
            </p:cNvSpPr>
            <p:nvPr/>
          </p:nvSpPr>
          <p:spPr bwMode="auto">
            <a:xfrm>
              <a:off x="954" y="3533"/>
              <a:ext cx="571" cy="330"/>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800" b="1">
                  <a:latin typeface="Times New Roman" panose="02020603050405020304" pitchFamily="18" charset="0"/>
                </a:rPr>
                <a:t>通话</a:t>
              </a:r>
            </a:p>
          </p:txBody>
        </p:sp>
      </p:grpSp>
      <p:grpSp>
        <p:nvGrpSpPr>
          <p:cNvPr id="1192983" name="Group 23">
            <a:extLst>
              <a:ext uri="{FF2B5EF4-FFF2-40B4-BE49-F238E27FC236}">
                <a16:creationId xmlns:a16="http://schemas.microsoft.com/office/drawing/2014/main" id="{47B343F5-6E2B-4F61-9514-9E9AA84B8A9F}"/>
              </a:ext>
            </a:extLst>
          </p:cNvPr>
          <p:cNvGrpSpPr>
            <a:grpSpLocks/>
          </p:cNvGrpSpPr>
          <p:nvPr/>
        </p:nvGrpSpPr>
        <p:grpSpPr bwMode="auto">
          <a:xfrm>
            <a:off x="6203950" y="4808538"/>
            <a:ext cx="3292475" cy="1590675"/>
            <a:chOff x="2948" y="3029"/>
            <a:chExt cx="2074" cy="1002"/>
          </a:xfrm>
        </p:grpSpPr>
        <p:grpSp>
          <p:nvGrpSpPr>
            <p:cNvPr id="43023" name="Group 24">
              <a:extLst>
                <a:ext uri="{FF2B5EF4-FFF2-40B4-BE49-F238E27FC236}">
                  <a16:creationId xmlns:a16="http://schemas.microsoft.com/office/drawing/2014/main" id="{2FB48083-3EAE-437C-A01F-D46B02E04B4B}"/>
                </a:ext>
              </a:extLst>
            </p:cNvPr>
            <p:cNvGrpSpPr>
              <a:grpSpLocks/>
            </p:cNvGrpSpPr>
            <p:nvPr/>
          </p:nvGrpSpPr>
          <p:grpSpPr bwMode="auto">
            <a:xfrm>
              <a:off x="3068" y="3047"/>
              <a:ext cx="506" cy="640"/>
              <a:chOff x="5334" y="686"/>
              <a:chExt cx="287" cy="386"/>
            </a:xfrm>
          </p:grpSpPr>
          <p:pic>
            <p:nvPicPr>
              <p:cNvPr id="43033" name="Picture 25">
                <a:extLst>
                  <a:ext uri="{FF2B5EF4-FFF2-40B4-BE49-F238E27FC236}">
                    <a16:creationId xmlns:a16="http://schemas.microsoft.com/office/drawing/2014/main" id="{A2950F22-7CA9-4474-A932-B8B4DD075DCB}"/>
                  </a:ext>
                </a:extLst>
              </p:cNvPr>
              <p:cNvPicPr preferRelativeResize="0">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1" y="725"/>
                <a:ext cx="180" cy="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034" name="Picture 26">
                <a:extLst>
                  <a:ext uri="{FF2B5EF4-FFF2-40B4-BE49-F238E27FC236}">
                    <a16:creationId xmlns:a16="http://schemas.microsoft.com/office/drawing/2014/main" id="{F7C23401-9E98-417B-9F56-24BA6BE15E60}"/>
                  </a:ext>
                </a:extLst>
              </p:cNvPr>
              <p:cNvPicPr preferRelativeResize="0">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 y="686"/>
                <a:ext cx="238" cy="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3024" name="Group 27">
              <a:extLst>
                <a:ext uri="{FF2B5EF4-FFF2-40B4-BE49-F238E27FC236}">
                  <a16:creationId xmlns:a16="http://schemas.microsoft.com/office/drawing/2014/main" id="{785591C6-FC10-47A8-B7AE-923529EE50C5}"/>
                </a:ext>
              </a:extLst>
            </p:cNvPr>
            <p:cNvGrpSpPr>
              <a:grpSpLocks/>
            </p:cNvGrpSpPr>
            <p:nvPr/>
          </p:nvGrpSpPr>
          <p:grpSpPr bwMode="auto">
            <a:xfrm>
              <a:off x="4447" y="3047"/>
              <a:ext cx="506" cy="640"/>
              <a:chOff x="5334" y="686"/>
              <a:chExt cx="287" cy="386"/>
            </a:xfrm>
          </p:grpSpPr>
          <p:pic>
            <p:nvPicPr>
              <p:cNvPr id="43031" name="Picture 28">
                <a:extLst>
                  <a:ext uri="{FF2B5EF4-FFF2-40B4-BE49-F238E27FC236}">
                    <a16:creationId xmlns:a16="http://schemas.microsoft.com/office/drawing/2014/main" id="{71E316EF-F126-44A0-89DC-EFA2A29A46C7}"/>
                  </a:ext>
                </a:extLst>
              </p:cNvPr>
              <p:cNvPicPr preferRelativeResize="0">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1" y="725"/>
                <a:ext cx="180" cy="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032" name="Picture 29">
                <a:extLst>
                  <a:ext uri="{FF2B5EF4-FFF2-40B4-BE49-F238E27FC236}">
                    <a16:creationId xmlns:a16="http://schemas.microsoft.com/office/drawing/2014/main" id="{2DE6F142-81AF-43FB-ACB4-A298752A87F8}"/>
                  </a:ext>
                </a:extLst>
              </p:cNvPr>
              <p:cNvPicPr preferRelativeResize="0">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 y="686"/>
                <a:ext cx="238" cy="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3025" name="Group 30">
              <a:extLst>
                <a:ext uri="{FF2B5EF4-FFF2-40B4-BE49-F238E27FC236}">
                  <a16:creationId xmlns:a16="http://schemas.microsoft.com/office/drawing/2014/main" id="{4478A4FF-72FA-4A84-A7F5-53BDE092D7FF}"/>
                </a:ext>
              </a:extLst>
            </p:cNvPr>
            <p:cNvGrpSpPr>
              <a:grpSpLocks/>
            </p:cNvGrpSpPr>
            <p:nvPr/>
          </p:nvGrpSpPr>
          <p:grpSpPr bwMode="auto">
            <a:xfrm>
              <a:off x="3769" y="3029"/>
              <a:ext cx="506" cy="641"/>
              <a:chOff x="5334" y="686"/>
              <a:chExt cx="287" cy="386"/>
            </a:xfrm>
          </p:grpSpPr>
          <p:pic>
            <p:nvPicPr>
              <p:cNvPr id="43029" name="Picture 31">
                <a:extLst>
                  <a:ext uri="{FF2B5EF4-FFF2-40B4-BE49-F238E27FC236}">
                    <a16:creationId xmlns:a16="http://schemas.microsoft.com/office/drawing/2014/main" id="{2F6966B9-ED66-421A-8AF0-59E66B19F79F}"/>
                  </a:ext>
                </a:extLst>
              </p:cNvPr>
              <p:cNvPicPr preferRelativeResize="0">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1" y="725"/>
                <a:ext cx="180" cy="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030" name="Picture 32">
                <a:extLst>
                  <a:ext uri="{FF2B5EF4-FFF2-40B4-BE49-F238E27FC236}">
                    <a16:creationId xmlns:a16="http://schemas.microsoft.com/office/drawing/2014/main" id="{2E30203F-69E5-480D-86F0-DF1B0F2F7199}"/>
                  </a:ext>
                </a:extLst>
              </p:cNvPr>
              <p:cNvPicPr preferRelativeResize="0">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 y="686"/>
                <a:ext cx="238" cy="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3026" name="Text Box 33">
              <a:extLst>
                <a:ext uri="{FF2B5EF4-FFF2-40B4-BE49-F238E27FC236}">
                  <a16:creationId xmlns:a16="http://schemas.microsoft.com/office/drawing/2014/main" id="{1B6B2932-E49A-44B0-9703-77AA3A5BF673}"/>
                </a:ext>
              </a:extLst>
            </p:cNvPr>
            <p:cNvSpPr txBox="1">
              <a:spLocks noChangeArrowheads="1"/>
            </p:cNvSpPr>
            <p:nvPr/>
          </p:nvSpPr>
          <p:spPr bwMode="auto">
            <a:xfrm>
              <a:off x="2948" y="3701"/>
              <a:ext cx="68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800" b="1">
                  <a:latin typeface="Times New Roman" panose="02020603050405020304" pitchFamily="18" charset="0"/>
                </a:rPr>
                <a:t>用户</a:t>
              </a:r>
              <a:r>
                <a:rPr lang="en-US" altLang="zh-CN" sz="2800" b="1">
                  <a:latin typeface="Times New Roman" panose="02020603050405020304" pitchFamily="18" charset="0"/>
                </a:rPr>
                <a:t>1</a:t>
              </a:r>
            </a:p>
          </p:txBody>
        </p:sp>
        <p:sp>
          <p:nvSpPr>
            <p:cNvPr id="43027" name="Text Box 34">
              <a:extLst>
                <a:ext uri="{FF2B5EF4-FFF2-40B4-BE49-F238E27FC236}">
                  <a16:creationId xmlns:a16="http://schemas.microsoft.com/office/drawing/2014/main" id="{F53DC7EC-6FB3-4241-8612-982499614807}"/>
                </a:ext>
              </a:extLst>
            </p:cNvPr>
            <p:cNvSpPr txBox="1">
              <a:spLocks noChangeArrowheads="1"/>
            </p:cNvSpPr>
            <p:nvPr/>
          </p:nvSpPr>
          <p:spPr bwMode="auto">
            <a:xfrm>
              <a:off x="4325" y="3701"/>
              <a:ext cx="697"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800" b="1">
                  <a:latin typeface="Times New Roman" panose="02020603050405020304" pitchFamily="18" charset="0"/>
                </a:rPr>
                <a:t>用户</a:t>
              </a:r>
              <a:r>
                <a:rPr lang="en-US" altLang="zh-CN" sz="2800" b="1">
                  <a:latin typeface="Times New Roman" panose="02020603050405020304" pitchFamily="18" charset="0"/>
                </a:rPr>
                <a:t>n</a:t>
              </a:r>
            </a:p>
          </p:txBody>
        </p:sp>
        <p:sp>
          <p:nvSpPr>
            <p:cNvPr id="43028" name="Text Box 35">
              <a:extLst>
                <a:ext uri="{FF2B5EF4-FFF2-40B4-BE49-F238E27FC236}">
                  <a16:creationId xmlns:a16="http://schemas.microsoft.com/office/drawing/2014/main" id="{F1239E42-4E74-422B-8104-293D3C7629D4}"/>
                </a:ext>
              </a:extLst>
            </p:cNvPr>
            <p:cNvSpPr txBox="1">
              <a:spLocks noChangeArrowheads="1"/>
            </p:cNvSpPr>
            <p:nvPr/>
          </p:nvSpPr>
          <p:spPr bwMode="auto">
            <a:xfrm>
              <a:off x="3706" y="3673"/>
              <a:ext cx="5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a:t>
              </a:r>
            </a:p>
          </p:txBody>
        </p:sp>
      </p:grpSp>
      <p:grpSp>
        <p:nvGrpSpPr>
          <p:cNvPr id="1192996" name="Group 36">
            <a:extLst>
              <a:ext uri="{FF2B5EF4-FFF2-40B4-BE49-F238E27FC236}">
                <a16:creationId xmlns:a16="http://schemas.microsoft.com/office/drawing/2014/main" id="{9D995C7E-55D1-4819-A20B-D6AF14FAE7C8}"/>
              </a:ext>
            </a:extLst>
          </p:cNvPr>
          <p:cNvGrpSpPr>
            <a:grpSpLocks/>
          </p:cNvGrpSpPr>
          <p:nvPr/>
        </p:nvGrpSpPr>
        <p:grpSpPr bwMode="auto">
          <a:xfrm>
            <a:off x="7651750" y="2409825"/>
            <a:ext cx="2684463" cy="996950"/>
            <a:chOff x="3860" y="1518"/>
            <a:chExt cx="1691" cy="628"/>
          </a:xfrm>
        </p:grpSpPr>
        <p:graphicFrame>
          <p:nvGraphicFramePr>
            <p:cNvPr id="43021" name="Object 37">
              <a:extLst>
                <a:ext uri="{FF2B5EF4-FFF2-40B4-BE49-F238E27FC236}">
                  <a16:creationId xmlns:a16="http://schemas.microsoft.com/office/drawing/2014/main" id="{A65BCAE0-CCC9-44AA-BE74-D2BF6FB5FBB9}"/>
                </a:ext>
              </a:extLst>
            </p:cNvPr>
            <p:cNvGraphicFramePr>
              <a:graphicFrameLocks/>
            </p:cNvGraphicFramePr>
            <p:nvPr/>
          </p:nvGraphicFramePr>
          <p:xfrm>
            <a:off x="3860" y="1518"/>
            <a:ext cx="358" cy="628"/>
          </p:xfrm>
          <a:graphic>
            <a:graphicData uri="http://schemas.openxmlformats.org/presentationml/2006/ole">
              <mc:AlternateContent xmlns:mc="http://schemas.openxmlformats.org/markup-compatibility/2006">
                <mc:Choice xmlns:v="urn:schemas-microsoft-com:vml" Requires="v">
                  <p:oleObj spid="_x0000_s48145" name="剪辑" r:id="rId8" imgW="2735263" imgH="3825875" progId="MS_ClipArt_Gallery.2">
                    <p:embed/>
                  </p:oleObj>
                </mc:Choice>
                <mc:Fallback>
                  <p:oleObj name="剪辑" r:id="rId8" imgW="2735263" imgH="3825875" progId="MS_ClipArt_Gallery.2">
                    <p:embed/>
                    <p:pic>
                      <p:nvPicPr>
                        <p:cNvPr id="43021" name="Object 37">
                          <a:extLst>
                            <a:ext uri="{FF2B5EF4-FFF2-40B4-BE49-F238E27FC236}">
                              <a16:creationId xmlns:a16="http://schemas.microsoft.com/office/drawing/2014/main" id="{A65BCAE0-CCC9-44AA-BE74-D2BF6FB5FBB9}"/>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60" y="1518"/>
                          <a:ext cx="358"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22" name="Text Box 38">
              <a:extLst>
                <a:ext uri="{FF2B5EF4-FFF2-40B4-BE49-F238E27FC236}">
                  <a16:creationId xmlns:a16="http://schemas.microsoft.com/office/drawing/2014/main" id="{A8B64FED-AEBB-4B40-9279-C3971708CCCE}"/>
                </a:ext>
              </a:extLst>
            </p:cNvPr>
            <p:cNvSpPr txBox="1">
              <a:spLocks noChangeArrowheads="1"/>
            </p:cNvSpPr>
            <p:nvPr/>
          </p:nvSpPr>
          <p:spPr bwMode="auto">
            <a:xfrm>
              <a:off x="4226" y="1692"/>
              <a:ext cx="132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WEB</a:t>
              </a:r>
              <a:r>
                <a:rPr lang="zh-CN" altLang="en-US" sz="2800" b="1">
                  <a:latin typeface="Times New Roman" panose="02020603050405020304" pitchFamily="18" charset="0"/>
                </a:rPr>
                <a:t>服务器</a:t>
              </a:r>
            </a:p>
          </p:txBody>
        </p:sp>
      </p:grpSp>
      <p:sp>
        <p:nvSpPr>
          <p:cNvPr id="43020" name="Rectangle 39">
            <a:extLst>
              <a:ext uri="{FF2B5EF4-FFF2-40B4-BE49-F238E27FC236}">
                <a16:creationId xmlns:a16="http://schemas.microsoft.com/office/drawing/2014/main" id="{857BE063-1959-40F4-A4D6-CD0FD1E69827}"/>
              </a:ext>
            </a:extLst>
          </p:cNvPr>
          <p:cNvSpPr>
            <a:spLocks noGrp="1" noChangeArrowheads="1"/>
          </p:cNvSpPr>
          <p:nvPr>
            <p:ph type="title" idx="4294967295"/>
          </p:nvPr>
        </p:nvSpPr>
        <p:spPr>
          <a:xfrm>
            <a:off x="3819525" y="115888"/>
            <a:ext cx="4508500" cy="898525"/>
          </a:xfrm>
          <a:noFill/>
        </p:spPr>
        <p:txBody>
          <a:bodyPr/>
          <a:lstStyle/>
          <a:p>
            <a:pPr eaLnBrk="1" hangingPunct="1"/>
            <a:r>
              <a:rPr lang="zh-CN" altLang="en-US">
                <a:ea typeface="华文楷体" panose="02010600040101010101" pitchFamily="2" charset="-122"/>
              </a:rPr>
              <a:t>分组交换的优点</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92962"/>
                                        </p:tgtEl>
                                        <p:attrNameLst>
                                          <p:attrName>style.visibility</p:attrName>
                                        </p:attrNameLst>
                                      </p:cBhvr>
                                      <p:to>
                                        <p:strVal val="visible"/>
                                      </p:to>
                                    </p:set>
                                    <p:animEffect transition="in" filter="wipe(left)">
                                      <p:cBhvr>
                                        <p:cTn id="7" dur="500"/>
                                        <p:tgtEl>
                                          <p:spTgt spid="11929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192963"/>
                                        </p:tgtEl>
                                        <p:attrNameLst>
                                          <p:attrName>style.visibility</p:attrName>
                                        </p:attrNameLst>
                                      </p:cBhvr>
                                      <p:to>
                                        <p:strVal val="visible"/>
                                      </p:to>
                                    </p:set>
                                    <p:animEffect transition="in" filter="wipe(up)">
                                      <p:cBhvr>
                                        <p:cTn id="12" dur="500"/>
                                        <p:tgtEl>
                                          <p:spTgt spid="11929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192980"/>
                                        </p:tgtEl>
                                        <p:attrNameLst>
                                          <p:attrName>style.visibility</p:attrName>
                                        </p:attrNameLst>
                                      </p:cBhvr>
                                      <p:to>
                                        <p:strVal val="visible"/>
                                      </p:to>
                                    </p:set>
                                    <p:animEffect transition="in" filter="wipe(up)">
                                      <p:cBhvr>
                                        <p:cTn id="17" dur="500"/>
                                        <p:tgtEl>
                                          <p:spTgt spid="119298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192968"/>
                                        </p:tgtEl>
                                        <p:attrNameLst>
                                          <p:attrName>style.visibility</p:attrName>
                                        </p:attrNameLst>
                                      </p:cBhvr>
                                      <p:to>
                                        <p:strVal val="visible"/>
                                      </p:to>
                                    </p:set>
                                    <p:animEffect transition="in" filter="wipe(up)">
                                      <p:cBhvr>
                                        <p:cTn id="22" dur="500"/>
                                        <p:tgtEl>
                                          <p:spTgt spid="119296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1192971"/>
                                        </p:tgtEl>
                                        <p:attrNameLst>
                                          <p:attrName>style.visibility</p:attrName>
                                        </p:attrNameLst>
                                      </p:cBhvr>
                                      <p:to>
                                        <p:strVal val="visible"/>
                                      </p:to>
                                    </p:set>
                                    <p:animEffect transition="in" filter="wipe(up)">
                                      <p:cBhvr>
                                        <p:cTn id="27" dur="500"/>
                                        <p:tgtEl>
                                          <p:spTgt spid="119297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192996"/>
                                        </p:tgtEl>
                                        <p:attrNameLst>
                                          <p:attrName>style.visibility</p:attrName>
                                        </p:attrNameLst>
                                      </p:cBhvr>
                                      <p:to>
                                        <p:strVal val="visible"/>
                                      </p:to>
                                    </p:set>
                                    <p:animEffect transition="in" filter="wipe(left)">
                                      <p:cBhvr>
                                        <p:cTn id="32" dur="500"/>
                                        <p:tgtEl>
                                          <p:spTgt spid="119299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192983"/>
                                        </p:tgtEl>
                                        <p:attrNameLst>
                                          <p:attrName>style.visibility</p:attrName>
                                        </p:attrNameLst>
                                      </p:cBhvr>
                                      <p:to>
                                        <p:strVal val="visible"/>
                                      </p:to>
                                    </p:set>
                                    <p:animEffect transition="in" filter="wipe(left)">
                                      <p:cBhvr>
                                        <p:cTn id="37" dur="500"/>
                                        <p:tgtEl>
                                          <p:spTgt spid="119298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1192977"/>
                                        </p:tgtEl>
                                        <p:attrNameLst>
                                          <p:attrName>style.visibility</p:attrName>
                                        </p:attrNameLst>
                                      </p:cBhvr>
                                      <p:to>
                                        <p:strVal val="visible"/>
                                      </p:to>
                                    </p:set>
                                    <p:animEffect transition="in" filter="wipe(up)">
                                      <p:cBhvr>
                                        <p:cTn id="42" dur="500"/>
                                        <p:tgtEl>
                                          <p:spTgt spid="1192977"/>
                                        </p:tgtEl>
                                      </p:cBhvr>
                                    </p:animEffect>
                                  </p:childTnLst>
                                </p:cTn>
                              </p:par>
                            </p:childTnLst>
                          </p:cTn>
                        </p:par>
                        <p:par>
                          <p:cTn id="43" fill="hold" nodeType="afterGroup">
                            <p:stCondLst>
                              <p:cond delay="500"/>
                            </p:stCondLst>
                            <p:childTnLst>
                              <p:par>
                                <p:cTn id="44" presetID="22" presetClass="entr" presetSubtype="1" fill="hold" nodeType="afterEffect">
                                  <p:stCondLst>
                                    <p:cond delay="0"/>
                                  </p:stCondLst>
                                  <p:childTnLst>
                                    <p:set>
                                      <p:cBhvr>
                                        <p:cTn id="45" dur="1" fill="hold">
                                          <p:stCondLst>
                                            <p:cond delay="0"/>
                                          </p:stCondLst>
                                        </p:cTn>
                                        <p:tgtEl>
                                          <p:spTgt spid="1192978"/>
                                        </p:tgtEl>
                                        <p:attrNameLst>
                                          <p:attrName>style.visibility</p:attrName>
                                        </p:attrNameLst>
                                      </p:cBhvr>
                                      <p:to>
                                        <p:strVal val="visible"/>
                                      </p:to>
                                    </p:set>
                                    <p:animEffect transition="in" filter="wipe(up)">
                                      <p:cBhvr>
                                        <p:cTn id="46" dur="500"/>
                                        <p:tgtEl>
                                          <p:spTgt spid="1192978"/>
                                        </p:tgtEl>
                                      </p:cBhvr>
                                    </p:animEffect>
                                  </p:childTnLst>
                                </p:cTn>
                              </p:par>
                            </p:childTnLst>
                          </p:cTn>
                        </p:par>
                        <p:par>
                          <p:cTn id="47" fill="hold" nodeType="afterGroup">
                            <p:stCondLst>
                              <p:cond delay="1000"/>
                            </p:stCondLst>
                            <p:childTnLst>
                              <p:par>
                                <p:cTn id="48" presetID="22" presetClass="entr" presetSubtype="1" fill="hold" nodeType="afterEffect">
                                  <p:stCondLst>
                                    <p:cond delay="0"/>
                                  </p:stCondLst>
                                  <p:childTnLst>
                                    <p:set>
                                      <p:cBhvr>
                                        <p:cTn id="49" dur="1" fill="hold">
                                          <p:stCondLst>
                                            <p:cond delay="0"/>
                                          </p:stCondLst>
                                        </p:cTn>
                                        <p:tgtEl>
                                          <p:spTgt spid="1192979"/>
                                        </p:tgtEl>
                                        <p:attrNameLst>
                                          <p:attrName>style.visibility</p:attrName>
                                        </p:attrNameLst>
                                      </p:cBhvr>
                                      <p:to>
                                        <p:strVal val="visible"/>
                                      </p:to>
                                    </p:set>
                                    <p:animEffect transition="in" filter="wipe(up)">
                                      <p:cBhvr>
                                        <p:cTn id="50" dur="500"/>
                                        <p:tgtEl>
                                          <p:spTgt spid="11929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2962" grpId="0"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5010" name="Text Box 2">
            <a:extLst>
              <a:ext uri="{FF2B5EF4-FFF2-40B4-BE49-F238E27FC236}">
                <a16:creationId xmlns:a16="http://schemas.microsoft.com/office/drawing/2014/main" id="{32C7155F-AE6E-4788-AA9F-78786ED47429}"/>
              </a:ext>
            </a:extLst>
          </p:cNvPr>
          <p:cNvSpPr txBox="1">
            <a:spLocks noChangeArrowheads="1"/>
          </p:cNvSpPr>
          <p:nvPr/>
        </p:nvSpPr>
        <p:spPr bwMode="auto">
          <a:xfrm>
            <a:off x="2549525" y="1393825"/>
            <a:ext cx="6843713" cy="1212850"/>
          </a:xfrm>
          <a:prstGeom prst="rect">
            <a:avLst/>
          </a:prstGeom>
          <a:solidFill>
            <a:srgbClr val="93DBFF"/>
          </a:solidFill>
          <a:ln w="9525">
            <a:solidFill>
              <a:srgbClr val="FF9900"/>
            </a:solidFill>
            <a:miter lim="800000"/>
            <a:headEnd/>
            <a:tailEnd/>
          </a:ln>
          <a:effectLst>
            <a:outerShdw dist="35921" dir="2700000" algn="ctr" rotWithShape="0">
              <a:schemeClr val="bg2"/>
            </a:outerShdw>
          </a:effec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30000"/>
              </a:lnSpc>
              <a:spcBef>
                <a:spcPct val="0"/>
              </a:spcBef>
              <a:buClrTx/>
              <a:buSzTx/>
              <a:buFontTx/>
              <a:buNone/>
            </a:pPr>
            <a:r>
              <a:rPr lang="en-US" altLang="zh-CN" sz="2800" b="1">
                <a:latin typeface="华文楷体" panose="02010600040101010101" pitchFamily="2" charset="-122"/>
                <a:ea typeface="华文楷体" panose="02010600040101010101" pitchFamily="2" charset="-122"/>
              </a:rPr>
              <a:t>(4)</a:t>
            </a:r>
            <a:r>
              <a:rPr lang="zh-CN" altLang="en-US" sz="2800" b="1">
                <a:latin typeface="华文楷体" panose="02010600040101010101" pitchFamily="2" charset="-122"/>
                <a:ea typeface="华文楷体" panose="02010600040101010101" pitchFamily="2" charset="-122"/>
              </a:rPr>
              <a:t>在结点交换机中可以进行传输速率匹配和码型变换 。</a:t>
            </a:r>
          </a:p>
        </p:txBody>
      </p:sp>
      <p:sp>
        <p:nvSpPr>
          <p:cNvPr id="1195011" name="Text Box 3">
            <a:extLst>
              <a:ext uri="{FF2B5EF4-FFF2-40B4-BE49-F238E27FC236}">
                <a16:creationId xmlns:a16="http://schemas.microsoft.com/office/drawing/2014/main" id="{3DCB3919-A347-4A1C-B77B-675D214B5D0A}"/>
              </a:ext>
            </a:extLst>
          </p:cNvPr>
          <p:cNvSpPr txBox="1">
            <a:spLocks noChangeArrowheads="1"/>
          </p:cNvSpPr>
          <p:nvPr/>
        </p:nvSpPr>
        <p:spPr bwMode="auto">
          <a:xfrm>
            <a:off x="2549525" y="3071813"/>
            <a:ext cx="7277100" cy="612775"/>
          </a:xfrm>
          <a:prstGeom prst="rect">
            <a:avLst/>
          </a:prstGeom>
          <a:solidFill>
            <a:srgbClr val="93DBFF"/>
          </a:solidFill>
          <a:ln w="9525">
            <a:solidFill>
              <a:srgbClr val="FF9900"/>
            </a:solidFill>
            <a:miter lim="800000"/>
            <a:headEnd/>
            <a:tailEnd/>
          </a:ln>
          <a:effectLst>
            <a:outerShdw dist="35921" dir="2700000" algn="ctr" rotWithShape="0">
              <a:schemeClr val="bg2"/>
            </a:outerShdw>
          </a:effec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30000"/>
              </a:lnSpc>
              <a:spcBef>
                <a:spcPct val="0"/>
              </a:spcBef>
              <a:buClrTx/>
              <a:buSzTx/>
              <a:buFontTx/>
              <a:buNone/>
            </a:pPr>
            <a:r>
              <a:rPr lang="en-US" altLang="zh-CN" sz="2800" b="1">
                <a:latin typeface="华文楷体" panose="02010600040101010101" pitchFamily="2" charset="-122"/>
                <a:ea typeface="华文楷体" panose="02010600040101010101" pitchFamily="2" charset="-122"/>
              </a:rPr>
              <a:t>(5) </a:t>
            </a:r>
            <a:r>
              <a:rPr lang="zh-CN" altLang="en-US" sz="2800" b="1">
                <a:latin typeface="华文楷体" panose="02010600040101010101" pitchFamily="2" charset="-122"/>
                <a:ea typeface="华文楷体" panose="02010600040101010101" pitchFamily="2" charset="-122"/>
              </a:rPr>
              <a:t>便于进行流量控制、拥塞控制、均衡负载。</a:t>
            </a:r>
          </a:p>
        </p:txBody>
      </p:sp>
      <p:sp>
        <p:nvSpPr>
          <p:cNvPr id="45060" name="Rectangle 4">
            <a:extLst>
              <a:ext uri="{FF2B5EF4-FFF2-40B4-BE49-F238E27FC236}">
                <a16:creationId xmlns:a16="http://schemas.microsoft.com/office/drawing/2014/main" id="{6201B413-4B94-4A8A-8689-BCD6A2C2244E}"/>
              </a:ext>
            </a:extLst>
          </p:cNvPr>
          <p:cNvSpPr>
            <a:spLocks noGrp="1" noChangeArrowheads="1"/>
          </p:cNvSpPr>
          <p:nvPr>
            <p:ph type="title" idx="4294967295"/>
          </p:nvPr>
        </p:nvSpPr>
        <p:spPr>
          <a:xfrm>
            <a:off x="3865563" y="115888"/>
            <a:ext cx="4486275" cy="779462"/>
          </a:xfrm>
          <a:noFill/>
        </p:spPr>
        <p:txBody>
          <a:bodyPr/>
          <a:lstStyle/>
          <a:p>
            <a:pPr eaLnBrk="1" hangingPunct="1"/>
            <a:r>
              <a:rPr lang="zh-CN" altLang="en-US">
                <a:ea typeface="华文楷体" panose="02010600040101010101" pitchFamily="2" charset="-122"/>
              </a:rPr>
              <a:t>分组交换的优点</a:t>
            </a:r>
          </a:p>
        </p:txBody>
      </p:sp>
      <p:sp>
        <p:nvSpPr>
          <p:cNvPr id="1195013" name="Text Box 5">
            <a:extLst>
              <a:ext uri="{FF2B5EF4-FFF2-40B4-BE49-F238E27FC236}">
                <a16:creationId xmlns:a16="http://schemas.microsoft.com/office/drawing/2014/main" id="{861BCA7A-AED1-4F9F-AA11-D90966735992}"/>
              </a:ext>
            </a:extLst>
          </p:cNvPr>
          <p:cNvSpPr txBox="1">
            <a:spLocks noChangeArrowheads="1"/>
          </p:cNvSpPr>
          <p:nvPr/>
        </p:nvSpPr>
        <p:spPr bwMode="auto">
          <a:xfrm>
            <a:off x="2582863" y="4687888"/>
            <a:ext cx="6940550" cy="612775"/>
          </a:xfrm>
          <a:prstGeom prst="rect">
            <a:avLst/>
          </a:prstGeom>
          <a:solidFill>
            <a:srgbClr val="93DBFF"/>
          </a:solidFill>
          <a:ln w="9525">
            <a:solidFill>
              <a:srgbClr val="FF9900"/>
            </a:solidFill>
            <a:miter lim="800000"/>
            <a:headEnd/>
            <a:tailEnd/>
          </a:ln>
          <a:effectLst>
            <a:outerShdw dist="35921" dir="2700000" algn="ctr" rotWithShape="0">
              <a:schemeClr val="bg2"/>
            </a:outerShdw>
          </a:effec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30000"/>
              </a:lnSpc>
              <a:spcBef>
                <a:spcPct val="0"/>
              </a:spcBef>
              <a:buClrTx/>
              <a:buSzTx/>
              <a:buFontTx/>
              <a:buNone/>
            </a:pPr>
            <a:r>
              <a:rPr lang="en-US" altLang="zh-CN" sz="2800" b="1">
                <a:latin typeface="华文楷体" panose="02010600040101010101" pitchFamily="2" charset="-122"/>
                <a:ea typeface="华文楷体" panose="02010600040101010101" pitchFamily="2" charset="-122"/>
              </a:rPr>
              <a:t>(6) </a:t>
            </a:r>
            <a:r>
              <a:rPr lang="zh-CN" altLang="en-US" sz="2800" b="1">
                <a:latin typeface="华文楷体" panose="02010600040101010101" pitchFamily="2" charset="-122"/>
                <a:ea typeface="华文楷体" panose="02010600040101010101" pitchFamily="2" charset="-122"/>
              </a:rPr>
              <a:t>减少信息的重传。</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95010"/>
                                        </p:tgtEl>
                                        <p:attrNameLst>
                                          <p:attrName>style.visibility</p:attrName>
                                        </p:attrNameLst>
                                      </p:cBhvr>
                                      <p:to>
                                        <p:strVal val="visible"/>
                                      </p:to>
                                    </p:set>
                                    <p:animEffect transition="in" filter="wipe(left)">
                                      <p:cBhvr>
                                        <p:cTn id="7" dur="500"/>
                                        <p:tgtEl>
                                          <p:spTgt spid="11950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95011"/>
                                        </p:tgtEl>
                                        <p:attrNameLst>
                                          <p:attrName>style.visibility</p:attrName>
                                        </p:attrNameLst>
                                      </p:cBhvr>
                                      <p:to>
                                        <p:strVal val="visible"/>
                                      </p:to>
                                    </p:set>
                                    <p:animEffect transition="in" filter="wipe(left)">
                                      <p:cBhvr>
                                        <p:cTn id="12" dur="500"/>
                                        <p:tgtEl>
                                          <p:spTgt spid="11950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95013"/>
                                        </p:tgtEl>
                                        <p:attrNameLst>
                                          <p:attrName>style.visibility</p:attrName>
                                        </p:attrNameLst>
                                      </p:cBhvr>
                                      <p:to>
                                        <p:strVal val="visible"/>
                                      </p:to>
                                    </p:set>
                                    <p:animEffect transition="in" filter="wipe(left)">
                                      <p:cBhvr>
                                        <p:cTn id="17" dur="500"/>
                                        <p:tgtEl>
                                          <p:spTgt spid="11950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5010" grpId="0" animBg="1" autoUpdateAnimBg="0"/>
      <p:bldP spid="1195011" grpId="0" animBg="1" autoUpdateAnimBg="0"/>
      <p:bldP spid="1195013" grpId="0" animBg="1"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a:extLst>
              <a:ext uri="{FF2B5EF4-FFF2-40B4-BE49-F238E27FC236}">
                <a16:creationId xmlns:a16="http://schemas.microsoft.com/office/drawing/2014/main" id="{051FEAC7-E186-4AA7-9115-38604E24DABC}"/>
              </a:ext>
            </a:extLst>
          </p:cNvPr>
          <p:cNvSpPr txBox="1">
            <a:spLocks noChangeArrowheads="1"/>
          </p:cNvSpPr>
          <p:nvPr/>
        </p:nvSpPr>
        <p:spPr bwMode="auto">
          <a:xfrm>
            <a:off x="1507716" y="1619252"/>
            <a:ext cx="9176568" cy="2694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6731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indent="0" eaLnBrk="1" hangingPunct="1">
              <a:lnSpc>
                <a:spcPct val="120000"/>
              </a:lnSpc>
              <a:spcBef>
                <a:spcPct val="0"/>
              </a:spcBef>
              <a:buClrTx/>
              <a:buSzTx/>
              <a:buFontTx/>
              <a:buNone/>
            </a:pPr>
            <a:r>
              <a:rPr lang="zh-CN" altLang="zh-CN" sz="3600">
                <a:latin typeface="Times New Roman" panose="02020603050405020304" pitchFamily="18" charset="0"/>
                <a:ea typeface="楷体_GB2312" pitchFamily="1" charset="-122"/>
              </a:rPr>
              <a:t>计算机采用</a:t>
            </a:r>
            <a:r>
              <a:rPr lang="zh-CN" altLang="zh-CN" sz="3600">
                <a:solidFill>
                  <a:schemeClr val="accent2"/>
                </a:solidFill>
                <a:latin typeface="Times New Roman" panose="02020603050405020304" pitchFamily="18" charset="0"/>
                <a:ea typeface="楷体_GB2312" pitchFamily="1" charset="-122"/>
              </a:rPr>
              <a:t>电流</a:t>
            </a:r>
            <a:r>
              <a:rPr lang="zh-CN" altLang="zh-CN" sz="3600">
                <a:latin typeface="Times New Roman" panose="02020603050405020304" pitchFamily="18" charset="0"/>
                <a:ea typeface="楷体_GB2312" pitchFamily="1" charset="-122"/>
              </a:rPr>
              <a:t>、</a:t>
            </a:r>
            <a:r>
              <a:rPr lang="zh-CN" altLang="zh-CN" sz="3600">
                <a:solidFill>
                  <a:schemeClr val="accent2"/>
                </a:solidFill>
                <a:latin typeface="Times New Roman" panose="02020603050405020304" pitchFamily="18" charset="0"/>
                <a:ea typeface="楷体_GB2312" pitchFamily="1" charset="-122"/>
              </a:rPr>
              <a:t>无线电波</a:t>
            </a:r>
            <a:r>
              <a:rPr lang="zh-CN" altLang="zh-CN" sz="3600">
                <a:latin typeface="Times New Roman" panose="02020603050405020304" pitchFamily="18" charset="0"/>
                <a:ea typeface="楷体_GB2312" pitchFamily="1" charset="-122"/>
              </a:rPr>
              <a:t>、</a:t>
            </a:r>
            <a:r>
              <a:rPr lang="zh-CN" altLang="zh-CN" sz="3600">
                <a:solidFill>
                  <a:schemeClr val="accent2"/>
                </a:solidFill>
                <a:latin typeface="Times New Roman" panose="02020603050405020304" pitchFamily="18" charset="0"/>
                <a:ea typeface="楷体_GB2312" pitchFamily="1" charset="-122"/>
              </a:rPr>
              <a:t>微波</a:t>
            </a:r>
            <a:r>
              <a:rPr lang="zh-CN" altLang="zh-CN" sz="3600">
                <a:latin typeface="Times New Roman" panose="02020603050405020304" pitchFamily="18" charset="0"/>
                <a:ea typeface="楷体_GB2312" pitchFamily="1" charset="-122"/>
              </a:rPr>
              <a:t>或者是</a:t>
            </a:r>
            <a:r>
              <a:rPr lang="zh-CN" altLang="zh-CN" sz="3600">
                <a:solidFill>
                  <a:schemeClr val="accent2"/>
                </a:solidFill>
                <a:latin typeface="Times New Roman" panose="02020603050405020304" pitchFamily="18" charset="0"/>
                <a:ea typeface="楷体_GB2312" pitchFamily="1" charset="-122"/>
              </a:rPr>
              <a:t>光谱</a:t>
            </a:r>
            <a:r>
              <a:rPr lang="zh-CN" altLang="zh-CN" sz="3600">
                <a:latin typeface="Times New Roman" panose="02020603050405020304" pitchFamily="18" charset="0"/>
                <a:ea typeface="楷体_GB2312" pitchFamily="1" charset="-122"/>
              </a:rPr>
              <a:t>能量来传递信号。</a:t>
            </a:r>
            <a:endParaRPr lang="en-US" altLang="zh-CN" sz="3600">
              <a:latin typeface="Times New Roman" panose="02020603050405020304" pitchFamily="18" charset="0"/>
              <a:ea typeface="楷体_GB2312" pitchFamily="1" charset="-122"/>
            </a:endParaRPr>
          </a:p>
          <a:p>
            <a:pPr indent="0" eaLnBrk="1" hangingPunct="1">
              <a:lnSpc>
                <a:spcPct val="120000"/>
              </a:lnSpc>
              <a:spcBef>
                <a:spcPct val="0"/>
              </a:spcBef>
              <a:buClrTx/>
              <a:buSzTx/>
              <a:buFontTx/>
              <a:buNone/>
            </a:pPr>
            <a:r>
              <a:rPr lang="zh-CN" altLang="zh-CN" sz="3600">
                <a:latin typeface="Times New Roman" panose="02020603050405020304" pitchFamily="18" charset="0"/>
                <a:ea typeface="楷体_GB2312" pitchFamily="1" charset="-122"/>
              </a:rPr>
              <a:t>传输</a:t>
            </a:r>
            <a:r>
              <a:rPr lang="zh-CN" altLang="en-US" sz="3600">
                <a:latin typeface="Times New Roman" panose="02020603050405020304" pitchFamily="18" charset="0"/>
                <a:ea typeface="楷体_GB2312" pitchFamily="1" charset="-122"/>
              </a:rPr>
              <a:t>介质</a:t>
            </a:r>
            <a:r>
              <a:rPr lang="zh-CN" altLang="zh-CN" sz="3600">
                <a:latin typeface="Times New Roman" panose="02020603050405020304" pitchFamily="18" charset="0"/>
                <a:ea typeface="楷体_GB2312" pitchFamily="1" charset="-122"/>
              </a:rPr>
              <a:t>就是这些能量所传递的通路。</a:t>
            </a:r>
            <a:endParaRPr lang="en-US" altLang="zh-CN" sz="3600">
              <a:latin typeface="Times New Roman" panose="02020603050405020304" pitchFamily="18" charset="0"/>
              <a:ea typeface="楷体_GB2312" pitchFamily="1" charset="-122"/>
            </a:endParaRPr>
          </a:p>
          <a:p>
            <a:pPr indent="0" eaLnBrk="1" hangingPunct="1">
              <a:lnSpc>
                <a:spcPct val="120000"/>
              </a:lnSpc>
              <a:spcBef>
                <a:spcPct val="0"/>
              </a:spcBef>
              <a:buClrTx/>
              <a:buSzTx/>
              <a:buFontTx/>
              <a:buNone/>
            </a:pPr>
            <a:r>
              <a:rPr lang="zh-CN" altLang="zh-CN" sz="3600">
                <a:latin typeface="Times New Roman" panose="02020603050405020304" pitchFamily="18" charset="0"/>
                <a:ea typeface="楷体_GB2312" pitchFamily="1" charset="-122"/>
              </a:rPr>
              <a:t>传输</a:t>
            </a:r>
            <a:r>
              <a:rPr lang="zh-CN" altLang="en-US" sz="3600">
                <a:latin typeface="Times New Roman" panose="02020603050405020304" pitchFamily="18" charset="0"/>
                <a:ea typeface="楷体_GB2312" pitchFamily="1" charset="-122"/>
              </a:rPr>
              <a:t>介质</a:t>
            </a:r>
            <a:r>
              <a:rPr lang="zh-CN" altLang="zh-CN" sz="3600">
                <a:latin typeface="Times New Roman" panose="02020603050405020304" pitchFamily="18" charset="0"/>
                <a:ea typeface="楷体_GB2312" pitchFamily="1" charset="-122"/>
              </a:rPr>
              <a:t>可分为</a:t>
            </a:r>
            <a:r>
              <a:rPr lang="zh-CN" altLang="zh-CN" sz="3600">
                <a:solidFill>
                  <a:schemeClr val="tx2"/>
                </a:solidFill>
                <a:latin typeface="Times New Roman" panose="02020603050405020304" pitchFamily="18" charset="0"/>
                <a:ea typeface="楷体_GB2312" pitchFamily="1" charset="-122"/>
              </a:rPr>
              <a:t>有线</a:t>
            </a:r>
            <a:r>
              <a:rPr lang="zh-CN" altLang="zh-CN" sz="3600">
                <a:latin typeface="Times New Roman" panose="02020603050405020304" pitchFamily="18" charset="0"/>
                <a:ea typeface="楷体_GB2312" pitchFamily="1" charset="-122"/>
              </a:rPr>
              <a:t>（</a:t>
            </a:r>
            <a:r>
              <a:rPr lang="zh-CN" altLang="zh-CN" sz="3600">
                <a:solidFill>
                  <a:schemeClr val="tx2"/>
                </a:solidFill>
                <a:latin typeface="Times New Roman" panose="02020603050405020304" pitchFamily="18" charset="0"/>
                <a:ea typeface="楷体_GB2312" pitchFamily="1" charset="-122"/>
              </a:rPr>
              <a:t>电缆</a:t>
            </a:r>
            <a:r>
              <a:rPr lang="zh-CN" altLang="zh-CN" sz="3600">
                <a:latin typeface="Times New Roman" panose="02020603050405020304" pitchFamily="18" charset="0"/>
                <a:ea typeface="楷体_GB2312" pitchFamily="1" charset="-122"/>
              </a:rPr>
              <a:t>）及</a:t>
            </a:r>
            <a:r>
              <a:rPr lang="zh-CN" altLang="zh-CN" sz="3600">
                <a:solidFill>
                  <a:schemeClr val="tx2"/>
                </a:solidFill>
                <a:latin typeface="Times New Roman" panose="02020603050405020304" pitchFamily="18" charset="0"/>
                <a:ea typeface="楷体_GB2312" pitchFamily="1" charset="-122"/>
              </a:rPr>
              <a:t>无线</a:t>
            </a:r>
            <a:r>
              <a:rPr lang="zh-CN" altLang="zh-CN" sz="3600">
                <a:latin typeface="Times New Roman" panose="02020603050405020304" pitchFamily="18" charset="0"/>
                <a:ea typeface="楷体_GB2312" pitchFamily="1" charset="-122"/>
              </a:rPr>
              <a:t>两种。</a:t>
            </a:r>
            <a:endParaRPr lang="zh-CN" altLang="en-US" sz="3600">
              <a:latin typeface="Times New Roman" panose="02020603050405020304" pitchFamily="18" charset="0"/>
              <a:ea typeface="楷体_GB2312" pitchFamily="1" charset="-122"/>
            </a:endParaRPr>
          </a:p>
        </p:txBody>
      </p:sp>
      <p:sp>
        <p:nvSpPr>
          <p:cNvPr id="12291" name="Rectangle 3">
            <a:extLst>
              <a:ext uri="{FF2B5EF4-FFF2-40B4-BE49-F238E27FC236}">
                <a16:creationId xmlns:a16="http://schemas.microsoft.com/office/drawing/2014/main" id="{194BD152-DAFE-4BC4-BFEC-6350AFFB9DC2}"/>
              </a:ext>
            </a:extLst>
          </p:cNvPr>
          <p:cNvSpPr>
            <a:spLocks noGrp="1" noChangeArrowheads="1"/>
          </p:cNvSpPr>
          <p:nvPr>
            <p:ph type="title" idx="4294967295"/>
          </p:nvPr>
        </p:nvSpPr>
        <p:spPr>
          <a:xfrm>
            <a:off x="119336" y="312739"/>
            <a:ext cx="7608887" cy="403225"/>
          </a:xfrm>
          <a:noFill/>
        </p:spPr>
        <p:txBody>
          <a:bodyPr wrap="none"/>
          <a:lstStyle/>
          <a:p>
            <a:pPr algn="l" eaLnBrk="1" hangingPunct="1"/>
            <a:r>
              <a:rPr lang="en-US" altLang="zh-CN" sz="3600">
                <a:solidFill>
                  <a:schemeClr val="folHlink"/>
                </a:solidFill>
                <a:latin typeface="新宋体" panose="02010609030101010101" pitchFamily="49" charset="-122"/>
                <a:ea typeface="新宋体" panose="02010609030101010101" pitchFamily="49" charset="-122"/>
              </a:rPr>
              <a:t>3.8 </a:t>
            </a:r>
            <a:r>
              <a:rPr lang="zh-CN" altLang="en-US" sz="3600">
                <a:solidFill>
                  <a:schemeClr val="folHlink"/>
                </a:solidFill>
                <a:latin typeface="新宋体" panose="02010609030101010101" pitchFamily="49" charset="-122"/>
                <a:ea typeface="新宋体" panose="02010609030101010101" pitchFamily="49" charset="-122"/>
              </a:rPr>
              <a:t>传输介质</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DA23C322-DDF6-433D-8C51-EE163C9821EC}"/>
              </a:ext>
            </a:extLst>
          </p:cNvPr>
          <p:cNvSpPr>
            <a:spLocks noGrp="1" noChangeArrowheads="1"/>
          </p:cNvSpPr>
          <p:nvPr>
            <p:ph type="title" idx="4294967295"/>
          </p:nvPr>
        </p:nvSpPr>
        <p:spPr>
          <a:xfrm>
            <a:off x="2365375" y="322264"/>
            <a:ext cx="7696200" cy="420687"/>
          </a:xfrm>
          <a:noFill/>
        </p:spPr>
        <p:txBody>
          <a:bodyPr/>
          <a:lstStyle/>
          <a:p>
            <a:pPr eaLnBrk="1" hangingPunct="1"/>
            <a:r>
              <a:rPr lang="zh-CN" altLang="en-US" sz="3600" b="0">
                <a:solidFill>
                  <a:schemeClr val="folHlink"/>
                </a:solidFill>
                <a:latin typeface="Times New Roman" panose="02020603050405020304" pitchFamily="18" charset="0"/>
                <a:ea typeface="楷体_GB2312" pitchFamily="1" charset="-122"/>
              </a:rPr>
              <a:t>电缆介质</a:t>
            </a:r>
          </a:p>
        </p:txBody>
      </p:sp>
      <p:sp>
        <p:nvSpPr>
          <p:cNvPr id="1199107" name="Text Box 3">
            <a:extLst>
              <a:ext uri="{FF2B5EF4-FFF2-40B4-BE49-F238E27FC236}">
                <a16:creationId xmlns:a16="http://schemas.microsoft.com/office/drawing/2014/main" id="{EFEF5AE2-332B-40E3-A3D3-33436C1953BB}"/>
              </a:ext>
            </a:extLst>
          </p:cNvPr>
          <p:cNvSpPr txBox="1">
            <a:spLocks noChangeArrowheads="1"/>
          </p:cNvSpPr>
          <p:nvPr/>
        </p:nvSpPr>
        <p:spPr bwMode="auto">
          <a:xfrm>
            <a:off x="3503614" y="1644650"/>
            <a:ext cx="5786437" cy="632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794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20000"/>
              </a:lnSpc>
              <a:spcBef>
                <a:spcPct val="0"/>
              </a:spcBef>
              <a:buClrTx/>
              <a:buSzTx/>
              <a:buFontTx/>
              <a:buChar char="•"/>
            </a:pPr>
            <a:r>
              <a:rPr lang="zh-CN" altLang="en-US">
                <a:latin typeface="Times New Roman" panose="02020603050405020304" pitchFamily="18" charset="0"/>
                <a:ea typeface="楷体_GB2312" pitchFamily="1" charset="-122"/>
              </a:rPr>
              <a:t>双绞线电缆</a:t>
            </a:r>
            <a:r>
              <a:rPr lang="en-US" altLang="zh-CN">
                <a:latin typeface="Times New Roman" panose="02020603050405020304" pitchFamily="18" charset="0"/>
                <a:ea typeface="楷体_GB2312" pitchFamily="1" charset="-122"/>
              </a:rPr>
              <a:t>(twisted paircable)</a:t>
            </a:r>
          </a:p>
        </p:txBody>
      </p:sp>
      <p:sp>
        <p:nvSpPr>
          <p:cNvPr id="1199108" name="Text Box 4">
            <a:extLst>
              <a:ext uri="{FF2B5EF4-FFF2-40B4-BE49-F238E27FC236}">
                <a16:creationId xmlns:a16="http://schemas.microsoft.com/office/drawing/2014/main" id="{C3B5E394-C258-40DA-A70C-34345ACAFE04}"/>
              </a:ext>
            </a:extLst>
          </p:cNvPr>
          <p:cNvSpPr txBox="1">
            <a:spLocks noChangeArrowheads="1"/>
          </p:cNvSpPr>
          <p:nvPr/>
        </p:nvSpPr>
        <p:spPr bwMode="auto">
          <a:xfrm>
            <a:off x="3503614" y="2393950"/>
            <a:ext cx="5424487" cy="632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794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20000"/>
              </a:lnSpc>
              <a:spcBef>
                <a:spcPct val="0"/>
              </a:spcBef>
              <a:buClrTx/>
              <a:buSzTx/>
              <a:buFontTx/>
              <a:buChar char="•"/>
            </a:pPr>
            <a:r>
              <a:rPr lang="zh-CN" altLang="en-US">
                <a:latin typeface="Times New Roman" panose="02020603050405020304" pitchFamily="18" charset="0"/>
                <a:ea typeface="楷体_GB2312" pitchFamily="1" charset="-122"/>
              </a:rPr>
              <a:t>同轴电缆</a:t>
            </a:r>
            <a:r>
              <a:rPr lang="en-US" altLang="zh-CN">
                <a:latin typeface="Times New Roman" panose="02020603050405020304" pitchFamily="18" charset="0"/>
                <a:ea typeface="楷体_GB2312" pitchFamily="1" charset="-122"/>
              </a:rPr>
              <a:t>(coaxial)</a:t>
            </a:r>
          </a:p>
        </p:txBody>
      </p:sp>
      <p:sp>
        <p:nvSpPr>
          <p:cNvPr id="1199109" name="Text Box 5">
            <a:extLst>
              <a:ext uri="{FF2B5EF4-FFF2-40B4-BE49-F238E27FC236}">
                <a16:creationId xmlns:a16="http://schemas.microsoft.com/office/drawing/2014/main" id="{C9A03892-04D8-4BCB-A865-E84BB4C6E5D7}"/>
              </a:ext>
            </a:extLst>
          </p:cNvPr>
          <p:cNvSpPr txBox="1">
            <a:spLocks noChangeArrowheads="1"/>
          </p:cNvSpPr>
          <p:nvPr/>
        </p:nvSpPr>
        <p:spPr bwMode="auto">
          <a:xfrm>
            <a:off x="3503614" y="3144838"/>
            <a:ext cx="5424487" cy="632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794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20000"/>
              </a:lnSpc>
              <a:spcBef>
                <a:spcPct val="0"/>
              </a:spcBef>
              <a:buClrTx/>
              <a:buSzTx/>
              <a:buFontTx/>
              <a:buChar char="•"/>
            </a:pPr>
            <a:r>
              <a:rPr lang="zh-CN" altLang="en-US">
                <a:latin typeface="Times New Roman" panose="02020603050405020304" pitchFamily="18" charset="0"/>
                <a:ea typeface="楷体_GB2312" pitchFamily="1" charset="-122"/>
              </a:rPr>
              <a:t>光纤电缆</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99107">
                                            <p:txEl>
                                              <p:pRg st="0" end="0"/>
                                            </p:txEl>
                                          </p:spTgt>
                                        </p:tgtEl>
                                        <p:attrNameLst>
                                          <p:attrName>style.visibility</p:attrName>
                                        </p:attrNameLst>
                                      </p:cBhvr>
                                      <p:to>
                                        <p:strVal val="visible"/>
                                      </p:to>
                                    </p:set>
                                    <p:anim calcmode="lin" valueType="num">
                                      <p:cBhvr additive="base">
                                        <p:cTn id="7" dur="500" fill="hold"/>
                                        <p:tgtEl>
                                          <p:spTgt spid="119910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1991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199108">
                                            <p:txEl>
                                              <p:pRg st="0" end="0"/>
                                            </p:txEl>
                                          </p:spTgt>
                                        </p:tgtEl>
                                        <p:attrNameLst>
                                          <p:attrName>style.visibility</p:attrName>
                                        </p:attrNameLst>
                                      </p:cBhvr>
                                      <p:to>
                                        <p:strVal val="visible"/>
                                      </p:to>
                                    </p:set>
                                    <p:anim calcmode="lin" valueType="num">
                                      <p:cBhvr additive="base">
                                        <p:cTn id="13" dur="500" fill="hold"/>
                                        <p:tgtEl>
                                          <p:spTgt spid="1199108">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19910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199109">
                                            <p:txEl>
                                              <p:pRg st="0" end="0"/>
                                            </p:txEl>
                                          </p:spTgt>
                                        </p:tgtEl>
                                        <p:attrNameLst>
                                          <p:attrName>style.visibility</p:attrName>
                                        </p:attrNameLst>
                                      </p:cBhvr>
                                      <p:to>
                                        <p:strVal val="visible"/>
                                      </p:to>
                                    </p:set>
                                    <p:anim calcmode="lin" valueType="num">
                                      <p:cBhvr additive="base">
                                        <p:cTn id="19" dur="500" fill="hold"/>
                                        <p:tgtEl>
                                          <p:spTgt spid="1199109">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19910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9107" grpId="0" build="p" autoUpdateAnimBg="0"/>
      <p:bldP spid="1199108" grpId="0" build="p" autoUpdateAnimBg="0"/>
      <p:bldP spid="1199109" grpId="0" build="p"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CDCAEBB9-4B69-4868-ADA9-BEB34D659795}"/>
              </a:ext>
            </a:extLst>
          </p:cNvPr>
          <p:cNvSpPr>
            <a:spLocks noGrp="1" noChangeArrowheads="1"/>
          </p:cNvSpPr>
          <p:nvPr>
            <p:ph type="title" idx="4294967295"/>
          </p:nvPr>
        </p:nvSpPr>
        <p:spPr>
          <a:xfrm>
            <a:off x="2365375" y="254000"/>
            <a:ext cx="7696200" cy="387350"/>
          </a:xfrm>
          <a:noFill/>
        </p:spPr>
        <p:txBody>
          <a:bodyPr/>
          <a:lstStyle/>
          <a:p>
            <a:pPr eaLnBrk="1" hangingPunct="1"/>
            <a:r>
              <a:rPr lang="zh-CN" altLang="en-US" sz="3600" b="0">
                <a:solidFill>
                  <a:schemeClr val="folHlink"/>
                </a:solidFill>
                <a:latin typeface="Times New Roman" panose="02020603050405020304" pitchFamily="18" charset="0"/>
                <a:ea typeface="楷体_GB2312" pitchFamily="1" charset="-122"/>
              </a:rPr>
              <a:t>双绞线电缆</a:t>
            </a:r>
          </a:p>
        </p:txBody>
      </p:sp>
      <p:sp>
        <p:nvSpPr>
          <p:cNvPr id="1200131" name="Text Box 3">
            <a:extLst>
              <a:ext uri="{FF2B5EF4-FFF2-40B4-BE49-F238E27FC236}">
                <a16:creationId xmlns:a16="http://schemas.microsoft.com/office/drawing/2014/main" id="{C1778A58-D815-455D-968D-47151DBBEC58}"/>
              </a:ext>
            </a:extLst>
          </p:cNvPr>
          <p:cNvSpPr txBox="1">
            <a:spLocks noChangeArrowheads="1"/>
          </p:cNvSpPr>
          <p:nvPr/>
        </p:nvSpPr>
        <p:spPr bwMode="auto">
          <a:xfrm>
            <a:off x="495300" y="1246979"/>
            <a:ext cx="11201400" cy="191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6731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indent="0" eaLnBrk="1" hangingPunct="1">
              <a:lnSpc>
                <a:spcPct val="120000"/>
              </a:lnSpc>
              <a:spcBef>
                <a:spcPct val="0"/>
              </a:spcBef>
              <a:buClrTx/>
              <a:buSzTx/>
              <a:buFontTx/>
              <a:buNone/>
            </a:pPr>
            <a:r>
              <a:rPr lang="zh-CN" altLang="en-US">
                <a:latin typeface="Times New Roman" panose="02020603050405020304" pitchFamily="18" charset="0"/>
                <a:ea typeface="楷体_GB2312" pitchFamily="1" charset="-122"/>
              </a:rPr>
              <a:t>双绞线由两条互相绝缘的铜线组成。</a:t>
            </a:r>
            <a:endParaRPr lang="en-US" altLang="zh-CN">
              <a:latin typeface="Times New Roman" panose="02020603050405020304" pitchFamily="18" charset="0"/>
              <a:ea typeface="楷体_GB2312" pitchFamily="1" charset="-122"/>
            </a:endParaRPr>
          </a:p>
          <a:p>
            <a:pPr indent="0" eaLnBrk="1" hangingPunct="1">
              <a:lnSpc>
                <a:spcPct val="120000"/>
              </a:lnSpc>
              <a:spcBef>
                <a:spcPct val="0"/>
              </a:spcBef>
              <a:buClrTx/>
              <a:buSzTx/>
              <a:buFontTx/>
              <a:buNone/>
            </a:pPr>
            <a:r>
              <a:rPr lang="zh-CN" altLang="en-US">
                <a:latin typeface="Times New Roman" panose="02020603050405020304" pitchFamily="18" charset="0"/>
                <a:ea typeface="楷体_GB2312" pitchFamily="1" charset="-122"/>
              </a:rPr>
              <a:t>这两条铜线象螺纹一样拧在一起，如同一条</a:t>
            </a:r>
            <a:r>
              <a:rPr lang="en-US" altLang="zh-CN">
                <a:latin typeface="Times New Roman" panose="02020603050405020304" pitchFamily="18" charset="0"/>
                <a:ea typeface="楷体_GB2312" pitchFamily="1" charset="-122"/>
              </a:rPr>
              <a:t>DNA</a:t>
            </a:r>
            <a:r>
              <a:rPr lang="zh-CN" altLang="en-US">
                <a:latin typeface="Times New Roman" panose="02020603050405020304" pitchFamily="18" charset="0"/>
                <a:ea typeface="楷体_GB2312" pitchFamily="1" charset="-122"/>
              </a:rPr>
              <a:t>分子链，可减少邻近线对的电气干扰</a:t>
            </a:r>
            <a:r>
              <a:rPr lang="zh-CN" altLang="en-US" sz="3600">
                <a:latin typeface="Times New Roman" panose="02020603050405020304" pitchFamily="18" charset="0"/>
                <a:ea typeface="楷体_GB2312" pitchFamily="1" charset="-122"/>
              </a:rPr>
              <a:t> </a:t>
            </a:r>
            <a:r>
              <a:rPr lang="zh-CN" altLang="zh-CN" sz="3600">
                <a:latin typeface="Times New Roman" panose="02020603050405020304" pitchFamily="18" charset="0"/>
                <a:ea typeface="楷体_GB2312" pitchFamily="1" charset="-122"/>
              </a:rPr>
              <a:t>。</a:t>
            </a:r>
            <a:endParaRPr lang="zh-CN" altLang="en-US" sz="3600">
              <a:latin typeface="Times New Roman" panose="02020603050405020304" pitchFamily="18" charset="0"/>
              <a:ea typeface="楷体_GB2312" pitchFamily="1" charset="-122"/>
            </a:endParaRPr>
          </a:p>
        </p:txBody>
      </p:sp>
      <p:sp>
        <p:nvSpPr>
          <p:cNvPr id="1200132" name="Text Box 4">
            <a:extLst>
              <a:ext uri="{FF2B5EF4-FFF2-40B4-BE49-F238E27FC236}">
                <a16:creationId xmlns:a16="http://schemas.microsoft.com/office/drawing/2014/main" id="{365D2936-6470-4464-B5F2-56511EA26B96}"/>
              </a:ext>
            </a:extLst>
          </p:cNvPr>
          <p:cNvSpPr txBox="1">
            <a:spLocks noChangeArrowheads="1"/>
          </p:cNvSpPr>
          <p:nvPr/>
        </p:nvSpPr>
        <p:spPr bwMode="auto">
          <a:xfrm>
            <a:off x="2001007" y="3333018"/>
            <a:ext cx="8424936"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a:latin typeface="Times New Roman" panose="02020603050405020304" pitchFamily="18" charset="0"/>
                <a:ea typeface="楷体_GB2312" pitchFamily="1" charset="-122"/>
              </a:rPr>
              <a:t>双绞线可分为</a:t>
            </a:r>
            <a:endParaRPr lang="en-US" altLang="zh-CN">
              <a:latin typeface="Times New Roman" panose="02020603050405020304" pitchFamily="18" charset="0"/>
              <a:ea typeface="楷体_GB2312" pitchFamily="1" charset="-122"/>
            </a:endParaRPr>
          </a:p>
          <a:p>
            <a:pPr eaLnBrk="1" hangingPunct="1">
              <a:spcBef>
                <a:spcPct val="50000"/>
              </a:spcBef>
              <a:buClrTx/>
              <a:buSzTx/>
              <a:buFontTx/>
              <a:buNone/>
            </a:pPr>
            <a:r>
              <a:rPr lang="zh-CN" altLang="en-US">
                <a:solidFill>
                  <a:schemeClr val="accent2"/>
                </a:solidFill>
                <a:latin typeface="Times New Roman" panose="02020603050405020304" pitchFamily="18" charset="0"/>
                <a:ea typeface="楷体_GB2312" pitchFamily="1" charset="-122"/>
              </a:rPr>
              <a:t>无屏蔽双绞线</a:t>
            </a:r>
            <a:r>
              <a:rPr lang="en-US" altLang="zh-CN">
                <a:latin typeface="Times New Roman" panose="02020603050405020304" pitchFamily="18" charset="0"/>
                <a:ea typeface="楷体_GB2312" pitchFamily="1" charset="-122"/>
              </a:rPr>
              <a:t>(UTP, unshielded twisted pairs)</a:t>
            </a:r>
          </a:p>
          <a:p>
            <a:pPr eaLnBrk="1" hangingPunct="1">
              <a:spcBef>
                <a:spcPct val="50000"/>
              </a:spcBef>
              <a:buClrTx/>
              <a:buSzTx/>
              <a:buFontTx/>
              <a:buNone/>
            </a:pPr>
            <a:r>
              <a:rPr lang="zh-CN" altLang="en-US">
                <a:solidFill>
                  <a:schemeClr val="accent2"/>
                </a:solidFill>
                <a:latin typeface="Times New Roman" panose="02020603050405020304" pitchFamily="18" charset="0"/>
                <a:ea typeface="楷体_GB2312" pitchFamily="1" charset="-122"/>
              </a:rPr>
              <a:t>屏蔽双绞线</a:t>
            </a:r>
            <a:r>
              <a:rPr lang="en-US" altLang="zh-CN">
                <a:solidFill>
                  <a:schemeClr val="accent2"/>
                </a:solidFill>
                <a:latin typeface="Times New Roman" panose="02020603050405020304" pitchFamily="18" charset="0"/>
                <a:ea typeface="楷体_GB2312" pitchFamily="1" charset="-122"/>
              </a:rPr>
              <a:t>(</a:t>
            </a:r>
            <a:r>
              <a:rPr lang="en-US" altLang="zh-CN">
                <a:latin typeface="Times New Roman" panose="02020603050405020304" pitchFamily="18" charset="0"/>
                <a:ea typeface="楷体_GB2312" pitchFamily="1" charset="-122"/>
              </a:rPr>
              <a:t>STP, shielded twisted pairs)</a:t>
            </a:r>
            <a:r>
              <a:rPr lang="zh-CN" altLang="en-US">
                <a:latin typeface="Times New Roman" panose="02020603050405020304" pitchFamily="18" charset="0"/>
                <a:ea typeface="楷体_GB2312" pitchFamily="1" charset="-122"/>
              </a:rPr>
              <a:t>。</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00131">
                                            <p:txEl>
                                              <p:pRg st="0" end="0"/>
                                            </p:txEl>
                                          </p:spTgt>
                                        </p:tgtEl>
                                        <p:attrNameLst>
                                          <p:attrName>style.visibility</p:attrName>
                                        </p:attrNameLst>
                                      </p:cBhvr>
                                      <p:to>
                                        <p:strVal val="visible"/>
                                      </p:to>
                                    </p:set>
                                    <p:anim calcmode="lin" valueType="num">
                                      <p:cBhvr additive="base">
                                        <p:cTn id="7" dur="500" fill="hold"/>
                                        <p:tgtEl>
                                          <p:spTgt spid="120013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001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200131">
                                            <p:txEl>
                                              <p:pRg st="1" end="1"/>
                                            </p:txEl>
                                          </p:spTgt>
                                        </p:tgtEl>
                                        <p:attrNameLst>
                                          <p:attrName>style.visibility</p:attrName>
                                        </p:attrNameLst>
                                      </p:cBhvr>
                                      <p:to>
                                        <p:strVal val="visible"/>
                                      </p:to>
                                    </p:set>
                                    <p:anim calcmode="lin" valueType="num">
                                      <p:cBhvr additive="base">
                                        <p:cTn id="13" dur="500" fill="hold"/>
                                        <p:tgtEl>
                                          <p:spTgt spid="120013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2001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200132">
                                            <p:txEl>
                                              <p:pRg st="0" end="0"/>
                                            </p:txEl>
                                          </p:spTgt>
                                        </p:tgtEl>
                                        <p:attrNameLst>
                                          <p:attrName>style.visibility</p:attrName>
                                        </p:attrNameLst>
                                      </p:cBhvr>
                                      <p:to>
                                        <p:strVal val="visible"/>
                                      </p:to>
                                    </p:set>
                                    <p:anim calcmode="lin" valueType="num">
                                      <p:cBhvr additive="base">
                                        <p:cTn id="19" dur="500" fill="hold"/>
                                        <p:tgtEl>
                                          <p:spTgt spid="1200132">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20013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200132">
                                            <p:txEl>
                                              <p:pRg st="1" end="1"/>
                                            </p:txEl>
                                          </p:spTgt>
                                        </p:tgtEl>
                                        <p:attrNameLst>
                                          <p:attrName>style.visibility</p:attrName>
                                        </p:attrNameLst>
                                      </p:cBhvr>
                                      <p:to>
                                        <p:strVal val="visible"/>
                                      </p:to>
                                    </p:set>
                                    <p:anim calcmode="lin" valueType="num">
                                      <p:cBhvr additive="base">
                                        <p:cTn id="25" dur="500" fill="hold"/>
                                        <p:tgtEl>
                                          <p:spTgt spid="1200132">
                                            <p:txEl>
                                              <p:pRg st="1" end="1"/>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20013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200132">
                                            <p:txEl>
                                              <p:pRg st="2" end="2"/>
                                            </p:txEl>
                                          </p:spTgt>
                                        </p:tgtEl>
                                        <p:attrNameLst>
                                          <p:attrName>style.visibility</p:attrName>
                                        </p:attrNameLst>
                                      </p:cBhvr>
                                      <p:to>
                                        <p:strVal val="visible"/>
                                      </p:to>
                                    </p:set>
                                    <p:anim calcmode="lin" valueType="num">
                                      <p:cBhvr additive="base">
                                        <p:cTn id="31" dur="500" fill="hold"/>
                                        <p:tgtEl>
                                          <p:spTgt spid="1200132">
                                            <p:txEl>
                                              <p:pRg st="2" end="2"/>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200132">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0131" grpId="0" build="p" autoUpdateAnimBg="0"/>
      <p:bldP spid="1200132" grpId="0" build="p"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C4525B0B-19B8-4E09-8286-85D136971756}"/>
              </a:ext>
            </a:extLst>
          </p:cNvPr>
          <p:cNvSpPr>
            <a:spLocks noGrp="1" noChangeArrowheads="1"/>
          </p:cNvSpPr>
          <p:nvPr>
            <p:ph type="title" idx="4294967295"/>
          </p:nvPr>
        </p:nvSpPr>
        <p:spPr>
          <a:xfrm>
            <a:off x="2365375" y="322264"/>
            <a:ext cx="7696200" cy="420687"/>
          </a:xfrm>
          <a:noFill/>
        </p:spPr>
        <p:txBody>
          <a:bodyPr/>
          <a:lstStyle/>
          <a:p>
            <a:pPr eaLnBrk="1" hangingPunct="1"/>
            <a:r>
              <a:rPr lang="zh-CN" altLang="en-US" sz="3600" b="0">
                <a:solidFill>
                  <a:schemeClr val="folHlink"/>
                </a:solidFill>
                <a:latin typeface="新宋体" panose="02010609030101010101" pitchFamily="49" charset="-122"/>
                <a:ea typeface="楷体_GB2312" pitchFamily="1" charset="-122"/>
              </a:rPr>
              <a:t>双绞线电缆</a:t>
            </a:r>
          </a:p>
        </p:txBody>
      </p:sp>
      <p:sp>
        <p:nvSpPr>
          <p:cNvPr id="17411" name="Rectangle 3">
            <a:extLst>
              <a:ext uri="{FF2B5EF4-FFF2-40B4-BE49-F238E27FC236}">
                <a16:creationId xmlns:a16="http://schemas.microsoft.com/office/drawing/2014/main" id="{C7764D6E-DA11-4B66-9D9A-3054382282AD}"/>
              </a:ext>
            </a:extLst>
          </p:cNvPr>
          <p:cNvSpPr>
            <a:spLocks noChangeArrowheads="1"/>
          </p:cNvSpPr>
          <p:nvPr/>
        </p:nvSpPr>
        <p:spPr bwMode="auto">
          <a:xfrm>
            <a:off x="4848225" y="2819400"/>
            <a:ext cx="9144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nvGrpSpPr>
          <p:cNvPr id="17412" name="Group 4">
            <a:extLst>
              <a:ext uri="{FF2B5EF4-FFF2-40B4-BE49-F238E27FC236}">
                <a16:creationId xmlns:a16="http://schemas.microsoft.com/office/drawing/2014/main" id="{7E2268A5-A4EC-47AD-8112-7412E53A9B45}"/>
              </a:ext>
            </a:extLst>
          </p:cNvPr>
          <p:cNvGrpSpPr>
            <a:grpSpLocks/>
          </p:cNvGrpSpPr>
          <p:nvPr/>
        </p:nvGrpSpPr>
        <p:grpSpPr bwMode="auto">
          <a:xfrm>
            <a:off x="2052638" y="1157288"/>
            <a:ext cx="8253412" cy="5700712"/>
            <a:chOff x="220" y="729"/>
            <a:chExt cx="5199" cy="3591"/>
          </a:xfrm>
        </p:grpSpPr>
        <p:pic>
          <p:nvPicPr>
            <p:cNvPr id="17413" name="Picture 5" descr="10－6">
              <a:extLst>
                <a:ext uri="{FF2B5EF4-FFF2-40B4-BE49-F238E27FC236}">
                  <a16:creationId xmlns:a16="http://schemas.microsoft.com/office/drawing/2014/main" id="{AA7090B7-3864-4D68-9CCF-ACA4C30493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816" t="3703" r="7330" b="20410"/>
            <a:stretch>
              <a:fillRect/>
            </a:stretch>
          </p:blipFill>
          <p:spPr bwMode="auto">
            <a:xfrm>
              <a:off x="482" y="2544"/>
              <a:ext cx="4453" cy="1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4" name="Text Box 6">
              <a:extLst>
                <a:ext uri="{FF2B5EF4-FFF2-40B4-BE49-F238E27FC236}">
                  <a16:creationId xmlns:a16="http://schemas.microsoft.com/office/drawing/2014/main" id="{DF426DD3-7B19-4B24-9A2C-6C7A07881CE2}"/>
                </a:ext>
              </a:extLst>
            </p:cNvPr>
            <p:cNvSpPr txBox="1">
              <a:spLocks noChangeArrowheads="1"/>
            </p:cNvSpPr>
            <p:nvPr/>
          </p:nvSpPr>
          <p:spPr bwMode="auto">
            <a:xfrm>
              <a:off x="1930" y="3993"/>
              <a:ext cx="12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800">
                  <a:solidFill>
                    <a:schemeClr val="accent2"/>
                  </a:solidFill>
                  <a:latin typeface="Times New Roman" panose="02020603050405020304" pitchFamily="18" charset="0"/>
                  <a:ea typeface="楷体_GB2312" pitchFamily="1" charset="-122"/>
                </a:rPr>
                <a:t>屏蔽双绞线</a:t>
              </a:r>
            </a:p>
          </p:txBody>
        </p:sp>
        <p:sp>
          <p:nvSpPr>
            <p:cNvPr id="17415" name="Text Box 7">
              <a:extLst>
                <a:ext uri="{FF2B5EF4-FFF2-40B4-BE49-F238E27FC236}">
                  <a16:creationId xmlns:a16="http://schemas.microsoft.com/office/drawing/2014/main" id="{B2D9F062-BCAE-49C7-9961-66710492F264}"/>
                </a:ext>
              </a:extLst>
            </p:cNvPr>
            <p:cNvSpPr txBox="1">
              <a:spLocks noChangeArrowheads="1"/>
            </p:cNvSpPr>
            <p:nvPr/>
          </p:nvSpPr>
          <p:spPr bwMode="auto">
            <a:xfrm>
              <a:off x="2584" y="2090"/>
              <a:ext cx="190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800">
                  <a:solidFill>
                    <a:schemeClr val="accent2"/>
                  </a:solidFill>
                  <a:latin typeface="Times New Roman" panose="02020603050405020304" pitchFamily="18" charset="0"/>
                  <a:ea typeface="楷体_GB2312" pitchFamily="1" charset="-122"/>
                </a:rPr>
                <a:t>非屏蔽双绞线电缆</a:t>
              </a:r>
            </a:p>
          </p:txBody>
        </p:sp>
        <p:pic>
          <p:nvPicPr>
            <p:cNvPr id="17416" name="Picture 8" descr="E:\计算机网络讲义\局域网讲义\lan1.files\lan1map2.gif">
              <a:extLst>
                <a:ext uri="{FF2B5EF4-FFF2-40B4-BE49-F238E27FC236}">
                  <a16:creationId xmlns:a16="http://schemas.microsoft.com/office/drawing/2014/main" id="{42CA4F6A-ACF0-4A97-B835-4DF36C48EA0F}"/>
                </a:ext>
              </a:extLst>
            </p:cNvPr>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1695" y="729"/>
              <a:ext cx="3724" cy="1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7" name="Picture 9">
              <a:extLst>
                <a:ext uri="{FF2B5EF4-FFF2-40B4-BE49-F238E27FC236}">
                  <a16:creationId xmlns:a16="http://schemas.microsoft.com/office/drawing/2014/main" id="{3BDEF4D0-E68A-40B4-81AD-9BC3C88F5B7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 y="784"/>
              <a:ext cx="1292" cy="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8" name="Text Box 10">
              <a:extLst>
                <a:ext uri="{FF2B5EF4-FFF2-40B4-BE49-F238E27FC236}">
                  <a16:creationId xmlns:a16="http://schemas.microsoft.com/office/drawing/2014/main" id="{7A38769F-FFBB-4020-B350-86A10C21E478}"/>
                </a:ext>
              </a:extLst>
            </p:cNvPr>
            <p:cNvSpPr txBox="1">
              <a:spLocks noChangeArrowheads="1"/>
            </p:cNvSpPr>
            <p:nvPr/>
          </p:nvSpPr>
          <p:spPr bwMode="auto">
            <a:xfrm>
              <a:off x="361" y="2121"/>
              <a:ext cx="14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800">
                  <a:solidFill>
                    <a:schemeClr val="accent2"/>
                  </a:solidFill>
                  <a:latin typeface="Times New Roman" panose="02020603050405020304" pitchFamily="18" charset="0"/>
                  <a:ea typeface="楷体_GB2312" pitchFamily="1" charset="-122"/>
                </a:rPr>
                <a:t>四对双绞线</a:t>
              </a:r>
            </a:p>
          </p:txBody>
        </p:sp>
      </p:grpSp>
    </p:spTree>
  </p:cSld>
  <p:clrMapOvr>
    <a:masterClrMapping/>
  </p:clrMapOvr>
  <p:transition spd="med">
    <p:rand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B5B99216-7FCE-4181-B6CF-1C2F9AF774B6}"/>
              </a:ext>
            </a:extLst>
          </p:cNvPr>
          <p:cNvSpPr>
            <a:spLocks noGrp="1" noChangeArrowheads="1"/>
          </p:cNvSpPr>
          <p:nvPr>
            <p:ph type="title"/>
          </p:nvPr>
        </p:nvSpPr>
        <p:spPr>
          <a:xfrm>
            <a:off x="2233613" y="115888"/>
            <a:ext cx="7772400" cy="850900"/>
          </a:xfrm>
          <a:noFill/>
        </p:spPr>
        <p:txBody>
          <a:bodyPr/>
          <a:lstStyle/>
          <a:p>
            <a:pPr eaLnBrk="1" hangingPunct="1"/>
            <a:r>
              <a:rPr lang="zh-CN" altLang="en-US" sz="3600" b="0">
                <a:solidFill>
                  <a:schemeClr val="folHlink"/>
                </a:solidFill>
                <a:latin typeface="Times New Roman" panose="02020603050405020304" pitchFamily="18" charset="0"/>
                <a:ea typeface="楷体_GB2312" pitchFamily="1" charset="-122"/>
              </a:rPr>
              <a:t>双绞线上的噪音</a:t>
            </a:r>
          </a:p>
        </p:txBody>
      </p:sp>
      <p:pic>
        <p:nvPicPr>
          <p:cNvPr id="19459" name="Picture 3">
            <a:extLst>
              <a:ext uri="{FF2B5EF4-FFF2-40B4-BE49-F238E27FC236}">
                <a16:creationId xmlns:a16="http://schemas.microsoft.com/office/drawing/2014/main" id="{3B555633-A3A3-41BF-B8DB-4B65FA633D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8514" y="2047875"/>
            <a:ext cx="5514975" cy="276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0" name="Picture 4">
            <a:extLst>
              <a:ext uri="{FF2B5EF4-FFF2-40B4-BE49-F238E27FC236}">
                <a16:creationId xmlns:a16="http://schemas.microsoft.com/office/drawing/2014/main" id="{7032879A-1365-45B8-B5DA-128D6AFC38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2175" y="1412876"/>
            <a:ext cx="8102600" cy="390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rand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22" name="Text Box 2">
            <a:extLst>
              <a:ext uri="{FF2B5EF4-FFF2-40B4-BE49-F238E27FC236}">
                <a16:creationId xmlns:a16="http://schemas.microsoft.com/office/drawing/2014/main" id="{AB29932F-0A7F-4961-A8DA-330C263F7470}"/>
              </a:ext>
            </a:extLst>
          </p:cNvPr>
          <p:cNvSpPr txBox="1">
            <a:spLocks noChangeArrowheads="1"/>
          </p:cNvSpPr>
          <p:nvPr/>
        </p:nvSpPr>
        <p:spPr bwMode="auto">
          <a:xfrm>
            <a:off x="1214699" y="1465264"/>
            <a:ext cx="9667353" cy="1814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6731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indent="0" algn="just" eaLnBrk="1" hangingPunct="1">
              <a:lnSpc>
                <a:spcPct val="120000"/>
              </a:lnSpc>
              <a:spcBef>
                <a:spcPct val="0"/>
              </a:spcBef>
              <a:buClrTx/>
              <a:buSzTx/>
              <a:buFontTx/>
              <a:buNone/>
            </a:pPr>
            <a:r>
              <a:rPr lang="zh-CN" altLang="en-US">
                <a:solidFill>
                  <a:schemeClr val="hlink"/>
                </a:solidFill>
                <a:latin typeface="Times New Roman" panose="02020603050405020304" pitchFamily="18" charset="0"/>
                <a:ea typeface="楷体_GB2312" pitchFamily="1" charset="-122"/>
              </a:rPr>
              <a:t>第</a:t>
            </a:r>
            <a:r>
              <a:rPr lang="en-US" altLang="zh-CN">
                <a:solidFill>
                  <a:schemeClr val="hlink"/>
                </a:solidFill>
                <a:latin typeface="Times New Roman" panose="02020603050405020304" pitchFamily="18" charset="0"/>
                <a:ea typeface="楷体_GB2312" pitchFamily="1" charset="-122"/>
              </a:rPr>
              <a:t>5</a:t>
            </a:r>
            <a:r>
              <a:rPr lang="zh-CN" altLang="en-US">
                <a:solidFill>
                  <a:schemeClr val="hlink"/>
                </a:solidFill>
                <a:latin typeface="Times New Roman" panose="02020603050405020304" pitchFamily="18" charset="0"/>
                <a:ea typeface="楷体_GB2312" pitchFamily="1" charset="-122"/>
              </a:rPr>
              <a:t>类</a:t>
            </a:r>
            <a:r>
              <a:rPr lang="zh-CN" altLang="en-US">
                <a:latin typeface="Times New Roman" panose="02020603050405020304" pitchFamily="18" charset="0"/>
                <a:ea typeface="楷体_GB2312" pitchFamily="1" charset="-122"/>
              </a:rPr>
              <a:t>：该类电缆增加了绕线密度，外套一种高质量的绝缘材料，传输特性的最高规格为</a:t>
            </a:r>
            <a:r>
              <a:rPr lang="en-US" altLang="zh-CN">
                <a:solidFill>
                  <a:schemeClr val="accent2"/>
                </a:solidFill>
                <a:latin typeface="Times New Roman" panose="02020603050405020304" pitchFamily="18" charset="0"/>
                <a:ea typeface="楷体_GB2312" pitchFamily="1" charset="-122"/>
              </a:rPr>
              <a:t>100MHz</a:t>
            </a:r>
            <a:r>
              <a:rPr lang="zh-CN" altLang="en-US">
                <a:latin typeface="Times New Roman" panose="02020603050405020304" pitchFamily="18" charset="0"/>
                <a:ea typeface="楷体_GB2312" pitchFamily="1" charset="-122"/>
              </a:rPr>
              <a:t>，</a:t>
            </a:r>
            <a:r>
              <a:rPr lang="zh-CN" altLang="zh-CN">
                <a:latin typeface="Times New Roman" panose="02020603050405020304" pitchFamily="18" charset="0"/>
                <a:ea typeface="楷体_GB2312" pitchFamily="1" charset="-122"/>
              </a:rPr>
              <a:t>用于语言传输和最高传输速率为100</a:t>
            </a:r>
            <a:r>
              <a:rPr lang="en-US" altLang="zh-CN">
                <a:latin typeface="Times New Roman" panose="02020603050405020304" pitchFamily="18" charset="0"/>
                <a:ea typeface="楷体_GB2312" pitchFamily="1" charset="-122"/>
              </a:rPr>
              <a:t>Mbps</a:t>
            </a:r>
            <a:r>
              <a:rPr lang="zh-CN" altLang="zh-CN">
                <a:latin typeface="Times New Roman" panose="02020603050405020304" pitchFamily="18" charset="0"/>
                <a:ea typeface="楷体_GB2312" pitchFamily="1" charset="-122"/>
              </a:rPr>
              <a:t>的数据传输。</a:t>
            </a:r>
            <a:endParaRPr lang="zh-CN" altLang="en-US">
              <a:latin typeface="Times New Roman" panose="02020603050405020304" pitchFamily="18" charset="0"/>
              <a:ea typeface="楷体_GB2312" pitchFamily="1" charset="-122"/>
            </a:endParaRPr>
          </a:p>
        </p:txBody>
      </p:sp>
      <p:sp>
        <p:nvSpPr>
          <p:cNvPr id="23555" name="Rectangle 3">
            <a:extLst>
              <a:ext uri="{FF2B5EF4-FFF2-40B4-BE49-F238E27FC236}">
                <a16:creationId xmlns:a16="http://schemas.microsoft.com/office/drawing/2014/main" id="{FBD102DC-9DE5-40E1-AB8E-577E39C5E7B3}"/>
              </a:ext>
            </a:extLst>
          </p:cNvPr>
          <p:cNvSpPr>
            <a:spLocks noGrp="1" noChangeArrowheads="1"/>
          </p:cNvSpPr>
          <p:nvPr>
            <p:ph type="title" idx="4294967295"/>
          </p:nvPr>
        </p:nvSpPr>
        <p:spPr>
          <a:xfrm>
            <a:off x="3067051" y="301626"/>
            <a:ext cx="5819775" cy="373063"/>
          </a:xfrm>
          <a:noFill/>
        </p:spPr>
        <p:txBody>
          <a:bodyPr wrap="none"/>
          <a:lstStyle/>
          <a:p>
            <a:pPr eaLnBrk="1" hangingPunct="1"/>
            <a:r>
              <a:rPr lang="zh-CN" altLang="en-US" sz="3600" b="0">
                <a:solidFill>
                  <a:schemeClr val="folHlink"/>
                </a:solidFill>
                <a:latin typeface="Times New Roman" panose="02020603050405020304" pitchFamily="18" charset="0"/>
                <a:ea typeface="楷体_GB2312" pitchFamily="1" charset="-122"/>
              </a:rPr>
              <a:t>双绞线</a:t>
            </a:r>
          </a:p>
        </p:txBody>
      </p:sp>
      <p:sp>
        <p:nvSpPr>
          <p:cNvPr id="1208324" name="Text Box 4">
            <a:extLst>
              <a:ext uri="{FF2B5EF4-FFF2-40B4-BE49-F238E27FC236}">
                <a16:creationId xmlns:a16="http://schemas.microsoft.com/office/drawing/2014/main" id="{C311CD38-7D9D-4C5B-AE4A-E53460EB566E}"/>
              </a:ext>
            </a:extLst>
          </p:cNvPr>
          <p:cNvSpPr txBox="1">
            <a:spLocks noChangeArrowheads="1"/>
          </p:cNvSpPr>
          <p:nvPr/>
        </p:nvSpPr>
        <p:spPr bwMode="auto">
          <a:xfrm>
            <a:off x="1236825" y="3784976"/>
            <a:ext cx="964522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50000"/>
              </a:spcBef>
              <a:buClrTx/>
              <a:buSzTx/>
              <a:buFontTx/>
              <a:buNone/>
            </a:pPr>
            <a:r>
              <a:rPr lang="zh-CN" altLang="en-US">
                <a:solidFill>
                  <a:schemeClr val="hlink"/>
                </a:solidFill>
                <a:latin typeface="Times New Roman" panose="02020603050405020304" pitchFamily="18" charset="0"/>
                <a:ea typeface="楷体_GB2312" pitchFamily="1" charset="-122"/>
              </a:rPr>
              <a:t>超</a:t>
            </a:r>
            <a:r>
              <a:rPr lang="en-US" altLang="zh-CN">
                <a:solidFill>
                  <a:schemeClr val="hlink"/>
                </a:solidFill>
                <a:latin typeface="Times New Roman" panose="02020603050405020304" pitchFamily="18" charset="0"/>
                <a:ea typeface="楷体_GB2312" pitchFamily="1" charset="-122"/>
              </a:rPr>
              <a:t>5</a:t>
            </a:r>
            <a:r>
              <a:rPr lang="zh-CN" altLang="en-US">
                <a:solidFill>
                  <a:schemeClr val="hlink"/>
                </a:solidFill>
                <a:latin typeface="Times New Roman" panose="02020603050405020304" pitchFamily="18" charset="0"/>
                <a:ea typeface="楷体_GB2312" pitchFamily="1" charset="-122"/>
              </a:rPr>
              <a:t>类或</a:t>
            </a:r>
            <a:r>
              <a:rPr lang="en-US" altLang="zh-CN">
                <a:solidFill>
                  <a:schemeClr val="hlink"/>
                </a:solidFill>
                <a:latin typeface="Times New Roman" panose="02020603050405020304" pitchFamily="18" charset="0"/>
                <a:ea typeface="楷体_GB2312" pitchFamily="1" charset="-122"/>
              </a:rPr>
              <a:t>6</a:t>
            </a:r>
            <a:r>
              <a:rPr lang="zh-CN" altLang="en-US">
                <a:solidFill>
                  <a:schemeClr val="hlink"/>
                </a:solidFill>
                <a:latin typeface="Times New Roman" panose="02020603050405020304" pitchFamily="18" charset="0"/>
                <a:ea typeface="楷体_GB2312" pitchFamily="1" charset="-122"/>
              </a:rPr>
              <a:t>类</a:t>
            </a:r>
            <a:r>
              <a:rPr lang="zh-CN" altLang="en-US">
                <a:latin typeface="Times New Roman" panose="02020603050405020304" pitchFamily="18" charset="0"/>
                <a:ea typeface="楷体_GB2312" pitchFamily="1" charset="-122"/>
              </a:rPr>
              <a:t>双绞线目前的传输速率可达</a:t>
            </a:r>
            <a:r>
              <a:rPr lang="en-US" altLang="zh-CN">
                <a:solidFill>
                  <a:schemeClr val="accent2"/>
                </a:solidFill>
                <a:latin typeface="Times New Roman" panose="02020603050405020304" pitchFamily="18" charset="0"/>
                <a:ea typeface="楷体_GB2312" pitchFamily="1" charset="-122"/>
              </a:rPr>
              <a:t>1000Mbps</a:t>
            </a:r>
            <a:r>
              <a:rPr lang="zh-CN" altLang="en-US">
                <a:latin typeface="Times New Roman" panose="02020603050405020304" pitchFamily="18" charset="0"/>
                <a:ea typeface="楷体_GB2312" pitchFamily="1" charset="-122"/>
              </a:rPr>
              <a:t>，但传输距离不能超过</a:t>
            </a:r>
            <a:r>
              <a:rPr lang="en-US" altLang="zh-CN">
                <a:latin typeface="Times New Roman" panose="02020603050405020304" pitchFamily="18" charset="0"/>
                <a:ea typeface="楷体_GB2312" pitchFamily="1" charset="-122"/>
              </a:rPr>
              <a:t>100m</a:t>
            </a:r>
            <a:r>
              <a:rPr lang="zh-CN" altLang="en-US">
                <a:latin typeface="Times New Roman" panose="02020603050405020304" pitchFamily="18" charset="0"/>
                <a:ea typeface="楷体_GB2312" pitchFamily="1" charset="-122"/>
              </a:rPr>
              <a:t>，否则就要使用中继器。</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08322">
                                            <p:txEl>
                                              <p:pRg st="0" end="0"/>
                                            </p:txEl>
                                          </p:spTgt>
                                        </p:tgtEl>
                                        <p:attrNameLst>
                                          <p:attrName>style.visibility</p:attrName>
                                        </p:attrNameLst>
                                      </p:cBhvr>
                                      <p:to>
                                        <p:strVal val="visible"/>
                                      </p:to>
                                    </p:set>
                                    <p:anim calcmode="lin" valueType="num">
                                      <p:cBhvr additive="base">
                                        <p:cTn id="7" dur="500" fill="hold"/>
                                        <p:tgtEl>
                                          <p:spTgt spid="120832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083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208324">
                                            <p:txEl>
                                              <p:pRg st="0" end="0"/>
                                            </p:txEl>
                                          </p:spTgt>
                                        </p:tgtEl>
                                        <p:attrNameLst>
                                          <p:attrName>style.visibility</p:attrName>
                                        </p:attrNameLst>
                                      </p:cBhvr>
                                      <p:to>
                                        <p:strVal val="visible"/>
                                      </p:to>
                                    </p:set>
                                    <p:anim calcmode="lin" valueType="num">
                                      <p:cBhvr additive="base">
                                        <p:cTn id="13" dur="500" fill="hold"/>
                                        <p:tgtEl>
                                          <p:spTgt spid="1208324">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20832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22" grpId="0" build="p" autoUpdateAnimBg="0"/>
      <p:bldP spid="1208324" grpId="0" build="p"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9346" name="Text Box 2">
            <a:extLst>
              <a:ext uri="{FF2B5EF4-FFF2-40B4-BE49-F238E27FC236}">
                <a16:creationId xmlns:a16="http://schemas.microsoft.com/office/drawing/2014/main" id="{50204203-B905-46B0-BB46-87A52E54E2F6}"/>
              </a:ext>
            </a:extLst>
          </p:cNvPr>
          <p:cNvSpPr txBox="1">
            <a:spLocks noChangeArrowheads="1"/>
          </p:cNvSpPr>
          <p:nvPr/>
        </p:nvSpPr>
        <p:spPr bwMode="auto">
          <a:xfrm>
            <a:off x="527002" y="1368427"/>
            <a:ext cx="11233248"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AutoNum type="arabicParenBoth"/>
            </a:pPr>
            <a:r>
              <a:rPr lang="zh-CN" altLang="en-US">
                <a:latin typeface="+mn-ea"/>
                <a:ea typeface="+mn-ea"/>
              </a:rPr>
              <a:t>无屏蔽外套</a:t>
            </a:r>
            <a:r>
              <a:rPr lang="en-US" altLang="zh-CN">
                <a:latin typeface="+mn-ea"/>
                <a:ea typeface="+mn-ea"/>
              </a:rPr>
              <a:t>,</a:t>
            </a:r>
            <a:r>
              <a:rPr lang="zh-CN" altLang="en-US">
                <a:latin typeface="+mn-ea"/>
                <a:ea typeface="+mn-ea"/>
              </a:rPr>
              <a:t>直径小</a:t>
            </a:r>
            <a:r>
              <a:rPr lang="en-US" altLang="zh-CN">
                <a:latin typeface="+mn-ea"/>
                <a:ea typeface="+mn-ea"/>
              </a:rPr>
              <a:t>,</a:t>
            </a:r>
            <a:r>
              <a:rPr lang="zh-CN" altLang="en-US">
                <a:latin typeface="+mn-ea"/>
                <a:ea typeface="+mn-ea"/>
              </a:rPr>
              <a:t>节省空间</a:t>
            </a:r>
          </a:p>
          <a:p>
            <a:pPr eaLnBrk="1" hangingPunct="1">
              <a:spcBef>
                <a:spcPct val="0"/>
              </a:spcBef>
              <a:buClrTx/>
              <a:buSzTx/>
              <a:buFontTx/>
              <a:buAutoNum type="arabicParenBoth"/>
            </a:pPr>
            <a:r>
              <a:rPr lang="zh-CN" altLang="en-US">
                <a:latin typeface="+mn-ea"/>
                <a:ea typeface="+mn-ea"/>
              </a:rPr>
              <a:t>重量轻、易弯曲、易安装</a:t>
            </a:r>
            <a:endParaRPr lang="en-US" altLang="zh-CN">
              <a:latin typeface="+mn-ea"/>
              <a:ea typeface="+mn-ea"/>
            </a:endParaRPr>
          </a:p>
          <a:p>
            <a:pPr eaLnBrk="1" hangingPunct="1">
              <a:spcBef>
                <a:spcPct val="0"/>
              </a:spcBef>
              <a:buClrTx/>
              <a:buSzTx/>
              <a:buFontTx/>
              <a:buAutoNum type="arabicParenBoth"/>
            </a:pPr>
            <a:r>
              <a:rPr lang="zh-CN" altLang="en-US">
                <a:latin typeface="+mn-ea"/>
                <a:ea typeface="+mn-ea"/>
              </a:rPr>
              <a:t>将串扰减至最小或加以消除</a:t>
            </a:r>
          </a:p>
          <a:p>
            <a:pPr eaLnBrk="1" hangingPunct="1">
              <a:spcBef>
                <a:spcPct val="0"/>
              </a:spcBef>
              <a:buClrTx/>
              <a:buSzTx/>
              <a:buFontTx/>
              <a:buAutoNum type="arabicParenBoth"/>
            </a:pPr>
            <a:r>
              <a:rPr lang="zh-CN" altLang="en-US">
                <a:latin typeface="+mn-ea"/>
                <a:ea typeface="+mn-ea"/>
              </a:rPr>
              <a:t>具有阻燃性</a:t>
            </a:r>
          </a:p>
          <a:p>
            <a:pPr eaLnBrk="1" hangingPunct="1">
              <a:spcBef>
                <a:spcPct val="0"/>
              </a:spcBef>
              <a:buClrTx/>
              <a:buSzTx/>
              <a:buFontTx/>
              <a:buAutoNum type="arabicParenBoth"/>
            </a:pPr>
            <a:r>
              <a:rPr lang="zh-CN" altLang="en-US">
                <a:latin typeface="+mn-ea"/>
                <a:ea typeface="+mn-ea"/>
              </a:rPr>
              <a:t>具有独立性和灵活性，适用于结构化综合布线</a:t>
            </a:r>
            <a:endParaRPr lang="en-US" altLang="zh-CN">
              <a:latin typeface="+mn-ea"/>
              <a:ea typeface="+mn-ea"/>
            </a:endParaRPr>
          </a:p>
          <a:p>
            <a:pPr eaLnBrk="1" hangingPunct="1">
              <a:spcBef>
                <a:spcPct val="0"/>
              </a:spcBef>
              <a:buClrTx/>
              <a:buSzTx/>
              <a:buFontTx/>
              <a:buAutoNum type="arabicParenBoth"/>
            </a:pPr>
            <a:r>
              <a:rPr lang="zh-CN" altLang="en-US">
                <a:latin typeface="+mn-ea"/>
                <a:ea typeface="+mn-ea"/>
              </a:rPr>
              <a:t>用双绞线传输数据时距离通常是</a:t>
            </a:r>
            <a:r>
              <a:rPr lang="en-US" altLang="zh-CN">
                <a:latin typeface="+mn-ea"/>
                <a:ea typeface="+mn-ea"/>
              </a:rPr>
              <a:t>100</a:t>
            </a:r>
            <a:r>
              <a:rPr lang="zh-CN" altLang="en-US">
                <a:latin typeface="+mn-ea"/>
                <a:ea typeface="+mn-ea"/>
              </a:rPr>
              <a:t>米，数据误码率为</a:t>
            </a:r>
            <a:r>
              <a:rPr lang="en-US" altLang="zh-CN">
                <a:latin typeface="+mn-ea"/>
                <a:ea typeface="+mn-ea"/>
              </a:rPr>
              <a:t>10</a:t>
            </a:r>
            <a:r>
              <a:rPr lang="en-US" altLang="zh-CN" baseline="30000">
                <a:latin typeface="+mn-ea"/>
                <a:ea typeface="+mn-ea"/>
              </a:rPr>
              <a:t>-5</a:t>
            </a:r>
            <a:endParaRPr lang="zh-CN" altLang="en-US">
              <a:latin typeface="+mn-ea"/>
              <a:ea typeface="+mn-ea"/>
            </a:endParaRPr>
          </a:p>
        </p:txBody>
      </p:sp>
      <p:sp>
        <p:nvSpPr>
          <p:cNvPr id="24579" name="Rectangle 4">
            <a:extLst>
              <a:ext uri="{FF2B5EF4-FFF2-40B4-BE49-F238E27FC236}">
                <a16:creationId xmlns:a16="http://schemas.microsoft.com/office/drawing/2014/main" id="{1B281CB4-AB13-4902-BCB0-CABAD8953E23}"/>
              </a:ext>
            </a:extLst>
          </p:cNvPr>
          <p:cNvSpPr>
            <a:spLocks noGrp="1" noChangeArrowheads="1"/>
          </p:cNvSpPr>
          <p:nvPr>
            <p:ph type="title" idx="4294967295"/>
          </p:nvPr>
        </p:nvSpPr>
        <p:spPr>
          <a:xfrm>
            <a:off x="4348164" y="341314"/>
            <a:ext cx="3590925" cy="352425"/>
          </a:xfrm>
          <a:noFill/>
        </p:spPr>
        <p:txBody>
          <a:bodyPr wrap="none"/>
          <a:lstStyle/>
          <a:p>
            <a:pPr eaLnBrk="1" hangingPunct="1"/>
            <a:r>
              <a:rPr lang="zh-CN" altLang="en-US" sz="3600" b="0">
                <a:solidFill>
                  <a:schemeClr val="folHlink"/>
                </a:solidFill>
                <a:latin typeface="Times New Roman" panose="02020603050405020304" pitchFamily="18" charset="0"/>
                <a:ea typeface="楷体_GB2312" pitchFamily="1" charset="-122"/>
              </a:rPr>
              <a:t>双绞线的特点</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09346">
                                            <p:txEl>
                                              <p:pRg st="0" end="0"/>
                                            </p:txEl>
                                          </p:spTgt>
                                        </p:tgtEl>
                                        <p:attrNameLst>
                                          <p:attrName>style.visibility</p:attrName>
                                        </p:attrNameLst>
                                      </p:cBhvr>
                                      <p:to>
                                        <p:strVal val="visible"/>
                                      </p:to>
                                    </p:set>
                                    <p:anim calcmode="lin" valueType="num">
                                      <p:cBhvr additive="base">
                                        <p:cTn id="7" dur="500" fill="hold"/>
                                        <p:tgtEl>
                                          <p:spTgt spid="120934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0934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209346">
                                            <p:txEl>
                                              <p:pRg st="1" end="1"/>
                                            </p:txEl>
                                          </p:spTgt>
                                        </p:tgtEl>
                                        <p:attrNameLst>
                                          <p:attrName>style.visibility</p:attrName>
                                        </p:attrNameLst>
                                      </p:cBhvr>
                                      <p:to>
                                        <p:strVal val="visible"/>
                                      </p:to>
                                    </p:set>
                                    <p:anim calcmode="lin" valueType="num">
                                      <p:cBhvr additive="base">
                                        <p:cTn id="13" dur="500" fill="hold"/>
                                        <p:tgtEl>
                                          <p:spTgt spid="1209346">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20934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209346">
                                            <p:txEl>
                                              <p:pRg st="2" end="2"/>
                                            </p:txEl>
                                          </p:spTgt>
                                        </p:tgtEl>
                                        <p:attrNameLst>
                                          <p:attrName>style.visibility</p:attrName>
                                        </p:attrNameLst>
                                      </p:cBhvr>
                                      <p:to>
                                        <p:strVal val="visible"/>
                                      </p:to>
                                    </p:set>
                                    <p:anim calcmode="lin" valueType="num">
                                      <p:cBhvr additive="base">
                                        <p:cTn id="19" dur="500" fill="hold"/>
                                        <p:tgtEl>
                                          <p:spTgt spid="1209346">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20934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209346">
                                            <p:txEl>
                                              <p:pRg st="3" end="3"/>
                                            </p:txEl>
                                          </p:spTgt>
                                        </p:tgtEl>
                                        <p:attrNameLst>
                                          <p:attrName>style.visibility</p:attrName>
                                        </p:attrNameLst>
                                      </p:cBhvr>
                                      <p:to>
                                        <p:strVal val="visible"/>
                                      </p:to>
                                    </p:set>
                                    <p:anim calcmode="lin" valueType="num">
                                      <p:cBhvr additive="base">
                                        <p:cTn id="25" dur="500" fill="hold"/>
                                        <p:tgtEl>
                                          <p:spTgt spid="1209346">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20934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209346">
                                            <p:txEl>
                                              <p:pRg st="4" end="4"/>
                                            </p:txEl>
                                          </p:spTgt>
                                        </p:tgtEl>
                                        <p:attrNameLst>
                                          <p:attrName>style.visibility</p:attrName>
                                        </p:attrNameLst>
                                      </p:cBhvr>
                                      <p:to>
                                        <p:strVal val="visible"/>
                                      </p:to>
                                    </p:set>
                                    <p:anim calcmode="lin" valueType="num">
                                      <p:cBhvr additive="base">
                                        <p:cTn id="31" dur="500" fill="hold"/>
                                        <p:tgtEl>
                                          <p:spTgt spid="1209346">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20934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209346">
                                            <p:txEl>
                                              <p:pRg st="5" end="5"/>
                                            </p:txEl>
                                          </p:spTgt>
                                        </p:tgtEl>
                                        <p:attrNameLst>
                                          <p:attrName>style.visibility</p:attrName>
                                        </p:attrNameLst>
                                      </p:cBhvr>
                                      <p:to>
                                        <p:strVal val="visible"/>
                                      </p:to>
                                    </p:set>
                                    <p:anim calcmode="lin" valueType="num">
                                      <p:cBhvr additive="base">
                                        <p:cTn id="37" dur="500" fill="hold"/>
                                        <p:tgtEl>
                                          <p:spTgt spid="1209346">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209346">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9346" grpId="0" build="p"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E314DD7-EE09-4E1A-844D-3E3BE1AB3DD8}"/>
              </a:ext>
            </a:extLst>
          </p:cNvPr>
          <p:cNvSpPr>
            <a:spLocks noGrp="1" noChangeArrowheads="1"/>
          </p:cNvSpPr>
          <p:nvPr>
            <p:ph type="title"/>
          </p:nvPr>
        </p:nvSpPr>
        <p:spPr>
          <a:xfrm>
            <a:off x="2233613" y="188914"/>
            <a:ext cx="7772400" cy="720725"/>
          </a:xfrm>
          <a:noFill/>
        </p:spPr>
        <p:txBody>
          <a:bodyPr/>
          <a:lstStyle/>
          <a:p>
            <a:pPr eaLnBrk="1" hangingPunct="1"/>
            <a:r>
              <a:rPr lang="zh-CN" altLang="en-US" sz="3600" b="0">
                <a:solidFill>
                  <a:schemeClr val="folHlink"/>
                </a:solidFill>
                <a:latin typeface="楷体_GB2312" pitchFamily="1" charset="-122"/>
                <a:ea typeface="楷体_GB2312" pitchFamily="1" charset="-122"/>
              </a:rPr>
              <a:t>双绞线连接</a:t>
            </a:r>
            <a:r>
              <a:rPr lang="en-US" altLang="zh-CN" sz="3600" b="0">
                <a:solidFill>
                  <a:schemeClr val="folHlink"/>
                </a:solidFill>
                <a:latin typeface="楷体_GB2312" pitchFamily="1" charset="-122"/>
                <a:ea typeface="楷体_GB2312" pitchFamily="1" charset="-122"/>
              </a:rPr>
              <a:t>20211018</a:t>
            </a:r>
            <a:endParaRPr lang="zh-CN" altLang="en-US" sz="3600" b="0">
              <a:solidFill>
                <a:schemeClr val="folHlink"/>
              </a:solidFill>
              <a:latin typeface="楷体_GB2312" pitchFamily="1" charset="-122"/>
              <a:ea typeface="楷体_GB2312" pitchFamily="1" charset="-122"/>
            </a:endParaRPr>
          </a:p>
        </p:txBody>
      </p:sp>
      <p:sp>
        <p:nvSpPr>
          <p:cNvPr id="1211395" name="Rectangle 3">
            <a:extLst>
              <a:ext uri="{FF2B5EF4-FFF2-40B4-BE49-F238E27FC236}">
                <a16:creationId xmlns:a16="http://schemas.microsoft.com/office/drawing/2014/main" id="{DAC9352A-B224-4C18-B6AB-E42DF4FA1DB5}"/>
              </a:ext>
            </a:extLst>
          </p:cNvPr>
          <p:cNvSpPr>
            <a:spLocks noChangeArrowheads="1"/>
          </p:cNvSpPr>
          <p:nvPr/>
        </p:nvSpPr>
        <p:spPr bwMode="auto">
          <a:xfrm>
            <a:off x="695400" y="1323975"/>
            <a:ext cx="10945216"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85750" indent="-2857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lang="en-US" altLang="zh-CN" sz="2800">
                <a:latin typeface="楷体_GB2312" pitchFamily="1" charset="-122"/>
                <a:ea typeface="楷体_GB2312" pitchFamily="1" charset="-122"/>
              </a:rPr>
              <a:t>RJ45</a:t>
            </a:r>
            <a:r>
              <a:rPr lang="zh-CN" altLang="en-US" sz="2800">
                <a:latin typeface="楷体_GB2312" pitchFamily="1" charset="-122"/>
                <a:ea typeface="楷体_GB2312" pitchFamily="1" charset="-122"/>
              </a:rPr>
              <a:t>水晶头由金属片和塑料构成，特别需要注意的是引脚序号，当金属片面对我们、且孔朝下的时候从左至右引脚序号分别是</a:t>
            </a:r>
            <a:r>
              <a:rPr lang="en-US" altLang="zh-CN" sz="2800">
                <a:latin typeface="楷体_GB2312" pitchFamily="1" charset="-122"/>
                <a:ea typeface="楷体_GB2312" pitchFamily="1" charset="-122"/>
              </a:rPr>
              <a:t>1-8 </a:t>
            </a:r>
          </a:p>
          <a:p>
            <a:pPr eaLnBrk="1" hangingPunct="1">
              <a:spcBef>
                <a:spcPct val="50000"/>
              </a:spcBef>
              <a:buSzPct val="120000"/>
              <a:buFont typeface="Wingdings" panose="05000000000000000000" pitchFamily="2" charset="2"/>
              <a:buChar char="§"/>
            </a:pPr>
            <a:r>
              <a:rPr lang="en-US" altLang="zh-CN" sz="2800">
                <a:latin typeface="楷体_GB2312" pitchFamily="1" charset="-122"/>
                <a:ea typeface="楷体_GB2312" pitchFamily="1" charset="-122"/>
              </a:rPr>
              <a:t>EIA/TIA</a:t>
            </a:r>
            <a:r>
              <a:rPr lang="zh-CN" altLang="en-US" sz="2800">
                <a:latin typeface="楷体_GB2312" pitchFamily="1" charset="-122"/>
                <a:ea typeface="楷体_GB2312" pitchFamily="1" charset="-122"/>
              </a:rPr>
              <a:t>的布线标准中规定了两种双绞线线序</a:t>
            </a:r>
            <a:r>
              <a:rPr lang="en-US" altLang="zh-CN" sz="2800">
                <a:latin typeface="楷体_GB2312" pitchFamily="1" charset="-122"/>
                <a:ea typeface="楷体_GB2312" pitchFamily="1" charset="-122"/>
              </a:rPr>
              <a:t>568A</a:t>
            </a:r>
            <a:r>
              <a:rPr lang="zh-CN" altLang="en-US" sz="2800">
                <a:latin typeface="楷体_GB2312" pitchFamily="1" charset="-122"/>
                <a:ea typeface="楷体_GB2312" pitchFamily="1" charset="-122"/>
              </a:rPr>
              <a:t>与</a:t>
            </a:r>
            <a:r>
              <a:rPr lang="en-US" altLang="zh-CN" sz="2800">
                <a:latin typeface="楷体_GB2312" pitchFamily="1" charset="-122"/>
                <a:ea typeface="楷体_GB2312" pitchFamily="1" charset="-122"/>
              </a:rPr>
              <a:t>568B</a:t>
            </a:r>
            <a:r>
              <a:rPr lang="zh-CN" altLang="en-US" sz="2800">
                <a:latin typeface="楷体_GB2312" pitchFamily="1" charset="-122"/>
                <a:ea typeface="楷体_GB2312" pitchFamily="1" charset="-122"/>
              </a:rPr>
              <a:t>（见下图）</a:t>
            </a:r>
          </a:p>
          <a:p>
            <a:pPr eaLnBrk="1" hangingPunct="1">
              <a:spcBef>
                <a:spcPct val="50000"/>
              </a:spcBef>
              <a:buFont typeface="Wingdings" panose="05000000000000000000" pitchFamily="2" charset="2"/>
              <a:buChar char="ü"/>
            </a:pPr>
            <a:r>
              <a:rPr lang="zh-CN" altLang="en-US" sz="2800">
                <a:latin typeface="楷体_GB2312" pitchFamily="1" charset="-122"/>
                <a:ea typeface="楷体_GB2312" pitchFamily="1" charset="-122"/>
              </a:rPr>
              <a:t>标准</a:t>
            </a:r>
            <a:r>
              <a:rPr lang="en-US" altLang="zh-CN" sz="2800">
                <a:latin typeface="楷体_GB2312" pitchFamily="1" charset="-122"/>
                <a:ea typeface="楷体_GB2312" pitchFamily="1" charset="-122"/>
              </a:rPr>
              <a:t>568A</a:t>
            </a:r>
            <a:r>
              <a:rPr lang="zh-CN" altLang="en-US" sz="2800">
                <a:latin typeface="楷体_GB2312" pitchFamily="1" charset="-122"/>
                <a:ea typeface="楷体_GB2312" pitchFamily="1" charset="-122"/>
              </a:rPr>
              <a:t>：白绿</a:t>
            </a:r>
            <a:r>
              <a:rPr lang="en-US" altLang="zh-CN" sz="2800">
                <a:latin typeface="楷体_GB2312" pitchFamily="1" charset="-122"/>
                <a:ea typeface="楷体_GB2312" pitchFamily="1" charset="-122"/>
              </a:rPr>
              <a:t>--1</a:t>
            </a:r>
            <a:r>
              <a:rPr lang="zh-CN" altLang="en-US" sz="2800">
                <a:latin typeface="楷体_GB2312" pitchFamily="1" charset="-122"/>
                <a:ea typeface="楷体_GB2312" pitchFamily="1" charset="-122"/>
              </a:rPr>
              <a:t>，绿</a:t>
            </a:r>
            <a:r>
              <a:rPr lang="en-US" altLang="zh-CN" sz="2800">
                <a:latin typeface="楷体_GB2312" pitchFamily="1" charset="-122"/>
                <a:ea typeface="楷体_GB2312" pitchFamily="1" charset="-122"/>
              </a:rPr>
              <a:t>--2</a:t>
            </a:r>
            <a:r>
              <a:rPr lang="zh-CN" altLang="en-US" sz="2800">
                <a:latin typeface="楷体_GB2312" pitchFamily="1" charset="-122"/>
                <a:ea typeface="楷体_GB2312" pitchFamily="1" charset="-122"/>
              </a:rPr>
              <a:t>，白橙</a:t>
            </a:r>
            <a:r>
              <a:rPr lang="en-US" altLang="zh-CN" sz="2800">
                <a:latin typeface="楷体_GB2312" pitchFamily="1" charset="-122"/>
                <a:ea typeface="楷体_GB2312" pitchFamily="1" charset="-122"/>
              </a:rPr>
              <a:t>--3</a:t>
            </a:r>
            <a:r>
              <a:rPr lang="zh-CN" altLang="en-US" sz="2800">
                <a:latin typeface="楷体_GB2312" pitchFamily="1" charset="-122"/>
                <a:ea typeface="楷体_GB2312" pitchFamily="1" charset="-122"/>
              </a:rPr>
              <a:t>，蓝</a:t>
            </a:r>
            <a:r>
              <a:rPr lang="en-US" altLang="zh-CN" sz="2800">
                <a:latin typeface="楷体_GB2312" pitchFamily="1" charset="-122"/>
                <a:ea typeface="楷体_GB2312" pitchFamily="1" charset="-122"/>
              </a:rPr>
              <a:t>--4</a:t>
            </a:r>
            <a:r>
              <a:rPr lang="zh-CN" altLang="en-US" sz="2800">
                <a:latin typeface="楷体_GB2312" pitchFamily="1" charset="-122"/>
                <a:ea typeface="楷体_GB2312" pitchFamily="1" charset="-122"/>
              </a:rPr>
              <a:t>，白蓝</a:t>
            </a:r>
            <a:r>
              <a:rPr lang="en-US" altLang="zh-CN" sz="2800">
                <a:latin typeface="楷体_GB2312" pitchFamily="1" charset="-122"/>
                <a:ea typeface="楷体_GB2312" pitchFamily="1" charset="-122"/>
              </a:rPr>
              <a:t>--5</a:t>
            </a:r>
            <a:r>
              <a:rPr lang="zh-CN" altLang="en-US" sz="2800">
                <a:latin typeface="楷体_GB2312" pitchFamily="1" charset="-122"/>
                <a:ea typeface="楷体_GB2312" pitchFamily="1" charset="-122"/>
              </a:rPr>
              <a:t>，橙</a:t>
            </a:r>
            <a:r>
              <a:rPr lang="en-US" altLang="zh-CN" sz="2800">
                <a:latin typeface="楷体_GB2312" pitchFamily="1" charset="-122"/>
                <a:ea typeface="楷体_GB2312" pitchFamily="1" charset="-122"/>
              </a:rPr>
              <a:t>--6</a:t>
            </a:r>
            <a:r>
              <a:rPr lang="zh-CN" altLang="en-US" sz="2800">
                <a:latin typeface="楷体_GB2312" pitchFamily="1" charset="-122"/>
                <a:ea typeface="楷体_GB2312" pitchFamily="1" charset="-122"/>
              </a:rPr>
              <a:t>，白棕</a:t>
            </a:r>
            <a:r>
              <a:rPr lang="en-US" altLang="zh-CN" sz="2800">
                <a:latin typeface="楷体_GB2312" pitchFamily="1" charset="-122"/>
                <a:ea typeface="楷体_GB2312" pitchFamily="1" charset="-122"/>
              </a:rPr>
              <a:t>--7</a:t>
            </a:r>
            <a:r>
              <a:rPr lang="zh-CN" altLang="en-US" sz="2800">
                <a:latin typeface="楷体_GB2312" pitchFamily="1" charset="-122"/>
                <a:ea typeface="楷体_GB2312" pitchFamily="1" charset="-122"/>
              </a:rPr>
              <a:t>，棕</a:t>
            </a:r>
            <a:r>
              <a:rPr lang="en-US" altLang="zh-CN" sz="2800">
                <a:latin typeface="楷体_GB2312" pitchFamily="1" charset="-122"/>
                <a:ea typeface="楷体_GB2312" pitchFamily="1" charset="-122"/>
              </a:rPr>
              <a:t>--8</a:t>
            </a:r>
            <a:r>
              <a:rPr lang="zh-CN" altLang="en-US" sz="2800">
                <a:latin typeface="楷体_GB2312" pitchFamily="1" charset="-122"/>
                <a:ea typeface="楷体_GB2312" pitchFamily="1" charset="-122"/>
              </a:rPr>
              <a:t>。</a:t>
            </a:r>
          </a:p>
          <a:p>
            <a:pPr eaLnBrk="1" hangingPunct="1">
              <a:spcBef>
                <a:spcPct val="50000"/>
              </a:spcBef>
              <a:buFont typeface="Wingdings" panose="05000000000000000000" pitchFamily="2" charset="2"/>
              <a:buChar char="ü"/>
            </a:pPr>
            <a:r>
              <a:rPr lang="zh-CN" altLang="en-US" sz="2800">
                <a:latin typeface="楷体_GB2312" pitchFamily="1" charset="-122"/>
                <a:ea typeface="楷体_GB2312" pitchFamily="1" charset="-122"/>
              </a:rPr>
              <a:t>标准</a:t>
            </a:r>
            <a:r>
              <a:rPr lang="en-US" altLang="zh-CN" sz="2800">
                <a:latin typeface="楷体_GB2312" pitchFamily="1" charset="-122"/>
                <a:ea typeface="楷体_GB2312" pitchFamily="1" charset="-122"/>
              </a:rPr>
              <a:t>568B</a:t>
            </a:r>
            <a:r>
              <a:rPr lang="zh-CN" altLang="en-US" sz="2800">
                <a:latin typeface="楷体_GB2312" pitchFamily="1" charset="-122"/>
                <a:ea typeface="楷体_GB2312" pitchFamily="1" charset="-122"/>
              </a:rPr>
              <a:t>：白橙</a:t>
            </a:r>
            <a:r>
              <a:rPr lang="en-US" altLang="zh-CN" sz="2800">
                <a:latin typeface="楷体_GB2312" pitchFamily="1" charset="-122"/>
                <a:ea typeface="楷体_GB2312" pitchFamily="1" charset="-122"/>
              </a:rPr>
              <a:t>--1</a:t>
            </a:r>
            <a:r>
              <a:rPr lang="zh-CN" altLang="en-US" sz="2800">
                <a:latin typeface="楷体_GB2312" pitchFamily="1" charset="-122"/>
                <a:ea typeface="楷体_GB2312" pitchFamily="1" charset="-122"/>
              </a:rPr>
              <a:t>，橙</a:t>
            </a:r>
            <a:r>
              <a:rPr lang="en-US" altLang="zh-CN" sz="2800">
                <a:latin typeface="楷体_GB2312" pitchFamily="1" charset="-122"/>
                <a:ea typeface="楷体_GB2312" pitchFamily="1" charset="-122"/>
              </a:rPr>
              <a:t>--2</a:t>
            </a:r>
            <a:r>
              <a:rPr lang="zh-CN" altLang="en-US" sz="2800">
                <a:latin typeface="楷体_GB2312" pitchFamily="1" charset="-122"/>
                <a:ea typeface="楷体_GB2312" pitchFamily="1" charset="-122"/>
              </a:rPr>
              <a:t>，白绿</a:t>
            </a:r>
            <a:r>
              <a:rPr lang="en-US" altLang="zh-CN" sz="2800">
                <a:latin typeface="楷体_GB2312" pitchFamily="1" charset="-122"/>
                <a:ea typeface="楷体_GB2312" pitchFamily="1" charset="-122"/>
              </a:rPr>
              <a:t>--3</a:t>
            </a:r>
            <a:r>
              <a:rPr lang="zh-CN" altLang="en-US" sz="2800">
                <a:latin typeface="楷体_GB2312" pitchFamily="1" charset="-122"/>
                <a:ea typeface="楷体_GB2312" pitchFamily="1" charset="-122"/>
              </a:rPr>
              <a:t>，蓝</a:t>
            </a:r>
            <a:r>
              <a:rPr lang="en-US" altLang="zh-CN" sz="2800">
                <a:latin typeface="楷体_GB2312" pitchFamily="1" charset="-122"/>
                <a:ea typeface="楷体_GB2312" pitchFamily="1" charset="-122"/>
              </a:rPr>
              <a:t>--4</a:t>
            </a:r>
            <a:r>
              <a:rPr lang="zh-CN" altLang="en-US" sz="2800">
                <a:latin typeface="楷体_GB2312" pitchFamily="1" charset="-122"/>
                <a:ea typeface="楷体_GB2312" pitchFamily="1" charset="-122"/>
              </a:rPr>
              <a:t>，白蓝</a:t>
            </a:r>
            <a:r>
              <a:rPr lang="en-US" altLang="zh-CN" sz="2800">
                <a:latin typeface="楷体_GB2312" pitchFamily="1" charset="-122"/>
                <a:ea typeface="楷体_GB2312" pitchFamily="1" charset="-122"/>
              </a:rPr>
              <a:t>--5</a:t>
            </a:r>
            <a:r>
              <a:rPr lang="zh-CN" altLang="en-US" sz="2800">
                <a:latin typeface="楷体_GB2312" pitchFamily="1" charset="-122"/>
                <a:ea typeface="楷体_GB2312" pitchFamily="1" charset="-122"/>
              </a:rPr>
              <a:t>，绿</a:t>
            </a:r>
            <a:r>
              <a:rPr lang="en-US" altLang="zh-CN" sz="2800">
                <a:latin typeface="楷体_GB2312" pitchFamily="1" charset="-122"/>
                <a:ea typeface="楷体_GB2312" pitchFamily="1" charset="-122"/>
              </a:rPr>
              <a:t>--6</a:t>
            </a:r>
            <a:r>
              <a:rPr lang="zh-CN" altLang="en-US" sz="2800">
                <a:latin typeface="楷体_GB2312" pitchFamily="1" charset="-122"/>
                <a:ea typeface="楷体_GB2312" pitchFamily="1" charset="-122"/>
              </a:rPr>
              <a:t>，白棕</a:t>
            </a:r>
            <a:r>
              <a:rPr lang="en-US" altLang="zh-CN" sz="2800">
                <a:latin typeface="楷体_GB2312" pitchFamily="1" charset="-122"/>
                <a:ea typeface="楷体_GB2312" pitchFamily="1" charset="-122"/>
              </a:rPr>
              <a:t>--7</a:t>
            </a:r>
            <a:r>
              <a:rPr lang="zh-CN" altLang="en-US" sz="2800">
                <a:latin typeface="楷体_GB2312" pitchFamily="1" charset="-122"/>
                <a:ea typeface="楷体_GB2312" pitchFamily="1" charset="-122"/>
              </a:rPr>
              <a:t>，棕</a:t>
            </a:r>
            <a:r>
              <a:rPr lang="en-US" altLang="zh-CN" sz="2800">
                <a:latin typeface="楷体_GB2312" pitchFamily="1" charset="-122"/>
                <a:ea typeface="楷体_GB2312" pitchFamily="1" charset="-122"/>
              </a:rPr>
              <a:t>--8</a:t>
            </a:r>
            <a:r>
              <a:rPr lang="zh-CN" altLang="en-US" sz="2800">
                <a:latin typeface="楷体_GB2312" pitchFamily="1" charset="-122"/>
                <a:ea typeface="楷体_GB2312" pitchFamily="1" charset="-122"/>
              </a:rPr>
              <a: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11395">
                                            <p:txEl>
                                              <p:pRg st="0" end="0"/>
                                            </p:txEl>
                                          </p:spTgt>
                                        </p:tgtEl>
                                        <p:attrNameLst>
                                          <p:attrName>style.visibility</p:attrName>
                                        </p:attrNameLst>
                                      </p:cBhvr>
                                      <p:to>
                                        <p:strVal val="visible"/>
                                      </p:to>
                                    </p:set>
                                    <p:anim calcmode="lin" valueType="num">
                                      <p:cBhvr additive="base">
                                        <p:cTn id="7" dur="500" fill="hold"/>
                                        <p:tgtEl>
                                          <p:spTgt spid="121139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113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211395">
                                            <p:txEl>
                                              <p:pRg st="1" end="1"/>
                                            </p:txEl>
                                          </p:spTgt>
                                        </p:tgtEl>
                                        <p:attrNameLst>
                                          <p:attrName>style.visibility</p:attrName>
                                        </p:attrNameLst>
                                      </p:cBhvr>
                                      <p:to>
                                        <p:strVal val="visible"/>
                                      </p:to>
                                    </p:set>
                                    <p:anim calcmode="lin" valueType="num">
                                      <p:cBhvr additive="base">
                                        <p:cTn id="13" dur="500" fill="hold"/>
                                        <p:tgtEl>
                                          <p:spTgt spid="121139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2113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211395">
                                            <p:txEl>
                                              <p:pRg st="2" end="2"/>
                                            </p:txEl>
                                          </p:spTgt>
                                        </p:tgtEl>
                                        <p:attrNameLst>
                                          <p:attrName>style.visibility</p:attrName>
                                        </p:attrNameLst>
                                      </p:cBhvr>
                                      <p:to>
                                        <p:strVal val="visible"/>
                                      </p:to>
                                    </p:set>
                                    <p:anim calcmode="lin" valueType="num">
                                      <p:cBhvr additive="base">
                                        <p:cTn id="19" dur="500" fill="hold"/>
                                        <p:tgtEl>
                                          <p:spTgt spid="121139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2113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211395">
                                            <p:txEl>
                                              <p:pRg st="3" end="3"/>
                                            </p:txEl>
                                          </p:spTgt>
                                        </p:tgtEl>
                                        <p:attrNameLst>
                                          <p:attrName>style.visibility</p:attrName>
                                        </p:attrNameLst>
                                      </p:cBhvr>
                                      <p:to>
                                        <p:strVal val="visible"/>
                                      </p:to>
                                    </p:set>
                                    <p:anim calcmode="lin" valueType="num">
                                      <p:cBhvr additive="base">
                                        <p:cTn id="25" dur="500" fill="hold"/>
                                        <p:tgtEl>
                                          <p:spTgt spid="121139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21139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1395" grpId="0" build="p"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0121000E-22E8-46E9-ADC0-4985EDCF2932}"/>
              </a:ext>
            </a:extLst>
          </p:cNvPr>
          <p:cNvSpPr>
            <a:spLocks noGrp="1" noChangeArrowheads="1"/>
          </p:cNvSpPr>
          <p:nvPr>
            <p:ph type="title"/>
          </p:nvPr>
        </p:nvSpPr>
        <p:spPr>
          <a:xfrm>
            <a:off x="2209800" y="188913"/>
            <a:ext cx="7772400" cy="804862"/>
          </a:xfrm>
          <a:noFill/>
        </p:spPr>
        <p:txBody>
          <a:bodyPr/>
          <a:lstStyle/>
          <a:p>
            <a:pPr eaLnBrk="1" hangingPunct="1"/>
            <a:r>
              <a:rPr lang="zh-CN" altLang="en-US" sz="3600" b="0">
                <a:solidFill>
                  <a:schemeClr val="folHlink"/>
                </a:solidFill>
                <a:latin typeface="Times New Roman" panose="02020603050405020304" pitchFamily="18" charset="0"/>
                <a:ea typeface="楷体_GB2312" pitchFamily="1" charset="-122"/>
              </a:rPr>
              <a:t>双绞线连接</a:t>
            </a:r>
          </a:p>
        </p:txBody>
      </p:sp>
      <p:pic>
        <p:nvPicPr>
          <p:cNvPr id="1212419" name="Picture 3" descr="t568a-b2-1-1">
            <a:extLst>
              <a:ext uri="{FF2B5EF4-FFF2-40B4-BE49-F238E27FC236}">
                <a16:creationId xmlns:a16="http://schemas.microsoft.com/office/drawing/2014/main" id="{CE6431E3-8DE6-4538-AFC7-FC9BD0B6EE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7714" y="1341439"/>
            <a:ext cx="7964487" cy="259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12420" name="Group 4">
            <a:extLst>
              <a:ext uri="{FF2B5EF4-FFF2-40B4-BE49-F238E27FC236}">
                <a16:creationId xmlns:a16="http://schemas.microsoft.com/office/drawing/2014/main" id="{65B0D8D9-CD1B-4886-9D57-ED8EBB79E6EC}"/>
              </a:ext>
            </a:extLst>
          </p:cNvPr>
          <p:cNvGrpSpPr>
            <a:grpSpLocks/>
          </p:cNvGrpSpPr>
          <p:nvPr/>
        </p:nvGrpSpPr>
        <p:grpSpPr bwMode="auto">
          <a:xfrm>
            <a:off x="1524000" y="4146550"/>
            <a:ext cx="9144000" cy="2420938"/>
            <a:chOff x="1941" y="12072"/>
            <a:chExt cx="8640" cy="2224"/>
          </a:xfrm>
        </p:grpSpPr>
        <p:sp>
          <p:nvSpPr>
            <p:cNvPr id="27653" name="Rectangle 5">
              <a:extLst>
                <a:ext uri="{FF2B5EF4-FFF2-40B4-BE49-F238E27FC236}">
                  <a16:creationId xmlns:a16="http://schemas.microsoft.com/office/drawing/2014/main" id="{DD7B3B3A-6287-47FC-8D53-B3952461FDE7}"/>
                </a:ext>
              </a:extLst>
            </p:cNvPr>
            <p:cNvSpPr>
              <a:spLocks noChangeArrowheads="1"/>
            </p:cNvSpPr>
            <p:nvPr/>
          </p:nvSpPr>
          <p:spPr bwMode="auto">
            <a:xfrm>
              <a:off x="3261" y="12072"/>
              <a:ext cx="2160" cy="4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kumimoji="0" lang="zh-CN" altLang="zh-CN" sz="1600">
                  <a:latin typeface="Times New Roman" panose="02020603050405020304" pitchFamily="18" charset="0"/>
                  <a:ea typeface="楷体_GB2312" pitchFamily="1" charset="-122"/>
                </a:rPr>
                <a:t>线对3 线对2  线对4 </a:t>
              </a:r>
              <a:endParaRPr kumimoji="0" lang="en-US" altLang="zh-CN" sz="1600">
                <a:latin typeface="Times New Roman" panose="02020603050405020304" pitchFamily="18" charset="0"/>
                <a:ea typeface="楷体_GB2312" pitchFamily="1" charset="-122"/>
              </a:endParaRPr>
            </a:p>
          </p:txBody>
        </p:sp>
        <p:sp>
          <p:nvSpPr>
            <p:cNvPr id="27654" name="Rectangle 6">
              <a:extLst>
                <a:ext uri="{FF2B5EF4-FFF2-40B4-BE49-F238E27FC236}">
                  <a16:creationId xmlns:a16="http://schemas.microsoft.com/office/drawing/2014/main" id="{2E5B1CB4-C491-4237-A4E1-C0DA851E35DC}"/>
                </a:ext>
              </a:extLst>
            </p:cNvPr>
            <p:cNvSpPr>
              <a:spLocks noChangeArrowheads="1"/>
            </p:cNvSpPr>
            <p:nvPr/>
          </p:nvSpPr>
          <p:spPr bwMode="auto">
            <a:xfrm>
              <a:off x="6621" y="12072"/>
              <a:ext cx="2160" cy="4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kumimoji="0" lang="zh-CN" altLang="zh-CN" sz="1600">
                  <a:latin typeface="Times New Roman" panose="02020603050405020304" pitchFamily="18" charset="0"/>
                  <a:ea typeface="楷体_GB2312" pitchFamily="1" charset="-122"/>
                </a:rPr>
                <a:t>线对2  </a:t>
              </a:r>
              <a:r>
                <a:rPr kumimoji="0" lang="zh-CN" altLang="en-US" sz="1600">
                  <a:latin typeface="Times New Roman" panose="02020603050405020304" pitchFamily="18" charset="0"/>
                  <a:ea typeface="楷体_GB2312" pitchFamily="1" charset="-122"/>
                </a:rPr>
                <a:t>线对</a:t>
              </a:r>
              <a:r>
                <a:rPr kumimoji="0" lang="en-US" altLang="zh-CN" sz="1600">
                  <a:latin typeface="Times New Roman" panose="02020603050405020304" pitchFamily="18" charset="0"/>
                  <a:ea typeface="楷体_GB2312" pitchFamily="1" charset="-122"/>
                </a:rPr>
                <a:t>3  </a:t>
              </a:r>
              <a:r>
                <a:rPr kumimoji="0" lang="zh-CN" altLang="en-US" sz="1600">
                  <a:latin typeface="Times New Roman" panose="02020603050405020304" pitchFamily="18" charset="0"/>
                  <a:ea typeface="楷体_GB2312" pitchFamily="1" charset="-122"/>
                </a:rPr>
                <a:t>线对</a:t>
              </a:r>
              <a:r>
                <a:rPr kumimoji="0" lang="en-US" altLang="zh-CN" sz="1600">
                  <a:latin typeface="Times New Roman" panose="02020603050405020304" pitchFamily="18" charset="0"/>
                  <a:ea typeface="楷体_GB2312" pitchFamily="1" charset="-122"/>
                </a:rPr>
                <a:t>4</a:t>
              </a:r>
            </a:p>
          </p:txBody>
        </p:sp>
        <p:sp>
          <p:nvSpPr>
            <p:cNvPr id="27655" name="Rectangle 7">
              <a:extLst>
                <a:ext uri="{FF2B5EF4-FFF2-40B4-BE49-F238E27FC236}">
                  <a16:creationId xmlns:a16="http://schemas.microsoft.com/office/drawing/2014/main" id="{271CF9ED-4806-47F9-BCB4-79A1AF0A1CFD}"/>
                </a:ext>
              </a:extLst>
            </p:cNvPr>
            <p:cNvSpPr>
              <a:spLocks noChangeArrowheads="1"/>
            </p:cNvSpPr>
            <p:nvPr/>
          </p:nvSpPr>
          <p:spPr bwMode="auto">
            <a:xfrm>
              <a:off x="8661" y="12904"/>
              <a:ext cx="1920" cy="8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kumimoji="0" lang="en-US" altLang="zh-CN" sz="1600">
                  <a:latin typeface="Times New Roman" panose="02020603050405020304" pitchFamily="18" charset="0"/>
                  <a:ea typeface="楷体_GB2312" pitchFamily="1" charset="-122"/>
                </a:rPr>
                <a:t>(b) B</a:t>
              </a:r>
              <a:r>
                <a:rPr kumimoji="0" lang="zh-CN" altLang="en-US" sz="1600">
                  <a:latin typeface="Times New Roman" panose="02020603050405020304" pitchFamily="18" charset="0"/>
                  <a:ea typeface="楷体_GB2312" pitchFamily="1" charset="-122"/>
                </a:rPr>
                <a:t>标规定（线对</a:t>
              </a:r>
              <a:r>
                <a:rPr kumimoji="0" lang="en-US" altLang="zh-CN" sz="1600">
                  <a:latin typeface="Times New Roman" panose="02020603050405020304" pitchFamily="18" charset="0"/>
                  <a:ea typeface="楷体_GB2312" pitchFamily="1" charset="-122"/>
                </a:rPr>
                <a:t>2</a:t>
              </a:r>
              <a:r>
                <a:rPr kumimoji="0" lang="zh-CN" altLang="en-US" sz="1600">
                  <a:latin typeface="Times New Roman" panose="02020603050405020304" pitchFamily="18" charset="0"/>
                  <a:ea typeface="楷体_GB2312" pitchFamily="1" charset="-122"/>
                </a:rPr>
                <a:t>、</a:t>
              </a:r>
              <a:r>
                <a:rPr kumimoji="0" lang="en-US" altLang="zh-CN" sz="1600">
                  <a:latin typeface="Times New Roman" panose="02020603050405020304" pitchFamily="18" charset="0"/>
                  <a:ea typeface="楷体_GB2312" pitchFamily="1" charset="-122"/>
                </a:rPr>
                <a:t>3</a:t>
              </a:r>
              <a:r>
                <a:rPr kumimoji="0" lang="zh-CN" altLang="en-US" sz="1600">
                  <a:latin typeface="Times New Roman" panose="02020603050405020304" pitchFamily="18" charset="0"/>
                  <a:ea typeface="楷体_GB2312" pitchFamily="1" charset="-122"/>
                </a:rPr>
                <a:t>位置与</a:t>
              </a:r>
              <a:r>
                <a:rPr kumimoji="0" lang="en-US" altLang="zh-CN" sz="1600">
                  <a:latin typeface="Times New Roman" panose="02020603050405020304" pitchFamily="18" charset="0"/>
                  <a:ea typeface="楷体_GB2312" pitchFamily="1" charset="-122"/>
                </a:rPr>
                <a:t>A</a:t>
              </a:r>
              <a:r>
                <a:rPr kumimoji="0" lang="zh-CN" altLang="en-US" sz="1600">
                  <a:latin typeface="Times New Roman" panose="02020603050405020304" pitchFamily="18" charset="0"/>
                  <a:ea typeface="楷体_GB2312" pitchFamily="1" charset="-122"/>
                </a:rPr>
                <a:t>表中</a:t>
              </a:r>
              <a:r>
                <a:rPr kumimoji="0" lang="en-US" altLang="zh-CN" sz="1600">
                  <a:latin typeface="Times New Roman" panose="02020603050405020304" pitchFamily="18" charset="0"/>
                  <a:ea typeface="楷体_GB2312" pitchFamily="1" charset="-122"/>
                </a:rPr>
                <a:t>3</a:t>
              </a:r>
              <a:r>
                <a:rPr kumimoji="0" lang="zh-CN" altLang="en-US" sz="1600">
                  <a:latin typeface="Times New Roman" panose="02020603050405020304" pitchFamily="18" charset="0"/>
                  <a:ea typeface="楷体_GB2312" pitchFamily="1" charset="-122"/>
                </a:rPr>
                <a:t>、</a:t>
              </a:r>
              <a:r>
                <a:rPr kumimoji="0" lang="en-US" altLang="zh-CN" sz="1600">
                  <a:latin typeface="Times New Roman" panose="02020603050405020304" pitchFamily="18" charset="0"/>
                  <a:ea typeface="楷体_GB2312" pitchFamily="1" charset="-122"/>
                </a:rPr>
                <a:t>2</a:t>
              </a:r>
              <a:r>
                <a:rPr kumimoji="0" lang="zh-CN" altLang="en-US" sz="1600">
                  <a:latin typeface="Times New Roman" panose="02020603050405020304" pitchFamily="18" charset="0"/>
                  <a:ea typeface="楷体_GB2312" pitchFamily="1" charset="-122"/>
                </a:rPr>
                <a:t>对换）</a:t>
              </a:r>
            </a:p>
          </p:txBody>
        </p:sp>
        <p:grpSp>
          <p:nvGrpSpPr>
            <p:cNvPr id="27656" name="Group 8">
              <a:extLst>
                <a:ext uri="{FF2B5EF4-FFF2-40B4-BE49-F238E27FC236}">
                  <a16:creationId xmlns:a16="http://schemas.microsoft.com/office/drawing/2014/main" id="{29CF1484-DEBF-45E5-80BA-F6D83E635833}"/>
                </a:ext>
              </a:extLst>
            </p:cNvPr>
            <p:cNvGrpSpPr>
              <a:grpSpLocks/>
            </p:cNvGrpSpPr>
            <p:nvPr/>
          </p:nvGrpSpPr>
          <p:grpSpPr bwMode="auto">
            <a:xfrm>
              <a:off x="1941" y="12488"/>
              <a:ext cx="6612" cy="1808"/>
              <a:chOff x="2061" y="12448"/>
              <a:chExt cx="6612" cy="1808"/>
            </a:xfrm>
          </p:grpSpPr>
          <p:sp>
            <p:nvSpPr>
              <p:cNvPr id="27657" name="Rectangle 9">
                <a:extLst>
                  <a:ext uri="{FF2B5EF4-FFF2-40B4-BE49-F238E27FC236}">
                    <a16:creationId xmlns:a16="http://schemas.microsoft.com/office/drawing/2014/main" id="{0DEEEA1C-E695-4443-8AA2-4B41CF9AF99C}"/>
                  </a:ext>
                </a:extLst>
              </p:cNvPr>
              <p:cNvSpPr>
                <a:spLocks noChangeArrowheads="1"/>
              </p:cNvSpPr>
              <p:nvPr/>
            </p:nvSpPr>
            <p:spPr bwMode="auto">
              <a:xfrm>
                <a:off x="3435" y="12847"/>
                <a:ext cx="1923" cy="889"/>
              </a:xfrm>
              <a:prstGeom prst="rect">
                <a:avLst/>
              </a:prstGeom>
              <a:solidFill>
                <a:srgbClr val="FFFFFF"/>
              </a:solidFill>
              <a:ln w="2857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endParaRPr kumimoji="0" lang="en-US" altLang="zh-CN" sz="1600">
                  <a:latin typeface="Times New Roman" panose="02020603050405020304" pitchFamily="18" charset="0"/>
                  <a:ea typeface="楷体_GB2312" pitchFamily="1" charset="-122"/>
                </a:endParaRPr>
              </a:p>
              <a:p>
                <a:pPr>
                  <a:spcBef>
                    <a:spcPct val="0"/>
                  </a:spcBef>
                  <a:buClrTx/>
                  <a:buSzTx/>
                  <a:buFontTx/>
                  <a:buNone/>
                </a:pPr>
                <a:r>
                  <a:rPr kumimoji="0" lang="en-US" altLang="zh-CN" sz="1600">
                    <a:latin typeface="Times New Roman" panose="02020603050405020304" pitchFamily="18" charset="0"/>
                    <a:ea typeface="楷体_GB2312" pitchFamily="1" charset="-122"/>
                  </a:rPr>
                  <a:t>1  2   3  4   5   6   7   8</a:t>
                </a:r>
              </a:p>
              <a:p>
                <a:pPr>
                  <a:spcBef>
                    <a:spcPct val="0"/>
                  </a:spcBef>
                  <a:buClrTx/>
                  <a:buSzTx/>
                  <a:buFontTx/>
                  <a:buNone/>
                </a:pPr>
                <a:r>
                  <a:rPr kumimoji="0" lang="zh-CN" altLang="en-US" sz="1600">
                    <a:latin typeface="Times New Roman" panose="02020603050405020304" pitchFamily="18" charset="0"/>
                    <a:ea typeface="楷体_GB2312" pitchFamily="1" charset="-122"/>
                  </a:rPr>
                  <a:t>白绿白白蓝橙白棕</a:t>
                </a:r>
              </a:p>
            </p:txBody>
          </p:sp>
          <p:sp>
            <p:nvSpPr>
              <p:cNvPr id="27658" name="Line 10">
                <a:extLst>
                  <a:ext uri="{FF2B5EF4-FFF2-40B4-BE49-F238E27FC236}">
                    <a16:creationId xmlns:a16="http://schemas.microsoft.com/office/drawing/2014/main" id="{FE2E06E5-AF3D-4838-8311-9980C7996B67}"/>
                  </a:ext>
                </a:extLst>
              </p:cNvPr>
              <p:cNvSpPr>
                <a:spLocks noChangeShapeType="1"/>
              </p:cNvSpPr>
              <p:nvPr/>
            </p:nvSpPr>
            <p:spPr bwMode="auto">
              <a:xfrm>
                <a:off x="3855" y="12935"/>
                <a:ext cx="1" cy="287"/>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59" name="Line 11">
                <a:extLst>
                  <a:ext uri="{FF2B5EF4-FFF2-40B4-BE49-F238E27FC236}">
                    <a16:creationId xmlns:a16="http://schemas.microsoft.com/office/drawing/2014/main" id="{121E5D23-4E32-4285-A4A7-5F486A2ACEFD}"/>
                  </a:ext>
                </a:extLst>
              </p:cNvPr>
              <p:cNvSpPr>
                <a:spLocks noChangeShapeType="1"/>
              </p:cNvSpPr>
              <p:nvPr/>
            </p:nvSpPr>
            <p:spPr bwMode="auto">
              <a:xfrm>
                <a:off x="3660" y="12935"/>
                <a:ext cx="1" cy="287"/>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0" name="Line 12">
                <a:extLst>
                  <a:ext uri="{FF2B5EF4-FFF2-40B4-BE49-F238E27FC236}">
                    <a16:creationId xmlns:a16="http://schemas.microsoft.com/office/drawing/2014/main" id="{C102C202-58FB-4A7C-86EC-966049CB92A8}"/>
                  </a:ext>
                </a:extLst>
              </p:cNvPr>
              <p:cNvSpPr>
                <a:spLocks noChangeShapeType="1"/>
              </p:cNvSpPr>
              <p:nvPr/>
            </p:nvSpPr>
            <p:spPr bwMode="auto">
              <a:xfrm>
                <a:off x="4275" y="12935"/>
                <a:ext cx="1" cy="287"/>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1" name="Line 13">
                <a:extLst>
                  <a:ext uri="{FF2B5EF4-FFF2-40B4-BE49-F238E27FC236}">
                    <a16:creationId xmlns:a16="http://schemas.microsoft.com/office/drawing/2014/main" id="{185B9833-C8C2-4801-AD0F-0550A310410D}"/>
                  </a:ext>
                </a:extLst>
              </p:cNvPr>
              <p:cNvSpPr>
                <a:spLocks noChangeShapeType="1"/>
              </p:cNvSpPr>
              <p:nvPr/>
            </p:nvSpPr>
            <p:spPr bwMode="auto">
              <a:xfrm>
                <a:off x="4050" y="12935"/>
                <a:ext cx="1" cy="287"/>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2" name="Line 14">
                <a:extLst>
                  <a:ext uri="{FF2B5EF4-FFF2-40B4-BE49-F238E27FC236}">
                    <a16:creationId xmlns:a16="http://schemas.microsoft.com/office/drawing/2014/main" id="{EF1F065F-D021-41EE-A527-87228D82FD3C}"/>
                  </a:ext>
                </a:extLst>
              </p:cNvPr>
              <p:cNvSpPr>
                <a:spLocks noChangeShapeType="1"/>
              </p:cNvSpPr>
              <p:nvPr/>
            </p:nvSpPr>
            <p:spPr bwMode="auto">
              <a:xfrm>
                <a:off x="4485" y="12935"/>
                <a:ext cx="1" cy="287"/>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3" name="Line 15">
                <a:extLst>
                  <a:ext uri="{FF2B5EF4-FFF2-40B4-BE49-F238E27FC236}">
                    <a16:creationId xmlns:a16="http://schemas.microsoft.com/office/drawing/2014/main" id="{8E5B9C46-B262-452B-BD11-F7B170143E5F}"/>
                  </a:ext>
                </a:extLst>
              </p:cNvPr>
              <p:cNvSpPr>
                <a:spLocks noChangeShapeType="1"/>
              </p:cNvSpPr>
              <p:nvPr/>
            </p:nvSpPr>
            <p:spPr bwMode="auto">
              <a:xfrm>
                <a:off x="4695" y="12935"/>
                <a:ext cx="1" cy="287"/>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4" name="Line 16">
                <a:extLst>
                  <a:ext uri="{FF2B5EF4-FFF2-40B4-BE49-F238E27FC236}">
                    <a16:creationId xmlns:a16="http://schemas.microsoft.com/office/drawing/2014/main" id="{E95CD34A-3E34-42A1-8F8E-88E84B674300}"/>
                  </a:ext>
                </a:extLst>
              </p:cNvPr>
              <p:cNvSpPr>
                <a:spLocks noChangeShapeType="1"/>
              </p:cNvSpPr>
              <p:nvPr/>
            </p:nvSpPr>
            <p:spPr bwMode="auto">
              <a:xfrm>
                <a:off x="4935" y="12921"/>
                <a:ext cx="1" cy="287"/>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5" name="Line 17">
                <a:extLst>
                  <a:ext uri="{FF2B5EF4-FFF2-40B4-BE49-F238E27FC236}">
                    <a16:creationId xmlns:a16="http://schemas.microsoft.com/office/drawing/2014/main" id="{BFABBA9B-82C8-4015-90C6-EA02F0E81B21}"/>
                  </a:ext>
                </a:extLst>
              </p:cNvPr>
              <p:cNvSpPr>
                <a:spLocks noChangeShapeType="1"/>
              </p:cNvSpPr>
              <p:nvPr/>
            </p:nvSpPr>
            <p:spPr bwMode="auto">
              <a:xfrm>
                <a:off x="5175" y="12920"/>
                <a:ext cx="1" cy="287"/>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6" name="Line 18">
                <a:extLst>
                  <a:ext uri="{FF2B5EF4-FFF2-40B4-BE49-F238E27FC236}">
                    <a16:creationId xmlns:a16="http://schemas.microsoft.com/office/drawing/2014/main" id="{7B32DEAD-469B-4699-A0FE-E987A417006E}"/>
                  </a:ext>
                </a:extLst>
              </p:cNvPr>
              <p:cNvSpPr>
                <a:spLocks noChangeShapeType="1"/>
              </p:cNvSpPr>
              <p:nvPr/>
            </p:nvSpPr>
            <p:spPr bwMode="auto">
              <a:xfrm flipV="1">
                <a:off x="3615" y="12538"/>
                <a:ext cx="135" cy="57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7" name="Line 19">
                <a:extLst>
                  <a:ext uri="{FF2B5EF4-FFF2-40B4-BE49-F238E27FC236}">
                    <a16:creationId xmlns:a16="http://schemas.microsoft.com/office/drawing/2014/main" id="{AE2B9653-C908-4A15-82F6-C2C82359F919}"/>
                  </a:ext>
                </a:extLst>
              </p:cNvPr>
              <p:cNvSpPr>
                <a:spLocks noChangeShapeType="1"/>
              </p:cNvSpPr>
              <p:nvPr/>
            </p:nvSpPr>
            <p:spPr bwMode="auto">
              <a:xfrm flipV="1">
                <a:off x="4020" y="12553"/>
                <a:ext cx="1" cy="57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8" name="Line 20">
                <a:extLst>
                  <a:ext uri="{FF2B5EF4-FFF2-40B4-BE49-F238E27FC236}">
                    <a16:creationId xmlns:a16="http://schemas.microsoft.com/office/drawing/2014/main" id="{E390EDA7-EBEB-43D4-9873-A99E6A37968F}"/>
                  </a:ext>
                </a:extLst>
              </p:cNvPr>
              <p:cNvSpPr>
                <a:spLocks noChangeShapeType="1"/>
              </p:cNvSpPr>
              <p:nvPr/>
            </p:nvSpPr>
            <p:spPr bwMode="auto">
              <a:xfrm flipV="1">
                <a:off x="4680" y="12535"/>
                <a:ext cx="1" cy="52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9" name="Line 21">
                <a:extLst>
                  <a:ext uri="{FF2B5EF4-FFF2-40B4-BE49-F238E27FC236}">
                    <a16:creationId xmlns:a16="http://schemas.microsoft.com/office/drawing/2014/main" id="{EDBC231D-3B02-4201-9C39-48BADC906F3A}"/>
                  </a:ext>
                </a:extLst>
              </p:cNvPr>
              <p:cNvSpPr>
                <a:spLocks noChangeShapeType="1"/>
              </p:cNvSpPr>
              <p:nvPr/>
            </p:nvSpPr>
            <p:spPr bwMode="auto">
              <a:xfrm>
                <a:off x="3750" y="12553"/>
                <a:ext cx="90" cy="50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0" name="Line 22">
                <a:extLst>
                  <a:ext uri="{FF2B5EF4-FFF2-40B4-BE49-F238E27FC236}">
                    <a16:creationId xmlns:a16="http://schemas.microsoft.com/office/drawing/2014/main" id="{6E094A91-922D-4122-B2FA-EAEED2E7A459}"/>
                  </a:ext>
                </a:extLst>
              </p:cNvPr>
              <p:cNvSpPr>
                <a:spLocks noChangeShapeType="1"/>
              </p:cNvSpPr>
              <p:nvPr/>
            </p:nvSpPr>
            <p:spPr bwMode="auto">
              <a:xfrm flipV="1">
                <a:off x="4020" y="12448"/>
                <a:ext cx="330" cy="15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1" name="Line 23">
                <a:extLst>
                  <a:ext uri="{FF2B5EF4-FFF2-40B4-BE49-F238E27FC236}">
                    <a16:creationId xmlns:a16="http://schemas.microsoft.com/office/drawing/2014/main" id="{2EB78777-535E-4C96-BF6C-9C81C8C7D6BC}"/>
                  </a:ext>
                </a:extLst>
              </p:cNvPr>
              <p:cNvSpPr>
                <a:spLocks noChangeShapeType="1"/>
              </p:cNvSpPr>
              <p:nvPr/>
            </p:nvSpPr>
            <p:spPr bwMode="auto">
              <a:xfrm>
                <a:off x="4365" y="12448"/>
                <a:ext cx="330" cy="15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2" name="Line 24">
                <a:extLst>
                  <a:ext uri="{FF2B5EF4-FFF2-40B4-BE49-F238E27FC236}">
                    <a16:creationId xmlns:a16="http://schemas.microsoft.com/office/drawing/2014/main" id="{4D30ED55-0A6E-4CB4-AF05-8BE4197D2226}"/>
                  </a:ext>
                </a:extLst>
              </p:cNvPr>
              <p:cNvSpPr>
                <a:spLocks noChangeShapeType="1"/>
              </p:cNvSpPr>
              <p:nvPr/>
            </p:nvSpPr>
            <p:spPr bwMode="auto">
              <a:xfrm flipV="1">
                <a:off x="4245" y="12793"/>
                <a:ext cx="120" cy="25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3" name="Line 25">
                <a:extLst>
                  <a:ext uri="{FF2B5EF4-FFF2-40B4-BE49-F238E27FC236}">
                    <a16:creationId xmlns:a16="http://schemas.microsoft.com/office/drawing/2014/main" id="{F8B8C941-7FFC-4C83-941C-7106E8435BA8}"/>
                  </a:ext>
                </a:extLst>
              </p:cNvPr>
              <p:cNvSpPr>
                <a:spLocks noChangeShapeType="1"/>
              </p:cNvSpPr>
              <p:nvPr/>
            </p:nvSpPr>
            <p:spPr bwMode="auto">
              <a:xfrm>
                <a:off x="4380" y="12808"/>
                <a:ext cx="120" cy="20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4" name="Line 26">
                <a:extLst>
                  <a:ext uri="{FF2B5EF4-FFF2-40B4-BE49-F238E27FC236}">
                    <a16:creationId xmlns:a16="http://schemas.microsoft.com/office/drawing/2014/main" id="{7F6CBD43-8777-4A8D-870A-E4A88B0F4004}"/>
                  </a:ext>
                </a:extLst>
              </p:cNvPr>
              <p:cNvSpPr>
                <a:spLocks noChangeShapeType="1"/>
              </p:cNvSpPr>
              <p:nvPr/>
            </p:nvSpPr>
            <p:spPr bwMode="auto">
              <a:xfrm flipH="1">
                <a:off x="4905" y="12568"/>
                <a:ext cx="150" cy="52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5" name="Line 27">
                <a:extLst>
                  <a:ext uri="{FF2B5EF4-FFF2-40B4-BE49-F238E27FC236}">
                    <a16:creationId xmlns:a16="http://schemas.microsoft.com/office/drawing/2014/main" id="{C0145889-87B0-4429-8214-1A732EC440DA}"/>
                  </a:ext>
                </a:extLst>
              </p:cNvPr>
              <p:cNvSpPr>
                <a:spLocks noChangeShapeType="1"/>
              </p:cNvSpPr>
              <p:nvPr/>
            </p:nvSpPr>
            <p:spPr bwMode="auto">
              <a:xfrm>
                <a:off x="5055" y="12583"/>
                <a:ext cx="120" cy="50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6" name="Rectangle 28">
                <a:extLst>
                  <a:ext uri="{FF2B5EF4-FFF2-40B4-BE49-F238E27FC236}">
                    <a16:creationId xmlns:a16="http://schemas.microsoft.com/office/drawing/2014/main" id="{B0F69A38-447F-446F-ABC5-9A2E6FB26BD1}"/>
                  </a:ext>
                </a:extLst>
              </p:cNvPr>
              <p:cNvSpPr>
                <a:spLocks noChangeArrowheads="1"/>
              </p:cNvSpPr>
              <p:nvPr/>
            </p:nvSpPr>
            <p:spPr bwMode="auto">
              <a:xfrm>
                <a:off x="6750" y="12861"/>
                <a:ext cx="1923" cy="912"/>
              </a:xfrm>
              <a:prstGeom prst="rect">
                <a:avLst/>
              </a:prstGeom>
              <a:solidFill>
                <a:srgbClr val="FFFFFF"/>
              </a:solidFill>
              <a:ln w="2857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endParaRPr kumimoji="0" lang="en-US" altLang="zh-CN" sz="1600">
                  <a:latin typeface="Times New Roman" panose="02020603050405020304" pitchFamily="18" charset="0"/>
                  <a:ea typeface="楷体_GB2312" pitchFamily="1" charset="-122"/>
                </a:endParaRPr>
              </a:p>
              <a:p>
                <a:pPr>
                  <a:spcBef>
                    <a:spcPct val="0"/>
                  </a:spcBef>
                  <a:buClrTx/>
                  <a:buSzTx/>
                  <a:buFontTx/>
                  <a:buNone/>
                </a:pPr>
                <a:r>
                  <a:rPr kumimoji="0" lang="en-US" altLang="zh-CN" sz="1600">
                    <a:latin typeface="Times New Roman" panose="02020603050405020304" pitchFamily="18" charset="0"/>
                    <a:ea typeface="楷体_GB2312" pitchFamily="1" charset="-122"/>
                  </a:rPr>
                  <a:t>1  2   3  4   5   6   7   8</a:t>
                </a:r>
              </a:p>
              <a:p>
                <a:pPr>
                  <a:spcBef>
                    <a:spcPct val="0"/>
                  </a:spcBef>
                  <a:buClrTx/>
                  <a:buSzTx/>
                  <a:buFontTx/>
                  <a:buNone/>
                </a:pPr>
                <a:r>
                  <a:rPr kumimoji="0" lang="zh-CN" altLang="en-US" sz="1600">
                    <a:latin typeface="Times New Roman" panose="02020603050405020304" pitchFamily="18" charset="0"/>
                    <a:ea typeface="楷体_GB2312" pitchFamily="1" charset="-122"/>
                  </a:rPr>
                  <a:t>白橙白白蓝绿白棕</a:t>
                </a:r>
              </a:p>
            </p:txBody>
          </p:sp>
          <p:sp>
            <p:nvSpPr>
              <p:cNvPr id="27677" name="Line 29">
                <a:extLst>
                  <a:ext uri="{FF2B5EF4-FFF2-40B4-BE49-F238E27FC236}">
                    <a16:creationId xmlns:a16="http://schemas.microsoft.com/office/drawing/2014/main" id="{8B37D437-D12A-47EE-B260-B826AF4BE679}"/>
                  </a:ext>
                </a:extLst>
              </p:cNvPr>
              <p:cNvSpPr>
                <a:spLocks noChangeShapeType="1"/>
              </p:cNvSpPr>
              <p:nvPr/>
            </p:nvSpPr>
            <p:spPr bwMode="auto">
              <a:xfrm>
                <a:off x="7170" y="12950"/>
                <a:ext cx="1" cy="287"/>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8" name="Line 30">
                <a:extLst>
                  <a:ext uri="{FF2B5EF4-FFF2-40B4-BE49-F238E27FC236}">
                    <a16:creationId xmlns:a16="http://schemas.microsoft.com/office/drawing/2014/main" id="{9D03ED03-428F-4922-8356-FF9B4684DF75}"/>
                  </a:ext>
                </a:extLst>
              </p:cNvPr>
              <p:cNvSpPr>
                <a:spLocks noChangeShapeType="1"/>
              </p:cNvSpPr>
              <p:nvPr/>
            </p:nvSpPr>
            <p:spPr bwMode="auto">
              <a:xfrm>
                <a:off x="6975" y="12950"/>
                <a:ext cx="1" cy="287"/>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9" name="Line 31">
                <a:extLst>
                  <a:ext uri="{FF2B5EF4-FFF2-40B4-BE49-F238E27FC236}">
                    <a16:creationId xmlns:a16="http://schemas.microsoft.com/office/drawing/2014/main" id="{EA2DAB54-F404-4B73-9307-5F1141B217B1}"/>
                  </a:ext>
                </a:extLst>
              </p:cNvPr>
              <p:cNvSpPr>
                <a:spLocks noChangeShapeType="1"/>
              </p:cNvSpPr>
              <p:nvPr/>
            </p:nvSpPr>
            <p:spPr bwMode="auto">
              <a:xfrm>
                <a:off x="7590" y="12950"/>
                <a:ext cx="1" cy="287"/>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0" name="Line 32">
                <a:extLst>
                  <a:ext uri="{FF2B5EF4-FFF2-40B4-BE49-F238E27FC236}">
                    <a16:creationId xmlns:a16="http://schemas.microsoft.com/office/drawing/2014/main" id="{6215DE30-98E5-40C4-9D16-503E09831993}"/>
                  </a:ext>
                </a:extLst>
              </p:cNvPr>
              <p:cNvSpPr>
                <a:spLocks noChangeShapeType="1"/>
              </p:cNvSpPr>
              <p:nvPr/>
            </p:nvSpPr>
            <p:spPr bwMode="auto">
              <a:xfrm>
                <a:off x="7365" y="12950"/>
                <a:ext cx="1" cy="287"/>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1" name="Line 33">
                <a:extLst>
                  <a:ext uri="{FF2B5EF4-FFF2-40B4-BE49-F238E27FC236}">
                    <a16:creationId xmlns:a16="http://schemas.microsoft.com/office/drawing/2014/main" id="{3D7CD6C2-9067-44F0-AE98-E565524CF6D5}"/>
                  </a:ext>
                </a:extLst>
              </p:cNvPr>
              <p:cNvSpPr>
                <a:spLocks noChangeShapeType="1"/>
              </p:cNvSpPr>
              <p:nvPr/>
            </p:nvSpPr>
            <p:spPr bwMode="auto">
              <a:xfrm>
                <a:off x="7800" y="12950"/>
                <a:ext cx="1" cy="287"/>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2" name="Line 34">
                <a:extLst>
                  <a:ext uri="{FF2B5EF4-FFF2-40B4-BE49-F238E27FC236}">
                    <a16:creationId xmlns:a16="http://schemas.microsoft.com/office/drawing/2014/main" id="{15512F27-802D-4EAA-A915-10C6A9226CAE}"/>
                  </a:ext>
                </a:extLst>
              </p:cNvPr>
              <p:cNvSpPr>
                <a:spLocks noChangeShapeType="1"/>
              </p:cNvSpPr>
              <p:nvPr/>
            </p:nvSpPr>
            <p:spPr bwMode="auto">
              <a:xfrm>
                <a:off x="8010" y="12950"/>
                <a:ext cx="1" cy="287"/>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3" name="Line 35">
                <a:extLst>
                  <a:ext uri="{FF2B5EF4-FFF2-40B4-BE49-F238E27FC236}">
                    <a16:creationId xmlns:a16="http://schemas.microsoft.com/office/drawing/2014/main" id="{551A066B-8946-40BE-8949-7780BFB8995A}"/>
                  </a:ext>
                </a:extLst>
              </p:cNvPr>
              <p:cNvSpPr>
                <a:spLocks noChangeShapeType="1"/>
              </p:cNvSpPr>
              <p:nvPr/>
            </p:nvSpPr>
            <p:spPr bwMode="auto">
              <a:xfrm>
                <a:off x="8205" y="12951"/>
                <a:ext cx="1" cy="287"/>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4" name="Line 36">
                <a:extLst>
                  <a:ext uri="{FF2B5EF4-FFF2-40B4-BE49-F238E27FC236}">
                    <a16:creationId xmlns:a16="http://schemas.microsoft.com/office/drawing/2014/main" id="{1B66EF5F-14EB-406C-BCD9-95FEE277BCAD}"/>
                  </a:ext>
                </a:extLst>
              </p:cNvPr>
              <p:cNvSpPr>
                <a:spLocks noChangeShapeType="1"/>
              </p:cNvSpPr>
              <p:nvPr/>
            </p:nvSpPr>
            <p:spPr bwMode="auto">
              <a:xfrm>
                <a:off x="8415" y="12935"/>
                <a:ext cx="1" cy="287"/>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5" name="Line 37">
                <a:extLst>
                  <a:ext uri="{FF2B5EF4-FFF2-40B4-BE49-F238E27FC236}">
                    <a16:creationId xmlns:a16="http://schemas.microsoft.com/office/drawing/2014/main" id="{8121D253-9E4C-44F3-ABD2-B5F12E4037F9}"/>
                  </a:ext>
                </a:extLst>
              </p:cNvPr>
              <p:cNvSpPr>
                <a:spLocks noChangeShapeType="1"/>
              </p:cNvSpPr>
              <p:nvPr/>
            </p:nvSpPr>
            <p:spPr bwMode="auto">
              <a:xfrm flipV="1">
                <a:off x="6930" y="12554"/>
                <a:ext cx="135" cy="57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6" name="Line 38">
                <a:extLst>
                  <a:ext uri="{FF2B5EF4-FFF2-40B4-BE49-F238E27FC236}">
                    <a16:creationId xmlns:a16="http://schemas.microsoft.com/office/drawing/2014/main" id="{95B60414-452C-47B5-8F0D-522C5C1504F5}"/>
                  </a:ext>
                </a:extLst>
              </p:cNvPr>
              <p:cNvSpPr>
                <a:spLocks noChangeShapeType="1"/>
              </p:cNvSpPr>
              <p:nvPr/>
            </p:nvSpPr>
            <p:spPr bwMode="auto">
              <a:xfrm flipV="1">
                <a:off x="7335" y="12569"/>
                <a:ext cx="1" cy="57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7" name="Line 39">
                <a:extLst>
                  <a:ext uri="{FF2B5EF4-FFF2-40B4-BE49-F238E27FC236}">
                    <a16:creationId xmlns:a16="http://schemas.microsoft.com/office/drawing/2014/main" id="{D3AB25BD-51BA-42C1-A41C-A4ED64622B42}"/>
                  </a:ext>
                </a:extLst>
              </p:cNvPr>
              <p:cNvSpPr>
                <a:spLocks noChangeShapeType="1"/>
              </p:cNvSpPr>
              <p:nvPr/>
            </p:nvSpPr>
            <p:spPr bwMode="auto">
              <a:xfrm flipV="1">
                <a:off x="7995" y="12550"/>
                <a:ext cx="1" cy="52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8" name="Line 40">
                <a:extLst>
                  <a:ext uri="{FF2B5EF4-FFF2-40B4-BE49-F238E27FC236}">
                    <a16:creationId xmlns:a16="http://schemas.microsoft.com/office/drawing/2014/main" id="{DCF8B3A2-79A4-42DE-848D-C24405CB99D7}"/>
                  </a:ext>
                </a:extLst>
              </p:cNvPr>
              <p:cNvSpPr>
                <a:spLocks noChangeShapeType="1"/>
              </p:cNvSpPr>
              <p:nvPr/>
            </p:nvSpPr>
            <p:spPr bwMode="auto">
              <a:xfrm>
                <a:off x="7065" y="12569"/>
                <a:ext cx="90" cy="50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9" name="Line 41">
                <a:extLst>
                  <a:ext uri="{FF2B5EF4-FFF2-40B4-BE49-F238E27FC236}">
                    <a16:creationId xmlns:a16="http://schemas.microsoft.com/office/drawing/2014/main" id="{761D9B14-0F66-4153-9AD3-30438C3D4FE2}"/>
                  </a:ext>
                </a:extLst>
              </p:cNvPr>
              <p:cNvSpPr>
                <a:spLocks noChangeShapeType="1"/>
              </p:cNvSpPr>
              <p:nvPr/>
            </p:nvSpPr>
            <p:spPr bwMode="auto">
              <a:xfrm flipV="1">
                <a:off x="7335" y="12463"/>
                <a:ext cx="330" cy="15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0" name="Line 42">
                <a:extLst>
                  <a:ext uri="{FF2B5EF4-FFF2-40B4-BE49-F238E27FC236}">
                    <a16:creationId xmlns:a16="http://schemas.microsoft.com/office/drawing/2014/main" id="{720B8EE6-C796-47DA-989A-89C73B793E82}"/>
                  </a:ext>
                </a:extLst>
              </p:cNvPr>
              <p:cNvSpPr>
                <a:spLocks noChangeShapeType="1"/>
              </p:cNvSpPr>
              <p:nvPr/>
            </p:nvSpPr>
            <p:spPr bwMode="auto">
              <a:xfrm>
                <a:off x="7680" y="12463"/>
                <a:ext cx="330" cy="15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1" name="Line 43">
                <a:extLst>
                  <a:ext uri="{FF2B5EF4-FFF2-40B4-BE49-F238E27FC236}">
                    <a16:creationId xmlns:a16="http://schemas.microsoft.com/office/drawing/2014/main" id="{7D45BB2E-7C55-4E63-B614-CD4FF4A93272}"/>
                  </a:ext>
                </a:extLst>
              </p:cNvPr>
              <p:cNvSpPr>
                <a:spLocks noChangeShapeType="1"/>
              </p:cNvSpPr>
              <p:nvPr/>
            </p:nvSpPr>
            <p:spPr bwMode="auto">
              <a:xfrm flipV="1">
                <a:off x="7560" y="12808"/>
                <a:ext cx="120" cy="25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2" name="Line 44">
                <a:extLst>
                  <a:ext uri="{FF2B5EF4-FFF2-40B4-BE49-F238E27FC236}">
                    <a16:creationId xmlns:a16="http://schemas.microsoft.com/office/drawing/2014/main" id="{594473D4-193C-4A09-B262-852178C2224C}"/>
                  </a:ext>
                </a:extLst>
              </p:cNvPr>
              <p:cNvSpPr>
                <a:spLocks noChangeShapeType="1"/>
              </p:cNvSpPr>
              <p:nvPr/>
            </p:nvSpPr>
            <p:spPr bwMode="auto">
              <a:xfrm>
                <a:off x="7695" y="12822"/>
                <a:ext cx="120" cy="20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3" name="Line 45">
                <a:extLst>
                  <a:ext uri="{FF2B5EF4-FFF2-40B4-BE49-F238E27FC236}">
                    <a16:creationId xmlns:a16="http://schemas.microsoft.com/office/drawing/2014/main" id="{19EA7DCD-898D-42CE-A470-A8B7141828A7}"/>
                  </a:ext>
                </a:extLst>
              </p:cNvPr>
              <p:cNvSpPr>
                <a:spLocks noChangeShapeType="1"/>
              </p:cNvSpPr>
              <p:nvPr/>
            </p:nvSpPr>
            <p:spPr bwMode="auto">
              <a:xfrm flipH="1">
                <a:off x="8160" y="12552"/>
                <a:ext cx="135" cy="4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4" name="Line 46">
                <a:extLst>
                  <a:ext uri="{FF2B5EF4-FFF2-40B4-BE49-F238E27FC236}">
                    <a16:creationId xmlns:a16="http://schemas.microsoft.com/office/drawing/2014/main" id="{50974517-66F2-4FA0-BFE4-B20A524A1CE5}"/>
                  </a:ext>
                </a:extLst>
              </p:cNvPr>
              <p:cNvSpPr>
                <a:spLocks noChangeShapeType="1"/>
              </p:cNvSpPr>
              <p:nvPr/>
            </p:nvSpPr>
            <p:spPr bwMode="auto">
              <a:xfrm>
                <a:off x="8310" y="12568"/>
                <a:ext cx="105" cy="50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5" name="Rectangle 47">
                <a:extLst>
                  <a:ext uri="{FF2B5EF4-FFF2-40B4-BE49-F238E27FC236}">
                    <a16:creationId xmlns:a16="http://schemas.microsoft.com/office/drawing/2014/main" id="{CDE00D76-DE6A-4FD9-B24D-C296813570A6}"/>
                  </a:ext>
                </a:extLst>
              </p:cNvPr>
              <p:cNvSpPr>
                <a:spLocks noChangeArrowheads="1"/>
              </p:cNvSpPr>
              <p:nvPr/>
            </p:nvSpPr>
            <p:spPr bwMode="auto">
              <a:xfrm>
                <a:off x="2061" y="13008"/>
                <a:ext cx="1320" cy="4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kumimoji="0" lang="en-US" altLang="zh-CN" sz="1600">
                    <a:latin typeface="Times New Roman" panose="02020603050405020304" pitchFamily="18" charset="0"/>
                    <a:ea typeface="楷体_GB2312" pitchFamily="1" charset="-122"/>
                  </a:rPr>
                  <a:t>(a) A</a:t>
                </a:r>
                <a:r>
                  <a:rPr kumimoji="0" lang="zh-CN" altLang="en-US" sz="1600">
                    <a:latin typeface="Times New Roman" panose="02020603050405020304" pitchFamily="18" charset="0"/>
                    <a:ea typeface="楷体_GB2312" pitchFamily="1" charset="-122"/>
                  </a:rPr>
                  <a:t>标规定</a:t>
                </a:r>
              </a:p>
            </p:txBody>
          </p:sp>
          <p:sp>
            <p:nvSpPr>
              <p:cNvPr id="27696" name="Rectangle 48">
                <a:extLst>
                  <a:ext uri="{FF2B5EF4-FFF2-40B4-BE49-F238E27FC236}">
                    <a16:creationId xmlns:a16="http://schemas.microsoft.com/office/drawing/2014/main" id="{656E9346-BF6B-44CD-A0C2-BAC981191EB1}"/>
                  </a:ext>
                </a:extLst>
              </p:cNvPr>
              <p:cNvSpPr>
                <a:spLocks noChangeArrowheads="1"/>
              </p:cNvSpPr>
              <p:nvPr/>
            </p:nvSpPr>
            <p:spPr bwMode="auto">
              <a:xfrm>
                <a:off x="3981" y="12488"/>
                <a:ext cx="840"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zh-CN" altLang="en-US" sz="1600">
                    <a:latin typeface="Times New Roman" panose="02020603050405020304" pitchFamily="18" charset="0"/>
                    <a:ea typeface="楷体_GB2312" pitchFamily="1" charset="-122"/>
                  </a:rPr>
                  <a:t>线对</a:t>
                </a:r>
                <a:r>
                  <a:rPr kumimoji="0" lang="en-US" altLang="zh-CN" sz="1600">
                    <a:latin typeface="Times New Roman" panose="02020603050405020304" pitchFamily="18" charset="0"/>
                    <a:ea typeface="楷体_GB2312" pitchFamily="1" charset="-122"/>
                  </a:rPr>
                  <a:t>1</a:t>
                </a:r>
              </a:p>
            </p:txBody>
          </p:sp>
          <p:sp>
            <p:nvSpPr>
              <p:cNvPr id="27697" name="Rectangle 49">
                <a:extLst>
                  <a:ext uri="{FF2B5EF4-FFF2-40B4-BE49-F238E27FC236}">
                    <a16:creationId xmlns:a16="http://schemas.microsoft.com/office/drawing/2014/main" id="{C5A0021F-9A9E-4936-A5BE-1068BAA04FE6}"/>
                  </a:ext>
                </a:extLst>
              </p:cNvPr>
              <p:cNvSpPr>
                <a:spLocks noChangeArrowheads="1"/>
              </p:cNvSpPr>
              <p:nvPr/>
            </p:nvSpPr>
            <p:spPr bwMode="auto">
              <a:xfrm>
                <a:off x="7341" y="12488"/>
                <a:ext cx="960"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kumimoji="0" lang="zh-CN" altLang="en-US" sz="1600">
                    <a:latin typeface="Times New Roman" panose="02020603050405020304" pitchFamily="18" charset="0"/>
                    <a:ea typeface="楷体_GB2312" pitchFamily="1" charset="-122"/>
                  </a:rPr>
                  <a:t>线对</a:t>
                </a:r>
                <a:r>
                  <a:rPr kumimoji="0" lang="en-US" altLang="zh-CN" sz="1600">
                    <a:latin typeface="Times New Roman" panose="02020603050405020304" pitchFamily="18" charset="0"/>
                    <a:ea typeface="楷体_GB2312" pitchFamily="1" charset="-122"/>
                  </a:rPr>
                  <a:t>1 </a:t>
                </a:r>
              </a:p>
            </p:txBody>
          </p:sp>
          <p:sp>
            <p:nvSpPr>
              <p:cNvPr id="27698" name="Rectangle 50">
                <a:extLst>
                  <a:ext uri="{FF2B5EF4-FFF2-40B4-BE49-F238E27FC236}">
                    <a16:creationId xmlns:a16="http://schemas.microsoft.com/office/drawing/2014/main" id="{B9500EBD-9F8A-443C-8DD5-324E72BC585D}"/>
                  </a:ext>
                </a:extLst>
              </p:cNvPr>
              <p:cNvSpPr>
                <a:spLocks noChangeArrowheads="1"/>
              </p:cNvSpPr>
              <p:nvPr/>
            </p:nvSpPr>
            <p:spPr bwMode="auto">
              <a:xfrm>
                <a:off x="4101" y="13840"/>
                <a:ext cx="4560" cy="4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kumimoji="0" lang="zh-CN" altLang="en-US" sz="1800">
                    <a:latin typeface="Times New Roman" panose="02020603050405020304" pitchFamily="18" charset="0"/>
                    <a:ea typeface="楷体_GB2312" pitchFamily="1" charset="-122"/>
                  </a:rPr>
                  <a:t>图 综合布线系统使用的</a:t>
                </a:r>
                <a:r>
                  <a:rPr kumimoji="0" lang="en-US" altLang="zh-CN" sz="1800">
                    <a:latin typeface="Times New Roman" panose="02020603050405020304" pitchFamily="18" charset="0"/>
                    <a:ea typeface="楷体_GB2312" pitchFamily="1" charset="-122"/>
                  </a:rPr>
                  <a:t>RJ-45</a:t>
                </a:r>
                <a:r>
                  <a:rPr kumimoji="0" lang="zh-CN" altLang="en-US" sz="1800">
                    <a:latin typeface="Times New Roman" panose="02020603050405020304" pitchFamily="18" charset="0"/>
                    <a:ea typeface="楷体_GB2312" pitchFamily="1" charset="-122"/>
                  </a:rPr>
                  <a:t>插头座连线规定</a:t>
                </a:r>
              </a:p>
            </p:txBody>
          </p:sp>
        </p:gr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212419"/>
                                        </p:tgtEl>
                                        <p:attrNameLst>
                                          <p:attrName>style.visibility</p:attrName>
                                        </p:attrNameLst>
                                      </p:cBhvr>
                                      <p:to>
                                        <p:strVal val="visible"/>
                                      </p:to>
                                    </p:set>
                                    <p:anim calcmode="lin" valueType="num">
                                      <p:cBhvr additive="base">
                                        <p:cTn id="7" dur="500" fill="hold"/>
                                        <p:tgtEl>
                                          <p:spTgt spid="1212419"/>
                                        </p:tgtEl>
                                        <p:attrNameLst>
                                          <p:attrName>ppt_x</p:attrName>
                                        </p:attrNameLst>
                                      </p:cBhvr>
                                      <p:tavLst>
                                        <p:tav tm="0">
                                          <p:val>
                                            <p:strVal val="1+#ppt_w/2"/>
                                          </p:val>
                                        </p:tav>
                                        <p:tav tm="100000">
                                          <p:val>
                                            <p:strVal val="#ppt_x"/>
                                          </p:val>
                                        </p:tav>
                                      </p:tavLst>
                                    </p:anim>
                                    <p:anim calcmode="lin" valueType="num">
                                      <p:cBhvr additive="base">
                                        <p:cTn id="8" dur="500" fill="hold"/>
                                        <p:tgtEl>
                                          <p:spTgt spid="121241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212420"/>
                                        </p:tgtEl>
                                        <p:attrNameLst>
                                          <p:attrName>style.visibility</p:attrName>
                                        </p:attrNameLst>
                                      </p:cBhvr>
                                      <p:to>
                                        <p:strVal val="visible"/>
                                      </p:to>
                                    </p:set>
                                    <p:anim calcmode="lin" valueType="num">
                                      <p:cBhvr additive="base">
                                        <p:cTn id="13" dur="500" fill="hold"/>
                                        <p:tgtEl>
                                          <p:spTgt spid="1212420"/>
                                        </p:tgtEl>
                                        <p:attrNameLst>
                                          <p:attrName>ppt_x</p:attrName>
                                        </p:attrNameLst>
                                      </p:cBhvr>
                                      <p:tavLst>
                                        <p:tav tm="0">
                                          <p:val>
                                            <p:strVal val="1+#ppt_w/2"/>
                                          </p:val>
                                        </p:tav>
                                        <p:tav tm="100000">
                                          <p:val>
                                            <p:strVal val="#ppt_x"/>
                                          </p:val>
                                        </p:tav>
                                      </p:tavLst>
                                    </p:anim>
                                    <p:anim calcmode="lin" valueType="num">
                                      <p:cBhvr additive="base">
                                        <p:cTn id="14" dur="500" fill="hold"/>
                                        <p:tgtEl>
                                          <p:spTgt spid="12124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82241C6-CD1B-4936-87F1-7D26179A9154}"/>
              </a:ext>
            </a:extLst>
          </p:cNvPr>
          <p:cNvSpPr>
            <a:spLocks noGrp="1" noChangeArrowheads="1"/>
          </p:cNvSpPr>
          <p:nvPr>
            <p:ph type="title" idx="4294967295"/>
          </p:nvPr>
        </p:nvSpPr>
        <p:spPr>
          <a:xfrm>
            <a:off x="2152650" y="296864"/>
            <a:ext cx="7696200" cy="420687"/>
          </a:xfrm>
          <a:noFill/>
        </p:spPr>
        <p:txBody>
          <a:bodyPr/>
          <a:lstStyle/>
          <a:p>
            <a:pPr eaLnBrk="1" hangingPunct="1"/>
            <a:r>
              <a:rPr lang="zh-CN" altLang="en-US" sz="3600" b="0">
                <a:solidFill>
                  <a:schemeClr val="folHlink"/>
                </a:solidFill>
                <a:latin typeface="Times New Roman" panose="02020603050405020304" pitchFamily="18" charset="0"/>
                <a:ea typeface="楷体_GB2312" pitchFamily="1" charset="-122"/>
              </a:rPr>
              <a:t>同轴电缆</a:t>
            </a:r>
          </a:p>
        </p:txBody>
      </p:sp>
      <p:sp>
        <p:nvSpPr>
          <p:cNvPr id="28675" name="Text Box 3">
            <a:extLst>
              <a:ext uri="{FF2B5EF4-FFF2-40B4-BE49-F238E27FC236}">
                <a16:creationId xmlns:a16="http://schemas.microsoft.com/office/drawing/2014/main" id="{0A06796E-0B1A-4EE4-BEBD-7D701B11253C}"/>
              </a:ext>
            </a:extLst>
          </p:cNvPr>
          <p:cNvSpPr txBox="1">
            <a:spLocks noChangeArrowheads="1"/>
          </p:cNvSpPr>
          <p:nvPr/>
        </p:nvSpPr>
        <p:spPr bwMode="auto">
          <a:xfrm>
            <a:off x="1776413" y="1404939"/>
            <a:ext cx="854075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6731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indent="0" eaLnBrk="1" hangingPunct="1">
              <a:spcBef>
                <a:spcPct val="0"/>
              </a:spcBef>
              <a:buClrTx/>
              <a:buSzTx/>
              <a:buFontTx/>
              <a:buNone/>
            </a:pPr>
            <a:r>
              <a:rPr lang="zh-CN" altLang="en-US" sz="2800">
                <a:latin typeface="Times New Roman" panose="02020603050405020304" pitchFamily="18" charset="0"/>
                <a:ea typeface="楷体_GB2312" pitchFamily="1" charset="-122"/>
              </a:rPr>
              <a:t>由于同轴电缆（</a:t>
            </a:r>
            <a:r>
              <a:rPr lang="en-US" altLang="zh-CN" sz="2800">
                <a:latin typeface="Times New Roman" panose="02020603050405020304" pitchFamily="18" charset="0"/>
                <a:ea typeface="楷体_GB2312" pitchFamily="1" charset="-122"/>
              </a:rPr>
              <a:t>Coaxial Cable/Coax</a:t>
            </a:r>
            <a:r>
              <a:rPr lang="zh-CN" altLang="en-US" sz="2800">
                <a:latin typeface="Times New Roman" panose="02020603050405020304" pitchFamily="18" charset="0"/>
                <a:ea typeface="楷体_GB2312" pitchFamily="1" charset="-122"/>
              </a:rPr>
              <a:t>）的两根传输线的中心轴相同，故称之为同轴电缆 </a:t>
            </a:r>
            <a:r>
              <a:rPr lang="zh-CN" altLang="zh-CN" sz="2800">
                <a:latin typeface="Times New Roman" panose="02020603050405020304" pitchFamily="18" charset="0"/>
                <a:ea typeface="楷体_GB2312" pitchFamily="1" charset="-122"/>
              </a:rPr>
              <a:t>。</a:t>
            </a:r>
            <a:endParaRPr lang="zh-CN" altLang="en-US" sz="2800">
              <a:latin typeface="Times New Roman" panose="02020603050405020304" pitchFamily="18" charset="0"/>
              <a:ea typeface="楷体_GB2312" pitchFamily="1" charset="-122"/>
            </a:endParaRPr>
          </a:p>
          <a:p>
            <a:pPr indent="0" eaLnBrk="1" hangingPunct="1">
              <a:spcBef>
                <a:spcPct val="0"/>
              </a:spcBef>
              <a:buClrTx/>
              <a:buSzTx/>
              <a:buFontTx/>
              <a:buNone/>
            </a:pPr>
            <a:r>
              <a:rPr lang="zh-CN" altLang="en-US" sz="2800">
                <a:latin typeface="Times New Roman" panose="02020603050405020304" pitchFamily="18" charset="0"/>
                <a:ea typeface="楷体_GB2312" pitchFamily="1" charset="-122"/>
              </a:rPr>
              <a:t>同轴电缆分为基带</a:t>
            </a:r>
            <a:r>
              <a:rPr lang="en-US" altLang="zh-CN" sz="2800">
                <a:latin typeface="Times New Roman" panose="02020603050405020304" pitchFamily="18" charset="0"/>
                <a:ea typeface="楷体_GB2312" pitchFamily="1" charset="-122"/>
              </a:rPr>
              <a:t>(50</a:t>
            </a:r>
            <a:r>
              <a:rPr lang="en-US" altLang="zh-CN" sz="2800">
                <a:latin typeface="Times New Roman" panose="02020603050405020304" pitchFamily="18" charset="0"/>
                <a:ea typeface="楷体_GB2312" pitchFamily="1" charset="-122"/>
                <a:sym typeface="Symbol" panose="05050102010706020507" pitchFamily="18" charset="2"/>
              </a:rPr>
              <a:t></a:t>
            </a:r>
            <a:r>
              <a:rPr lang="en-US" altLang="zh-CN" sz="2800">
                <a:latin typeface="Times New Roman" panose="02020603050405020304" pitchFamily="18" charset="0"/>
                <a:ea typeface="楷体_GB2312" pitchFamily="1" charset="-122"/>
              </a:rPr>
              <a:t> )</a:t>
            </a:r>
            <a:r>
              <a:rPr lang="zh-CN" altLang="en-US" sz="2800">
                <a:latin typeface="Times New Roman" panose="02020603050405020304" pitchFamily="18" charset="0"/>
                <a:ea typeface="楷体_GB2312" pitchFamily="1" charset="-122"/>
              </a:rPr>
              <a:t>和宽带</a:t>
            </a:r>
            <a:r>
              <a:rPr lang="en-US" altLang="zh-CN" sz="2800">
                <a:latin typeface="Times New Roman" panose="02020603050405020304" pitchFamily="18" charset="0"/>
                <a:ea typeface="楷体_GB2312" pitchFamily="1" charset="-122"/>
              </a:rPr>
              <a:t>(75</a:t>
            </a:r>
            <a:r>
              <a:rPr lang="en-US" altLang="zh-CN" sz="2800">
                <a:latin typeface="Times New Roman" panose="02020603050405020304" pitchFamily="18" charset="0"/>
                <a:ea typeface="楷体_GB2312" pitchFamily="1" charset="-122"/>
                <a:sym typeface="Symbol" panose="05050102010706020507" pitchFamily="18" charset="2"/>
              </a:rPr>
              <a:t></a:t>
            </a:r>
            <a:r>
              <a:rPr lang="en-US" altLang="zh-CN" sz="2800">
                <a:latin typeface="Times New Roman" panose="02020603050405020304" pitchFamily="18" charset="0"/>
                <a:ea typeface="楷体_GB2312" pitchFamily="1" charset="-122"/>
              </a:rPr>
              <a:t> )</a:t>
            </a:r>
            <a:r>
              <a:rPr lang="zh-CN" altLang="en-US" sz="2800">
                <a:latin typeface="Times New Roman" panose="02020603050405020304" pitchFamily="18" charset="0"/>
                <a:ea typeface="楷体_GB2312" pitchFamily="1" charset="-122"/>
              </a:rPr>
              <a:t>两种。</a:t>
            </a:r>
          </a:p>
        </p:txBody>
      </p:sp>
      <p:sp>
        <p:nvSpPr>
          <p:cNvPr id="28676" name="Rectangle 4">
            <a:extLst>
              <a:ext uri="{FF2B5EF4-FFF2-40B4-BE49-F238E27FC236}">
                <a16:creationId xmlns:a16="http://schemas.microsoft.com/office/drawing/2014/main" id="{A115BE6F-9814-4B16-92B9-3BCAADD65A57}"/>
              </a:ext>
            </a:extLst>
          </p:cNvPr>
          <p:cNvSpPr>
            <a:spLocks noChangeArrowheads="1"/>
          </p:cNvSpPr>
          <p:nvPr/>
        </p:nvSpPr>
        <p:spPr bwMode="auto">
          <a:xfrm>
            <a:off x="4705350" y="2776538"/>
            <a:ext cx="9144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pic>
        <p:nvPicPr>
          <p:cNvPr id="1213445" name="Picture 5" descr="E:\计算机网络讲义\局域网讲义\lan1.files\lan1map1.gif">
            <a:extLst>
              <a:ext uri="{FF2B5EF4-FFF2-40B4-BE49-F238E27FC236}">
                <a16:creationId xmlns:a16="http://schemas.microsoft.com/office/drawing/2014/main" id="{D6E3ECC9-D1A7-4454-A464-EDFC6301F13F}"/>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1939131" y="3443288"/>
            <a:ext cx="8123237"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3446" name="AutoShape 6">
            <a:extLst>
              <a:ext uri="{FF2B5EF4-FFF2-40B4-BE49-F238E27FC236}">
                <a16:creationId xmlns:a16="http://schemas.microsoft.com/office/drawing/2014/main" id="{D793D288-E47F-46BD-BFCE-84137F08F046}"/>
              </a:ext>
            </a:extLst>
          </p:cNvPr>
          <p:cNvSpPr>
            <a:spLocks noChangeArrowheads="1"/>
          </p:cNvSpPr>
          <p:nvPr/>
        </p:nvSpPr>
        <p:spPr bwMode="auto">
          <a:xfrm>
            <a:off x="1746025" y="2339510"/>
            <a:ext cx="8674101" cy="1542394"/>
          </a:xfrm>
          <a:prstGeom prst="wedgeRoundRectCallout">
            <a:avLst>
              <a:gd name="adj1" fmla="val 15008"/>
              <a:gd name="adj2" fmla="val 25954"/>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800">
                <a:latin typeface="Times New Roman" panose="02020603050405020304" pitchFamily="18" charset="0"/>
                <a:ea typeface="楷体_GB2312" pitchFamily="1" charset="-122"/>
              </a:rPr>
              <a:t>从电缆的截面看，其最内层为实心铜线，其外为绝缘层，再外为金属网或金属箔屏蔽层（也即另一根导线），最外层为塑料保护层。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213445"/>
                                        </p:tgtEl>
                                        <p:attrNameLst>
                                          <p:attrName>style.visibility</p:attrName>
                                        </p:attrNameLst>
                                      </p:cBhvr>
                                      <p:to>
                                        <p:strVal val="visible"/>
                                      </p:to>
                                    </p:set>
                                    <p:anim calcmode="lin" valueType="num">
                                      <p:cBhvr additive="base">
                                        <p:cTn id="7" dur="500" fill="hold"/>
                                        <p:tgtEl>
                                          <p:spTgt spid="1213445"/>
                                        </p:tgtEl>
                                        <p:attrNameLst>
                                          <p:attrName>ppt_x</p:attrName>
                                        </p:attrNameLst>
                                      </p:cBhvr>
                                      <p:tavLst>
                                        <p:tav tm="0">
                                          <p:val>
                                            <p:strVal val="1+#ppt_w/2"/>
                                          </p:val>
                                        </p:tav>
                                        <p:tav tm="100000">
                                          <p:val>
                                            <p:strVal val="#ppt_x"/>
                                          </p:val>
                                        </p:tav>
                                      </p:tavLst>
                                    </p:anim>
                                    <p:anim calcmode="lin" valueType="num">
                                      <p:cBhvr additive="base">
                                        <p:cTn id="8" dur="500" fill="hold"/>
                                        <p:tgtEl>
                                          <p:spTgt spid="121344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213446"/>
                                        </p:tgtEl>
                                        <p:attrNameLst>
                                          <p:attrName>style.visibility</p:attrName>
                                        </p:attrNameLst>
                                      </p:cBhvr>
                                      <p:to>
                                        <p:strVal val="visible"/>
                                      </p:to>
                                    </p:set>
                                    <p:anim calcmode="lin" valueType="num">
                                      <p:cBhvr additive="base">
                                        <p:cTn id="13" dur="500" fill="hold"/>
                                        <p:tgtEl>
                                          <p:spTgt spid="1213446"/>
                                        </p:tgtEl>
                                        <p:attrNameLst>
                                          <p:attrName>ppt_x</p:attrName>
                                        </p:attrNameLst>
                                      </p:cBhvr>
                                      <p:tavLst>
                                        <p:tav tm="0">
                                          <p:val>
                                            <p:strVal val="1+#ppt_w/2"/>
                                          </p:val>
                                        </p:tav>
                                        <p:tav tm="100000">
                                          <p:val>
                                            <p:strVal val="#ppt_x"/>
                                          </p:val>
                                        </p:tav>
                                      </p:tavLst>
                                    </p:anim>
                                    <p:anim calcmode="lin" valueType="num">
                                      <p:cBhvr additive="base">
                                        <p:cTn id="14" dur="500" fill="hold"/>
                                        <p:tgtEl>
                                          <p:spTgt spid="12134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3446" grpId="0" animBg="1"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a:extLst>
              <a:ext uri="{FF2B5EF4-FFF2-40B4-BE49-F238E27FC236}">
                <a16:creationId xmlns:a16="http://schemas.microsoft.com/office/drawing/2014/main" id="{57738677-DC48-4335-8CB7-BC75643E5492}"/>
              </a:ext>
            </a:extLst>
          </p:cNvPr>
          <p:cNvSpPr txBox="1">
            <a:spLocks noChangeArrowheads="1"/>
          </p:cNvSpPr>
          <p:nvPr/>
        </p:nvSpPr>
        <p:spPr bwMode="auto">
          <a:xfrm>
            <a:off x="1110096" y="1387550"/>
            <a:ext cx="1038650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6731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indent="0" algn="just" eaLnBrk="1" hangingPunct="1">
              <a:spcBef>
                <a:spcPct val="0"/>
              </a:spcBef>
              <a:buClrTx/>
              <a:buSzTx/>
              <a:buFontTx/>
              <a:buNone/>
            </a:pPr>
            <a:r>
              <a:rPr lang="zh-CN" altLang="en-US">
                <a:latin typeface="Times New Roman" panose="02020603050405020304" pitchFamily="18" charset="0"/>
                <a:ea typeface="楷体_GB2312" pitchFamily="1" charset="-122"/>
              </a:rPr>
              <a:t>基带同轴电缆又分为粗缆与细缆。一般来说，粗缆传输距离比较远，而细缆由于功率损耗较大，一般只能用于传输距离为</a:t>
            </a:r>
            <a:r>
              <a:rPr lang="en-US" altLang="zh-CN">
                <a:latin typeface="Times New Roman" panose="02020603050405020304" pitchFamily="18" charset="0"/>
                <a:ea typeface="楷体_GB2312" pitchFamily="1" charset="-122"/>
              </a:rPr>
              <a:t>500m</a:t>
            </a:r>
            <a:r>
              <a:rPr lang="zh-CN" altLang="zh-CN">
                <a:latin typeface="Times New Roman" panose="02020603050405020304" pitchFamily="18" charset="0"/>
                <a:ea typeface="楷体_GB2312" pitchFamily="1" charset="-122"/>
              </a:rPr>
              <a:t>以内的数据。</a:t>
            </a:r>
            <a:endParaRPr lang="zh-CN" altLang="en-US">
              <a:latin typeface="Times New Roman" panose="02020603050405020304" pitchFamily="18" charset="0"/>
              <a:ea typeface="楷体_GB2312" pitchFamily="1" charset="-122"/>
            </a:endParaRPr>
          </a:p>
        </p:txBody>
      </p:sp>
      <p:sp>
        <p:nvSpPr>
          <p:cNvPr id="30723" name="Rectangle 3">
            <a:extLst>
              <a:ext uri="{FF2B5EF4-FFF2-40B4-BE49-F238E27FC236}">
                <a16:creationId xmlns:a16="http://schemas.microsoft.com/office/drawing/2014/main" id="{E74E740A-8630-4D1D-9577-94BEF1CD88D4}"/>
              </a:ext>
            </a:extLst>
          </p:cNvPr>
          <p:cNvSpPr>
            <a:spLocks noGrp="1" noChangeArrowheads="1"/>
          </p:cNvSpPr>
          <p:nvPr>
            <p:ph type="title" idx="4294967295"/>
          </p:nvPr>
        </p:nvSpPr>
        <p:spPr>
          <a:xfrm>
            <a:off x="4170363" y="314325"/>
            <a:ext cx="3663950" cy="361950"/>
          </a:xfrm>
          <a:noFill/>
        </p:spPr>
        <p:txBody>
          <a:bodyPr wrap="none"/>
          <a:lstStyle/>
          <a:p>
            <a:pPr eaLnBrk="1" hangingPunct="1"/>
            <a:r>
              <a:rPr lang="zh-CN" altLang="en-US" sz="3600" b="0">
                <a:solidFill>
                  <a:schemeClr val="folHlink"/>
                </a:solidFill>
                <a:latin typeface="Times New Roman" panose="02020603050405020304" pitchFamily="18" charset="0"/>
                <a:ea typeface="楷体_GB2312" pitchFamily="1" charset="-122"/>
              </a:rPr>
              <a:t>同轴电缆</a:t>
            </a:r>
          </a:p>
        </p:txBody>
      </p:sp>
      <p:sp>
        <p:nvSpPr>
          <p:cNvPr id="30724" name="Line 4">
            <a:extLst>
              <a:ext uri="{FF2B5EF4-FFF2-40B4-BE49-F238E27FC236}">
                <a16:creationId xmlns:a16="http://schemas.microsoft.com/office/drawing/2014/main" id="{167EE936-CD8B-4CB9-9BA3-E1B104AF8890}"/>
              </a:ext>
            </a:extLst>
          </p:cNvPr>
          <p:cNvSpPr>
            <a:spLocks noChangeShapeType="1"/>
          </p:cNvSpPr>
          <p:nvPr/>
        </p:nvSpPr>
        <p:spPr bwMode="auto">
          <a:xfrm>
            <a:off x="1935541" y="5246811"/>
            <a:ext cx="8232775" cy="0"/>
          </a:xfrm>
          <a:prstGeom prst="line">
            <a:avLst/>
          </a:prstGeom>
          <a:noFill/>
          <a:ln w="44450">
            <a:pattFill prst="dkUpDiag">
              <a:fgClr>
                <a:srgbClr val="3333FF"/>
              </a:fgClr>
              <a:bgClr>
                <a:srgbClr val="FFFFFF"/>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0725" name="Group 5">
            <a:extLst>
              <a:ext uri="{FF2B5EF4-FFF2-40B4-BE49-F238E27FC236}">
                <a16:creationId xmlns:a16="http://schemas.microsoft.com/office/drawing/2014/main" id="{F612DD44-3E63-4405-924E-28FB3EA22D05}"/>
              </a:ext>
            </a:extLst>
          </p:cNvPr>
          <p:cNvGrpSpPr>
            <a:grpSpLocks/>
          </p:cNvGrpSpPr>
          <p:nvPr/>
        </p:nvGrpSpPr>
        <p:grpSpPr bwMode="auto">
          <a:xfrm>
            <a:off x="2540378" y="3645024"/>
            <a:ext cx="958850" cy="1130300"/>
            <a:chOff x="335" y="1005"/>
            <a:chExt cx="327" cy="385"/>
          </a:xfrm>
        </p:grpSpPr>
        <p:pic>
          <p:nvPicPr>
            <p:cNvPr id="30756" name="Picture 6" descr="023">
              <a:extLst>
                <a:ext uri="{FF2B5EF4-FFF2-40B4-BE49-F238E27FC236}">
                  <a16:creationId xmlns:a16="http://schemas.microsoft.com/office/drawing/2014/main" id="{51A6CB95-1EB9-4855-B5FF-82CD716377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 y="1005"/>
              <a:ext cx="313"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757" name="Group 7">
              <a:extLst>
                <a:ext uri="{FF2B5EF4-FFF2-40B4-BE49-F238E27FC236}">
                  <a16:creationId xmlns:a16="http://schemas.microsoft.com/office/drawing/2014/main" id="{C3E8F08C-D62F-491C-8A2B-2ADC454D84D2}"/>
                </a:ext>
              </a:extLst>
            </p:cNvPr>
            <p:cNvGrpSpPr>
              <a:grpSpLocks/>
            </p:cNvGrpSpPr>
            <p:nvPr/>
          </p:nvGrpSpPr>
          <p:grpSpPr bwMode="auto">
            <a:xfrm>
              <a:off x="335" y="1300"/>
              <a:ext cx="322" cy="90"/>
              <a:chOff x="456" y="1555"/>
              <a:chExt cx="322" cy="90"/>
            </a:xfrm>
          </p:grpSpPr>
          <p:sp>
            <p:nvSpPr>
              <p:cNvPr id="30758" name="Rectangle 8">
                <a:extLst>
                  <a:ext uri="{FF2B5EF4-FFF2-40B4-BE49-F238E27FC236}">
                    <a16:creationId xmlns:a16="http://schemas.microsoft.com/office/drawing/2014/main" id="{2A554CA9-1614-4329-854C-81D099533DC5}"/>
                  </a:ext>
                </a:extLst>
              </p:cNvPr>
              <p:cNvSpPr>
                <a:spLocks noChangeArrowheads="1"/>
              </p:cNvSpPr>
              <p:nvPr/>
            </p:nvSpPr>
            <p:spPr bwMode="auto">
              <a:xfrm>
                <a:off x="456" y="1555"/>
                <a:ext cx="322" cy="90"/>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59" name="Rectangle 9">
                <a:extLst>
                  <a:ext uri="{FF2B5EF4-FFF2-40B4-BE49-F238E27FC236}">
                    <a16:creationId xmlns:a16="http://schemas.microsoft.com/office/drawing/2014/main" id="{763766BB-DAAF-4BE6-AC55-FC0B13CBEB20}"/>
                  </a:ext>
                </a:extLst>
              </p:cNvPr>
              <p:cNvSpPr>
                <a:spLocks noChangeArrowheads="1"/>
              </p:cNvSpPr>
              <p:nvPr/>
            </p:nvSpPr>
            <p:spPr bwMode="auto">
              <a:xfrm>
                <a:off x="578" y="1564"/>
                <a:ext cx="155" cy="34"/>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grpSp>
        <p:nvGrpSpPr>
          <p:cNvPr id="30726" name="Group 10">
            <a:extLst>
              <a:ext uri="{FF2B5EF4-FFF2-40B4-BE49-F238E27FC236}">
                <a16:creationId xmlns:a16="http://schemas.microsoft.com/office/drawing/2014/main" id="{F98327C1-D290-4E15-949F-0CF693D05A02}"/>
              </a:ext>
            </a:extLst>
          </p:cNvPr>
          <p:cNvGrpSpPr>
            <a:grpSpLocks/>
          </p:cNvGrpSpPr>
          <p:nvPr/>
        </p:nvGrpSpPr>
        <p:grpSpPr bwMode="auto">
          <a:xfrm>
            <a:off x="4070729" y="3645024"/>
            <a:ext cx="960437" cy="1130300"/>
            <a:chOff x="857" y="1005"/>
            <a:chExt cx="327" cy="385"/>
          </a:xfrm>
        </p:grpSpPr>
        <p:pic>
          <p:nvPicPr>
            <p:cNvPr id="30753" name="Picture 11" descr="023">
              <a:extLst>
                <a:ext uri="{FF2B5EF4-FFF2-40B4-BE49-F238E27FC236}">
                  <a16:creationId xmlns:a16="http://schemas.microsoft.com/office/drawing/2014/main" id="{7438112B-E049-4CA2-8F45-32E1E0E98D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 y="1005"/>
              <a:ext cx="313"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4" name="Rectangle 12">
              <a:extLst>
                <a:ext uri="{FF2B5EF4-FFF2-40B4-BE49-F238E27FC236}">
                  <a16:creationId xmlns:a16="http://schemas.microsoft.com/office/drawing/2014/main" id="{08BA8DBF-DB49-477B-B135-013ECF88712F}"/>
                </a:ext>
              </a:extLst>
            </p:cNvPr>
            <p:cNvSpPr>
              <a:spLocks noChangeArrowheads="1"/>
            </p:cNvSpPr>
            <p:nvPr/>
          </p:nvSpPr>
          <p:spPr bwMode="auto">
            <a:xfrm>
              <a:off x="857" y="1300"/>
              <a:ext cx="322" cy="90"/>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55" name="Rectangle 13">
              <a:extLst>
                <a:ext uri="{FF2B5EF4-FFF2-40B4-BE49-F238E27FC236}">
                  <a16:creationId xmlns:a16="http://schemas.microsoft.com/office/drawing/2014/main" id="{1F3F537A-1C8D-4BE8-B686-FB5F9967668A}"/>
                </a:ext>
              </a:extLst>
            </p:cNvPr>
            <p:cNvSpPr>
              <a:spLocks noChangeArrowheads="1"/>
            </p:cNvSpPr>
            <p:nvPr/>
          </p:nvSpPr>
          <p:spPr bwMode="auto">
            <a:xfrm>
              <a:off x="979" y="1309"/>
              <a:ext cx="155" cy="34"/>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30727" name="Group 14">
            <a:extLst>
              <a:ext uri="{FF2B5EF4-FFF2-40B4-BE49-F238E27FC236}">
                <a16:creationId xmlns:a16="http://schemas.microsoft.com/office/drawing/2014/main" id="{46089362-D07C-430E-A7EA-BC12CE20C364}"/>
              </a:ext>
            </a:extLst>
          </p:cNvPr>
          <p:cNvGrpSpPr>
            <a:grpSpLocks/>
          </p:cNvGrpSpPr>
          <p:nvPr/>
        </p:nvGrpSpPr>
        <p:grpSpPr bwMode="auto">
          <a:xfrm>
            <a:off x="5618541" y="3668836"/>
            <a:ext cx="955675" cy="1130300"/>
            <a:chOff x="1380" y="1005"/>
            <a:chExt cx="326" cy="385"/>
          </a:xfrm>
        </p:grpSpPr>
        <p:pic>
          <p:nvPicPr>
            <p:cNvPr id="30750" name="Picture 15" descr="023">
              <a:extLst>
                <a:ext uri="{FF2B5EF4-FFF2-40B4-BE49-F238E27FC236}">
                  <a16:creationId xmlns:a16="http://schemas.microsoft.com/office/drawing/2014/main" id="{17E94B8F-C43C-44C7-AC4C-E6A6E2FC77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3" y="1005"/>
              <a:ext cx="313"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1" name="Rectangle 16">
              <a:extLst>
                <a:ext uri="{FF2B5EF4-FFF2-40B4-BE49-F238E27FC236}">
                  <a16:creationId xmlns:a16="http://schemas.microsoft.com/office/drawing/2014/main" id="{0F3BE31E-4F34-453C-A290-395303480D78}"/>
                </a:ext>
              </a:extLst>
            </p:cNvPr>
            <p:cNvSpPr>
              <a:spLocks noChangeArrowheads="1"/>
            </p:cNvSpPr>
            <p:nvPr/>
          </p:nvSpPr>
          <p:spPr bwMode="auto">
            <a:xfrm>
              <a:off x="1380" y="1300"/>
              <a:ext cx="322" cy="90"/>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52" name="Rectangle 17">
              <a:extLst>
                <a:ext uri="{FF2B5EF4-FFF2-40B4-BE49-F238E27FC236}">
                  <a16:creationId xmlns:a16="http://schemas.microsoft.com/office/drawing/2014/main" id="{7AB7FBF9-EB7B-43AA-A808-8B4915224C50}"/>
                </a:ext>
              </a:extLst>
            </p:cNvPr>
            <p:cNvSpPr>
              <a:spLocks noChangeArrowheads="1"/>
            </p:cNvSpPr>
            <p:nvPr/>
          </p:nvSpPr>
          <p:spPr bwMode="auto">
            <a:xfrm>
              <a:off x="1502" y="1309"/>
              <a:ext cx="155" cy="34"/>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nvGrpSpPr>
          <p:cNvPr id="30728" name="Group 18">
            <a:extLst>
              <a:ext uri="{FF2B5EF4-FFF2-40B4-BE49-F238E27FC236}">
                <a16:creationId xmlns:a16="http://schemas.microsoft.com/office/drawing/2014/main" id="{9C95B697-C5E9-42C0-97E5-47CD77FC38C1}"/>
              </a:ext>
            </a:extLst>
          </p:cNvPr>
          <p:cNvGrpSpPr>
            <a:grpSpLocks/>
          </p:cNvGrpSpPr>
          <p:nvPr/>
        </p:nvGrpSpPr>
        <p:grpSpPr bwMode="auto">
          <a:xfrm>
            <a:off x="7139365" y="3645024"/>
            <a:ext cx="954088" cy="1130300"/>
            <a:chOff x="1903" y="1005"/>
            <a:chExt cx="325" cy="385"/>
          </a:xfrm>
        </p:grpSpPr>
        <p:pic>
          <p:nvPicPr>
            <p:cNvPr id="30746" name="Picture 19" descr="023">
              <a:extLst>
                <a:ext uri="{FF2B5EF4-FFF2-40B4-BE49-F238E27FC236}">
                  <a16:creationId xmlns:a16="http://schemas.microsoft.com/office/drawing/2014/main" id="{BB1C64A7-4D75-42D7-B2D6-6EC37B7557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5" y="1005"/>
              <a:ext cx="313"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747" name="Group 20">
              <a:extLst>
                <a:ext uri="{FF2B5EF4-FFF2-40B4-BE49-F238E27FC236}">
                  <a16:creationId xmlns:a16="http://schemas.microsoft.com/office/drawing/2014/main" id="{9D28B17E-6EB6-40B7-B091-216CBCE8151C}"/>
                </a:ext>
              </a:extLst>
            </p:cNvPr>
            <p:cNvGrpSpPr>
              <a:grpSpLocks/>
            </p:cNvGrpSpPr>
            <p:nvPr/>
          </p:nvGrpSpPr>
          <p:grpSpPr bwMode="auto">
            <a:xfrm>
              <a:off x="1903" y="1300"/>
              <a:ext cx="322" cy="90"/>
              <a:chOff x="456" y="1555"/>
              <a:chExt cx="322" cy="90"/>
            </a:xfrm>
          </p:grpSpPr>
          <p:sp>
            <p:nvSpPr>
              <p:cNvPr id="30748" name="Rectangle 21">
                <a:extLst>
                  <a:ext uri="{FF2B5EF4-FFF2-40B4-BE49-F238E27FC236}">
                    <a16:creationId xmlns:a16="http://schemas.microsoft.com/office/drawing/2014/main" id="{6EB43132-F7D6-4CD5-B8AC-4224D6CB66AC}"/>
                  </a:ext>
                </a:extLst>
              </p:cNvPr>
              <p:cNvSpPr>
                <a:spLocks noChangeArrowheads="1"/>
              </p:cNvSpPr>
              <p:nvPr/>
            </p:nvSpPr>
            <p:spPr bwMode="auto">
              <a:xfrm>
                <a:off x="456" y="1555"/>
                <a:ext cx="322" cy="90"/>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49" name="Rectangle 22">
                <a:extLst>
                  <a:ext uri="{FF2B5EF4-FFF2-40B4-BE49-F238E27FC236}">
                    <a16:creationId xmlns:a16="http://schemas.microsoft.com/office/drawing/2014/main" id="{2FFFA696-4262-42D9-9D03-E513E14FBBA7}"/>
                  </a:ext>
                </a:extLst>
              </p:cNvPr>
              <p:cNvSpPr>
                <a:spLocks noChangeArrowheads="1"/>
              </p:cNvSpPr>
              <p:nvPr/>
            </p:nvSpPr>
            <p:spPr bwMode="auto">
              <a:xfrm>
                <a:off x="578" y="1564"/>
                <a:ext cx="155" cy="34"/>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grpSp>
        <p:nvGrpSpPr>
          <p:cNvPr id="30729" name="Group 23">
            <a:extLst>
              <a:ext uri="{FF2B5EF4-FFF2-40B4-BE49-F238E27FC236}">
                <a16:creationId xmlns:a16="http://schemas.microsoft.com/office/drawing/2014/main" id="{1E284E65-A158-4E41-9380-BD12191D8C5B}"/>
              </a:ext>
            </a:extLst>
          </p:cNvPr>
          <p:cNvGrpSpPr>
            <a:grpSpLocks/>
          </p:cNvGrpSpPr>
          <p:nvPr/>
        </p:nvGrpSpPr>
        <p:grpSpPr bwMode="auto">
          <a:xfrm>
            <a:off x="8671303" y="3645024"/>
            <a:ext cx="952500" cy="1130300"/>
            <a:chOff x="2425" y="1005"/>
            <a:chExt cx="325" cy="385"/>
          </a:xfrm>
        </p:grpSpPr>
        <p:pic>
          <p:nvPicPr>
            <p:cNvPr id="30742" name="Picture 24" descr="023">
              <a:extLst>
                <a:ext uri="{FF2B5EF4-FFF2-40B4-BE49-F238E27FC236}">
                  <a16:creationId xmlns:a16="http://schemas.microsoft.com/office/drawing/2014/main" id="{EB1AE713-D5AE-44AA-AD58-DDD5C7E54C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7" y="1005"/>
              <a:ext cx="313"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743" name="Group 25">
              <a:extLst>
                <a:ext uri="{FF2B5EF4-FFF2-40B4-BE49-F238E27FC236}">
                  <a16:creationId xmlns:a16="http://schemas.microsoft.com/office/drawing/2014/main" id="{FEC2D518-F79F-4242-AAB1-7F22EC0A93C2}"/>
                </a:ext>
              </a:extLst>
            </p:cNvPr>
            <p:cNvGrpSpPr>
              <a:grpSpLocks/>
            </p:cNvGrpSpPr>
            <p:nvPr/>
          </p:nvGrpSpPr>
          <p:grpSpPr bwMode="auto">
            <a:xfrm>
              <a:off x="2425" y="1300"/>
              <a:ext cx="322" cy="90"/>
              <a:chOff x="456" y="1555"/>
              <a:chExt cx="322" cy="90"/>
            </a:xfrm>
          </p:grpSpPr>
          <p:sp>
            <p:nvSpPr>
              <p:cNvPr id="30744" name="Rectangle 26">
                <a:extLst>
                  <a:ext uri="{FF2B5EF4-FFF2-40B4-BE49-F238E27FC236}">
                    <a16:creationId xmlns:a16="http://schemas.microsoft.com/office/drawing/2014/main" id="{766B8439-8C0D-495A-BE40-DAA4ED4BA04F}"/>
                  </a:ext>
                </a:extLst>
              </p:cNvPr>
              <p:cNvSpPr>
                <a:spLocks noChangeArrowheads="1"/>
              </p:cNvSpPr>
              <p:nvPr/>
            </p:nvSpPr>
            <p:spPr bwMode="auto">
              <a:xfrm>
                <a:off x="456" y="1555"/>
                <a:ext cx="322" cy="90"/>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45" name="Rectangle 27">
                <a:extLst>
                  <a:ext uri="{FF2B5EF4-FFF2-40B4-BE49-F238E27FC236}">
                    <a16:creationId xmlns:a16="http://schemas.microsoft.com/office/drawing/2014/main" id="{6561BF02-AA51-46A5-940C-075955874BDD}"/>
                  </a:ext>
                </a:extLst>
              </p:cNvPr>
              <p:cNvSpPr>
                <a:spLocks noChangeArrowheads="1"/>
              </p:cNvSpPr>
              <p:nvPr/>
            </p:nvSpPr>
            <p:spPr bwMode="auto">
              <a:xfrm>
                <a:off x="578" y="1564"/>
                <a:ext cx="155" cy="34"/>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grpSp>
      </p:grpSp>
      <p:sp>
        <p:nvSpPr>
          <p:cNvPr id="30730" name="Rectangle 28">
            <a:extLst>
              <a:ext uri="{FF2B5EF4-FFF2-40B4-BE49-F238E27FC236}">
                <a16:creationId xmlns:a16="http://schemas.microsoft.com/office/drawing/2014/main" id="{E608FE8B-FC12-4D84-9FE5-33728BB85555}"/>
              </a:ext>
            </a:extLst>
          </p:cNvPr>
          <p:cNvSpPr>
            <a:spLocks noChangeArrowheads="1"/>
          </p:cNvSpPr>
          <p:nvPr/>
        </p:nvSpPr>
        <p:spPr bwMode="auto">
          <a:xfrm>
            <a:off x="1854578" y="5188074"/>
            <a:ext cx="228600" cy="88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31" name="Rectangle 29">
            <a:extLst>
              <a:ext uri="{FF2B5EF4-FFF2-40B4-BE49-F238E27FC236}">
                <a16:creationId xmlns:a16="http://schemas.microsoft.com/office/drawing/2014/main" id="{E71A4976-AF4F-41CA-91BA-3B229148C2F4}"/>
              </a:ext>
            </a:extLst>
          </p:cNvPr>
          <p:cNvSpPr>
            <a:spLocks noChangeArrowheads="1"/>
          </p:cNvSpPr>
          <p:nvPr/>
        </p:nvSpPr>
        <p:spPr bwMode="auto">
          <a:xfrm>
            <a:off x="10046078" y="5188074"/>
            <a:ext cx="228600" cy="88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0732" name="Line 30">
            <a:extLst>
              <a:ext uri="{FF2B5EF4-FFF2-40B4-BE49-F238E27FC236}">
                <a16:creationId xmlns:a16="http://schemas.microsoft.com/office/drawing/2014/main" id="{49AAF518-8B1E-4AE8-AFF6-0903516DE58E}"/>
              </a:ext>
            </a:extLst>
          </p:cNvPr>
          <p:cNvSpPr>
            <a:spLocks noChangeShapeType="1"/>
          </p:cNvSpPr>
          <p:nvPr/>
        </p:nvSpPr>
        <p:spPr bwMode="auto">
          <a:xfrm>
            <a:off x="3035678" y="4768974"/>
            <a:ext cx="0" cy="457200"/>
          </a:xfrm>
          <a:prstGeom prst="line">
            <a:avLst/>
          </a:prstGeom>
          <a:noFill/>
          <a:ln w="38100">
            <a:pattFill prst="dkUpDiag">
              <a:fgClr>
                <a:schemeClr val="hlink"/>
              </a:fgClr>
              <a:bgClr>
                <a:srgbClr val="FFFFFF"/>
              </a:bgClr>
            </a:patt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733" name="Line 31">
            <a:extLst>
              <a:ext uri="{FF2B5EF4-FFF2-40B4-BE49-F238E27FC236}">
                <a16:creationId xmlns:a16="http://schemas.microsoft.com/office/drawing/2014/main" id="{1F1B2739-8841-4B7B-A3A3-6E66864B17E6}"/>
              </a:ext>
            </a:extLst>
          </p:cNvPr>
          <p:cNvSpPr>
            <a:spLocks noChangeShapeType="1"/>
          </p:cNvSpPr>
          <p:nvPr/>
        </p:nvSpPr>
        <p:spPr bwMode="auto">
          <a:xfrm>
            <a:off x="2921378" y="5245224"/>
            <a:ext cx="228600" cy="0"/>
          </a:xfrm>
          <a:prstGeom prst="line">
            <a:avLst/>
          </a:prstGeom>
          <a:noFill/>
          <a:ln w="635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734" name="Line 32">
            <a:extLst>
              <a:ext uri="{FF2B5EF4-FFF2-40B4-BE49-F238E27FC236}">
                <a16:creationId xmlns:a16="http://schemas.microsoft.com/office/drawing/2014/main" id="{8903B2BA-DAA3-4574-A56D-F9EB75841212}"/>
              </a:ext>
            </a:extLst>
          </p:cNvPr>
          <p:cNvSpPr>
            <a:spLocks noChangeShapeType="1"/>
          </p:cNvSpPr>
          <p:nvPr/>
        </p:nvSpPr>
        <p:spPr bwMode="auto">
          <a:xfrm>
            <a:off x="4597778" y="4768974"/>
            <a:ext cx="0" cy="457200"/>
          </a:xfrm>
          <a:prstGeom prst="line">
            <a:avLst/>
          </a:prstGeom>
          <a:noFill/>
          <a:ln w="38100">
            <a:pattFill prst="dkUpDiag">
              <a:fgClr>
                <a:schemeClr val="hlink"/>
              </a:fgClr>
              <a:bgClr>
                <a:srgbClr val="FFFFFF"/>
              </a:bgClr>
            </a:patt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735" name="Line 33">
            <a:extLst>
              <a:ext uri="{FF2B5EF4-FFF2-40B4-BE49-F238E27FC236}">
                <a16:creationId xmlns:a16="http://schemas.microsoft.com/office/drawing/2014/main" id="{1015B2A5-0B54-42EC-A1D6-81A2604EB94B}"/>
              </a:ext>
            </a:extLst>
          </p:cNvPr>
          <p:cNvSpPr>
            <a:spLocks noChangeShapeType="1"/>
          </p:cNvSpPr>
          <p:nvPr/>
        </p:nvSpPr>
        <p:spPr bwMode="auto">
          <a:xfrm>
            <a:off x="4483478" y="5245224"/>
            <a:ext cx="228600" cy="0"/>
          </a:xfrm>
          <a:prstGeom prst="line">
            <a:avLst/>
          </a:prstGeom>
          <a:noFill/>
          <a:ln w="635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736" name="Line 34">
            <a:extLst>
              <a:ext uri="{FF2B5EF4-FFF2-40B4-BE49-F238E27FC236}">
                <a16:creationId xmlns:a16="http://schemas.microsoft.com/office/drawing/2014/main" id="{484A2C9C-61BE-4B7E-AE67-E5E6FBADBBA3}"/>
              </a:ext>
            </a:extLst>
          </p:cNvPr>
          <p:cNvSpPr>
            <a:spLocks noChangeShapeType="1"/>
          </p:cNvSpPr>
          <p:nvPr/>
        </p:nvSpPr>
        <p:spPr bwMode="auto">
          <a:xfrm>
            <a:off x="6140828" y="4768974"/>
            <a:ext cx="0" cy="457200"/>
          </a:xfrm>
          <a:prstGeom prst="line">
            <a:avLst/>
          </a:prstGeom>
          <a:noFill/>
          <a:ln w="38100">
            <a:pattFill prst="dkUpDiag">
              <a:fgClr>
                <a:schemeClr val="hlink"/>
              </a:fgClr>
              <a:bgClr>
                <a:srgbClr val="FFFFFF"/>
              </a:bgClr>
            </a:patt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737" name="Line 35">
            <a:extLst>
              <a:ext uri="{FF2B5EF4-FFF2-40B4-BE49-F238E27FC236}">
                <a16:creationId xmlns:a16="http://schemas.microsoft.com/office/drawing/2014/main" id="{B44AFF46-749C-4CB3-8B0A-05AE5B56A03D}"/>
              </a:ext>
            </a:extLst>
          </p:cNvPr>
          <p:cNvSpPr>
            <a:spLocks noChangeShapeType="1"/>
          </p:cNvSpPr>
          <p:nvPr/>
        </p:nvSpPr>
        <p:spPr bwMode="auto">
          <a:xfrm>
            <a:off x="6026528" y="5245224"/>
            <a:ext cx="228600" cy="0"/>
          </a:xfrm>
          <a:prstGeom prst="line">
            <a:avLst/>
          </a:prstGeom>
          <a:noFill/>
          <a:ln w="635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738" name="Line 36">
            <a:extLst>
              <a:ext uri="{FF2B5EF4-FFF2-40B4-BE49-F238E27FC236}">
                <a16:creationId xmlns:a16="http://schemas.microsoft.com/office/drawing/2014/main" id="{B5698338-333F-4C62-86BC-9020A9CF434D}"/>
              </a:ext>
            </a:extLst>
          </p:cNvPr>
          <p:cNvSpPr>
            <a:spLocks noChangeShapeType="1"/>
          </p:cNvSpPr>
          <p:nvPr/>
        </p:nvSpPr>
        <p:spPr bwMode="auto">
          <a:xfrm>
            <a:off x="7626728" y="4768974"/>
            <a:ext cx="0" cy="457200"/>
          </a:xfrm>
          <a:prstGeom prst="line">
            <a:avLst/>
          </a:prstGeom>
          <a:noFill/>
          <a:ln w="38100">
            <a:pattFill prst="dkUpDiag">
              <a:fgClr>
                <a:schemeClr val="hlink"/>
              </a:fgClr>
              <a:bgClr>
                <a:srgbClr val="FFFFFF"/>
              </a:bgClr>
            </a:patt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739" name="Line 37">
            <a:extLst>
              <a:ext uri="{FF2B5EF4-FFF2-40B4-BE49-F238E27FC236}">
                <a16:creationId xmlns:a16="http://schemas.microsoft.com/office/drawing/2014/main" id="{05D6A697-02C4-4C36-AEC6-09B45C1E7781}"/>
              </a:ext>
            </a:extLst>
          </p:cNvPr>
          <p:cNvSpPr>
            <a:spLocks noChangeShapeType="1"/>
          </p:cNvSpPr>
          <p:nvPr/>
        </p:nvSpPr>
        <p:spPr bwMode="auto">
          <a:xfrm>
            <a:off x="7512428" y="5245224"/>
            <a:ext cx="228600" cy="0"/>
          </a:xfrm>
          <a:prstGeom prst="line">
            <a:avLst/>
          </a:prstGeom>
          <a:noFill/>
          <a:ln w="635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740" name="Line 38">
            <a:extLst>
              <a:ext uri="{FF2B5EF4-FFF2-40B4-BE49-F238E27FC236}">
                <a16:creationId xmlns:a16="http://schemas.microsoft.com/office/drawing/2014/main" id="{C5EE6D92-C5DA-404D-8DC4-B57ECBF1A771}"/>
              </a:ext>
            </a:extLst>
          </p:cNvPr>
          <p:cNvSpPr>
            <a:spLocks noChangeShapeType="1"/>
          </p:cNvSpPr>
          <p:nvPr/>
        </p:nvSpPr>
        <p:spPr bwMode="auto">
          <a:xfrm>
            <a:off x="9150728" y="4768974"/>
            <a:ext cx="0" cy="457200"/>
          </a:xfrm>
          <a:prstGeom prst="line">
            <a:avLst/>
          </a:prstGeom>
          <a:noFill/>
          <a:ln w="38100">
            <a:pattFill prst="dkUpDiag">
              <a:fgClr>
                <a:schemeClr val="hlink"/>
              </a:fgClr>
              <a:bgClr>
                <a:srgbClr val="FFFFFF"/>
              </a:bgClr>
            </a:patt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741" name="Line 39">
            <a:extLst>
              <a:ext uri="{FF2B5EF4-FFF2-40B4-BE49-F238E27FC236}">
                <a16:creationId xmlns:a16="http://schemas.microsoft.com/office/drawing/2014/main" id="{9C890AED-9B70-43A1-ADEC-6E424F35BB96}"/>
              </a:ext>
            </a:extLst>
          </p:cNvPr>
          <p:cNvSpPr>
            <a:spLocks noChangeShapeType="1"/>
          </p:cNvSpPr>
          <p:nvPr/>
        </p:nvSpPr>
        <p:spPr bwMode="auto">
          <a:xfrm>
            <a:off x="9036428" y="5245224"/>
            <a:ext cx="228600" cy="0"/>
          </a:xfrm>
          <a:prstGeom prst="line">
            <a:avLst/>
          </a:prstGeom>
          <a:noFill/>
          <a:ln w="635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ransition spd="med">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0145">
            <a:extLst>
              <a:ext uri="{FF2B5EF4-FFF2-40B4-BE49-F238E27FC236}">
                <a16:creationId xmlns:a16="http://schemas.microsoft.com/office/drawing/2014/main" id="{4C5831F7-8E4E-403C-9112-70652A77CF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371600"/>
            <a:ext cx="91440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Rectangle 3">
            <a:extLst>
              <a:ext uri="{FF2B5EF4-FFF2-40B4-BE49-F238E27FC236}">
                <a16:creationId xmlns:a16="http://schemas.microsoft.com/office/drawing/2014/main" id="{2B78BD22-FB31-42B0-9DF0-FFC2AA15FBD7}"/>
              </a:ext>
            </a:extLst>
          </p:cNvPr>
          <p:cNvSpPr>
            <a:spLocks noGrp="1" noChangeArrowheads="1"/>
          </p:cNvSpPr>
          <p:nvPr>
            <p:ph type="title" idx="4294967295"/>
          </p:nvPr>
        </p:nvSpPr>
        <p:spPr>
          <a:xfrm>
            <a:off x="2365375" y="322264"/>
            <a:ext cx="7696200" cy="420687"/>
          </a:xfrm>
          <a:noFill/>
        </p:spPr>
        <p:txBody>
          <a:bodyPr/>
          <a:lstStyle/>
          <a:p>
            <a:pPr eaLnBrk="1" hangingPunct="1"/>
            <a:r>
              <a:rPr lang="zh-CN" altLang="en-US" sz="3600" b="0">
                <a:solidFill>
                  <a:schemeClr val="folHlink"/>
                </a:solidFill>
                <a:latin typeface="新宋体" panose="02010609030101010101" pitchFamily="49" charset="-122"/>
                <a:ea typeface="楷体_GB2312" pitchFamily="1" charset="-122"/>
              </a:rPr>
              <a:t>光缆</a:t>
            </a:r>
          </a:p>
        </p:txBody>
      </p:sp>
      <p:sp>
        <p:nvSpPr>
          <p:cNvPr id="31748" name="Text Box 4">
            <a:extLst>
              <a:ext uri="{FF2B5EF4-FFF2-40B4-BE49-F238E27FC236}">
                <a16:creationId xmlns:a16="http://schemas.microsoft.com/office/drawing/2014/main" id="{C7530A13-7579-444E-8996-8D78D1D49577}"/>
              </a:ext>
            </a:extLst>
          </p:cNvPr>
          <p:cNvSpPr txBox="1">
            <a:spLocks noChangeArrowheads="1"/>
          </p:cNvSpPr>
          <p:nvPr/>
        </p:nvSpPr>
        <p:spPr bwMode="auto">
          <a:xfrm>
            <a:off x="2141539" y="1438275"/>
            <a:ext cx="8131175" cy="175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6731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indent="0" algn="just" eaLnBrk="1" hangingPunct="1">
              <a:lnSpc>
                <a:spcPct val="130000"/>
              </a:lnSpc>
              <a:spcBef>
                <a:spcPct val="0"/>
              </a:spcBef>
              <a:buClrTx/>
              <a:buSzTx/>
              <a:buFontTx/>
              <a:buNone/>
            </a:pPr>
            <a:r>
              <a:rPr lang="zh-CN" altLang="en-US" sz="2800">
                <a:solidFill>
                  <a:schemeClr val="bg1"/>
                </a:solidFill>
                <a:latin typeface="Times New Roman" panose="02020603050405020304" pitchFamily="18" charset="0"/>
                <a:ea typeface="楷体_GB2312" pitchFamily="1" charset="-122"/>
              </a:rPr>
              <a:t>光纤电缆由光导玻璃或塑料芯构成，它被另一层称作包层的玻璃包住，最外一层用坚硬的外壳包住。光纤分为单模和多模两种。</a:t>
            </a:r>
          </a:p>
        </p:txBody>
      </p:sp>
      <p:sp>
        <p:nvSpPr>
          <p:cNvPr id="31749" name="AutoShape 5">
            <a:extLst>
              <a:ext uri="{FF2B5EF4-FFF2-40B4-BE49-F238E27FC236}">
                <a16:creationId xmlns:a16="http://schemas.microsoft.com/office/drawing/2014/main" id="{79F3919C-DAD5-4C0A-8556-115A3A07E23F}"/>
              </a:ext>
            </a:extLst>
          </p:cNvPr>
          <p:cNvSpPr>
            <a:spLocks noChangeArrowheads="1"/>
          </p:cNvSpPr>
          <p:nvPr/>
        </p:nvSpPr>
        <p:spPr bwMode="auto">
          <a:xfrm rot="5376277">
            <a:off x="4949825" y="2066925"/>
            <a:ext cx="973138" cy="4649788"/>
          </a:xfrm>
          <a:prstGeom prst="can">
            <a:avLst>
              <a:gd name="adj" fmla="val 62249"/>
            </a:avLst>
          </a:prstGeom>
          <a:gradFill rotWithShape="0">
            <a:gsLst>
              <a:gs pos="0">
                <a:srgbClr val="808080"/>
              </a:gs>
              <a:gs pos="50000">
                <a:srgbClr val="FFFFFF"/>
              </a:gs>
              <a:gs pos="100000">
                <a:srgbClr val="80808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1750" name="AutoShape 6">
            <a:extLst>
              <a:ext uri="{FF2B5EF4-FFF2-40B4-BE49-F238E27FC236}">
                <a16:creationId xmlns:a16="http://schemas.microsoft.com/office/drawing/2014/main" id="{CF7ED711-9D58-4DFF-8264-0650F9105F4B}"/>
              </a:ext>
            </a:extLst>
          </p:cNvPr>
          <p:cNvSpPr>
            <a:spLocks noChangeArrowheads="1"/>
          </p:cNvSpPr>
          <p:nvPr/>
        </p:nvSpPr>
        <p:spPr bwMode="auto">
          <a:xfrm rot="5376277">
            <a:off x="8208170" y="3556795"/>
            <a:ext cx="174625" cy="1624013"/>
          </a:xfrm>
          <a:prstGeom prst="can">
            <a:avLst>
              <a:gd name="adj" fmla="val 9222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1751" name="AutoShape 7">
            <a:extLst>
              <a:ext uri="{FF2B5EF4-FFF2-40B4-BE49-F238E27FC236}">
                <a16:creationId xmlns:a16="http://schemas.microsoft.com/office/drawing/2014/main" id="{7DA73814-3619-4109-8EEE-1F2C28845D40}"/>
              </a:ext>
            </a:extLst>
          </p:cNvPr>
          <p:cNvSpPr>
            <a:spLocks noChangeArrowheads="1"/>
          </p:cNvSpPr>
          <p:nvPr/>
        </p:nvSpPr>
        <p:spPr bwMode="auto">
          <a:xfrm rot="5376277">
            <a:off x="4975226" y="3602038"/>
            <a:ext cx="973137" cy="4649788"/>
          </a:xfrm>
          <a:prstGeom prst="can">
            <a:avLst>
              <a:gd name="adj" fmla="val 62249"/>
            </a:avLst>
          </a:prstGeom>
          <a:gradFill rotWithShape="0">
            <a:gsLst>
              <a:gs pos="0">
                <a:srgbClr val="808080"/>
              </a:gs>
              <a:gs pos="50000">
                <a:srgbClr val="FFFFFF"/>
              </a:gs>
              <a:gs pos="100000">
                <a:srgbClr val="80808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1752" name="AutoShape 8">
            <a:extLst>
              <a:ext uri="{FF2B5EF4-FFF2-40B4-BE49-F238E27FC236}">
                <a16:creationId xmlns:a16="http://schemas.microsoft.com/office/drawing/2014/main" id="{94BE0870-2C19-4EE4-A049-E8A73711A254}"/>
              </a:ext>
            </a:extLst>
          </p:cNvPr>
          <p:cNvSpPr>
            <a:spLocks noChangeArrowheads="1"/>
          </p:cNvSpPr>
          <p:nvPr/>
        </p:nvSpPr>
        <p:spPr bwMode="auto">
          <a:xfrm rot="5376277">
            <a:off x="8233570" y="5091907"/>
            <a:ext cx="174625" cy="1624013"/>
          </a:xfrm>
          <a:prstGeom prst="can">
            <a:avLst>
              <a:gd name="adj" fmla="val 9222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sp>
        <p:nvSpPr>
          <p:cNvPr id="31753" name="Line 9">
            <a:extLst>
              <a:ext uri="{FF2B5EF4-FFF2-40B4-BE49-F238E27FC236}">
                <a16:creationId xmlns:a16="http://schemas.microsoft.com/office/drawing/2014/main" id="{D432FF8E-D6EC-40FE-8415-D74E87875B9A}"/>
              </a:ext>
            </a:extLst>
          </p:cNvPr>
          <p:cNvSpPr>
            <a:spLocks noChangeShapeType="1"/>
          </p:cNvSpPr>
          <p:nvPr/>
        </p:nvSpPr>
        <p:spPr bwMode="auto">
          <a:xfrm>
            <a:off x="5911850" y="4370388"/>
            <a:ext cx="34734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4" name="Line 10">
            <a:extLst>
              <a:ext uri="{FF2B5EF4-FFF2-40B4-BE49-F238E27FC236}">
                <a16:creationId xmlns:a16="http://schemas.microsoft.com/office/drawing/2014/main" id="{39760E88-F05B-480C-BE69-5A20563D34F4}"/>
              </a:ext>
            </a:extLst>
          </p:cNvPr>
          <p:cNvSpPr>
            <a:spLocks noChangeShapeType="1"/>
          </p:cNvSpPr>
          <p:nvPr/>
        </p:nvSpPr>
        <p:spPr bwMode="auto">
          <a:xfrm>
            <a:off x="5875339" y="5902325"/>
            <a:ext cx="1679575"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5" name="Line 11">
            <a:extLst>
              <a:ext uri="{FF2B5EF4-FFF2-40B4-BE49-F238E27FC236}">
                <a16:creationId xmlns:a16="http://schemas.microsoft.com/office/drawing/2014/main" id="{4DA338E6-6AF2-4340-B4F8-1D8DC50FBA3E}"/>
              </a:ext>
            </a:extLst>
          </p:cNvPr>
          <p:cNvSpPr>
            <a:spLocks noChangeShapeType="1"/>
          </p:cNvSpPr>
          <p:nvPr/>
        </p:nvSpPr>
        <p:spPr bwMode="auto">
          <a:xfrm>
            <a:off x="8391526" y="5907088"/>
            <a:ext cx="1679575"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6" name="Freeform 12">
            <a:extLst>
              <a:ext uri="{FF2B5EF4-FFF2-40B4-BE49-F238E27FC236}">
                <a16:creationId xmlns:a16="http://schemas.microsoft.com/office/drawing/2014/main" id="{83B296E4-78F4-4C7B-98F7-50B9346C4E20}"/>
              </a:ext>
            </a:extLst>
          </p:cNvPr>
          <p:cNvSpPr>
            <a:spLocks/>
          </p:cNvSpPr>
          <p:nvPr/>
        </p:nvSpPr>
        <p:spPr bwMode="auto">
          <a:xfrm>
            <a:off x="5464175" y="5565776"/>
            <a:ext cx="2166938" cy="187325"/>
          </a:xfrm>
          <a:custGeom>
            <a:avLst/>
            <a:gdLst>
              <a:gd name="T0" fmla="*/ 0 w 1365"/>
              <a:gd name="T1" fmla="*/ 2147483646 h 118"/>
              <a:gd name="T2" fmla="*/ 2147483646 w 1365"/>
              <a:gd name="T3" fmla="*/ 0 h 118"/>
              <a:gd name="T4" fmla="*/ 2147483646 w 1365"/>
              <a:gd name="T5" fmla="*/ 2147483646 h 118"/>
              <a:gd name="T6" fmla="*/ 2147483646 w 1365"/>
              <a:gd name="T7" fmla="*/ 2147483646 h 118"/>
              <a:gd name="T8" fmla="*/ 2147483646 w 1365"/>
              <a:gd name="T9" fmla="*/ 2147483646 h 1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5" h="118">
                <a:moveTo>
                  <a:pt x="0" y="106"/>
                </a:moveTo>
                <a:cubicBezTo>
                  <a:pt x="218" y="62"/>
                  <a:pt x="437" y="23"/>
                  <a:pt x="659" y="0"/>
                </a:cubicBezTo>
                <a:cubicBezTo>
                  <a:pt x="686" y="4"/>
                  <a:pt x="713" y="10"/>
                  <a:pt x="741" y="12"/>
                </a:cubicBezTo>
                <a:cubicBezTo>
                  <a:pt x="839" y="18"/>
                  <a:pt x="937" y="15"/>
                  <a:pt x="1035" y="24"/>
                </a:cubicBezTo>
                <a:cubicBezTo>
                  <a:pt x="1146" y="35"/>
                  <a:pt x="1252" y="118"/>
                  <a:pt x="1365" y="118"/>
                </a:cubicBezTo>
              </a:path>
            </a:pathLst>
          </a:custGeom>
          <a:noFill/>
          <a:ln w="9525" cap="flat" cmpd="sng">
            <a:solidFill>
              <a:schemeClr val="tx1"/>
            </a:solidFill>
            <a:prstDash val="solid"/>
            <a:miter lim="800000"/>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7" name="Freeform 13">
            <a:extLst>
              <a:ext uri="{FF2B5EF4-FFF2-40B4-BE49-F238E27FC236}">
                <a16:creationId xmlns:a16="http://schemas.microsoft.com/office/drawing/2014/main" id="{0406757E-7C9D-4AAC-BDBC-59D7C73C367B}"/>
              </a:ext>
            </a:extLst>
          </p:cNvPr>
          <p:cNvSpPr>
            <a:spLocks/>
          </p:cNvSpPr>
          <p:nvPr/>
        </p:nvSpPr>
        <p:spPr bwMode="auto">
          <a:xfrm>
            <a:off x="5259388" y="6051551"/>
            <a:ext cx="2259012" cy="112713"/>
          </a:xfrm>
          <a:custGeom>
            <a:avLst/>
            <a:gdLst>
              <a:gd name="T0" fmla="*/ 0 w 1423"/>
              <a:gd name="T1" fmla="*/ 2147483646 h 71"/>
              <a:gd name="T2" fmla="*/ 2147483646 w 1423"/>
              <a:gd name="T3" fmla="*/ 2147483646 h 71"/>
              <a:gd name="T4" fmla="*/ 2147483646 w 1423"/>
              <a:gd name="T5" fmla="*/ 2147483646 h 71"/>
              <a:gd name="T6" fmla="*/ 2147483646 w 1423"/>
              <a:gd name="T7" fmla="*/ 0 h 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23" h="71">
                <a:moveTo>
                  <a:pt x="0" y="12"/>
                </a:moveTo>
                <a:cubicBezTo>
                  <a:pt x="188" y="33"/>
                  <a:pt x="377" y="50"/>
                  <a:pt x="565" y="71"/>
                </a:cubicBezTo>
                <a:cubicBezTo>
                  <a:pt x="776" y="49"/>
                  <a:pt x="988" y="34"/>
                  <a:pt x="1200" y="24"/>
                </a:cubicBezTo>
                <a:cubicBezTo>
                  <a:pt x="1274" y="9"/>
                  <a:pt x="1346" y="0"/>
                  <a:pt x="1423" y="0"/>
                </a:cubicBezTo>
              </a:path>
            </a:pathLst>
          </a:custGeom>
          <a:noFill/>
          <a:ln w="9525" cap="flat" cmpd="sng">
            <a:solidFill>
              <a:schemeClr val="tx1"/>
            </a:solidFill>
            <a:prstDash val="solid"/>
            <a:miter lim="800000"/>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8" name="Freeform 14">
            <a:extLst>
              <a:ext uri="{FF2B5EF4-FFF2-40B4-BE49-F238E27FC236}">
                <a16:creationId xmlns:a16="http://schemas.microsoft.com/office/drawing/2014/main" id="{5AD19F14-1DAC-4B63-9C43-7C4FBDB131CA}"/>
              </a:ext>
            </a:extLst>
          </p:cNvPr>
          <p:cNvSpPr>
            <a:spLocks/>
          </p:cNvSpPr>
          <p:nvPr/>
        </p:nvSpPr>
        <p:spPr bwMode="auto">
          <a:xfrm>
            <a:off x="5054600" y="5943600"/>
            <a:ext cx="2408238" cy="236538"/>
          </a:xfrm>
          <a:custGeom>
            <a:avLst/>
            <a:gdLst>
              <a:gd name="T0" fmla="*/ 0 w 1517"/>
              <a:gd name="T1" fmla="*/ 2147483646 h 149"/>
              <a:gd name="T2" fmla="*/ 2147483646 w 1517"/>
              <a:gd name="T3" fmla="*/ 2147483646 h 149"/>
              <a:gd name="T4" fmla="*/ 2147483646 w 1517"/>
              <a:gd name="T5" fmla="*/ 2147483646 h 149"/>
              <a:gd name="T6" fmla="*/ 2147483646 w 1517"/>
              <a:gd name="T7" fmla="*/ 2147483646 h 149"/>
              <a:gd name="T8" fmla="*/ 2147483646 w 1517"/>
              <a:gd name="T9" fmla="*/ 2147483646 h 149"/>
              <a:gd name="T10" fmla="*/ 2147483646 w 1517"/>
              <a:gd name="T11" fmla="*/ 2147483646 h 149"/>
              <a:gd name="T12" fmla="*/ 2147483646 w 1517"/>
              <a:gd name="T13" fmla="*/ 2147483646 h 14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17" h="149">
                <a:moveTo>
                  <a:pt x="0" y="78"/>
                </a:moveTo>
                <a:cubicBezTo>
                  <a:pt x="126" y="99"/>
                  <a:pt x="252" y="117"/>
                  <a:pt x="376" y="149"/>
                </a:cubicBezTo>
                <a:cubicBezTo>
                  <a:pt x="530" y="141"/>
                  <a:pt x="682" y="135"/>
                  <a:pt x="835" y="114"/>
                </a:cubicBezTo>
                <a:cubicBezTo>
                  <a:pt x="933" y="80"/>
                  <a:pt x="779" y="131"/>
                  <a:pt x="941" y="90"/>
                </a:cubicBezTo>
                <a:cubicBezTo>
                  <a:pt x="1014" y="71"/>
                  <a:pt x="1088" y="39"/>
                  <a:pt x="1164" y="31"/>
                </a:cubicBezTo>
                <a:cubicBezTo>
                  <a:pt x="1230" y="24"/>
                  <a:pt x="1297" y="23"/>
                  <a:pt x="1364" y="19"/>
                </a:cubicBezTo>
                <a:cubicBezTo>
                  <a:pt x="1446" y="0"/>
                  <a:pt x="1396" y="8"/>
                  <a:pt x="1517" y="8"/>
                </a:cubicBezTo>
              </a:path>
            </a:pathLst>
          </a:custGeom>
          <a:noFill/>
          <a:ln w="9525" cap="flat" cmpd="sng">
            <a:solidFill>
              <a:schemeClr val="tx1"/>
            </a:solidFill>
            <a:prstDash val="solid"/>
            <a:miter lim="800000"/>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9" name="Freeform 15">
            <a:extLst>
              <a:ext uri="{FF2B5EF4-FFF2-40B4-BE49-F238E27FC236}">
                <a16:creationId xmlns:a16="http://schemas.microsoft.com/office/drawing/2014/main" id="{13487A39-20AB-4EE9-9697-20E074269F7D}"/>
              </a:ext>
            </a:extLst>
          </p:cNvPr>
          <p:cNvSpPr>
            <a:spLocks/>
          </p:cNvSpPr>
          <p:nvPr/>
        </p:nvSpPr>
        <p:spPr bwMode="auto">
          <a:xfrm>
            <a:off x="5240338" y="5734051"/>
            <a:ext cx="2165350" cy="195263"/>
          </a:xfrm>
          <a:custGeom>
            <a:avLst/>
            <a:gdLst>
              <a:gd name="T0" fmla="*/ 0 w 1364"/>
              <a:gd name="T1" fmla="*/ 2147483646 h 123"/>
              <a:gd name="T2" fmla="*/ 2147483646 w 1364"/>
              <a:gd name="T3" fmla="*/ 2147483646 h 123"/>
              <a:gd name="T4" fmla="*/ 2147483646 w 1364"/>
              <a:gd name="T5" fmla="*/ 0 h 123"/>
              <a:gd name="T6" fmla="*/ 2147483646 w 1364"/>
              <a:gd name="T7" fmla="*/ 2147483646 h 123"/>
              <a:gd name="T8" fmla="*/ 2147483646 w 1364"/>
              <a:gd name="T9" fmla="*/ 2147483646 h 1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4" h="123">
                <a:moveTo>
                  <a:pt x="0" y="71"/>
                </a:moveTo>
                <a:cubicBezTo>
                  <a:pt x="166" y="123"/>
                  <a:pt x="359" y="84"/>
                  <a:pt x="529" y="71"/>
                </a:cubicBezTo>
                <a:cubicBezTo>
                  <a:pt x="627" y="46"/>
                  <a:pt x="723" y="15"/>
                  <a:pt x="823" y="0"/>
                </a:cubicBezTo>
                <a:cubicBezTo>
                  <a:pt x="979" y="10"/>
                  <a:pt x="1129" y="28"/>
                  <a:pt x="1282" y="59"/>
                </a:cubicBezTo>
                <a:cubicBezTo>
                  <a:pt x="1349" y="45"/>
                  <a:pt x="1321" y="47"/>
                  <a:pt x="1364" y="47"/>
                </a:cubicBezTo>
              </a:path>
            </a:pathLst>
          </a:custGeom>
          <a:noFill/>
          <a:ln w="9525" cap="flat" cmpd="sng">
            <a:solidFill>
              <a:schemeClr val="tx1"/>
            </a:solidFill>
            <a:prstDash val="solid"/>
            <a:miter lim="800000"/>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0" name="Line 16">
            <a:extLst>
              <a:ext uri="{FF2B5EF4-FFF2-40B4-BE49-F238E27FC236}">
                <a16:creationId xmlns:a16="http://schemas.microsoft.com/office/drawing/2014/main" id="{724D3F60-6D2B-4459-8466-3DD003369962}"/>
              </a:ext>
            </a:extLst>
          </p:cNvPr>
          <p:cNvSpPr>
            <a:spLocks noChangeShapeType="1"/>
          </p:cNvSpPr>
          <p:nvPr/>
        </p:nvSpPr>
        <p:spPr bwMode="auto">
          <a:xfrm>
            <a:off x="3570288" y="3622675"/>
            <a:ext cx="0" cy="242888"/>
          </a:xfrm>
          <a:prstGeom prst="line">
            <a:avLst/>
          </a:prstGeom>
          <a:noFill/>
          <a:ln w="9525">
            <a:solidFill>
              <a:schemeClr val="bg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1" name="Line 17">
            <a:extLst>
              <a:ext uri="{FF2B5EF4-FFF2-40B4-BE49-F238E27FC236}">
                <a16:creationId xmlns:a16="http://schemas.microsoft.com/office/drawing/2014/main" id="{5F40886D-0273-42D8-80C7-5A38F3E95768}"/>
              </a:ext>
            </a:extLst>
          </p:cNvPr>
          <p:cNvSpPr>
            <a:spLocks noChangeShapeType="1"/>
          </p:cNvSpPr>
          <p:nvPr/>
        </p:nvSpPr>
        <p:spPr bwMode="auto">
          <a:xfrm>
            <a:off x="8912225" y="3735389"/>
            <a:ext cx="0" cy="522287"/>
          </a:xfrm>
          <a:prstGeom prst="line">
            <a:avLst/>
          </a:prstGeom>
          <a:noFill/>
          <a:ln w="9525">
            <a:solidFill>
              <a:schemeClr val="bg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2" name="Text Box 18">
            <a:extLst>
              <a:ext uri="{FF2B5EF4-FFF2-40B4-BE49-F238E27FC236}">
                <a16:creationId xmlns:a16="http://schemas.microsoft.com/office/drawing/2014/main" id="{4D53B498-5893-4FBF-96B7-998D75AB86EA}"/>
              </a:ext>
            </a:extLst>
          </p:cNvPr>
          <p:cNvSpPr txBox="1">
            <a:spLocks noChangeArrowheads="1"/>
          </p:cNvSpPr>
          <p:nvPr/>
        </p:nvSpPr>
        <p:spPr bwMode="auto">
          <a:xfrm>
            <a:off x="3276600" y="3278189"/>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000">
                <a:solidFill>
                  <a:schemeClr val="bg1"/>
                </a:solidFill>
                <a:latin typeface="Times New Roman" panose="02020603050405020304" pitchFamily="18" charset="0"/>
                <a:ea typeface="楷体_GB2312" pitchFamily="1" charset="-122"/>
              </a:rPr>
              <a:t>包层</a:t>
            </a:r>
          </a:p>
        </p:txBody>
      </p:sp>
      <p:sp>
        <p:nvSpPr>
          <p:cNvPr id="31763" name="Text Box 19">
            <a:extLst>
              <a:ext uri="{FF2B5EF4-FFF2-40B4-BE49-F238E27FC236}">
                <a16:creationId xmlns:a16="http://schemas.microsoft.com/office/drawing/2014/main" id="{3F6EAFC1-C917-4BF8-BDEE-5395B3F3B58F}"/>
              </a:ext>
            </a:extLst>
          </p:cNvPr>
          <p:cNvSpPr txBox="1">
            <a:spLocks noChangeArrowheads="1"/>
          </p:cNvSpPr>
          <p:nvPr/>
        </p:nvSpPr>
        <p:spPr bwMode="auto">
          <a:xfrm>
            <a:off x="8716963" y="3355976"/>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000">
                <a:solidFill>
                  <a:schemeClr val="bg1"/>
                </a:solidFill>
                <a:latin typeface="Times New Roman" panose="02020603050405020304" pitchFamily="18" charset="0"/>
                <a:ea typeface="楷体_GB2312" pitchFamily="1" charset="-122"/>
              </a:rPr>
              <a:t>芯</a:t>
            </a:r>
          </a:p>
        </p:txBody>
      </p:sp>
      <p:sp>
        <p:nvSpPr>
          <p:cNvPr id="31764" name="Text Box 20">
            <a:extLst>
              <a:ext uri="{FF2B5EF4-FFF2-40B4-BE49-F238E27FC236}">
                <a16:creationId xmlns:a16="http://schemas.microsoft.com/office/drawing/2014/main" id="{81EF9976-8040-4158-9B53-F9D73DED47C1}"/>
              </a:ext>
            </a:extLst>
          </p:cNvPr>
          <p:cNvSpPr txBox="1">
            <a:spLocks noChangeArrowheads="1"/>
          </p:cNvSpPr>
          <p:nvPr/>
        </p:nvSpPr>
        <p:spPr bwMode="auto">
          <a:xfrm>
            <a:off x="2387600" y="4186239"/>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000">
                <a:solidFill>
                  <a:schemeClr val="bg1"/>
                </a:solidFill>
                <a:latin typeface="Times New Roman" panose="02020603050405020304" pitchFamily="18" charset="0"/>
                <a:ea typeface="楷体_GB2312" pitchFamily="1" charset="-122"/>
              </a:rPr>
              <a:t>单模</a:t>
            </a:r>
          </a:p>
        </p:txBody>
      </p:sp>
      <p:sp>
        <p:nvSpPr>
          <p:cNvPr id="31765" name="Text Box 21">
            <a:extLst>
              <a:ext uri="{FF2B5EF4-FFF2-40B4-BE49-F238E27FC236}">
                <a16:creationId xmlns:a16="http://schemas.microsoft.com/office/drawing/2014/main" id="{F828C523-1DD3-46D0-B19C-341E378F6C9D}"/>
              </a:ext>
            </a:extLst>
          </p:cNvPr>
          <p:cNvSpPr txBox="1">
            <a:spLocks noChangeArrowheads="1"/>
          </p:cNvSpPr>
          <p:nvPr/>
        </p:nvSpPr>
        <p:spPr bwMode="auto">
          <a:xfrm>
            <a:off x="2406650" y="5838826"/>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000">
                <a:solidFill>
                  <a:schemeClr val="bg1"/>
                </a:solidFill>
                <a:latin typeface="Times New Roman" panose="02020603050405020304" pitchFamily="18" charset="0"/>
                <a:ea typeface="楷体_GB2312" pitchFamily="1" charset="-122"/>
              </a:rPr>
              <a:t>多模</a:t>
            </a:r>
          </a:p>
        </p:txBody>
      </p:sp>
    </p:spTree>
  </p:cSld>
  <p:clrMapOvr>
    <a:masterClrMapping/>
  </p:clrMapOvr>
  <p:transition spd="med">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0F892AD9-8782-4667-973B-56AE75D3B365}"/>
              </a:ext>
            </a:extLst>
          </p:cNvPr>
          <p:cNvSpPr>
            <a:spLocks noGrp="1" noChangeArrowheads="1"/>
          </p:cNvSpPr>
          <p:nvPr>
            <p:ph type="title"/>
          </p:nvPr>
        </p:nvSpPr>
        <p:spPr>
          <a:xfrm>
            <a:off x="2185988" y="260351"/>
            <a:ext cx="7772400" cy="658813"/>
          </a:xfrm>
          <a:noFill/>
        </p:spPr>
        <p:txBody>
          <a:bodyPr/>
          <a:lstStyle/>
          <a:p>
            <a:pPr eaLnBrk="1" hangingPunct="1"/>
            <a:r>
              <a:rPr lang="zh-CN" altLang="en-US" sz="3600" b="0">
                <a:solidFill>
                  <a:schemeClr val="folHlink"/>
                </a:solidFill>
                <a:latin typeface="Times New Roman" panose="02020603050405020304" pitchFamily="18" charset="0"/>
                <a:ea typeface="楷体_GB2312" pitchFamily="1" charset="-122"/>
              </a:rPr>
              <a:t>光纤的优势</a:t>
            </a:r>
          </a:p>
        </p:txBody>
      </p:sp>
      <p:sp>
        <p:nvSpPr>
          <p:cNvPr id="1221635" name="Text Box 3">
            <a:extLst>
              <a:ext uri="{FF2B5EF4-FFF2-40B4-BE49-F238E27FC236}">
                <a16:creationId xmlns:a16="http://schemas.microsoft.com/office/drawing/2014/main" id="{F59499A4-8E2F-41A7-9133-272F7995984D}"/>
              </a:ext>
            </a:extLst>
          </p:cNvPr>
          <p:cNvSpPr txBox="1">
            <a:spLocks noChangeArrowheads="1"/>
          </p:cNvSpPr>
          <p:nvPr/>
        </p:nvSpPr>
        <p:spPr bwMode="auto">
          <a:xfrm>
            <a:off x="767408" y="1422401"/>
            <a:ext cx="10657184" cy="2751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81000" indent="-381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10000"/>
              </a:spcBef>
              <a:buClr>
                <a:schemeClr val="hlink"/>
              </a:buClr>
              <a:buSzTx/>
              <a:buFont typeface="Wingdings" panose="05000000000000000000" pitchFamily="2" charset="2"/>
              <a:buChar char="Ø"/>
            </a:pPr>
            <a:r>
              <a:rPr lang="en-US" altLang="zh-CN" sz="2800">
                <a:solidFill>
                  <a:srgbClr val="000000"/>
                </a:solidFill>
                <a:latin typeface="Times New Roman" panose="02020603050405020304" pitchFamily="18" charset="0"/>
                <a:ea typeface="楷体_GB2312" pitchFamily="1" charset="-122"/>
              </a:rPr>
              <a:t> </a:t>
            </a:r>
            <a:r>
              <a:rPr lang="en-US" altLang="zh-CN">
                <a:solidFill>
                  <a:srgbClr val="000000"/>
                </a:solidFill>
                <a:latin typeface="Times New Roman" panose="02020603050405020304" pitchFamily="18" charset="0"/>
                <a:ea typeface="楷体_GB2312" pitchFamily="1" charset="-122"/>
              </a:rPr>
              <a:t>Greater capacity</a:t>
            </a:r>
            <a:r>
              <a:rPr lang="zh-CN" altLang="en-US">
                <a:solidFill>
                  <a:srgbClr val="000000"/>
                </a:solidFill>
                <a:latin typeface="Times New Roman" panose="02020603050405020304" pitchFamily="18" charset="0"/>
                <a:ea typeface="楷体_GB2312" pitchFamily="1" charset="-122"/>
              </a:rPr>
              <a:t>：大容量，</a:t>
            </a:r>
            <a:r>
              <a:rPr lang="en-US" altLang="zh-CN">
                <a:solidFill>
                  <a:srgbClr val="000000"/>
                </a:solidFill>
                <a:latin typeface="Times New Roman" panose="02020603050405020304" pitchFamily="18" charset="0"/>
                <a:ea typeface="楷体_GB2312" pitchFamily="1" charset="-122"/>
              </a:rPr>
              <a:t>Data rates of hundreds of Gbps </a:t>
            </a:r>
          </a:p>
          <a:p>
            <a:pPr eaLnBrk="1" hangingPunct="1">
              <a:spcBef>
                <a:spcPct val="10000"/>
              </a:spcBef>
              <a:buClr>
                <a:schemeClr val="hlink"/>
              </a:buClr>
              <a:buSzTx/>
              <a:buFont typeface="Wingdings" panose="05000000000000000000" pitchFamily="2" charset="2"/>
              <a:buChar char="Ø"/>
            </a:pPr>
            <a:r>
              <a:rPr lang="en-US" altLang="zh-CN">
                <a:solidFill>
                  <a:srgbClr val="000000"/>
                </a:solidFill>
                <a:latin typeface="Times New Roman" panose="02020603050405020304" pitchFamily="18" charset="0"/>
                <a:ea typeface="楷体_GB2312" pitchFamily="1" charset="-122"/>
              </a:rPr>
              <a:t> Smaller size &amp; weight</a:t>
            </a:r>
            <a:r>
              <a:rPr lang="zh-CN" altLang="en-US">
                <a:solidFill>
                  <a:srgbClr val="000000"/>
                </a:solidFill>
                <a:latin typeface="Times New Roman" panose="02020603050405020304" pitchFamily="18" charset="0"/>
                <a:ea typeface="楷体_GB2312" pitchFamily="1" charset="-122"/>
              </a:rPr>
              <a:t>：体积更小，重量更轻  </a:t>
            </a:r>
          </a:p>
          <a:p>
            <a:pPr eaLnBrk="1" hangingPunct="1">
              <a:spcBef>
                <a:spcPct val="10000"/>
              </a:spcBef>
              <a:buClr>
                <a:schemeClr val="hlink"/>
              </a:buClr>
              <a:buSzTx/>
              <a:buFont typeface="Wingdings" panose="05000000000000000000" pitchFamily="2" charset="2"/>
              <a:buChar char="Ø"/>
            </a:pPr>
            <a:r>
              <a:rPr lang="zh-CN" altLang="en-US">
                <a:solidFill>
                  <a:srgbClr val="000000"/>
                </a:solidFill>
                <a:latin typeface="Times New Roman" panose="02020603050405020304" pitchFamily="18" charset="0"/>
                <a:ea typeface="楷体_GB2312" pitchFamily="1" charset="-122"/>
              </a:rPr>
              <a:t> </a:t>
            </a:r>
            <a:r>
              <a:rPr lang="en-US" altLang="zh-CN">
                <a:solidFill>
                  <a:srgbClr val="000000"/>
                </a:solidFill>
                <a:latin typeface="Times New Roman" panose="02020603050405020304" pitchFamily="18" charset="0"/>
                <a:ea typeface="楷体_GB2312" pitchFamily="1" charset="-122"/>
              </a:rPr>
              <a:t>Lower attenuation</a:t>
            </a:r>
            <a:r>
              <a:rPr lang="zh-CN" altLang="en-US">
                <a:solidFill>
                  <a:srgbClr val="000000"/>
                </a:solidFill>
                <a:latin typeface="Times New Roman" panose="02020603050405020304" pitchFamily="18" charset="0"/>
                <a:ea typeface="楷体_GB2312" pitchFamily="1" charset="-122"/>
              </a:rPr>
              <a:t>：衰减更小 </a:t>
            </a:r>
          </a:p>
          <a:p>
            <a:pPr eaLnBrk="1" hangingPunct="1">
              <a:spcBef>
                <a:spcPct val="10000"/>
              </a:spcBef>
              <a:buClr>
                <a:schemeClr val="hlink"/>
              </a:buClr>
              <a:buSzTx/>
              <a:buFont typeface="Wingdings" panose="05000000000000000000" pitchFamily="2" charset="2"/>
              <a:buChar char="Ø"/>
            </a:pPr>
            <a:r>
              <a:rPr lang="zh-CN" altLang="en-US">
                <a:solidFill>
                  <a:srgbClr val="000000"/>
                </a:solidFill>
                <a:latin typeface="Times New Roman" panose="02020603050405020304" pitchFamily="18" charset="0"/>
                <a:ea typeface="楷体_GB2312" pitchFamily="1" charset="-122"/>
              </a:rPr>
              <a:t> </a:t>
            </a:r>
            <a:r>
              <a:rPr lang="en-US" altLang="zh-CN">
                <a:solidFill>
                  <a:srgbClr val="000000"/>
                </a:solidFill>
                <a:latin typeface="Times New Roman" panose="02020603050405020304" pitchFamily="18" charset="0"/>
                <a:ea typeface="楷体_GB2312" pitchFamily="1" charset="-122"/>
              </a:rPr>
              <a:t>Electromagnetic isolation</a:t>
            </a:r>
            <a:r>
              <a:rPr lang="zh-CN" altLang="en-US">
                <a:solidFill>
                  <a:srgbClr val="000000"/>
                </a:solidFill>
                <a:latin typeface="Times New Roman" panose="02020603050405020304" pitchFamily="18" charset="0"/>
                <a:ea typeface="楷体_GB2312" pitchFamily="1" charset="-122"/>
              </a:rPr>
              <a:t>：电磁隔离 </a:t>
            </a:r>
          </a:p>
          <a:p>
            <a:pPr eaLnBrk="1" hangingPunct="1">
              <a:spcBef>
                <a:spcPct val="10000"/>
              </a:spcBef>
              <a:buClr>
                <a:schemeClr val="hlink"/>
              </a:buClr>
              <a:buSzTx/>
              <a:buFont typeface="Wingdings" panose="05000000000000000000" pitchFamily="2" charset="2"/>
              <a:buChar char="Ø"/>
            </a:pPr>
            <a:r>
              <a:rPr lang="zh-CN" altLang="en-US">
                <a:solidFill>
                  <a:srgbClr val="000000"/>
                </a:solidFill>
                <a:latin typeface="Times New Roman" panose="02020603050405020304" pitchFamily="18" charset="0"/>
                <a:ea typeface="楷体_GB2312" pitchFamily="1" charset="-122"/>
              </a:rPr>
              <a:t> </a:t>
            </a:r>
            <a:r>
              <a:rPr lang="en-US" altLang="zh-CN">
                <a:solidFill>
                  <a:srgbClr val="000000"/>
                </a:solidFill>
                <a:latin typeface="Times New Roman" panose="02020603050405020304" pitchFamily="18" charset="0"/>
                <a:ea typeface="楷体_GB2312" pitchFamily="1" charset="-122"/>
              </a:rPr>
              <a:t>Greater repeater spacing</a:t>
            </a:r>
            <a:r>
              <a:rPr lang="zh-CN" altLang="en-US">
                <a:solidFill>
                  <a:srgbClr val="000000"/>
                </a:solidFill>
                <a:latin typeface="Times New Roman" panose="02020603050405020304" pitchFamily="18" charset="0"/>
                <a:ea typeface="楷体_GB2312" pitchFamily="1" charset="-122"/>
              </a:rPr>
              <a:t>：转发器间距更远 </a:t>
            </a:r>
            <a:endParaRPr lang="zh-CN" altLang="en-US">
              <a:latin typeface="Times New Roman" panose="02020603050405020304" pitchFamily="18" charset="0"/>
              <a:ea typeface="楷体_GB2312" pitchFamily="1"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1635">
                                            <p:txEl>
                                              <p:pRg st="0" end="0"/>
                                            </p:txEl>
                                          </p:spTgt>
                                        </p:tgtEl>
                                        <p:attrNameLst>
                                          <p:attrName>style.visibility</p:attrName>
                                        </p:attrNameLst>
                                      </p:cBhvr>
                                      <p:to>
                                        <p:strVal val="visible"/>
                                      </p:to>
                                    </p:set>
                                    <p:anim calcmode="lin" valueType="num">
                                      <p:cBhvr additive="base">
                                        <p:cTn id="7" dur="500" fill="hold"/>
                                        <p:tgtEl>
                                          <p:spTgt spid="12216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216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21635">
                                            <p:txEl>
                                              <p:pRg st="1" end="1"/>
                                            </p:txEl>
                                          </p:spTgt>
                                        </p:tgtEl>
                                        <p:attrNameLst>
                                          <p:attrName>style.visibility</p:attrName>
                                        </p:attrNameLst>
                                      </p:cBhvr>
                                      <p:to>
                                        <p:strVal val="visible"/>
                                      </p:to>
                                    </p:set>
                                    <p:anim calcmode="lin" valueType="num">
                                      <p:cBhvr additive="base">
                                        <p:cTn id="13" dur="500" fill="hold"/>
                                        <p:tgtEl>
                                          <p:spTgt spid="122163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216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21635">
                                            <p:txEl>
                                              <p:pRg st="2" end="2"/>
                                            </p:txEl>
                                          </p:spTgt>
                                        </p:tgtEl>
                                        <p:attrNameLst>
                                          <p:attrName>style.visibility</p:attrName>
                                        </p:attrNameLst>
                                      </p:cBhvr>
                                      <p:to>
                                        <p:strVal val="visible"/>
                                      </p:to>
                                    </p:set>
                                    <p:anim calcmode="lin" valueType="num">
                                      <p:cBhvr additive="base">
                                        <p:cTn id="19" dur="500" fill="hold"/>
                                        <p:tgtEl>
                                          <p:spTgt spid="122163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216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221635">
                                            <p:txEl>
                                              <p:pRg st="3" end="3"/>
                                            </p:txEl>
                                          </p:spTgt>
                                        </p:tgtEl>
                                        <p:attrNameLst>
                                          <p:attrName>style.visibility</p:attrName>
                                        </p:attrNameLst>
                                      </p:cBhvr>
                                      <p:to>
                                        <p:strVal val="visible"/>
                                      </p:to>
                                    </p:set>
                                    <p:anim calcmode="lin" valueType="num">
                                      <p:cBhvr additive="base">
                                        <p:cTn id="25" dur="500" fill="hold"/>
                                        <p:tgtEl>
                                          <p:spTgt spid="122163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216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221635">
                                            <p:txEl>
                                              <p:pRg st="4" end="4"/>
                                            </p:txEl>
                                          </p:spTgt>
                                        </p:tgtEl>
                                        <p:attrNameLst>
                                          <p:attrName>style.visibility</p:attrName>
                                        </p:attrNameLst>
                                      </p:cBhvr>
                                      <p:to>
                                        <p:strVal val="visible"/>
                                      </p:to>
                                    </p:set>
                                    <p:anim calcmode="lin" valueType="num">
                                      <p:cBhvr additive="base">
                                        <p:cTn id="31" dur="500" fill="hold"/>
                                        <p:tgtEl>
                                          <p:spTgt spid="122163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22163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1635" grpId="0" build="p"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10920004-FD6D-4BC4-9B37-F13259CE0CAD}"/>
              </a:ext>
            </a:extLst>
          </p:cNvPr>
          <p:cNvSpPr>
            <a:spLocks noGrp="1" noChangeArrowheads="1"/>
          </p:cNvSpPr>
          <p:nvPr>
            <p:ph type="title"/>
          </p:nvPr>
        </p:nvSpPr>
        <p:spPr>
          <a:xfrm>
            <a:off x="2209800" y="136526"/>
            <a:ext cx="7772400" cy="658813"/>
          </a:xfrm>
          <a:noFill/>
        </p:spPr>
        <p:txBody>
          <a:bodyPr/>
          <a:lstStyle/>
          <a:p>
            <a:pPr eaLnBrk="1" hangingPunct="1"/>
            <a:r>
              <a:rPr lang="zh-CN" altLang="en-US" sz="3600" b="0">
                <a:solidFill>
                  <a:schemeClr val="folHlink"/>
                </a:solidFill>
                <a:latin typeface="Times New Roman" panose="02020603050405020304" pitchFamily="18" charset="0"/>
                <a:ea typeface="楷体_GB2312" pitchFamily="1" charset="-122"/>
              </a:rPr>
              <a:t>光纤的主要用途</a:t>
            </a:r>
          </a:p>
        </p:txBody>
      </p:sp>
      <p:sp>
        <p:nvSpPr>
          <p:cNvPr id="1222659" name="Text Box 3">
            <a:extLst>
              <a:ext uri="{FF2B5EF4-FFF2-40B4-BE49-F238E27FC236}">
                <a16:creationId xmlns:a16="http://schemas.microsoft.com/office/drawing/2014/main" id="{57118FF6-4D73-4851-B555-D686B547811A}"/>
              </a:ext>
            </a:extLst>
          </p:cNvPr>
          <p:cNvSpPr txBox="1">
            <a:spLocks noChangeArrowheads="1"/>
          </p:cNvSpPr>
          <p:nvPr/>
        </p:nvSpPr>
        <p:spPr bwMode="auto">
          <a:xfrm>
            <a:off x="2855640" y="1844824"/>
            <a:ext cx="8480671" cy="294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665163" indent="-66516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SzTx/>
              <a:buFont typeface="Wingdings" panose="05000000000000000000" pitchFamily="2" charset="2"/>
              <a:buChar char="v"/>
            </a:pPr>
            <a:r>
              <a:rPr lang="en-US" altLang="zh-CN">
                <a:solidFill>
                  <a:srgbClr val="000000"/>
                </a:solidFill>
                <a:latin typeface="Times New Roman" panose="02020603050405020304" pitchFamily="18" charset="0"/>
                <a:ea typeface="楷体_GB2312" pitchFamily="1" charset="-122"/>
              </a:rPr>
              <a:t>Long-haul trunks</a:t>
            </a:r>
            <a:r>
              <a:rPr lang="zh-CN" altLang="en-US">
                <a:solidFill>
                  <a:srgbClr val="000000"/>
                </a:solidFill>
                <a:latin typeface="Times New Roman" panose="02020603050405020304" pitchFamily="18" charset="0"/>
                <a:ea typeface="楷体_GB2312" pitchFamily="1" charset="-122"/>
              </a:rPr>
              <a:t>：长途干线 </a:t>
            </a:r>
          </a:p>
          <a:p>
            <a:pPr eaLnBrk="1" hangingPunct="1">
              <a:buSzTx/>
              <a:buFont typeface="Wingdings" panose="05000000000000000000" pitchFamily="2" charset="2"/>
              <a:buChar char="v"/>
            </a:pPr>
            <a:r>
              <a:rPr lang="en-US" altLang="zh-CN">
                <a:solidFill>
                  <a:srgbClr val="000000"/>
                </a:solidFill>
                <a:latin typeface="Times New Roman" panose="02020603050405020304" pitchFamily="18" charset="0"/>
                <a:ea typeface="楷体_GB2312" pitchFamily="1" charset="-122"/>
              </a:rPr>
              <a:t>Metropolitan trunks</a:t>
            </a:r>
            <a:r>
              <a:rPr lang="zh-CN" altLang="en-US">
                <a:solidFill>
                  <a:srgbClr val="000000"/>
                </a:solidFill>
                <a:latin typeface="Times New Roman" panose="02020603050405020304" pitchFamily="18" charset="0"/>
                <a:ea typeface="楷体_GB2312" pitchFamily="1" charset="-122"/>
              </a:rPr>
              <a:t>：市区干线 </a:t>
            </a:r>
          </a:p>
          <a:p>
            <a:pPr eaLnBrk="1" hangingPunct="1">
              <a:buSzTx/>
              <a:buFont typeface="Wingdings" panose="05000000000000000000" pitchFamily="2" charset="2"/>
              <a:buChar char="v"/>
            </a:pPr>
            <a:r>
              <a:rPr lang="en-US" altLang="zh-CN">
                <a:solidFill>
                  <a:srgbClr val="000000"/>
                </a:solidFill>
                <a:latin typeface="Times New Roman" panose="02020603050405020304" pitchFamily="18" charset="0"/>
                <a:ea typeface="楷体_GB2312" pitchFamily="1" charset="-122"/>
              </a:rPr>
              <a:t>Rural exchange trunks</a:t>
            </a:r>
            <a:r>
              <a:rPr lang="zh-CN" altLang="en-US">
                <a:solidFill>
                  <a:srgbClr val="000000"/>
                </a:solidFill>
                <a:latin typeface="Times New Roman" panose="02020603050405020304" pitchFamily="18" charset="0"/>
                <a:ea typeface="楷体_GB2312" pitchFamily="1" charset="-122"/>
              </a:rPr>
              <a:t>：农用交换干线 </a:t>
            </a:r>
          </a:p>
          <a:p>
            <a:pPr eaLnBrk="1" hangingPunct="1">
              <a:buSzTx/>
              <a:buFont typeface="Wingdings" panose="05000000000000000000" pitchFamily="2" charset="2"/>
              <a:buChar char="v"/>
            </a:pPr>
            <a:r>
              <a:rPr lang="en-US" altLang="zh-CN">
                <a:solidFill>
                  <a:srgbClr val="000000"/>
                </a:solidFill>
                <a:latin typeface="Times New Roman" panose="02020603050405020304" pitchFamily="18" charset="0"/>
                <a:ea typeface="楷体_GB2312" pitchFamily="1" charset="-122"/>
              </a:rPr>
              <a:t>Subscriber loops</a:t>
            </a:r>
            <a:r>
              <a:rPr lang="zh-CN" altLang="en-US">
                <a:solidFill>
                  <a:srgbClr val="000000"/>
                </a:solidFill>
                <a:latin typeface="Times New Roman" panose="02020603050405020304" pitchFamily="18" charset="0"/>
                <a:ea typeface="楷体_GB2312" pitchFamily="1" charset="-122"/>
              </a:rPr>
              <a:t>：用户环路 </a:t>
            </a:r>
          </a:p>
          <a:p>
            <a:pPr eaLnBrk="1" hangingPunct="1">
              <a:buSzTx/>
              <a:buFont typeface="Wingdings" panose="05000000000000000000" pitchFamily="2" charset="2"/>
              <a:buChar char="v"/>
            </a:pPr>
            <a:r>
              <a:rPr lang="en-US" altLang="zh-CN">
                <a:solidFill>
                  <a:srgbClr val="000000"/>
                </a:solidFill>
                <a:latin typeface="Times New Roman" panose="02020603050405020304" pitchFamily="18" charset="0"/>
                <a:ea typeface="楷体_GB2312" pitchFamily="1" charset="-122"/>
              </a:rPr>
              <a:t>LANs</a:t>
            </a:r>
            <a:r>
              <a:rPr lang="zh-CN" altLang="en-US">
                <a:solidFill>
                  <a:srgbClr val="000000"/>
                </a:solidFill>
                <a:latin typeface="Times New Roman" panose="02020603050405020304" pitchFamily="18" charset="0"/>
                <a:ea typeface="楷体_GB2312" pitchFamily="1" charset="-122"/>
              </a:rPr>
              <a:t>：局域网</a:t>
            </a:r>
            <a:endParaRPr lang="zh-CN" altLang="en-US">
              <a:latin typeface="Times New Roman" panose="02020603050405020304" pitchFamily="18" charset="0"/>
              <a:ea typeface="楷体_GB2312" pitchFamily="1"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22659">
                                            <p:txEl>
                                              <p:pRg st="0" end="0"/>
                                            </p:txEl>
                                          </p:spTgt>
                                        </p:tgtEl>
                                        <p:attrNameLst>
                                          <p:attrName>style.visibility</p:attrName>
                                        </p:attrNameLst>
                                      </p:cBhvr>
                                      <p:to>
                                        <p:strVal val="visible"/>
                                      </p:to>
                                    </p:set>
                                    <p:anim calcmode="lin" valueType="num">
                                      <p:cBhvr additive="base">
                                        <p:cTn id="7" dur="500" fill="hold"/>
                                        <p:tgtEl>
                                          <p:spTgt spid="122265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226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222659">
                                            <p:txEl>
                                              <p:pRg st="1" end="1"/>
                                            </p:txEl>
                                          </p:spTgt>
                                        </p:tgtEl>
                                        <p:attrNameLst>
                                          <p:attrName>style.visibility</p:attrName>
                                        </p:attrNameLst>
                                      </p:cBhvr>
                                      <p:to>
                                        <p:strVal val="visible"/>
                                      </p:to>
                                    </p:set>
                                    <p:anim calcmode="lin" valueType="num">
                                      <p:cBhvr additive="base">
                                        <p:cTn id="13" dur="500" fill="hold"/>
                                        <p:tgtEl>
                                          <p:spTgt spid="122265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2226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222659">
                                            <p:txEl>
                                              <p:pRg st="2" end="2"/>
                                            </p:txEl>
                                          </p:spTgt>
                                        </p:tgtEl>
                                        <p:attrNameLst>
                                          <p:attrName>style.visibility</p:attrName>
                                        </p:attrNameLst>
                                      </p:cBhvr>
                                      <p:to>
                                        <p:strVal val="visible"/>
                                      </p:to>
                                    </p:set>
                                    <p:anim calcmode="lin" valueType="num">
                                      <p:cBhvr additive="base">
                                        <p:cTn id="19" dur="500" fill="hold"/>
                                        <p:tgtEl>
                                          <p:spTgt spid="122265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2226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222659">
                                            <p:txEl>
                                              <p:pRg st="3" end="3"/>
                                            </p:txEl>
                                          </p:spTgt>
                                        </p:tgtEl>
                                        <p:attrNameLst>
                                          <p:attrName>style.visibility</p:attrName>
                                        </p:attrNameLst>
                                      </p:cBhvr>
                                      <p:to>
                                        <p:strVal val="visible"/>
                                      </p:to>
                                    </p:set>
                                    <p:anim calcmode="lin" valueType="num">
                                      <p:cBhvr additive="base">
                                        <p:cTn id="25" dur="500" fill="hold"/>
                                        <p:tgtEl>
                                          <p:spTgt spid="1222659">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22265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222659">
                                            <p:txEl>
                                              <p:pRg st="4" end="4"/>
                                            </p:txEl>
                                          </p:spTgt>
                                        </p:tgtEl>
                                        <p:attrNameLst>
                                          <p:attrName>style.visibility</p:attrName>
                                        </p:attrNameLst>
                                      </p:cBhvr>
                                      <p:to>
                                        <p:strVal val="visible"/>
                                      </p:to>
                                    </p:set>
                                    <p:anim calcmode="lin" valueType="num">
                                      <p:cBhvr additive="base">
                                        <p:cTn id="31" dur="500" fill="hold"/>
                                        <p:tgtEl>
                                          <p:spTgt spid="1222659">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22265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2659" grpId="0" build="p"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B126D087-B2D5-4EF4-980D-4B212E1C6850}"/>
              </a:ext>
            </a:extLst>
          </p:cNvPr>
          <p:cNvSpPr>
            <a:spLocks noGrp="1" noChangeArrowheads="1"/>
          </p:cNvSpPr>
          <p:nvPr>
            <p:ph type="title" idx="4294967295"/>
          </p:nvPr>
        </p:nvSpPr>
        <p:spPr>
          <a:xfrm>
            <a:off x="2271713" y="282575"/>
            <a:ext cx="7696200" cy="420688"/>
          </a:xfrm>
          <a:noFill/>
        </p:spPr>
        <p:txBody>
          <a:bodyPr/>
          <a:lstStyle/>
          <a:p>
            <a:pPr eaLnBrk="1" hangingPunct="1"/>
            <a:r>
              <a:rPr lang="zh-CN" altLang="en-US" sz="3600" b="0">
                <a:solidFill>
                  <a:schemeClr val="folHlink"/>
                </a:solidFill>
                <a:latin typeface="Times New Roman" panose="02020603050405020304" pitchFamily="18" charset="0"/>
                <a:ea typeface="楷体_GB2312" pitchFamily="1" charset="-122"/>
              </a:rPr>
              <a:t>无线介质</a:t>
            </a:r>
          </a:p>
        </p:txBody>
      </p:sp>
      <p:sp>
        <p:nvSpPr>
          <p:cNvPr id="38915" name="Text Box 3">
            <a:extLst>
              <a:ext uri="{FF2B5EF4-FFF2-40B4-BE49-F238E27FC236}">
                <a16:creationId xmlns:a16="http://schemas.microsoft.com/office/drawing/2014/main" id="{AE7A9BC5-EC37-4FD5-9C6A-7B6BBBEBB45D}"/>
              </a:ext>
            </a:extLst>
          </p:cNvPr>
          <p:cNvSpPr txBox="1">
            <a:spLocks noChangeArrowheads="1"/>
          </p:cNvSpPr>
          <p:nvPr/>
        </p:nvSpPr>
        <p:spPr bwMode="auto">
          <a:xfrm>
            <a:off x="407368" y="1469642"/>
            <a:ext cx="11593288" cy="669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6731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indent="0" algn="ctr" eaLnBrk="1" hangingPunct="1">
              <a:lnSpc>
                <a:spcPct val="130000"/>
              </a:lnSpc>
              <a:spcBef>
                <a:spcPct val="0"/>
              </a:spcBef>
              <a:buClrTx/>
              <a:buSzTx/>
              <a:buFontTx/>
              <a:buNone/>
            </a:pPr>
            <a:r>
              <a:rPr lang="zh-CN" altLang="en-US">
                <a:latin typeface="Times New Roman" panose="02020603050405020304" pitchFamily="18" charset="0"/>
                <a:ea typeface="楷体_GB2312" pitchFamily="1" charset="-122"/>
              </a:rPr>
              <a:t>无线介质不使用电或光的导体进行电磁信号的传送和接收工作</a:t>
            </a:r>
          </a:p>
        </p:txBody>
      </p:sp>
      <p:sp>
        <p:nvSpPr>
          <p:cNvPr id="38916" name="Text Box 4">
            <a:extLst>
              <a:ext uri="{FF2B5EF4-FFF2-40B4-BE49-F238E27FC236}">
                <a16:creationId xmlns:a16="http://schemas.microsoft.com/office/drawing/2014/main" id="{124BF0F4-2D84-4AD8-9493-6120FF20CDC0}"/>
              </a:ext>
            </a:extLst>
          </p:cNvPr>
          <p:cNvSpPr txBox="1">
            <a:spLocks noChangeArrowheads="1"/>
          </p:cNvSpPr>
          <p:nvPr/>
        </p:nvSpPr>
        <p:spPr bwMode="auto">
          <a:xfrm>
            <a:off x="2160589" y="2866976"/>
            <a:ext cx="36544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Char char="•"/>
            </a:pPr>
            <a:r>
              <a:rPr lang="en-US" altLang="zh-CN" sz="2800">
                <a:latin typeface="Times New Roman" panose="02020603050405020304" pitchFamily="18" charset="0"/>
                <a:ea typeface="楷体_GB2312" pitchFamily="1" charset="-122"/>
              </a:rPr>
              <a:t> </a:t>
            </a:r>
            <a:r>
              <a:rPr lang="zh-CN" altLang="en-US" sz="2800">
                <a:solidFill>
                  <a:schemeClr val="accent2"/>
                </a:solidFill>
                <a:latin typeface="Times New Roman" panose="02020603050405020304" pitchFamily="18" charset="0"/>
                <a:ea typeface="楷体_GB2312" pitchFamily="1" charset="-122"/>
              </a:rPr>
              <a:t>无线电波</a:t>
            </a:r>
            <a:r>
              <a:rPr lang="en-US" altLang="zh-CN" sz="2800">
                <a:latin typeface="Times New Roman" panose="02020603050405020304" pitchFamily="18" charset="0"/>
                <a:ea typeface="楷体_GB2312" pitchFamily="1" charset="-122"/>
              </a:rPr>
              <a:t>(Radiowave)</a:t>
            </a:r>
          </a:p>
        </p:txBody>
      </p:sp>
      <p:sp>
        <p:nvSpPr>
          <p:cNvPr id="38917" name="Text Box 5">
            <a:extLst>
              <a:ext uri="{FF2B5EF4-FFF2-40B4-BE49-F238E27FC236}">
                <a16:creationId xmlns:a16="http://schemas.microsoft.com/office/drawing/2014/main" id="{1B77F40C-6B1E-4BFD-B05B-3FCA944AD447}"/>
              </a:ext>
            </a:extLst>
          </p:cNvPr>
          <p:cNvSpPr txBox="1">
            <a:spLocks noChangeArrowheads="1"/>
          </p:cNvSpPr>
          <p:nvPr/>
        </p:nvSpPr>
        <p:spPr bwMode="auto">
          <a:xfrm>
            <a:off x="2160588" y="3668663"/>
            <a:ext cx="29638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Char char="•"/>
            </a:pPr>
            <a:r>
              <a:rPr lang="en-US" altLang="zh-CN" sz="2800">
                <a:solidFill>
                  <a:schemeClr val="accent2"/>
                </a:solidFill>
                <a:latin typeface="Times New Roman" panose="02020603050405020304" pitchFamily="18" charset="0"/>
                <a:ea typeface="楷体_GB2312" pitchFamily="1" charset="-122"/>
              </a:rPr>
              <a:t> </a:t>
            </a:r>
            <a:r>
              <a:rPr lang="zh-CN" altLang="en-US" sz="2800">
                <a:solidFill>
                  <a:schemeClr val="accent2"/>
                </a:solidFill>
                <a:latin typeface="Times New Roman" panose="02020603050405020304" pitchFamily="18" charset="0"/>
                <a:ea typeface="楷体_GB2312" pitchFamily="1" charset="-122"/>
              </a:rPr>
              <a:t>微波</a:t>
            </a:r>
            <a:r>
              <a:rPr lang="en-US" altLang="zh-CN" sz="2800">
                <a:latin typeface="Times New Roman" panose="02020603050405020304" pitchFamily="18" charset="0"/>
                <a:ea typeface="楷体_GB2312" pitchFamily="1" charset="-122"/>
              </a:rPr>
              <a:t>(Microwave)</a:t>
            </a:r>
          </a:p>
        </p:txBody>
      </p:sp>
      <p:sp>
        <p:nvSpPr>
          <p:cNvPr id="38918" name="Text Box 6">
            <a:extLst>
              <a:ext uri="{FF2B5EF4-FFF2-40B4-BE49-F238E27FC236}">
                <a16:creationId xmlns:a16="http://schemas.microsoft.com/office/drawing/2014/main" id="{C79B7A83-D64C-4402-B897-D5367A242E44}"/>
              </a:ext>
            </a:extLst>
          </p:cNvPr>
          <p:cNvSpPr txBox="1">
            <a:spLocks noChangeArrowheads="1"/>
          </p:cNvSpPr>
          <p:nvPr/>
        </p:nvSpPr>
        <p:spPr bwMode="auto">
          <a:xfrm>
            <a:off x="2160588" y="4470351"/>
            <a:ext cx="3587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Char char="•"/>
            </a:pPr>
            <a:r>
              <a:rPr lang="en-US" altLang="zh-CN" sz="2800">
                <a:latin typeface="Times New Roman" panose="02020603050405020304" pitchFamily="18" charset="0"/>
                <a:ea typeface="楷体_GB2312" pitchFamily="1" charset="-122"/>
              </a:rPr>
              <a:t> </a:t>
            </a:r>
            <a:r>
              <a:rPr lang="zh-CN" altLang="en-US" sz="2800">
                <a:solidFill>
                  <a:schemeClr val="accent2"/>
                </a:solidFill>
                <a:latin typeface="Times New Roman" panose="02020603050405020304" pitchFamily="18" charset="0"/>
                <a:ea typeface="楷体_GB2312" pitchFamily="1" charset="-122"/>
              </a:rPr>
              <a:t>红外线</a:t>
            </a:r>
            <a:r>
              <a:rPr lang="en-US" altLang="zh-CN" sz="2800">
                <a:latin typeface="Times New Roman" panose="02020603050405020304" pitchFamily="18" charset="0"/>
                <a:ea typeface="楷体_GB2312" pitchFamily="1" charset="-122"/>
              </a:rPr>
              <a:t>(Infrared light)</a:t>
            </a:r>
          </a:p>
        </p:txBody>
      </p:sp>
      <p:pic>
        <p:nvPicPr>
          <p:cNvPr id="38919" name="Picture 7">
            <a:extLst>
              <a:ext uri="{FF2B5EF4-FFF2-40B4-BE49-F238E27FC236}">
                <a16:creationId xmlns:a16="http://schemas.microsoft.com/office/drawing/2014/main" id="{75F2A90D-3146-4785-8EA2-0FD5DFC4D4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420888"/>
            <a:ext cx="3581400"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rand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2CBD3460-745E-42BA-8384-2E8AAFA98938}"/>
              </a:ext>
            </a:extLst>
          </p:cNvPr>
          <p:cNvSpPr>
            <a:spLocks noGrp="1" noChangeArrowheads="1"/>
          </p:cNvSpPr>
          <p:nvPr>
            <p:ph type="title" idx="4294967295"/>
          </p:nvPr>
        </p:nvSpPr>
        <p:spPr>
          <a:xfrm>
            <a:off x="2365375" y="322264"/>
            <a:ext cx="7696200" cy="420687"/>
          </a:xfrm>
          <a:noFill/>
        </p:spPr>
        <p:txBody>
          <a:bodyPr/>
          <a:lstStyle/>
          <a:p>
            <a:pPr eaLnBrk="1" hangingPunct="1"/>
            <a:r>
              <a:rPr lang="zh-CN" altLang="en-US" sz="3600" b="0">
                <a:solidFill>
                  <a:schemeClr val="folHlink"/>
                </a:solidFill>
                <a:latin typeface="Times New Roman" panose="02020603050405020304" pitchFamily="18" charset="0"/>
                <a:ea typeface="楷体_GB2312" pitchFamily="1" charset="-122"/>
              </a:rPr>
              <a:t>微波</a:t>
            </a:r>
          </a:p>
        </p:txBody>
      </p:sp>
      <p:sp>
        <p:nvSpPr>
          <p:cNvPr id="1225731" name="Text Box 3">
            <a:extLst>
              <a:ext uri="{FF2B5EF4-FFF2-40B4-BE49-F238E27FC236}">
                <a16:creationId xmlns:a16="http://schemas.microsoft.com/office/drawing/2014/main" id="{E30B377A-0ACA-499F-89BE-8065F7DE1CBC}"/>
              </a:ext>
            </a:extLst>
          </p:cNvPr>
          <p:cNvSpPr txBox="1">
            <a:spLocks noChangeArrowheads="1"/>
          </p:cNvSpPr>
          <p:nvPr/>
        </p:nvSpPr>
        <p:spPr bwMode="auto">
          <a:xfrm>
            <a:off x="3575051" y="1614488"/>
            <a:ext cx="5254625"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20000"/>
              </a:lnSpc>
              <a:spcBef>
                <a:spcPct val="0"/>
              </a:spcBef>
              <a:buClrTx/>
              <a:buSzTx/>
              <a:buFontTx/>
              <a:buNone/>
            </a:pPr>
            <a:r>
              <a:rPr lang="en-US" altLang="zh-CN" sz="2800">
                <a:latin typeface="Times New Roman" panose="02020603050405020304" pitchFamily="18" charset="0"/>
                <a:ea typeface="楷体_GB2312" pitchFamily="1" charset="-122"/>
              </a:rPr>
              <a:t> </a:t>
            </a:r>
            <a:r>
              <a:rPr lang="zh-CN" altLang="en-US" sz="2800">
                <a:latin typeface="Times New Roman" panose="02020603050405020304" pitchFamily="18" charset="0"/>
                <a:ea typeface="楷体_GB2312" pitchFamily="1" charset="-122"/>
              </a:rPr>
              <a:t>微波数据通讯系统有两种形式：</a:t>
            </a:r>
          </a:p>
        </p:txBody>
      </p:sp>
      <p:sp>
        <p:nvSpPr>
          <p:cNvPr id="1225732" name="Text Box 4">
            <a:extLst>
              <a:ext uri="{FF2B5EF4-FFF2-40B4-BE49-F238E27FC236}">
                <a16:creationId xmlns:a16="http://schemas.microsoft.com/office/drawing/2014/main" id="{E801E9CF-BB6E-424C-8D8E-B05767EC499B}"/>
              </a:ext>
            </a:extLst>
          </p:cNvPr>
          <p:cNvSpPr txBox="1">
            <a:spLocks noChangeArrowheads="1"/>
          </p:cNvSpPr>
          <p:nvPr/>
        </p:nvSpPr>
        <p:spPr bwMode="auto">
          <a:xfrm>
            <a:off x="3935413" y="2206626"/>
            <a:ext cx="4203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Char char="•"/>
            </a:pPr>
            <a:r>
              <a:rPr lang="en-US" altLang="zh-CN" sz="2800" b="1">
                <a:latin typeface="Times New Roman" panose="02020603050405020304" pitchFamily="18" charset="0"/>
                <a:ea typeface="楷体_GB2312" pitchFamily="1" charset="-122"/>
              </a:rPr>
              <a:t> </a:t>
            </a:r>
            <a:r>
              <a:rPr lang="zh-CN" altLang="en-US" sz="2800">
                <a:solidFill>
                  <a:schemeClr val="accent2"/>
                </a:solidFill>
                <a:latin typeface="Times New Roman" panose="02020603050405020304" pitchFamily="18" charset="0"/>
                <a:ea typeface="楷体_GB2312" pitchFamily="1" charset="-122"/>
              </a:rPr>
              <a:t>地面</a:t>
            </a:r>
            <a:r>
              <a:rPr lang="en-US" altLang="zh-CN" sz="2800" b="1">
                <a:latin typeface="Times New Roman" panose="02020603050405020304" pitchFamily="18" charset="0"/>
                <a:ea typeface="楷体_GB2312" pitchFamily="1" charset="-122"/>
              </a:rPr>
              <a:t>(</a:t>
            </a:r>
            <a:r>
              <a:rPr lang="zh-CN" altLang="en-US" sz="2800" b="1">
                <a:latin typeface="Times New Roman" panose="02020603050405020304" pitchFamily="18" charset="0"/>
                <a:ea typeface="楷体_GB2312" pitchFamily="1" charset="-122"/>
              </a:rPr>
              <a:t>基于地球表面</a:t>
            </a:r>
            <a:r>
              <a:rPr lang="en-US" altLang="zh-CN" sz="2800" b="1">
                <a:latin typeface="Times New Roman" panose="02020603050405020304" pitchFamily="18" charset="0"/>
                <a:ea typeface="楷体_GB2312" pitchFamily="1" charset="-122"/>
              </a:rPr>
              <a:t>)</a:t>
            </a:r>
            <a:r>
              <a:rPr lang="zh-CN" altLang="en-US" sz="2800" b="1">
                <a:latin typeface="Times New Roman" panose="02020603050405020304" pitchFamily="18" charset="0"/>
                <a:ea typeface="楷体_GB2312" pitchFamily="1" charset="-122"/>
              </a:rPr>
              <a:t>系统</a:t>
            </a:r>
          </a:p>
        </p:txBody>
      </p:sp>
      <p:sp>
        <p:nvSpPr>
          <p:cNvPr id="1225733" name="Text Box 5">
            <a:extLst>
              <a:ext uri="{FF2B5EF4-FFF2-40B4-BE49-F238E27FC236}">
                <a16:creationId xmlns:a16="http://schemas.microsoft.com/office/drawing/2014/main" id="{9F85F5CA-DCF2-4FA6-A724-17808C281D9E}"/>
              </a:ext>
            </a:extLst>
          </p:cNvPr>
          <p:cNvSpPr txBox="1">
            <a:spLocks noChangeArrowheads="1"/>
          </p:cNvSpPr>
          <p:nvPr/>
        </p:nvSpPr>
        <p:spPr bwMode="auto">
          <a:xfrm>
            <a:off x="3935413" y="2786063"/>
            <a:ext cx="18224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Char char="•"/>
            </a:pPr>
            <a:r>
              <a:rPr lang="en-US" altLang="zh-CN" sz="2800" b="1">
                <a:latin typeface="Times New Roman" panose="02020603050405020304" pitchFamily="18" charset="0"/>
                <a:ea typeface="楷体_GB2312" pitchFamily="1" charset="-122"/>
              </a:rPr>
              <a:t> </a:t>
            </a:r>
            <a:r>
              <a:rPr lang="zh-CN" altLang="en-US" sz="2800">
                <a:solidFill>
                  <a:schemeClr val="accent2"/>
                </a:solidFill>
                <a:latin typeface="Times New Roman" panose="02020603050405020304" pitchFamily="18" charset="0"/>
                <a:ea typeface="楷体_GB2312" pitchFamily="1" charset="-122"/>
              </a:rPr>
              <a:t>卫星</a:t>
            </a:r>
            <a:r>
              <a:rPr lang="zh-CN" altLang="en-US" sz="2800" b="1">
                <a:latin typeface="Times New Roman" panose="02020603050405020304" pitchFamily="18" charset="0"/>
                <a:ea typeface="楷体_GB2312" pitchFamily="1" charset="-122"/>
              </a:rPr>
              <a:t>系统</a:t>
            </a:r>
          </a:p>
        </p:txBody>
      </p:sp>
      <p:sp>
        <p:nvSpPr>
          <p:cNvPr id="1225734" name="Text Box 6">
            <a:extLst>
              <a:ext uri="{FF2B5EF4-FFF2-40B4-BE49-F238E27FC236}">
                <a16:creationId xmlns:a16="http://schemas.microsoft.com/office/drawing/2014/main" id="{5CB9488B-DA49-4E5F-A098-8EC751A69557}"/>
              </a:ext>
            </a:extLst>
          </p:cNvPr>
          <p:cNvSpPr txBox="1">
            <a:spLocks noChangeArrowheads="1"/>
          </p:cNvSpPr>
          <p:nvPr/>
        </p:nvSpPr>
        <p:spPr bwMode="auto">
          <a:xfrm>
            <a:off x="2033589" y="3365500"/>
            <a:ext cx="5254625"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20000"/>
              </a:lnSpc>
              <a:spcBef>
                <a:spcPct val="0"/>
              </a:spcBef>
              <a:buClrTx/>
              <a:buSzTx/>
              <a:buFontTx/>
              <a:buNone/>
            </a:pPr>
            <a:r>
              <a:rPr lang="en-US" altLang="zh-CN" sz="2800">
                <a:latin typeface="Times New Roman" panose="02020603050405020304" pitchFamily="18" charset="0"/>
                <a:ea typeface="楷体_GB2312" pitchFamily="1" charset="-122"/>
              </a:rPr>
              <a:t>1. </a:t>
            </a:r>
            <a:r>
              <a:rPr lang="zh-CN" altLang="en-US" sz="2800">
                <a:solidFill>
                  <a:schemeClr val="accent2"/>
                </a:solidFill>
                <a:latin typeface="Times New Roman" panose="02020603050405020304" pitchFamily="18" charset="0"/>
                <a:ea typeface="楷体_GB2312" pitchFamily="1" charset="-122"/>
              </a:rPr>
              <a:t>地面微波</a:t>
            </a:r>
          </a:p>
        </p:txBody>
      </p:sp>
      <p:sp>
        <p:nvSpPr>
          <p:cNvPr id="1225735" name="Text Box 7">
            <a:extLst>
              <a:ext uri="{FF2B5EF4-FFF2-40B4-BE49-F238E27FC236}">
                <a16:creationId xmlns:a16="http://schemas.microsoft.com/office/drawing/2014/main" id="{46F8056D-9C03-4A00-87B7-C1F06B20B042}"/>
              </a:ext>
            </a:extLst>
          </p:cNvPr>
          <p:cNvSpPr txBox="1">
            <a:spLocks noChangeArrowheads="1"/>
          </p:cNvSpPr>
          <p:nvPr/>
        </p:nvSpPr>
        <p:spPr bwMode="auto">
          <a:xfrm>
            <a:off x="2033589" y="4030663"/>
            <a:ext cx="8186737"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65175">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indent="0" algn="just" eaLnBrk="1" hangingPunct="1">
              <a:spcBef>
                <a:spcPct val="0"/>
              </a:spcBef>
              <a:buClrTx/>
              <a:buSzTx/>
              <a:buFontTx/>
              <a:buNone/>
            </a:pPr>
            <a:r>
              <a:rPr lang="zh-CN" altLang="en-US" sz="2800">
                <a:latin typeface="Times New Roman" panose="02020603050405020304" pitchFamily="18" charset="0"/>
                <a:ea typeface="楷体_GB2312" pitchFamily="1" charset="-122"/>
              </a:rPr>
              <a:t>地面微波一般采用定向式抛物面形天线，这要求与其它地点之间的通路</a:t>
            </a:r>
            <a:r>
              <a:rPr lang="zh-CN" altLang="en-US" sz="2800">
                <a:solidFill>
                  <a:srgbClr val="FF0000"/>
                </a:solidFill>
                <a:latin typeface="Times New Roman" panose="02020603050405020304" pitchFamily="18" charset="0"/>
                <a:ea typeface="楷体_GB2312" pitchFamily="1" charset="-122"/>
              </a:rPr>
              <a:t>没有障碍或视线能及</a:t>
            </a:r>
            <a:r>
              <a:rPr lang="zh-CN" altLang="en-US" sz="2800">
                <a:latin typeface="Times New Roman" panose="02020603050405020304" pitchFamily="18" charset="0"/>
                <a:ea typeface="楷体_GB2312" pitchFamily="1" charset="-122"/>
              </a:rPr>
              <a:t>。</a:t>
            </a:r>
          </a:p>
        </p:txBody>
      </p:sp>
      <p:sp>
        <p:nvSpPr>
          <p:cNvPr id="1225736" name="Text Box 8">
            <a:extLst>
              <a:ext uri="{FF2B5EF4-FFF2-40B4-BE49-F238E27FC236}">
                <a16:creationId xmlns:a16="http://schemas.microsoft.com/office/drawing/2014/main" id="{836010EC-0BC5-4D05-A5F5-E03F3CE60DE8}"/>
              </a:ext>
            </a:extLst>
          </p:cNvPr>
          <p:cNvSpPr txBox="1">
            <a:spLocks noChangeArrowheads="1"/>
          </p:cNvSpPr>
          <p:nvPr/>
        </p:nvSpPr>
        <p:spPr bwMode="auto">
          <a:xfrm>
            <a:off x="2033589" y="5037138"/>
            <a:ext cx="5254625"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20000"/>
              </a:lnSpc>
              <a:spcBef>
                <a:spcPct val="0"/>
              </a:spcBef>
              <a:buClrTx/>
              <a:buSzTx/>
              <a:buFontTx/>
              <a:buNone/>
            </a:pPr>
            <a:r>
              <a:rPr lang="en-US" altLang="zh-CN" sz="2800">
                <a:latin typeface="Times New Roman" panose="02020603050405020304" pitchFamily="18" charset="0"/>
                <a:ea typeface="楷体_GB2312" pitchFamily="1" charset="-122"/>
              </a:rPr>
              <a:t>2. </a:t>
            </a:r>
            <a:r>
              <a:rPr lang="zh-CN" altLang="en-US" sz="2800">
                <a:solidFill>
                  <a:schemeClr val="accent2"/>
                </a:solidFill>
                <a:latin typeface="Times New Roman" panose="02020603050405020304" pitchFamily="18" charset="0"/>
                <a:ea typeface="楷体_GB2312" pitchFamily="1" charset="-122"/>
              </a:rPr>
              <a:t>卫星微波</a:t>
            </a:r>
          </a:p>
        </p:txBody>
      </p:sp>
      <p:sp>
        <p:nvSpPr>
          <p:cNvPr id="1225737" name="Text Box 9">
            <a:extLst>
              <a:ext uri="{FF2B5EF4-FFF2-40B4-BE49-F238E27FC236}">
                <a16:creationId xmlns:a16="http://schemas.microsoft.com/office/drawing/2014/main" id="{FBCA7CB4-25DD-45F3-AE71-56A750BC5A4E}"/>
              </a:ext>
            </a:extLst>
          </p:cNvPr>
          <p:cNvSpPr txBox="1">
            <a:spLocks noChangeArrowheads="1"/>
          </p:cNvSpPr>
          <p:nvPr/>
        </p:nvSpPr>
        <p:spPr bwMode="auto">
          <a:xfrm>
            <a:off x="2033589" y="5654675"/>
            <a:ext cx="982305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765175">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indent="0" algn="just" eaLnBrk="1" hangingPunct="1">
              <a:spcBef>
                <a:spcPct val="0"/>
              </a:spcBef>
              <a:buClrTx/>
              <a:buSzTx/>
              <a:buFontTx/>
              <a:buNone/>
            </a:pPr>
            <a:r>
              <a:rPr lang="zh-CN" altLang="en-US" sz="2800">
                <a:latin typeface="Times New Roman" panose="02020603050405020304" pitchFamily="18" charset="0"/>
                <a:ea typeface="楷体_GB2312" pitchFamily="1" charset="-122"/>
              </a:rPr>
              <a:t>通过地球上的定向抛物面天线向地球同步卫星发送直线波束。</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25731">
                                            <p:txEl>
                                              <p:pRg st="0" end="0"/>
                                            </p:txEl>
                                          </p:spTgt>
                                        </p:tgtEl>
                                        <p:attrNameLst>
                                          <p:attrName>style.visibility</p:attrName>
                                        </p:attrNameLst>
                                      </p:cBhvr>
                                      <p:to>
                                        <p:strVal val="visible"/>
                                      </p:to>
                                    </p:set>
                                    <p:anim calcmode="lin" valueType="num">
                                      <p:cBhvr additive="base">
                                        <p:cTn id="7" dur="500" fill="hold"/>
                                        <p:tgtEl>
                                          <p:spTgt spid="122573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257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225732">
                                            <p:txEl>
                                              <p:pRg st="0" end="0"/>
                                            </p:txEl>
                                          </p:spTgt>
                                        </p:tgtEl>
                                        <p:attrNameLst>
                                          <p:attrName>style.visibility</p:attrName>
                                        </p:attrNameLst>
                                      </p:cBhvr>
                                      <p:to>
                                        <p:strVal val="visible"/>
                                      </p:to>
                                    </p:set>
                                    <p:anim calcmode="lin" valueType="num">
                                      <p:cBhvr additive="base">
                                        <p:cTn id="13" dur="500" fill="hold"/>
                                        <p:tgtEl>
                                          <p:spTgt spid="1225732">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22573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225733">
                                            <p:txEl>
                                              <p:pRg st="0" end="0"/>
                                            </p:txEl>
                                          </p:spTgt>
                                        </p:tgtEl>
                                        <p:attrNameLst>
                                          <p:attrName>style.visibility</p:attrName>
                                        </p:attrNameLst>
                                      </p:cBhvr>
                                      <p:to>
                                        <p:strVal val="visible"/>
                                      </p:to>
                                    </p:set>
                                    <p:anim calcmode="lin" valueType="num">
                                      <p:cBhvr additive="base">
                                        <p:cTn id="19" dur="500" fill="hold"/>
                                        <p:tgtEl>
                                          <p:spTgt spid="1225733">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22573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225734">
                                            <p:txEl>
                                              <p:pRg st="0" end="0"/>
                                            </p:txEl>
                                          </p:spTgt>
                                        </p:tgtEl>
                                        <p:attrNameLst>
                                          <p:attrName>style.visibility</p:attrName>
                                        </p:attrNameLst>
                                      </p:cBhvr>
                                      <p:to>
                                        <p:strVal val="visible"/>
                                      </p:to>
                                    </p:set>
                                    <p:anim calcmode="lin" valueType="num">
                                      <p:cBhvr additive="base">
                                        <p:cTn id="25" dur="500" fill="hold"/>
                                        <p:tgtEl>
                                          <p:spTgt spid="1225734">
                                            <p:txEl>
                                              <p:pRg st="0" end="0"/>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22573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225735">
                                            <p:txEl>
                                              <p:pRg st="0" end="0"/>
                                            </p:txEl>
                                          </p:spTgt>
                                        </p:tgtEl>
                                        <p:attrNameLst>
                                          <p:attrName>style.visibility</p:attrName>
                                        </p:attrNameLst>
                                      </p:cBhvr>
                                      <p:to>
                                        <p:strVal val="visible"/>
                                      </p:to>
                                    </p:set>
                                    <p:anim calcmode="lin" valueType="num">
                                      <p:cBhvr additive="base">
                                        <p:cTn id="31" dur="500" fill="hold"/>
                                        <p:tgtEl>
                                          <p:spTgt spid="1225735">
                                            <p:txEl>
                                              <p:pRg st="0" end="0"/>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2257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225736">
                                            <p:txEl>
                                              <p:pRg st="0" end="0"/>
                                            </p:txEl>
                                          </p:spTgt>
                                        </p:tgtEl>
                                        <p:attrNameLst>
                                          <p:attrName>style.visibility</p:attrName>
                                        </p:attrNameLst>
                                      </p:cBhvr>
                                      <p:to>
                                        <p:strVal val="visible"/>
                                      </p:to>
                                    </p:set>
                                    <p:anim calcmode="lin" valueType="num">
                                      <p:cBhvr additive="base">
                                        <p:cTn id="37" dur="500" fill="hold"/>
                                        <p:tgtEl>
                                          <p:spTgt spid="1225736">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22573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225737">
                                            <p:txEl>
                                              <p:pRg st="0" end="0"/>
                                            </p:txEl>
                                          </p:spTgt>
                                        </p:tgtEl>
                                        <p:attrNameLst>
                                          <p:attrName>style.visibility</p:attrName>
                                        </p:attrNameLst>
                                      </p:cBhvr>
                                      <p:to>
                                        <p:strVal val="visible"/>
                                      </p:to>
                                    </p:set>
                                    <p:anim calcmode="lin" valueType="num">
                                      <p:cBhvr additive="base">
                                        <p:cTn id="43" dur="500" fill="hold"/>
                                        <p:tgtEl>
                                          <p:spTgt spid="1225737">
                                            <p:txEl>
                                              <p:pRg st="0" end="0"/>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22573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5731" grpId="0" build="p" autoUpdateAnimBg="0"/>
      <p:bldP spid="1225732" grpId="0" build="p" autoUpdateAnimBg="0"/>
      <p:bldP spid="1225733" grpId="0" build="p" autoUpdateAnimBg="0"/>
      <p:bldP spid="1225734" grpId="0" build="p" autoUpdateAnimBg="0"/>
      <p:bldP spid="1225735" grpId="0" build="p" autoUpdateAnimBg="0"/>
      <p:bldP spid="1225736" grpId="0" build="p" autoUpdateAnimBg="0"/>
      <p:bldP spid="1225737" grpId="0" build="p"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BDE37FAD-2148-4513-9A31-8996D3E646B0}"/>
              </a:ext>
            </a:extLst>
          </p:cNvPr>
          <p:cNvSpPr>
            <a:spLocks noGrp="1" noChangeArrowheads="1"/>
          </p:cNvSpPr>
          <p:nvPr>
            <p:ph type="title"/>
          </p:nvPr>
        </p:nvSpPr>
        <p:spPr>
          <a:xfrm>
            <a:off x="2209800" y="98426"/>
            <a:ext cx="7772400" cy="779463"/>
          </a:xfrm>
          <a:noFill/>
        </p:spPr>
        <p:txBody>
          <a:bodyPr/>
          <a:lstStyle/>
          <a:p>
            <a:pPr eaLnBrk="1" hangingPunct="1"/>
            <a:r>
              <a:rPr lang="zh-CN" altLang="en-US" sz="3600" b="0">
                <a:solidFill>
                  <a:schemeClr val="folHlink"/>
                </a:solidFill>
                <a:latin typeface="Times New Roman" panose="02020603050405020304" pitchFamily="18" charset="0"/>
                <a:ea typeface="楷体_GB2312" pitchFamily="1" charset="-122"/>
              </a:rPr>
              <a:t>地面微波</a:t>
            </a:r>
          </a:p>
        </p:txBody>
      </p:sp>
      <p:grpSp>
        <p:nvGrpSpPr>
          <p:cNvPr id="43011" name="Group 3">
            <a:extLst>
              <a:ext uri="{FF2B5EF4-FFF2-40B4-BE49-F238E27FC236}">
                <a16:creationId xmlns:a16="http://schemas.microsoft.com/office/drawing/2014/main" id="{1ABFFF1D-700B-4DE6-9B60-C7F9F9EBAC1E}"/>
              </a:ext>
            </a:extLst>
          </p:cNvPr>
          <p:cNvGrpSpPr>
            <a:grpSpLocks/>
          </p:cNvGrpSpPr>
          <p:nvPr/>
        </p:nvGrpSpPr>
        <p:grpSpPr bwMode="auto">
          <a:xfrm>
            <a:off x="1903413" y="1268413"/>
            <a:ext cx="8367712" cy="5054600"/>
            <a:chOff x="239" y="799"/>
            <a:chExt cx="5271" cy="3184"/>
          </a:xfrm>
        </p:grpSpPr>
        <p:pic>
          <p:nvPicPr>
            <p:cNvPr id="43012" name="Picture 4">
              <a:extLst>
                <a:ext uri="{FF2B5EF4-FFF2-40B4-BE49-F238E27FC236}">
                  <a16:creationId xmlns:a16="http://schemas.microsoft.com/office/drawing/2014/main" id="{7F994FAA-38FA-4248-AD90-91B71A5849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 y="799"/>
              <a:ext cx="5271" cy="1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013" name="Picture 5">
              <a:extLst>
                <a:ext uri="{FF2B5EF4-FFF2-40B4-BE49-F238E27FC236}">
                  <a16:creationId xmlns:a16="http://schemas.microsoft.com/office/drawing/2014/main" id="{E6A61F61-5ED0-485A-8388-4B57A7405C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 y="2819"/>
              <a:ext cx="400" cy="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014" name="Text Box 6">
              <a:extLst>
                <a:ext uri="{FF2B5EF4-FFF2-40B4-BE49-F238E27FC236}">
                  <a16:creationId xmlns:a16="http://schemas.microsoft.com/office/drawing/2014/main" id="{BEBA9B1A-FD64-4514-96C4-0F46656D399F}"/>
                </a:ext>
              </a:extLst>
            </p:cNvPr>
            <p:cNvSpPr txBox="1">
              <a:spLocks noChangeArrowheads="1"/>
            </p:cNvSpPr>
            <p:nvPr/>
          </p:nvSpPr>
          <p:spPr bwMode="auto">
            <a:xfrm>
              <a:off x="1394" y="2922"/>
              <a:ext cx="140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800">
                  <a:latin typeface="Times New Roman" panose="02020603050405020304" pitchFamily="18" charset="0"/>
                  <a:ea typeface="楷体_GB2312" pitchFamily="1" charset="-122"/>
                </a:rPr>
                <a:t>微波传送塔</a:t>
              </a:r>
            </a:p>
          </p:txBody>
        </p:sp>
        <p:sp>
          <p:nvSpPr>
            <p:cNvPr id="43015" name="Line 7">
              <a:extLst>
                <a:ext uri="{FF2B5EF4-FFF2-40B4-BE49-F238E27FC236}">
                  <a16:creationId xmlns:a16="http://schemas.microsoft.com/office/drawing/2014/main" id="{BA691B19-0282-4E80-AA66-7B626C8B3604}"/>
                </a:ext>
              </a:extLst>
            </p:cNvPr>
            <p:cNvSpPr>
              <a:spLocks noChangeShapeType="1"/>
            </p:cNvSpPr>
            <p:nvPr/>
          </p:nvSpPr>
          <p:spPr bwMode="auto">
            <a:xfrm>
              <a:off x="790" y="3653"/>
              <a:ext cx="450" cy="1"/>
            </a:xfrm>
            <a:prstGeom prst="line">
              <a:avLst/>
            </a:prstGeom>
            <a:noFill/>
            <a:ln w="127000">
              <a:solidFill>
                <a:srgbClr val="FCFC0A"/>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3016" name="Text Box 8">
              <a:extLst>
                <a:ext uri="{FF2B5EF4-FFF2-40B4-BE49-F238E27FC236}">
                  <a16:creationId xmlns:a16="http://schemas.microsoft.com/office/drawing/2014/main" id="{71A6E5A0-F958-43A5-ABAA-214D72AA21A1}"/>
                </a:ext>
              </a:extLst>
            </p:cNvPr>
            <p:cNvSpPr txBox="1">
              <a:spLocks noChangeArrowheads="1"/>
            </p:cNvSpPr>
            <p:nvPr/>
          </p:nvSpPr>
          <p:spPr bwMode="auto">
            <a:xfrm>
              <a:off x="1450" y="3387"/>
              <a:ext cx="1348"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800">
                  <a:latin typeface="Times New Roman" panose="02020603050405020304" pitchFamily="18" charset="0"/>
                  <a:ea typeface="楷体_GB2312" pitchFamily="1" charset="-122"/>
                </a:rPr>
                <a:t>地面站之间的直视线路</a:t>
              </a:r>
            </a:p>
          </p:txBody>
        </p:sp>
        <p:sp>
          <p:nvSpPr>
            <p:cNvPr id="43017" name="Text Box 9">
              <a:extLst>
                <a:ext uri="{FF2B5EF4-FFF2-40B4-BE49-F238E27FC236}">
                  <a16:creationId xmlns:a16="http://schemas.microsoft.com/office/drawing/2014/main" id="{DB6879A5-926E-4783-B980-E80E60117E4C}"/>
                </a:ext>
              </a:extLst>
            </p:cNvPr>
            <p:cNvSpPr txBox="1">
              <a:spLocks noChangeArrowheads="1"/>
            </p:cNvSpPr>
            <p:nvPr/>
          </p:nvSpPr>
          <p:spPr bwMode="auto">
            <a:xfrm>
              <a:off x="3107" y="3049"/>
              <a:ext cx="2290"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800">
                  <a:solidFill>
                    <a:srgbClr val="000000"/>
                  </a:solidFill>
                  <a:latin typeface="Times New Roman" panose="02020603050405020304" pitchFamily="18" charset="0"/>
                  <a:ea typeface="楷体_GB2312" pitchFamily="1" charset="-122"/>
                </a:rPr>
                <a:t>两个地面站之间传送 距离：</a:t>
              </a:r>
              <a:r>
                <a:rPr lang="en-US" altLang="zh-CN" sz="2800" b="1">
                  <a:solidFill>
                    <a:srgbClr val="000000"/>
                  </a:solidFill>
                  <a:latin typeface="Times New Roman" panose="02020603050405020304" pitchFamily="18" charset="0"/>
                  <a:ea typeface="楷体_GB2312" pitchFamily="1" charset="-122"/>
                </a:rPr>
                <a:t>50 -100 km </a:t>
              </a:r>
              <a:endParaRPr lang="en-US" altLang="zh-CN" sz="2800">
                <a:latin typeface="Times New Roman" panose="02020603050405020304" pitchFamily="18" charset="0"/>
                <a:ea typeface="楷体_GB2312" pitchFamily="1" charset="-122"/>
              </a:endParaRPr>
            </a:p>
          </p:txBody>
        </p:sp>
      </p:grpSp>
    </p:spTree>
  </p:cSld>
  <p:clrMapOvr>
    <a:masterClrMapping/>
  </p:clrMapOvr>
  <p:transition spd="med">
    <p:rand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847A5EBB-5943-456D-BA24-D372E6D2B7FB}"/>
              </a:ext>
            </a:extLst>
          </p:cNvPr>
          <p:cNvSpPr>
            <a:spLocks noGrp="1" noChangeArrowheads="1"/>
          </p:cNvSpPr>
          <p:nvPr>
            <p:ph type="title"/>
          </p:nvPr>
        </p:nvSpPr>
        <p:spPr>
          <a:xfrm>
            <a:off x="2162175" y="0"/>
            <a:ext cx="7772400" cy="1143000"/>
          </a:xfrm>
          <a:noFill/>
        </p:spPr>
        <p:txBody>
          <a:bodyPr/>
          <a:lstStyle/>
          <a:p>
            <a:pPr eaLnBrk="1" hangingPunct="1"/>
            <a:r>
              <a:rPr lang="zh-CN" altLang="en-US" sz="3600" b="0">
                <a:solidFill>
                  <a:schemeClr val="folHlink"/>
                </a:solidFill>
                <a:latin typeface="Times New Roman" panose="02020603050405020304" pitchFamily="18" charset="0"/>
                <a:ea typeface="楷体_GB2312" pitchFamily="1" charset="-122"/>
              </a:rPr>
              <a:t>卫星微波</a:t>
            </a:r>
          </a:p>
        </p:txBody>
      </p:sp>
      <p:pic>
        <p:nvPicPr>
          <p:cNvPr id="44035" name="Picture 3">
            <a:extLst>
              <a:ext uri="{FF2B5EF4-FFF2-40B4-BE49-F238E27FC236}">
                <a16:creationId xmlns:a16="http://schemas.microsoft.com/office/drawing/2014/main" id="{5FAF43AA-3E1D-485B-847F-885797297C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3275" y="1412876"/>
            <a:ext cx="8083550" cy="3929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rand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F7580640-9A1F-49B0-9C78-55DC0D95B1F5}"/>
              </a:ext>
            </a:extLst>
          </p:cNvPr>
          <p:cNvSpPr>
            <a:spLocks noGrp="1" noChangeArrowheads="1"/>
          </p:cNvSpPr>
          <p:nvPr>
            <p:ph type="title"/>
          </p:nvPr>
        </p:nvSpPr>
        <p:spPr>
          <a:xfrm>
            <a:off x="2333625" y="116632"/>
            <a:ext cx="7608888" cy="792088"/>
          </a:xfrm>
          <a:noFill/>
        </p:spPr>
        <p:txBody>
          <a:bodyPr/>
          <a:lstStyle/>
          <a:p>
            <a:pPr eaLnBrk="1" hangingPunct="1"/>
            <a:r>
              <a:rPr lang="zh-CN" altLang="en-US" sz="3600" b="0">
                <a:solidFill>
                  <a:schemeClr val="folHlink"/>
                </a:solidFill>
                <a:latin typeface="Times New Roman" panose="02020603050405020304" pitchFamily="18" charset="0"/>
                <a:ea typeface="楷体_GB2312" pitchFamily="1" charset="-122"/>
              </a:rPr>
              <a:t>地球同步轨道</a:t>
            </a:r>
          </a:p>
        </p:txBody>
      </p:sp>
      <p:pic>
        <p:nvPicPr>
          <p:cNvPr id="45059" name="Picture 3">
            <a:extLst>
              <a:ext uri="{FF2B5EF4-FFF2-40B4-BE49-F238E27FC236}">
                <a16:creationId xmlns:a16="http://schemas.microsoft.com/office/drawing/2014/main" id="{6E284C0A-DDD6-4DAD-974D-D576D6FE87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6414" y="1628776"/>
            <a:ext cx="5818187" cy="371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rand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03BA2707-8BED-448E-84BD-1B39B3A586B0}"/>
              </a:ext>
            </a:extLst>
          </p:cNvPr>
          <p:cNvSpPr>
            <a:spLocks noGrp="1" noChangeArrowheads="1"/>
          </p:cNvSpPr>
          <p:nvPr>
            <p:ph type="title"/>
          </p:nvPr>
        </p:nvSpPr>
        <p:spPr>
          <a:xfrm>
            <a:off x="2290764" y="327026"/>
            <a:ext cx="7608887" cy="373063"/>
          </a:xfrm>
          <a:noFill/>
        </p:spPr>
        <p:txBody>
          <a:bodyPr/>
          <a:lstStyle/>
          <a:p>
            <a:pPr eaLnBrk="1" hangingPunct="1"/>
            <a:r>
              <a:rPr lang="zh-CN" altLang="en-US" sz="3600" b="0">
                <a:solidFill>
                  <a:schemeClr val="folHlink"/>
                </a:solidFill>
                <a:latin typeface="Times New Roman" panose="02020603050405020304" pitchFamily="18" charset="0"/>
                <a:ea typeface="楷体_GB2312" pitchFamily="1" charset="-122"/>
              </a:rPr>
              <a:t>蜂窝通信系统</a:t>
            </a:r>
          </a:p>
        </p:txBody>
      </p:sp>
      <p:pic>
        <p:nvPicPr>
          <p:cNvPr id="46083" name="Picture 3">
            <a:extLst>
              <a:ext uri="{FF2B5EF4-FFF2-40B4-BE49-F238E27FC236}">
                <a16:creationId xmlns:a16="http://schemas.microsoft.com/office/drawing/2014/main" id="{4A46D182-6A8E-4335-B0FC-483E5556CF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4114" y="1597025"/>
            <a:ext cx="7439025" cy="488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rand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BEFAD3C4-8600-4854-B67A-E5AD28F7E558}"/>
              </a:ext>
            </a:extLst>
          </p:cNvPr>
          <p:cNvSpPr>
            <a:spLocks noGrp="1" noChangeArrowheads="1"/>
          </p:cNvSpPr>
          <p:nvPr>
            <p:ph type="title" idx="4294967295"/>
          </p:nvPr>
        </p:nvSpPr>
        <p:spPr>
          <a:xfrm>
            <a:off x="2365375" y="322264"/>
            <a:ext cx="7696200" cy="420687"/>
          </a:xfrm>
          <a:noFill/>
        </p:spPr>
        <p:txBody>
          <a:bodyPr/>
          <a:lstStyle/>
          <a:p>
            <a:pPr eaLnBrk="1" hangingPunct="1"/>
            <a:r>
              <a:rPr lang="zh-CN" altLang="en-US" sz="3600" b="0">
                <a:solidFill>
                  <a:schemeClr val="folHlink"/>
                </a:solidFill>
                <a:latin typeface="Times New Roman" panose="02020603050405020304" pitchFamily="18" charset="0"/>
                <a:ea typeface="楷体_GB2312" pitchFamily="1" charset="-122"/>
              </a:rPr>
              <a:t>红外线系统</a:t>
            </a:r>
          </a:p>
        </p:txBody>
      </p:sp>
      <p:sp>
        <p:nvSpPr>
          <p:cNvPr id="47107" name="Text Box 3">
            <a:extLst>
              <a:ext uri="{FF2B5EF4-FFF2-40B4-BE49-F238E27FC236}">
                <a16:creationId xmlns:a16="http://schemas.microsoft.com/office/drawing/2014/main" id="{02F1247C-B1F1-4736-A54F-A70184AF0A44}"/>
              </a:ext>
            </a:extLst>
          </p:cNvPr>
          <p:cNvSpPr txBox="1">
            <a:spLocks noChangeArrowheads="1"/>
          </p:cNvSpPr>
          <p:nvPr/>
        </p:nvSpPr>
        <p:spPr bwMode="auto">
          <a:xfrm>
            <a:off x="6257924" y="1400176"/>
            <a:ext cx="5022651" cy="3646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40000"/>
              </a:lnSpc>
              <a:spcBef>
                <a:spcPct val="0"/>
              </a:spcBef>
              <a:buClrTx/>
              <a:buSzTx/>
              <a:buFontTx/>
              <a:buNone/>
            </a:pPr>
            <a:r>
              <a:rPr lang="zh-CN" altLang="en-US" sz="2800">
                <a:latin typeface="Times New Roman" panose="02020603050405020304" pitchFamily="18" charset="0"/>
                <a:ea typeface="楷体_GB2312" pitchFamily="1" charset="-122"/>
              </a:rPr>
              <a:t>另一种无线传播介质建立在红外光基础上。红外连接采用发光射二极管</a:t>
            </a:r>
            <a:r>
              <a:rPr lang="en-US" altLang="zh-CN" sz="2800">
                <a:latin typeface="Times New Roman" panose="02020603050405020304" pitchFamily="18" charset="0"/>
                <a:ea typeface="楷体_GB2312" pitchFamily="1" charset="-122"/>
              </a:rPr>
              <a:t>(LED)</a:t>
            </a:r>
            <a:r>
              <a:rPr lang="zh-CN" altLang="en-US" sz="2800">
                <a:latin typeface="Times New Roman" panose="02020603050405020304" pitchFamily="18" charset="0"/>
                <a:ea typeface="楷体_GB2312" pitchFamily="1" charset="-122"/>
              </a:rPr>
              <a:t>、</a:t>
            </a:r>
            <a:r>
              <a:rPr lang="zh-CN" altLang="zh-CN" sz="2800">
                <a:latin typeface="Times New Roman" panose="02020603050405020304" pitchFamily="18" charset="0"/>
                <a:ea typeface="楷体_GB2312" pitchFamily="1" charset="-122"/>
              </a:rPr>
              <a:t>激光二极管(</a:t>
            </a:r>
            <a:r>
              <a:rPr lang="en-US" altLang="zh-CN" sz="2800">
                <a:latin typeface="Times New Roman" panose="02020603050405020304" pitchFamily="18" charset="0"/>
                <a:ea typeface="楷体_GB2312" pitchFamily="1" charset="-122"/>
              </a:rPr>
              <a:t>LLD)</a:t>
            </a:r>
            <a:r>
              <a:rPr lang="zh-CN" altLang="zh-CN" sz="2800">
                <a:latin typeface="Times New Roman" panose="02020603050405020304" pitchFamily="18" charset="0"/>
                <a:ea typeface="楷体_GB2312" pitchFamily="1" charset="-122"/>
              </a:rPr>
              <a:t>或者光电二极管(就像音像遥控器或光纤收发器)来进行站与站之间的数据交流。</a:t>
            </a:r>
            <a:endParaRPr lang="zh-CN" altLang="en-US" sz="2800">
              <a:latin typeface="Times New Roman" panose="02020603050405020304" pitchFamily="18" charset="0"/>
              <a:ea typeface="楷体_GB2312" pitchFamily="1" charset="-122"/>
            </a:endParaRPr>
          </a:p>
        </p:txBody>
      </p:sp>
      <p:pic>
        <p:nvPicPr>
          <p:cNvPr id="47108" name="Picture 4" descr="0137">
            <a:extLst>
              <a:ext uri="{FF2B5EF4-FFF2-40B4-BE49-F238E27FC236}">
                <a16:creationId xmlns:a16="http://schemas.microsoft.com/office/drawing/2014/main" id="{99258E1E-1220-406D-B8A1-28B96ADBCF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400175"/>
            <a:ext cx="4546600"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a:extLst>
              <a:ext uri="{FF2B5EF4-FFF2-40B4-BE49-F238E27FC236}">
                <a16:creationId xmlns:a16="http://schemas.microsoft.com/office/drawing/2014/main" id="{56B2C202-4C90-4E73-8CDE-7DD475252351}"/>
              </a:ext>
            </a:extLst>
          </p:cNvPr>
          <p:cNvSpPr txBox="1">
            <a:spLocks noChangeArrowheads="1"/>
          </p:cNvSpPr>
          <p:nvPr/>
        </p:nvSpPr>
        <p:spPr bwMode="auto">
          <a:xfrm>
            <a:off x="3330575" y="379414"/>
            <a:ext cx="59324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zh-CN" b="1">
              <a:solidFill>
                <a:schemeClr val="folHlink"/>
              </a:solidFill>
              <a:latin typeface="Times New Roman" panose="02020603050405020304" pitchFamily="18" charset="0"/>
              <a:ea typeface="楷体_GB2312" pitchFamily="1" charset="-122"/>
            </a:endParaRPr>
          </a:p>
        </p:txBody>
      </p:sp>
      <p:sp>
        <p:nvSpPr>
          <p:cNvPr id="1233923" name="Text Box 3">
            <a:extLst>
              <a:ext uri="{FF2B5EF4-FFF2-40B4-BE49-F238E27FC236}">
                <a16:creationId xmlns:a16="http://schemas.microsoft.com/office/drawing/2014/main" id="{95FA9192-7B44-4381-AF1D-121431B25A9A}"/>
              </a:ext>
            </a:extLst>
          </p:cNvPr>
          <p:cNvSpPr txBox="1">
            <a:spLocks noChangeArrowheads="1"/>
          </p:cNvSpPr>
          <p:nvPr/>
        </p:nvSpPr>
        <p:spPr bwMode="auto">
          <a:xfrm>
            <a:off x="3022601" y="1412876"/>
            <a:ext cx="6556375"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952500" indent="-200025">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buClrTx/>
              <a:buSzTx/>
              <a:buFontTx/>
              <a:buAutoNum type="arabicParenR"/>
            </a:pPr>
            <a:r>
              <a:rPr lang="zh-CN" altLang="en-US" b="1">
                <a:solidFill>
                  <a:schemeClr val="folHlink"/>
                </a:solidFill>
                <a:latin typeface="Times New Roman" panose="02020603050405020304" pitchFamily="18" charset="0"/>
                <a:ea typeface="楷体_GB2312" pitchFamily="1" charset="-122"/>
              </a:rPr>
              <a:t>建筑群子系统  </a:t>
            </a:r>
          </a:p>
          <a:p>
            <a:pPr algn="just" eaLnBrk="1" hangingPunct="1">
              <a:buClrTx/>
              <a:buSzTx/>
              <a:buFontTx/>
              <a:buAutoNum type="arabicParenR"/>
            </a:pPr>
            <a:r>
              <a:rPr lang="zh-CN" altLang="en-US" b="1">
                <a:solidFill>
                  <a:schemeClr val="folHlink"/>
                </a:solidFill>
                <a:latin typeface="Times New Roman" panose="02020603050405020304" pitchFamily="18" charset="0"/>
                <a:ea typeface="楷体_GB2312" pitchFamily="1" charset="-122"/>
              </a:rPr>
              <a:t>垂直子系统 </a:t>
            </a:r>
          </a:p>
          <a:p>
            <a:pPr algn="just" eaLnBrk="1" hangingPunct="1">
              <a:buClrTx/>
              <a:buSzTx/>
              <a:buFontTx/>
              <a:buAutoNum type="arabicParenR"/>
            </a:pPr>
            <a:r>
              <a:rPr lang="zh-CN" altLang="en-US" b="1">
                <a:solidFill>
                  <a:schemeClr val="folHlink"/>
                </a:solidFill>
                <a:latin typeface="Times New Roman" panose="02020603050405020304" pitchFamily="18" charset="0"/>
                <a:ea typeface="楷体_GB2312" pitchFamily="1" charset="-122"/>
              </a:rPr>
              <a:t>水平子系统 </a:t>
            </a:r>
          </a:p>
          <a:p>
            <a:pPr algn="just" eaLnBrk="1" hangingPunct="1">
              <a:buClrTx/>
              <a:buSzTx/>
              <a:buFontTx/>
              <a:buAutoNum type="arabicParenR"/>
            </a:pPr>
            <a:r>
              <a:rPr lang="zh-CN" altLang="en-US" b="1">
                <a:solidFill>
                  <a:schemeClr val="folHlink"/>
                </a:solidFill>
                <a:latin typeface="Times New Roman" panose="02020603050405020304" pitchFamily="18" charset="0"/>
                <a:ea typeface="楷体_GB2312" pitchFamily="1" charset="-122"/>
              </a:rPr>
              <a:t>工作区子系统 </a:t>
            </a:r>
          </a:p>
          <a:p>
            <a:pPr algn="just" eaLnBrk="1" hangingPunct="1">
              <a:buClrTx/>
              <a:buSzTx/>
              <a:buFontTx/>
              <a:buAutoNum type="arabicParenR"/>
            </a:pPr>
            <a:r>
              <a:rPr lang="zh-CN" altLang="en-US" b="1">
                <a:solidFill>
                  <a:schemeClr val="folHlink"/>
                </a:solidFill>
                <a:latin typeface="Times New Roman" panose="02020603050405020304" pitchFamily="18" charset="0"/>
                <a:ea typeface="楷体_GB2312" pitchFamily="1" charset="-122"/>
              </a:rPr>
              <a:t>设备间子系统 </a:t>
            </a:r>
          </a:p>
          <a:p>
            <a:pPr algn="just" eaLnBrk="1" hangingPunct="1">
              <a:buClrTx/>
              <a:buSzTx/>
              <a:buFontTx/>
              <a:buAutoNum type="arabicParenR"/>
            </a:pPr>
            <a:r>
              <a:rPr lang="zh-CN" altLang="en-US" b="1">
                <a:solidFill>
                  <a:schemeClr val="folHlink"/>
                </a:solidFill>
                <a:latin typeface="Times New Roman" panose="02020603050405020304" pitchFamily="18" charset="0"/>
                <a:ea typeface="楷体_GB2312" pitchFamily="1" charset="-122"/>
              </a:rPr>
              <a:t>管理子系统  </a:t>
            </a:r>
          </a:p>
        </p:txBody>
      </p:sp>
      <p:sp>
        <p:nvSpPr>
          <p:cNvPr id="49156" name="Rectangle 4">
            <a:extLst>
              <a:ext uri="{FF2B5EF4-FFF2-40B4-BE49-F238E27FC236}">
                <a16:creationId xmlns:a16="http://schemas.microsoft.com/office/drawing/2014/main" id="{1633E070-E580-4AC0-AF46-5D31B00211EC}"/>
              </a:ext>
            </a:extLst>
          </p:cNvPr>
          <p:cNvSpPr>
            <a:spLocks noGrp="1" noChangeArrowheads="1"/>
          </p:cNvSpPr>
          <p:nvPr>
            <p:ph type="title" idx="4294967295"/>
          </p:nvPr>
        </p:nvSpPr>
        <p:spPr>
          <a:xfrm>
            <a:off x="171451" y="211932"/>
            <a:ext cx="5702300" cy="649288"/>
          </a:xfrm>
          <a:noFill/>
        </p:spPr>
        <p:txBody>
          <a:bodyPr/>
          <a:lstStyle/>
          <a:p>
            <a:pPr algn="l" eaLnBrk="1" hangingPunct="1"/>
            <a:r>
              <a:rPr lang="en-US" altLang="zh-CN" sz="3600" b="0">
                <a:solidFill>
                  <a:srgbClr val="002060"/>
                </a:solidFill>
                <a:latin typeface="Times New Roman" panose="02020603050405020304" pitchFamily="18" charset="0"/>
                <a:ea typeface="楷体_GB2312" pitchFamily="1" charset="-122"/>
              </a:rPr>
              <a:t>3.9  </a:t>
            </a:r>
            <a:r>
              <a:rPr lang="zh-CN" altLang="en-US" sz="3600" b="0">
                <a:solidFill>
                  <a:srgbClr val="002060"/>
                </a:solidFill>
                <a:latin typeface="Times New Roman" panose="02020603050405020304" pitchFamily="18" charset="0"/>
                <a:ea typeface="楷体_GB2312" pitchFamily="1" charset="-122"/>
              </a:rPr>
              <a:t>综合布线系统基础</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33923">
                                            <p:txEl>
                                              <p:pRg st="0" end="0"/>
                                            </p:txEl>
                                          </p:spTgt>
                                        </p:tgtEl>
                                        <p:attrNameLst>
                                          <p:attrName>style.visibility</p:attrName>
                                        </p:attrNameLst>
                                      </p:cBhvr>
                                      <p:to>
                                        <p:strVal val="visible"/>
                                      </p:to>
                                    </p:set>
                                    <p:anim calcmode="lin" valueType="num">
                                      <p:cBhvr additive="base">
                                        <p:cTn id="7" dur="500" fill="hold"/>
                                        <p:tgtEl>
                                          <p:spTgt spid="123392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339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233923">
                                            <p:txEl>
                                              <p:pRg st="1" end="1"/>
                                            </p:txEl>
                                          </p:spTgt>
                                        </p:tgtEl>
                                        <p:attrNameLst>
                                          <p:attrName>style.visibility</p:attrName>
                                        </p:attrNameLst>
                                      </p:cBhvr>
                                      <p:to>
                                        <p:strVal val="visible"/>
                                      </p:to>
                                    </p:set>
                                    <p:anim calcmode="lin" valueType="num">
                                      <p:cBhvr additive="base">
                                        <p:cTn id="13" dur="500" fill="hold"/>
                                        <p:tgtEl>
                                          <p:spTgt spid="123392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2339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233923">
                                            <p:txEl>
                                              <p:pRg st="2" end="2"/>
                                            </p:txEl>
                                          </p:spTgt>
                                        </p:tgtEl>
                                        <p:attrNameLst>
                                          <p:attrName>style.visibility</p:attrName>
                                        </p:attrNameLst>
                                      </p:cBhvr>
                                      <p:to>
                                        <p:strVal val="visible"/>
                                      </p:to>
                                    </p:set>
                                    <p:anim calcmode="lin" valueType="num">
                                      <p:cBhvr additive="base">
                                        <p:cTn id="19" dur="500" fill="hold"/>
                                        <p:tgtEl>
                                          <p:spTgt spid="123392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2339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233923">
                                            <p:txEl>
                                              <p:pRg st="3" end="3"/>
                                            </p:txEl>
                                          </p:spTgt>
                                        </p:tgtEl>
                                        <p:attrNameLst>
                                          <p:attrName>style.visibility</p:attrName>
                                        </p:attrNameLst>
                                      </p:cBhvr>
                                      <p:to>
                                        <p:strVal val="visible"/>
                                      </p:to>
                                    </p:set>
                                    <p:anim calcmode="lin" valueType="num">
                                      <p:cBhvr additive="base">
                                        <p:cTn id="25" dur="500" fill="hold"/>
                                        <p:tgtEl>
                                          <p:spTgt spid="123392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23392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233923">
                                            <p:txEl>
                                              <p:pRg st="4" end="4"/>
                                            </p:txEl>
                                          </p:spTgt>
                                        </p:tgtEl>
                                        <p:attrNameLst>
                                          <p:attrName>style.visibility</p:attrName>
                                        </p:attrNameLst>
                                      </p:cBhvr>
                                      <p:to>
                                        <p:strVal val="visible"/>
                                      </p:to>
                                    </p:set>
                                    <p:anim calcmode="lin" valueType="num">
                                      <p:cBhvr additive="base">
                                        <p:cTn id="31" dur="500" fill="hold"/>
                                        <p:tgtEl>
                                          <p:spTgt spid="1233923">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23392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233923">
                                            <p:txEl>
                                              <p:pRg st="5" end="5"/>
                                            </p:txEl>
                                          </p:spTgt>
                                        </p:tgtEl>
                                        <p:attrNameLst>
                                          <p:attrName>style.visibility</p:attrName>
                                        </p:attrNameLst>
                                      </p:cBhvr>
                                      <p:to>
                                        <p:strVal val="visible"/>
                                      </p:to>
                                    </p:set>
                                    <p:anim calcmode="lin" valueType="num">
                                      <p:cBhvr additive="base">
                                        <p:cTn id="37" dur="500" fill="hold"/>
                                        <p:tgtEl>
                                          <p:spTgt spid="1233923">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23392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3923" grpId="0" build="p"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2BF3B86C-4A18-4DAB-9BCB-871D255C28E9}"/>
              </a:ext>
            </a:extLst>
          </p:cNvPr>
          <p:cNvSpPr>
            <a:spLocks noChangeArrowheads="1"/>
          </p:cNvSpPr>
          <p:nvPr/>
        </p:nvSpPr>
        <p:spPr bwMode="auto">
          <a:xfrm>
            <a:off x="4429125" y="2286000"/>
            <a:ext cx="9144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a typeface="华文楷体" panose="02010600040101010101" pitchFamily="2" charset="-122"/>
            </a:endParaRPr>
          </a:p>
        </p:txBody>
      </p:sp>
      <p:pic>
        <p:nvPicPr>
          <p:cNvPr id="50179" name="Picture 3" descr="17-1.gif (9642 bytes)">
            <a:extLst>
              <a:ext uri="{FF2B5EF4-FFF2-40B4-BE49-F238E27FC236}">
                <a16:creationId xmlns:a16="http://schemas.microsoft.com/office/drawing/2014/main" id="{AC858725-32D9-48BE-8118-78B9712EA067}"/>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524000" y="404814"/>
            <a:ext cx="8642350" cy="568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Text Box 4">
            <a:extLst>
              <a:ext uri="{FF2B5EF4-FFF2-40B4-BE49-F238E27FC236}">
                <a16:creationId xmlns:a16="http://schemas.microsoft.com/office/drawing/2014/main" id="{6809F23C-4D06-4D07-A977-AEC1A8B51443}"/>
              </a:ext>
            </a:extLst>
          </p:cNvPr>
          <p:cNvSpPr txBox="1">
            <a:spLocks noChangeArrowheads="1"/>
          </p:cNvSpPr>
          <p:nvPr/>
        </p:nvSpPr>
        <p:spPr bwMode="auto">
          <a:xfrm>
            <a:off x="3881439" y="6219826"/>
            <a:ext cx="46434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r>
              <a:rPr lang="zh-CN" altLang="en-US" sz="2800">
                <a:solidFill>
                  <a:schemeClr val="accent2"/>
                </a:solidFill>
                <a:latin typeface="Times New Roman" panose="02020603050405020304" pitchFamily="18" charset="0"/>
                <a:ea typeface="楷体_GB2312" pitchFamily="1" charset="-122"/>
              </a:rPr>
              <a:t>综合布线系统示意图</a:t>
            </a:r>
          </a:p>
        </p:txBody>
      </p:sp>
    </p:spTree>
  </p:cSld>
  <p:clrMapOvr>
    <a:masterClrMapping/>
  </p:clrMapOvr>
  <p:transition>
    <p:rand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02" name="Object 2">
            <a:extLst>
              <a:ext uri="{FF2B5EF4-FFF2-40B4-BE49-F238E27FC236}">
                <a16:creationId xmlns:a16="http://schemas.microsoft.com/office/drawing/2014/main" id="{010D2A2A-8B1A-44F7-B77A-0F34B7ED6BFD}"/>
              </a:ext>
            </a:extLst>
          </p:cNvPr>
          <p:cNvGraphicFramePr>
            <a:graphicFrameLocks noChangeAspect="1"/>
          </p:cNvGraphicFramePr>
          <p:nvPr/>
        </p:nvGraphicFramePr>
        <p:xfrm>
          <a:off x="2406651" y="0"/>
          <a:ext cx="7845425" cy="6470650"/>
        </p:xfrm>
        <a:graphic>
          <a:graphicData uri="http://schemas.openxmlformats.org/presentationml/2006/ole">
            <mc:AlternateContent xmlns:mc="http://schemas.openxmlformats.org/markup-compatibility/2006">
              <mc:Choice xmlns:v="urn:schemas-microsoft-com:vml" Requires="v">
                <p:oleObj spid="_x0000_s49169" name="BMP 图象" r:id="rId3" imgW="2352381" imgH="3381847" progId="Paint.Picture">
                  <p:embed/>
                </p:oleObj>
              </mc:Choice>
              <mc:Fallback>
                <p:oleObj name="BMP 图象" r:id="rId3" imgW="2352381" imgH="3381847" progId="Paint.Picture">
                  <p:embed/>
                  <p:pic>
                    <p:nvPicPr>
                      <p:cNvPr id="51202" name="Object 2">
                        <a:extLst>
                          <a:ext uri="{FF2B5EF4-FFF2-40B4-BE49-F238E27FC236}">
                            <a16:creationId xmlns:a16="http://schemas.microsoft.com/office/drawing/2014/main" id="{010D2A2A-8B1A-44F7-B77A-0F34B7ED6B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6651" y="0"/>
                        <a:ext cx="7845425" cy="647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5971" name="Text Box 3">
            <a:extLst>
              <a:ext uri="{FF2B5EF4-FFF2-40B4-BE49-F238E27FC236}">
                <a16:creationId xmlns:a16="http://schemas.microsoft.com/office/drawing/2014/main" id="{60A28CE2-97BC-4D4C-84E1-D673E0C159CD}"/>
              </a:ext>
            </a:extLst>
          </p:cNvPr>
          <p:cNvSpPr txBox="1">
            <a:spLocks noChangeArrowheads="1"/>
          </p:cNvSpPr>
          <p:nvPr/>
        </p:nvSpPr>
        <p:spPr bwMode="auto">
          <a:xfrm>
            <a:off x="1786336" y="2259013"/>
            <a:ext cx="615553" cy="3300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800">
                <a:latin typeface="Times New Roman" panose="02020603050405020304" pitchFamily="18" charset="0"/>
              </a:rPr>
              <a:t>综合布线系统实景</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35971">
                                            <p:txEl>
                                              <p:pRg st="0" end="0"/>
                                            </p:txEl>
                                          </p:spTgt>
                                        </p:tgtEl>
                                        <p:attrNameLst>
                                          <p:attrName>style.visibility</p:attrName>
                                        </p:attrNameLst>
                                      </p:cBhvr>
                                      <p:to>
                                        <p:strVal val="visible"/>
                                      </p:to>
                                    </p:set>
                                    <p:anim calcmode="lin" valueType="num">
                                      <p:cBhvr additive="base">
                                        <p:cTn id="7" dur="500" fill="hold"/>
                                        <p:tgtEl>
                                          <p:spTgt spid="12359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3597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5971" grpId="0" build="p"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a:extLst>
              <a:ext uri="{FF2B5EF4-FFF2-40B4-BE49-F238E27FC236}">
                <a16:creationId xmlns:a16="http://schemas.microsoft.com/office/drawing/2014/main" id="{B974A65E-1E07-4BA0-9B6E-4F4076B642F8}"/>
              </a:ext>
            </a:extLst>
          </p:cNvPr>
          <p:cNvSpPr txBox="1">
            <a:spLocks noChangeArrowheads="1"/>
          </p:cNvSpPr>
          <p:nvPr/>
        </p:nvSpPr>
        <p:spPr bwMode="auto">
          <a:xfrm>
            <a:off x="911424" y="1456038"/>
            <a:ext cx="1058517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b="1">
                <a:solidFill>
                  <a:schemeClr val="accent2"/>
                </a:solidFill>
                <a:latin typeface="Times New Roman" panose="02020603050405020304" pitchFamily="18" charset="0"/>
                <a:ea typeface="楷体_GB2312" pitchFamily="1" charset="-122"/>
              </a:rPr>
              <a:t>建筑群子系统</a:t>
            </a:r>
            <a:r>
              <a:rPr lang="zh-CN" altLang="en-US">
                <a:latin typeface="Times New Roman" panose="02020603050405020304" pitchFamily="18" charset="0"/>
                <a:ea typeface="楷体_GB2312" pitchFamily="1" charset="-122"/>
              </a:rPr>
              <a:t>：又称</a:t>
            </a:r>
            <a:r>
              <a:rPr lang="zh-CN" altLang="en-US" b="1">
                <a:solidFill>
                  <a:schemeClr val="accent2"/>
                </a:solidFill>
                <a:latin typeface="Times New Roman" panose="02020603050405020304" pitchFamily="18" charset="0"/>
                <a:ea typeface="楷体_GB2312" pitchFamily="1" charset="-122"/>
              </a:rPr>
              <a:t>楼间干线子系统</a:t>
            </a:r>
            <a:r>
              <a:rPr lang="zh-CN" altLang="en-US">
                <a:latin typeface="Times New Roman" panose="02020603050405020304" pitchFamily="18" charset="0"/>
                <a:ea typeface="楷体_GB2312" pitchFamily="1" charset="-122"/>
              </a:rPr>
              <a:t>，由楼管理间与设备间（网络与电话机房）内的配线设备之间的连线（光缆或大对数电缆）组成。</a:t>
            </a:r>
          </a:p>
        </p:txBody>
      </p:sp>
      <p:sp>
        <p:nvSpPr>
          <p:cNvPr id="4" name="Text Box 2">
            <a:extLst>
              <a:ext uri="{FF2B5EF4-FFF2-40B4-BE49-F238E27FC236}">
                <a16:creationId xmlns:a16="http://schemas.microsoft.com/office/drawing/2014/main" id="{4164E353-46B8-4E60-B244-B78B79414CBB}"/>
              </a:ext>
            </a:extLst>
          </p:cNvPr>
          <p:cNvSpPr txBox="1">
            <a:spLocks noChangeArrowheads="1"/>
          </p:cNvSpPr>
          <p:nvPr/>
        </p:nvSpPr>
        <p:spPr bwMode="auto">
          <a:xfrm>
            <a:off x="906091" y="3212976"/>
            <a:ext cx="10585176"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b="1">
                <a:solidFill>
                  <a:schemeClr val="accent2"/>
                </a:solidFill>
                <a:latin typeface="Times New Roman" panose="02020603050405020304" pitchFamily="18" charset="0"/>
                <a:ea typeface="楷体_GB2312" pitchFamily="1" charset="-122"/>
              </a:rPr>
              <a:t>垂直子系统</a:t>
            </a:r>
            <a:r>
              <a:rPr lang="zh-CN" altLang="en-US">
                <a:latin typeface="Times New Roman" panose="02020603050405020304" pitchFamily="18" charset="0"/>
                <a:ea typeface="楷体_GB2312" pitchFamily="1" charset="-122"/>
              </a:rPr>
              <a:t>：楼内连接各楼层的垂直干线，有时也简称干线子系统。</a:t>
            </a:r>
            <a:r>
              <a:rPr lang="zh-CN" altLang="en-US" sz="2800">
                <a:latin typeface="Times New Roman" panose="02020603050405020304" pitchFamily="18" charset="0"/>
                <a:ea typeface="楷体_GB2312" pitchFamily="1" charset="-122"/>
              </a:rPr>
              <a:t> </a:t>
            </a:r>
          </a:p>
        </p:txBody>
      </p:sp>
      <p:sp>
        <p:nvSpPr>
          <p:cNvPr id="5" name="Rectangle 2">
            <a:extLst>
              <a:ext uri="{FF2B5EF4-FFF2-40B4-BE49-F238E27FC236}">
                <a16:creationId xmlns:a16="http://schemas.microsoft.com/office/drawing/2014/main" id="{4BE94CD3-A29E-44C7-880C-B67407F6F92D}"/>
              </a:ext>
            </a:extLst>
          </p:cNvPr>
          <p:cNvSpPr txBox="1">
            <a:spLocks noChangeArrowheads="1"/>
          </p:cNvSpPr>
          <p:nvPr/>
        </p:nvSpPr>
        <p:spPr>
          <a:xfrm>
            <a:off x="2333625" y="116632"/>
            <a:ext cx="7608888" cy="792088"/>
          </a:xfrm>
          <a:prstGeom prst="rect">
            <a:avLst/>
          </a:prstGeom>
          <a:noFill/>
        </p:spPr>
        <p:txBody>
          <a:bodyPr/>
          <a:lstStyle>
            <a:lvl1pPr algn="ctr" rtl="0" eaLnBrk="0" fontAlgn="base" hangingPunct="0">
              <a:spcBef>
                <a:spcPct val="0"/>
              </a:spcBef>
              <a:spcAft>
                <a:spcPct val="0"/>
              </a:spcAft>
              <a:defRPr sz="4400" b="1">
                <a:solidFill>
                  <a:schemeClr val="tx1"/>
                </a:solidFill>
                <a:latin typeface="+mj-lt"/>
                <a:ea typeface="+mj-ea"/>
                <a:cs typeface="+mj-cs"/>
              </a:defRPr>
            </a:lvl1pPr>
            <a:lvl2pPr algn="ctr" rtl="0" eaLnBrk="0" fontAlgn="base" hangingPunct="0">
              <a:spcBef>
                <a:spcPct val="0"/>
              </a:spcBef>
              <a:spcAft>
                <a:spcPct val="0"/>
              </a:spcAft>
              <a:defRPr sz="4400" b="1">
                <a:solidFill>
                  <a:schemeClr val="tx1"/>
                </a:solidFill>
                <a:latin typeface="华文楷体" pitchFamily="2" charset="-122"/>
                <a:ea typeface="宋体" pitchFamily="2" charset="-122"/>
              </a:defRPr>
            </a:lvl2pPr>
            <a:lvl3pPr algn="ctr" rtl="0" eaLnBrk="0" fontAlgn="base" hangingPunct="0">
              <a:spcBef>
                <a:spcPct val="0"/>
              </a:spcBef>
              <a:spcAft>
                <a:spcPct val="0"/>
              </a:spcAft>
              <a:defRPr sz="4400" b="1">
                <a:solidFill>
                  <a:schemeClr val="tx1"/>
                </a:solidFill>
                <a:latin typeface="华文楷体" pitchFamily="2" charset="-122"/>
                <a:ea typeface="宋体" pitchFamily="2" charset="-122"/>
              </a:defRPr>
            </a:lvl3pPr>
            <a:lvl4pPr algn="ctr" rtl="0" eaLnBrk="0" fontAlgn="base" hangingPunct="0">
              <a:spcBef>
                <a:spcPct val="0"/>
              </a:spcBef>
              <a:spcAft>
                <a:spcPct val="0"/>
              </a:spcAft>
              <a:defRPr sz="4400" b="1">
                <a:solidFill>
                  <a:schemeClr val="tx1"/>
                </a:solidFill>
                <a:latin typeface="华文楷体" pitchFamily="2" charset="-122"/>
                <a:ea typeface="宋体" pitchFamily="2" charset="-122"/>
              </a:defRPr>
            </a:lvl4pPr>
            <a:lvl5pPr algn="ctr" rtl="0" eaLnBrk="0" fontAlgn="base" hangingPunct="0">
              <a:spcBef>
                <a:spcPct val="0"/>
              </a:spcBef>
              <a:spcAft>
                <a:spcPct val="0"/>
              </a:spcAft>
              <a:defRPr sz="4400" b="1">
                <a:solidFill>
                  <a:schemeClr val="tx1"/>
                </a:solidFill>
                <a:latin typeface="华文楷体" pitchFamily="2" charset="-122"/>
                <a:ea typeface="宋体" pitchFamily="2" charset="-122"/>
              </a:defRPr>
            </a:lvl5pPr>
            <a:lvl6pPr marL="457200" algn="ctr" rtl="0" fontAlgn="base">
              <a:spcBef>
                <a:spcPct val="0"/>
              </a:spcBef>
              <a:spcAft>
                <a:spcPct val="0"/>
              </a:spcAft>
              <a:defRPr sz="4400" b="1">
                <a:solidFill>
                  <a:schemeClr val="tx1"/>
                </a:solidFill>
                <a:latin typeface="华文楷体" pitchFamily="2" charset="-122"/>
                <a:ea typeface="宋体" pitchFamily="2" charset="-122"/>
              </a:defRPr>
            </a:lvl6pPr>
            <a:lvl7pPr marL="914400" algn="ctr" rtl="0" fontAlgn="base">
              <a:spcBef>
                <a:spcPct val="0"/>
              </a:spcBef>
              <a:spcAft>
                <a:spcPct val="0"/>
              </a:spcAft>
              <a:defRPr sz="4400" b="1">
                <a:solidFill>
                  <a:schemeClr val="tx1"/>
                </a:solidFill>
                <a:latin typeface="华文楷体" pitchFamily="2" charset="-122"/>
                <a:ea typeface="宋体" pitchFamily="2" charset="-122"/>
              </a:defRPr>
            </a:lvl7pPr>
            <a:lvl8pPr marL="1371600" algn="ctr" rtl="0" fontAlgn="base">
              <a:spcBef>
                <a:spcPct val="0"/>
              </a:spcBef>
              <a:spcAft>
                <a:spcPct val="0"/>
              </a:spcAft>
              <a:defRPr sz="4400" b="1">
                <a:solidFill>
                  <a:schemeClr val="tx1"/>
                </a:solidFill>
                <a:latin typeface="华文楷体" pitchFamily="2" charset="-122"/>
                <a:ea typeface="宋体" pitchFamily="2" charset="-122"/>
              </a:defRPr>
            </a:lvl8pPr>
            <a:lvl9pPr marL="1828800" algn="ctr" rtl="0" fontAlgn="base">
              <a:spcBef>
                <a:spcPct val="0"/>
              </a:spcBef>
              <a:spcAft>
                <a:spcPct val="0"/>
              </a:spcAft>
              <a:defRPr sz="4400" b="1">
                <a:solidFill>
                  <a:schemeClr val="tx1"/>
                </a:solidFill>
                <a:latin typeface="华文楷体" pitchFamily="2" charset="-122"/>
                <a:ea typeface="宋体" pitchFamily="2" charset="-122"/>
              </a:defRPr>
            </a:lvl9pPr>
          </a:lstStyle>
          <a:p>
            <a:pPr eaLnBrk="1" hangingPunct="1"/>
            <a:r>
              <a:rPr kumimoji="0" lang="zh-CN" altLang="en-US" sz="3600" b="0" kern="0">
                <a:solidFill>
                  <a:srgbClr val="002060"/>
                </a:solidFill>
                <a:latin typeface="Times New Roman" panose="02020603050405020304" pitchFamily="18" charset="0"/>
                <a:ea typeface="楷体_GB2312" pitchFamily="1" charset="-122"/>
              </a:rPr>
              <a:t>子系统组成</a:t>
            </a:r>
          </a:p>
        </p:txBody>
      </p:sp>
      <p:sp>
        <p:nvSpPr>
          <p:cNvPr id="6" name="Text Box 2">
            <a:extLst>
              <a:ext uri="{FF2B5EF4-FFF2-40B4-BE49-F238E27FC236}">
                <a16:creationId xmlns:a16="http://schemas.microsoft.com/office/drawing/2014/main" id="{436843B3-A688-415D-963A-8693D3DF974D}"/>
              </a:ext>
            </a:extLst>
          </p:cNvPr>
          <p:cNvSpPr txBox="1">
            <a:spLocks noChangeArrowheads="1"/>
          </p:cNvSpPr>
          <p:nvPr/>
        </p:nvSpPr>
        <p:spPr bwMode="auto">
          <a:xfrm>
            <a:off x="906091" y="4467054"/>
            <a:ext cx="1072919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b="1">
                <a:solidFill>
                  <a:schemeClr val="accent2"/>
                </a:solidFill>
                <a:latin typeface="Times New Roman" panose="02020603050405020304" pitchFamily="18" charset="0"/>
                <a:ea typeface="楷体_GB2312" pitchFamily="1" charset="-122"/>
              </a:rPr>
              <a:t>水平子系统</a:t>
            </a:r>
            <a:r>
              <a:rPr lang="zh-CN" altLang="en-US" sz="3600">
                <a:latin typeface="Times New Roman" panose="02020603050405020304" pitchFamily="18" charset="0"/>
                <a:ea typeface="楷体_GB2312" pitchFamily="1" charset="-122"/>
              </a:rPr>
              <a:t>：从楼层管理间到工作区的信息插座间的设备与层内水平线路的总称</a:t>
            </a:r>
            <a:r>
              <a:rPr lang="zh-CN" altLang="en-US" sz="2800">
                <a:latin typeface="Times New Roman" panose="02020603050405020304" pitchFamily="18" charset="0"/>
                <a:ea typeface="楷体_GB2312" pitchFamily="1" charset="-122"/>
              </a:rPr>
              <a:t>。 </a:t>
            </a:r>
          </a:p>
        </p:txBody>
      </p:sp>
    </p:spTree>
  </p:cSld>
  <p:clrMapOvr>
    <a:masterClrMapping/>
  </p:clrMapOvr>
  <p:transition>
    <p:rand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1F8AB4E7-38C2-4435-A417-1DD6BC62CEB0}"/>
              </a:ext>
            </a:extLst>
          </p:cNvPr>
          <p:cNvSpPr txBox="1">
            <a:spLocks noChangeArrowheads="1"/>
          </p:cNvSpPr>
          <p:nvPr/>
        </p:nvSpPr>
        <p:spPr bwMode="auto">
          <a:xfrm>
            <a:off x="999802" y="1772816"/>
            <a:ext cx="109288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b="1">
                <a:solidFill>
                  <a:schemeClr val="accent2"/>
                </a:solidFill>
                <a:latin typeface="Times New Roman" panose="02020603050405020304" pitchFamily="18" charset="0"/>
                <a:ea typeface="楷体_GB2312" pitchFamily="1" charset="-122"/>
              </a:rPr>
              <a:t>工作区子系统：</a:t>
            </a:r>
            <a:r>
              <a:rPr lang="zh-CN" altLang="en-US" sz="3600">
                <a:latin typeface="Times New Roman" panose="02020603050405020304" pitchFamily="18" charset="0"/>
                <a:ea typeface="楷体_GB2312" pitchFamily="1" charset="-122"/>
              </a:rPr>
              <a:t>从信息插座到终端间连线与插头的总称。</a:t>
            </a:r>
            <a:r>
              <a:rPr lang="zh-CN" altLang="en-US" sz="2800">
                <a:latin typeface="Times New Roman" panose="02020603050405020304" pitchFamily="18" charset="0"/>
                <a:ea typeface="楷体_GB2312" pitchFamily="1" charset="-122"/>
              </a:rPr>
              <a:t> </a:t>
            </a:r>
          </a:p>
        </p:txBody>
      </p:sp>
      <p:sp>
        <p:nvSpPr>
          <p:cNvPr id="5" name="Text Box 2">
            <a:extLst>
              <a:ext uri="{FF2B5EF4-FFF2-40B4-BE49-F238E27FC236}">
                <a16:creationId xmlns:a16="http://schemas.microsoft.com/office/drawing/2014/main" id="{7CC90E07-2CC3-4980-9381-0D22754F974B}"/>
              </a:ext>
            </a:extLst>
          </p:cNvPr>
          <p:cNvSpPr txBox="1">
            <a:spLocks noChangeArrowheads="1"/>
          </p:cNvSpPr>
          <p:nvPr/>
        </p:nvSpPr>
        <p:spPr bwMode="auto">
          <a:xfrm>
            <a:off x="942281" y="2700559"/>
            <a:ext cx="1065718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b="1">
                <a:solidFill>
                  <a:schemeClr val="accent2"/>
                </a:solidFill>
                <a:latin typeface="Times New Roman" panose="02020603050405020304" pitchFamily="18" charset="0"/>
                <a:ea typeface="楷体_GB2312" pitchFamily="1" charset="-122"/>
              </a:rPr>
              <a:t>设备间子系统</a:t>
            </a:r>
            <a:r>
              <a:rPr lang="zh-CN" altLang="en-US" sz="3600">
                <a:latin typeface="Times New Roman" panose="02020603050405020304" pitchFamily="18" charset="0"/>
                <a:ea typeface="楷体_GB2312" pitchFamily="1" charset="-122"/>
              </a:rPr>
              <a:t>：中心机房的配线设备与跳线的总称。</a:t>
            </a:r>
            <a:r>
              <a:rPr lang="zh-CN" altLang="en-US" sz="2800">
                <a:latin typeface="Times New Roman" panose="02020603050405020304" pitchFamily="18" charset="0"/>
                <a:ea typeface="楷体_GB2312" pitchFamily="1" charset="-122"/>
              </a:rPr>
              <a:t> </a:t>
            </a:r>
          </a:p>
        </p:txBody>
      </p:sp>
      <p:sp>
        <p:nvSpPr>
          <p:cNvPr id="6" name="Text Box 2">
            <a:extLst>
              <a:ext uri="{FF2B5EF4-FFF2-40B4-BE49-F238E27FC236}">
                <a16:creationId xmlns:a16="http://schemas.microsoft.com/office/drawing/2014/main" id="{C463E8E6-F714-4A88-81AF-EADF685BCDCE}"/>
              </a:ext>
            </a:extLst>
          </p:cNvPr>
          <p:cNvSpPr txBox="1">
            <a:spLocks noChangeArrowheads="1"/>
          </p:cNvSpPr>
          <p:nvPr/>
        </p:nvSpPr>
        <p:spPr bwMode="auto">
          <a:xfrm>
            <a:off x="962819" y="3628302"/>
            <a:ext cx="10801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b="1">
                <a:solidFill>
                  <a:schemeClr val="accent2"/>
                </a:solidFill>
                <a:latin typeface="Times New Roman" panose="02020603050405020304" pitchFamily="18" charset="0"/>
                <a:ea typeface="楷体_GB2312" pitchFamily="1" charset="-122"/>
              </a:rPr>
              <a:t>管理子系统</a:t>
            </a:r>
            <a:r>
              <a:rPr lang="zh-CN" altLang="en-US" sz="3600">
                <a:latin typeface="Times New Roman" panose="02020603050405020304" pitchFamily="18" charset="0"/>
                <a:ea typeface="楷体_GB2312" pitchFamily="1" charset="-122"/>
              </a:rPr>
              <a:t>：楼层用跳接设备与跳接线的总称，常每层一个，对小系统也可数层一 个。</a:t>
            </a:r>
            <a:r>
              <a:rPr lang="zh-CN" altLang="en-US" sz="2800">
                <a:latin typeface="Times New Roman" panose="02020603050405020304" pitchFamily="18" charset="0"/>
                <a:ea typeface="楷体_GB2312" pitchFamily="1" charset="-122"/>
              </a:rPr>
              <a:t> </a:t>
            </a:r>
          </a:p>
        </p:txBody>
      </p:sp>
      <p:sp>
        <p:nvSpPr>
          <p:cNvPr id="7" name="Rectangle 2">
            <a:extLst>
              <a:ext uri="{FF2B5EF4-FFF2-40B4-BE49-F238E27FC236}">
                <a16:creationId xmlns:a16="http://schemas.microsoft.com/office/drawing/2014/main" id="{362F34B7-4FE9-43D8-9051-899516977601}"/>
              </a:ext>
            </a:extLst>
          </p:cNvPr>
          <p:cNvSpPr txBox="1">
            <a:spLocks noChangeArrowheads="1"/>
          </p:cNvSpPr>
          <p:nvPr/>
        </p:nvSpPr>
        <p:spPr>
          <a:xfrm>
            <a:off x="2333625" y="116632"/>
            <a:ext cx="7608888" cy="792088"/>
          </a:xfrm>
          <a:prstGeom prst="rect">
            <a:avLst/>
          </a:prstGeom>
          <a:noFill/>
        </p:spPr>
        <p:txBody>
          <a:bodyPr/>
          <a:lstStyle>
            <a:lvl1pPr algn="ctr" rtl="0" eaLnBrk="0" fontAlgn="base" hangingPunct="0">
              <a:spcBef>
                <a:spcPct val="0"/>
              </a:spcBef>
              <a:spcAft>
                <a:spcPct val="0"/>
              </a:spcAft>
              <a:defRPr sz="4400" b="1">
                <a:solidFill>
                  <a:schemeClr val="tx1"/>
                </a:solidFill>
                <a:latin typeface="+mj-lt"/>
                <a:ea typeface="+mj-ea"/>
                <a:cs typeface="+mj-cs"/>
              </a:defRPr>
            </a:lvl1pPr>
            <a:lvl2pPr algn="ctr" rtl="0" eaLnBrk="0" fontAlgn="base" hangingPunct="0">
              <a:spcBef>
                <a:spcPct val="0"/>
              </a:spcBef>
              <a:spcAft>
                <a:spcPct val="0"/>
              </a:spcAft>
              <a:defRPr sz="4400" b="1">
                <a:solidFill>
                  <a:schemeClr val="tx1"/>
                </a:solidFill>
                <a:latin typeface="华文楷体" pitchFamily="2" charset="-122"/>
                <a:ea typeface="宋体" pitchFamily="2" charset="-122"/>
              </a:defRPr>
            </a:lvl2pPr>
            <a:lvl3pPr algn="ctr" rtl="0" eaLnBrk="0" fontAlgn="base" hangingPunct="0">
              <a:spcBef>
                <a:spcPct val="0"/>
              </a:spcBef>
              <a:spcAft>
                <a:spcPct val="0"/>
              </a:spcAft>
              <a:defRPr sz="4400" b="1">
                <a:solidFill>
                  <a:schemeClr val="tx1"/>
                </a:solidFill>
                <a:latin typeface="华文楷体" pitchFamily="2" charset="-122"/>
                <a:ea typeface="宋体" pitchFamily="2" charset="-122"/>
              </a:defRPr>
            </a:lvl3pPr>
            <a:lvl4pPr algn="ctr" rtl="0" eaLnBrk="0" fontAlgn="base" hangingPunct="0">
              <a:spcBef>
                <a:spcPct val="0"/>
              </a:spcBef>
              <a:spcAft>
                <a:spcPct val="0"/>
              </a:spcAft>
              <a:defRPr sz="4400" b="1">
                <a:solidFill>
                  <a:schemeClr val="tx1"/>
                </a:solidFill>
                <a:latin typeface="华文楷体" pitchFamily="2" charset="-122"/>
                <a:ea typeface="宋体" pitchFamily="2" charset="-122"/>
              </a:defRPr>
            </a:lvl4pPr>
            <a:lvl5pPr algn="ctr" rtl="0" eaLnBrk="0" fontAlgn="base" hangingPunct="0">
              <a:spcBef>
                <a:spcPct val="0"/>
              </a:spcBef>
              <a:spcAft>
                <a:spcPct val="0"/>
              </a:spcAft>
              <a:defRPr sz="4400" b="1">
                <a:solidFill>
                  <a:schemeClr val="tx1"/>
                </a:solidFill>
                <a:latin typeface="华文楷体" pitchFamily="2" charset="-122"/>
                <a:ea typeface="宋体" pitchFamily="2" charset="-122"/>
              </a:defRPr>
            </a:lvl5pPr>
            <a:lvl6pPr marL="457200" algn="ctr" rtl="0" fontAlgn="base">
              <a:spcBef>
                <a:spcPct val="0"/>
              </a:spcBef>
              <a:spcAft>
                <a:spcPct val="0"/>
              </a:spcAft>
              <a:defRPr sz="4400" b="1">
                <a:solidFill>
                  <a:schemeClr val="tx1"/>
                </a:solidFill>
                <a:latin typeface="华文楷体" pitchFamily="2" charset="-122"/>
                <a:ea typeface="宋体" pitchFamily="2" charset="-122"/>
              </a:defRPr>
            </a:lvl6pPr>
            <a:lvl7pPr marL="914400" algn="ctr" rtl="0" fontAlgn="base">
              <a:spcBef>
                <a:spcPct val="0"/>
              </a:spcBef>
              <a:spcAft>
                <a:spcPct val="0"/>
              </a:spcAft>
              <a:defRPr sz="4400" b="1">
                <a:solidFill>
                  <a:schemeClr val="tx1"/>
                </a:solidFill>
                <a:latin typeface="华文楷体" pitchFamily="2" charset="-122"/>
                <a:ea typeface="宋体" pitchFamily="2" charset="-122"/>
              </a:defRPr>
            </a:lvl7pPr>
            <a:lvl8pPr marL="1371600" algn="ctr" rtl="0" fontAlgn="base">
              <a:spcBef>
                <a:spcPct val="0"/>
              </a:spcBef>
              <a:spcAft>
                <a:spcPct val="0"/>
              </a:spcAft>
              <a:defRPr sz="4400" b="1">
                <a:solidFill>
                  <a:schemeClr val="tx1"/>
                </a:solidFill>
                <a:latin typeface="华文楷体" pitchFamily="2" charset="-122"/>
                <a:ea typeface="宋体" pitchFamily="2" charset="-122"/>
              </a:defRPr>
            </a:lvl8pPr>
            <a:lvl9pPr marL="1828800" algn="ctr" rtl="0" fontAlgn="base">
              <a:spcBef>
                <a:spcPct val="0"/>
              </a:spcBef>
              <a:spcAft>
                <a:spcPct val="0"/>
              </a:spcAft>
              <a:defRPr sz="4400" b="1">
                <a:solidFill>
                  <a:schemeClr val="tx1"/>
                </a:solidFill>
                <a:latin typeface="华文楷体" pitchFamily="2" charset="-122"/>
                <a:ea typeface="宋体" pitchFamily="2" charset="-122"/>
              </a:defRPr>
            </a:lvl9pPr>
          </a:lstStyle>
          <a:p>
            <a:pPr eaLnBrk="1" hangingPunct="1"/>
            <a:r>
              <a:rPr kumimoji="0" lang="zh-CN" altLang="en-US" sz="3600" b="0" kern="0">
                <a:solidFill>
                  <a:srgbClr val="002060"/>
                </a:solidFill>
                <a:latin typeface="Times New Roman" panose="02020603050405020304" pitchFamily="18" charset="0"/>
                <a:ea typeface="楷体_GB2312" pitchFamily="1" charset="-122"/>
              </a:rPr>
              <a:t>子系统组成</a:t>
            </a:r>
          </a:p>
        </p:txBody>
      </p:sp>
    </p:spTree>
  </p:cSld>
  <p:clrMapOvr>
    <a:masterClrMapping/>
  </p:clrMapOvr>
  <p:transition>
    <p:checker dir="vert"/>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C8573CC-F371-4EE5-A735-18E2B0C51B3A}"/>
              </a:ext>
            </a:extLst>
          </p:cNvPr>
          <p:cNvSpPr>
            <a:spLocks noGrp="1" noChangeArrowheads="1"/>
          </p:cNvSpPr>
          <p:nvPr>
            <p:ph type="title"/>
          </p:nvPr>
        </p:nvSpPr>
        <p:spPr>
          <a:xfrm>
            <a:off x="2209800" y="320676"/>
            <a:ext cx="7772400" cy="587375"/>
          </a:xfrm>
          <a:noFill/>
        </p:spPr>
        <p:txBody>
          <a:bodyPr/>
          <a:lstStyle/>
          <a:p>
            <a:pPr eaLnBrk="1" hangingPunct="1"/>
            <a:r>
              <a:rPr lang="en-US" altLang="zh-CN" sz="3600" b="0">
                <a:solidFill>
                  <a:schemeClr val="folHlink"/>
                </a:solidFill>
                <a:latin typeface="Times New Roman" panose="02020603050405020304" pitchFamily="18" charset="0"/>
                <a:ea typeface="楷体_GB2312" pitchFamily="1" charset="-122"/>
              </a:rPr>
              <a:t>Summary</a:t>
            </a:r>
          </a:p>
        </p:txBody>
      </p:sp>
      <p:graphicFrame>
        <p:nvGraphicFramePr>
          <p:cNvPr id="64515" name="Object 3">
            <a:hlinkClick r:id="" action="ppaction://ole?verb=0"/>
            <a:extLst>
              <a:ext uri="{FF2B5EF4-FFF2-40B4-BE49-F238E27FC236}">
                <a16:creationId xmlns:a16="http://schemas.microsoft.com/office/drawing/2014/main" id="{098795DD-E1FD-42DE-8073-BA199AFFD714}"/>
              </a:ext>
            </a:extLst>
          </p:cNvPr>
          <p:cNvGraphicFramePr>
            <a:graphicFrameLocks/>
          </p:cNvGraphicFramePr>
          <p:nvPr/>
        </p:nvGraphicFramePr>
        <p:xfrm>
          <a:off x="4532313" y="1155701"/>
          <a:ext cx="2951162" cy="989013"/>
        </p:xfrm>
        <a:graphic>
          <a:graphicData uri="http://schemas.openxmlformats.org/presentationml/2006/ole">
            <mc:AlternateContent xmlns:mc="http://schemas.openxmlformats.org/markup-compatibility/2006">
              <mc:Choice xmlns:v="urn:schemas-microsoft-com:vml" Requires="v">
                <p:oleObj spid="_x0000_s50193" name="Clip" r:id="rId3" imgW="4054475" imgH="3549650" progId="MS_ClipArt_Gallery.2">
                  <p:embed/>
                </p:oleObj>
              </mc:Choice>
              <mc:Fallback>
                <p:oleObj name="Clip" r:id="rId3" imgW="4054475" imgH="3549650" progId="MS_ClipArt_Gallery.2">
                  <p:embed/>
                  <p:pic>
                    <p:nvPicPr>
                      <p:cNvPr id="64515" name="Object 3">
                        <a:hlinkClick r:id="" action="ppaction://ole?verb=0"/>
                        <a:extLst>
                          <a:ext uri="{FF2B5EF4-FFF2-40B4-BE49-F238E27FC236}">
                            <a16:creationId xmlns:a16="http://schemas.microsoft.com/office/drawing/2014/main" id="{098795DD-E1FD-42DE-8073-BA199AFFD71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2313" y="1155701"/>
                        <a:ext cx="2951162" cy="98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57476" name="Text Box 4">
            <a:extLst>
              <a:ext uri="{FF2B5EF4-FFF2-40B4-BE49-F238E27FC236}">
                <a16:creationId xmlns:a16="http://schemas.microsoft.com/office/drawing/2014/main" id="{B3480358-3C55-4C00-9079-4778B2371217}"/>
              </a:ext>
            </a:extLst>
          </p:cNvPr>
          <p:cNvSpPr txBox="1">
            <a:spLocks noChangeArrowheads="1"/>
          </p:cNvSpPr>
          <p:nvPr/>
        </p:nvSpPr>
        <p:spPr bwMode="auto">
          <a:xfrm>
            <a:off x="3000376" y="2195513"/>
            <a:ext cx="7091363" cy="3927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90000"/>
              </a:lnSpc>
              <a:spcBef>
                <a:spcPct val="10000"/>
              </a:spcBef>
              <a:buClr>
                <a:schemeClr val="hlink"/>
              </a:buClr>
              <a:buSzTx/>
              <a:buFont typeface="Wingdings" panose="05000000000000000000" pitchFamily="2" charset="2"/>
              <a:buChar char="Ø"/>
            </a:pPr>
            <a:r>
              <a:rPr kumimoji="0" lang="zh-CN" altLang="en-US" sz="2800" b="1">
                <a:latin typeface="Times New Roman" panose="02020603050405020304" pitchFamily="18" charset="0"/>
                <a:ea typeface="楷体_GB2312" pitchFamily="1" charset="-122"/>
              </a:rPr>
              <a:t>通信系统模型</a:t>
            </a:r>
            <a:endParaRPr kumimoji="0" lang="en-US" altLang="zh-CN" sz="2800" b="1">
              <a:latin typeface="Times New Roman" panose="02020603050405020304" pitchFamily="18" charset="0"/>
              <a:ea typeface="楷体_GB2312" pitchFamily="1" charset="-122"/>
            </a:endParaRPr>
          </a:p>
          <a:p>
            <a:pPr eaLnBrk="1" hangingPunct="1">
              <a:lnSpc>
                <a:spcPct val="90000"/>
              </a:lnSpc>
              <a:spcBef>
                <a:spcPct val="10000"/>
              </a:spcBef>
              <a:buClr>
                <a:schemeClr val="hlink"/>
              </a:buClr>
              <a:buSzTx/>
              <a:buFont typeface="Wingdings" panose="05000000000000000000" pitchFamily="2" charset="2"/>
              <a:buChar char="Ø"/>
            </a:pPr>
            <a:r>
              <a:rPr kumimoji="0" lang="zh-CN" altLang="en-US" sz="2800" b="1">
                <a:latin typeface="Times New Roman" panose="02020603050405020304" pitchFamily="18" charset="0"/>
                <a:ea typeface="楷体_GB2312" pitchFamily="1" charset="-122"/>
              </a:rPr>
              <a:t>传输速率（</a:t>
            </a:r>
            <a:r>
              <a:rPr kumimoji="0" lang="zh-CN" altLang="en-US" sz="2400" b="1">
                <a:latin typeface="Times New Roman" panose="02020603050405020304" pitchFamily="18" charset="0"/>
                <a:ea typeface="楷体_GB2312" pitchFamily="1" charset="-122"/>
              </a:rPr>
              <a:t>尼奎斯特理论、香农理论）</a:t>
            </a:r>
          </a:p>
          <a:p>
            <a:pPr eaLnBrk="1" hangingPunct="1">
              <a:lnSpc>
                <a:spcPct val="90000"/>
              </a:lnSpc>
              <a:spcBef>
                <a:spcPct val="10000"/>
              </a:spcBef>
              <a:buClr>
                <a:schemeClr val="hlink"/>
              </a:buClr>
              <a:buSzTx/>
              <a:buFont typeface="Wingdings" panose="05000000000000000000" pitchFamily="2" charset="2"/>
              <a:buChar char="Ø"/>
            </a:pPr>
            <a:r>
              <a:rPr kumimoji="0" lang="zh-CN" altLang="en-US" sz="2800" b="1">
                <a:latin typeface="Times New Roman" panose="02020603050405020304" pitchFamily="18" charset="0"/>
                <a:ea typeface="楷体_GB2312" pitchFamily="1" charset="-122"/>
              </a:rPr>
              <a:t>信号类型</a:t>
            </a:r>
          </a:p>
          <a:p>
            <a:pPr eaLnBrk="1" hangingPunct="1">
              <a:lnSpc>
                <a:spcPct val="90000"/>
              </a:lnSpc>
              <a:spcBef>
                <a:spcPct val="10000"/>
              </a:spcBef>
              <a:buClr>
                <a:schemeClr val="hlink"/>
              </a:buClr>
              <a:buSzTx/>
              <a:buFont typeface="Wingdings" panose="05000000000000000000" pitchFamily="2" charset="2"/>
              <a:buChar char="Ø"/>
            </a:pPr>
            <a:r>
              <a:rPr kumimoji="0" lang="zh-CN" altLang="en-US" sz="2800" b="1">
                <a:latin typeface="Times New Roman" panose="02020603050405020304" pitchFamily="18" charset="0"/>
                <a:ea typeface="楷体_GB2312" pitchFamily="1" charset="-122"/>
              </a:rPr>
              <a:t>数据传输方式</a:t>
            </a:r>
            <a:endParaRPr kumimoji="0" lang="en-US" altLang="zh-CN" sz="2800" b="1">
              <a:latin typeface="Times New Roman" panose="02020603050405020304" pitchFamily="18" charset="0"/>
              <a:ea typeface="楷体_GB2312" pitchFamily="1" charset="-122"/>
            </a:endParaRPr>
          </a:p>
          <a:p>
            <a:pPr eaLnBrk="1" hangingPunct="1">
              <a:lnSpc>
                <a:spcPct val="90000"/>
              </a:lnSpc>
              <a:spcBef>
                <a:spcPct val="10000"/>
              </a:spcBef>
              <a:buClr>
                <a:schemeClr val="hlink"/>
              </a:buClr>
              <a:buSzTx/>
              <a:buFont typeface="Wingdings" panose="05000000000000000000" pitchFamily="2" charset="2"/>
              <a:buChar char="Ø"/>
            </a:pPr>
            <a:r>
              <a:rPr kumimoji="0" lang="zh-CN" altLang="en-US" sz="2800" b="1">
                <a:latin typeface="Times New Roman" panose="02020603050405020304" pitchFamily="18" charset="0"/>
                <a:ea typeface="楷体_GB2312" pitchFamily="1" charset="-122"/>
              </a:rPr>
              <a:t>通信方式</a:t>
            </a:r>
          </a:p>
          <a:p>
            <a:pPr eaLnBrk="1" hangingPunct="1">
              <a:lnSpc>
                <a:spcPct val="90000"/>
              </a:lnSpc>
              <a:spcBef>
                <a:spcPct val="10000"/>
              </a:spcBef>
              <a:buClr>
                <a:schemeClr val="hlink"/>
              </a:buClr>
              <a:buSzTx/>
              <a:buFont typeface="Wingdings" panose="05000000000000000000" pitchFamily="2" charset="2"/>
              <a:buChar char="Ø"/>
            </a:pPr>
            <a:r>
              <a:rPr kumimoji="0" lang="zh-CN" altLang="en-US" sz="2800" b="1">
                <a:latin typeface="Times New Roman" panose="02020603050405020304" pitchFamily="18" charset="0"/>
                <a:ea typeface="楷体_GB2312" pitchFamily="1" charset="-122"/>
              </a:rPr>
              <a:t>多路复用</a:t>
            </a:r>
          </a:p>
          <a:p>
            <a:pPr eaLnBrk="1" hangingPunct="1">
              <a:lnSpc>
                <a:spcPct val="90000"/>
              </a:lnSpc>
              <a:spcBef>
                <a:spcPct val="10000"/>
              </a:spcBef>
              <a:buClr>
                <a:schemeClr val="hlink"/>
              </a:buClr>
              <a:buSzTx/>
              <a:buFont typeface="Wingdings" panose="05000000000000000000" pitchFamily="2" charset="2"/>
              <a:buChar char="Ø"/>
            </a:pPr>
            <a:r>
              <a:rPr kumimoji="0" lang="zh-CN" altLang="en-US" sz="2800" b="1">
                <a:latin typeface="Times New Roman" panose="02020603050405020304" pitchFamily="18" charset="0"/>
                <a:ea typeface="楷体_GB2312" pitchFamily="1" charset="-122"/>
              </a:rPr>
              <a:t>交换技术</a:t>
            </a:r>
          </a:p>
          <a:p>
            <a:pPr eaLnBrk="1" hangingPunct="1">
              <a:lnSpc>
                <a:spcPct val="90000"/>
              </a:lnSpc>
              <a:spcBef>
                <a:spcPct val="10000"/>
              </a:spcBef>
              <a:buClr>
                <a:schemeClr val="hlink"/>
              </a:buClr>
              <a:buSzTx/>
              <a:buFont typeface="Wingdings" panose="05000000000000000000" pitchFamily="2" charset="2"/>
              <a:buChar char="Ø"/>
            </a:pPr>
            <a:r>
              <a:rPr kumimoji="0" lang="zh-CN" altLang="en-US" sz="2800" b="1">
                <a:latin typeface="Times New Roman" panose="02020603050405020304" pitchFamily="18" charset="0"/>
                <a:ea typeface="楷体_GB2312" pitchFamily="1" charset="-122"/>
              </a:rPr>
              <a:t>传输介质</a:t>
            </a:r>
          </a:p>
          <a:p>
            <a:pPr eaLnBrk="1" hangingPunct="1">
              <a:lnSpc>
                <a:spcPct val="90000"/>
              </a:lnSpc>
              <a:spcBef>
                <a:spcPct val="10000"/>
              </a:spcBef>
              <a:buClr>
                <a:schemeClr val="hlink"/>
              </a:buClr>
              <a:buSzTx/>
              <a:buFont typeface="Wingdings" panose="05000000000000000000" pitchFamily="2" charset="2"/>
              <a:buChar char="Ø"/>
            </a:pPr>
            <a:r>
              <a:rPr kumimoji="0" lang="zh-CN" altLang="en-US" sz="2800" b="1">
                <a:latin typeface="Times New Roman" panose="02020603050405020304" pitchFamily="18" charset="0"/>
                <a:ea typeface="楷体_GB2312" pitchFamily="1" charset="-122"/>
              </a:rPr>
              <a:t>综合布线系统</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57476">
                                            <p:txEl>
                                              <p:pRg st="0" end="0"/>
                                            </p:txEl>
                                          </p:spTgt>
                                        </p:tgtEl>
                                        <p:attrNameLst>
                                          <p:attrName>style.visibility</p:attrName>
                                        </p:attrNameLst>
                                      </p:cBhvr>
                                      <p:to>
                                        <p:strVal val="visible"/>
                                      </p:to>
                                    </p:set>
                                    <p:anim calcmode="lin" valueType="num">
                                      <p:cBhvr additive="base">
                                        <p:cTn id="7" dur="500" fill="hold"/>
                                        <p:tgtEl>
                                          <p:spTgt spid="125747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5747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257476">
                                            <p:txEl>
                                              <p:pRg st="1" end="1"/>
                                            </p:txEl>
                                          </p:spTgt>
                                        </p:tgtEl>
                                        <p:attrNameLst>
                                          <p:attrName>style.visibility</p:attrName>
                                        </p:attrNameLst>
                                      </p:cBhvr>
                                      <p:to>
                                        <p:strVal val="visible"/>
                                      </p:to>
                                    </p:set>
                                    <p:anim calcmode="lin" valueType="num">
                                      <p:cBhvr additive="base">
                                        <p:cTn id="13" dur="500" fill="hold"/>
                                        <p:tgtEl>
                                          <p:spTgt spid="1257476">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25747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257476">
                                            <p:txEl>
                                              <p:pRg st="2" end="2"/>
                                            </p:txEl>
                                          </p:spTgt>
                                        </p:tgtEl>
                                        <p:attrNameLst>
                                          <p:attrName>style.visibility</p:attrName>
                                        </p:attrNameLst>
                                      </p:cBhvr>
                                      <p:to>
                                        <p:strVal val="visible"/>
                                      </p:to>
                                    </p:set>
                                    <p:anim calcmode="lin" valueType="num">
                                      <p:cBhvr additive="base">
                                        <p:cTn id="19" dur="500" fill="hold"/>
                                        <p:tgtEl>
                                          <p:spTgt spid="1257476">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25747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257476">
                                            <p:txEl>
                                              <p:pRg st="3" end="3"/>
                                            </p:txEl>
                                          </p:spTgt>
                                        </p:tgtEl>
                                        <p:attrNameLst>
                                          <p:attrName>style.visibility</p:attrName>
                                        </p:attrNameLst>
                                      </p:cBhvr>
                                      <p:to>
                                        <p:strVal val="visible"/>
                                      </p:to>
                                    </p:set>
                                    <p:anim calcmode="lin" valueType="num">
                                      <p:cBhvr additive="base">
                                        <p:cTn id="25" dur="500" fill="hold"/>
                                        <p:tgtEl>
                                          <p:spTgt spid="1257476">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25747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257476">
                                            <p:txEl>
                                              <p:pRg st="4" end="4"/>
                                            </p:txEl>
                                          </p:spTgt>
                                        </p:tgtEl>
                                        <p:attrNameLst>
                                          <p:attrName>style.visibility</p:attrName>
                                        </p:attrNameLst>
                                      </p:cBhvr>
                                      <p:to>
                                        <p:strVal val="visible"/>
                                      </p:to>
                                    </p:set>
                                    <p:anim calcmode="lin" valueType="num">
                                      <p:cBhvr additive="base">
                                        <p:cTn id="31" dur="500" fill="hold"/>
                                        <p:tgtEl>
                                          <p:spTgt spid="1257476">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25747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257476">
                                            <p:txEl>
                                              <p:pRg st="5" end="5"/>
                                            </p:txEl>
                                          </p:spTgt>
                                        </p:tgtEl>
                                        <p:attrNameLst>
                                          <p:attrName>style.visibility</p:attrName>
                                        </p:attrNameLst>
                                      </p:cBhvr>
                                      <p:to>
                                        <p:strVal val="visible"/>
                                      </p:to>
                                    </p:set>
                                    <p:anim calcmode="lin" valueType="num">
                                      <p:cBhvr additive="base">
                                        <p:cTn id="37" dur="500" fill="hold"/>
                                        <p:tgtEl>
                                          <p:spTgt spid="1257476">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25747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257476">
                                            <p:txEl>
                                              <p:pRg st="6" end="6"/>
                                            </p:txEl>
                                          </p:spTgt>
                                        </p:tgtEl>
                                        <p:attrNameLst>
                                          <p:attrName>style.visibility</p:attrName>
                                        </p:attrNameLst>
                                      </p:cBhvr>
                                      <p:to>
                                        <p:strVal val="visible"/>
                                      </p:to>
                                    </p:set>
                                    <p:anim calcmode="lin" valueType="num">
                                      <p:cBhvr additive="base">
                                        <p:cTn id="43" dur="500" fill="hold"/>
                                        <p:tgtEl>
                                          <p:spTgt spid="1257476">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257476">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257476">
                                            <p:txEl>
                                              <p:pRg st="7" end="7"/>
                                            </p:txEl>
                                          </p:spTgt>
                                        </p:tgtEl>
                                        <p:attrNameLst>
                                          <p:attrName>style.visibility</p:attrName>
                                        </p:attrNameLst>
                                      </p:cBhvr>
                                      <p:to>
                                        <p:strVal val="visible"/>
                                      </p:to>
                                    </p:set>
                                    <p:anim calcmode="lin" valueType="num">
                                      <p:cBhvr additive="base">
                                        <p:cTn id="49" dur="500" fill="hold"/>
                                        <p:tgtEl>
                                          <p:spTgt spid="1257476">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257476">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257476">
                                            <p:txEl>
                                              <p:pRg st="8" end="8"/>
                                            </p:txEl>
                                          </p:spTgt>
                                        </p:tgtEl>
                                        <p:attrNameLst>
                                          <p:attrName>style.visibility</p:attrName>
                                        </p:attrNameLst>
                                      </p:cBhvr>
                                      <p:to>
                                        <p:strVal val="visible"/>
                                      </p:to>
                                    </p:set>
                                    <p:anim calcmode="lin" valueType="num">
                                      <p:cBhvr additive="base">
                                        <p:cTn id="55" dur="500" fill="hold"/>
                                        <p:tgtEl>
                                          <p:spTgt spid="1257476">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257476">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7476" grpId="0" build="p" autoUpdateAnimBg="0"/>
    </p:bldLst>
  </p:timing>
</p:sld>
</file>

<file path=ppt/theme/theme1.xml><?xml version="1.0" encoding="utf-8"?>
<a:theme xmlns:a="http://schemas.openxmlformats.org/drawingml/2006/main" name="1_Blends">
  <a:themeElements>
    <a:clrScheme name="">
      <a:dk1>
        <a:srgbClr val="000000"/>
      </a:dk1>
      <a:lt1>
        <a:srgbClr val="FFFFFF"/>
      </a:lt1>
      <a:dk2>
        <a:srgbClr val="FF0000"/>
      </a:dk2>
      <a:lt2>
        <a:srgbClr val="C0C0C0"/>
      </a:lt2>
      <a:accent1>
        <a:srgbClr val="CCFFFF"/>
      </a:accent1>
      <a:accent2>
        <a:srgbClr val="0000FF"/>
      </a:accent2>
      <a:accent3>
        <a:srgbClr val="FFFFFF"/>
      </a:accent3>
      <a:accent4>
        <a:srgbClr val="000000"/>
      </a:accent4>
      <a:accent5>
        <a:srgbClr val="E2FFFF"/>
      </a:accent5>
      <a:accent6>
        <a:srgbClr val="0000E7"/>
      </a:accent6>
      <a:hlink>
        <a:srgbClr val="FF0000"/>
      </a:hlink>
      <a:folHlink>
        <a:srgbClr val="FF3300"/>
      </a:folHlink>
    </a:clrScheme>
    <a:fontScheme name="1_Blends">
      <a:majorFont>
        <a:latin typeface="华文楷体"/>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2800" b="0" i="0" u="none" strike="noStrike" cap="none" normalizeH="0" baseline="0" smtClean="0">
            <a:ln>
              <a:noFill/>
            </a:ln>
            <a:solidFill>
              <a:schemeClr val="tx1"/>
            </a:solidFill>
            <a:effectLst/>
            <a:latin typeface="Times New Roman" pitchFamily="18"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2800" b="0" i="0" u="none" strike="noStrike" cap="none" normalizeH="0" baseline="0" smtClean="0">
            <a:ln>
              <a:noFill/>
            </a:ln>
            <a:solidFill>
              <a:schemeClr val="tx1"/>
            </a:solidFill>
            <a:effectLst/>
            <a:latin typeface="Times New Roman" pitchFamily="18" charset="0"/>
            <a:ea typeface="华文楷体" pitchFamily="2" charset="-122"/>
          </a:defRPr>
        </a:defPPr>
      </a:lstStyle>
    </a:lnDef>
  </a:objectDefaults>
  <a:extraClrSchemeLst>
    <a:extraClrScheme>
      <a:clrScheme name="1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1_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1_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1_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1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1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1_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
  <TotalTime>579</TotalTime>
  <Pages>0</Pages>
  <Words>4408</Words>
  <Characters>0</Characters>
  <Application>Microsoft Office PowerPoint</Application>
  <DocSecurity>0</DocSecurity>
  <PresentationFormat>宽屏</PresentationFormat>
  <Lines>0</Lines>
  <Paragraphs>684</Paragraphs>
  <Slides>88</Slides>
  <Notes>25</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6</vt:i4>
      </vt:variant>
      <vt:variant>
        <vt:lpstr>幻灯片标题</vt:lpstr>
      </vt:variant>
      <vt:variant>
        <vt:i4>88</vt:i4>
      </vt:variant>
    </vt:vector>
  </HeadingPairs>
  <TitlesOfParts>
    <vt:vector size="108" baseType="lpstr">
      <vt:lpstr>Math1</vt:lpstr>
      <vt:lpstr>PMingLiU</vt:lpstr>
      <vt:lpstr>华文楷体</vt:lpstr>
      <vt:lpstr>华文新魏</vt:lpstr>
      <vt:lpstr>楷体_GB2312</vt:lpstr>
      <vt:lpstr>宋体</vt:lpstr>
      <vt:lpstr>新宋体</vt:lpstr>
      <vt:lpstr>Arial</vt:lpstr>
      <vt:lpstr>Comic Sans MS</vt:lpstr>
      <vt:lpstr>Symbol</vt:lpstr>
      <vt:lpstr>Tahoma</vt:lpstr>
      <vt:lpstr>Times New Roman</vt:lpstr>
      <vt:lpstr>Wingdings</vt:lpstr>
      <vt:lpstr>1_Blends</vt:lpstr>
      <vt:lpstr>Bitmap Image</vt:lpstr>
      <vt:lpstr>Photoshop.Image.6</vt:lpstr>
      <vt:lpstr>VISIO</vt:lpstr>
      <vt:lpstr>Clip</vt:lpstr>
      <vt:lpstr>剪辑</vt:lpstr>
      <vt:lpstr>BMP 图象</vt:lpstr>
      <vt:lpstr>PowerPoint 演示文稿</vt:lpstr>
      <vt:lpstr>物理层主要内容</vt:lpstr>
      <vt:lpstr>3.1 数据通信模型</vt:lpstr>
      <vt:lpstr>通信模型关键要素</vt:lpstr>
      <vt:lpstr>数字通信系统模型</vt:lpstr>
      <vt:lpstr>信号类型</vt:lpstr>
      <vt:lpstr>三种编码</vt:lpstr>
      <vt:lpstr>通信信道</vt:lpstr>
      <vt:lpstr>信道</vt:lpstr>
      <vt:lpstr>3.2 数据传输速率 </vt:lpstr>
      <vt:lpstr>采样定理</vt:lpstr>
      <vt:lpstr>吞吐率与带宽之间的关系</vt:lpstr>
      <vt:lpstr>奈魁斯特理论的应用</vt:lpstr>
      <vt:lpstr>奈魁斯特理论的限制</vt:lpstr>
      <vt:lpstr>Shannon理论</vt:lpstr>
      <vt:lpstr>信噪比</vt:lpstr>
      <vt:lpstr>香农理论的应用</vt:lpstr>
      <vt:lpstr>举例</vt:lpstr>
      <vt:lpstr>常用的数据传输速率</vt:lpstr>
      <vt:lpstr>典型数据应用速率</vt:lpstr>
      <vt:lpstr>误码率</vt:lpstr>
      <vt:lpstr>3.3 信号类型</vt:lpstr>
      <vt:lpstr>数字数据到数字信号</vt:lpstr>
      <vt:lpstr>常用编码方式</vt:lpstr>
      <vt:lpstr>曼彻斯特编码的特点</vt:lpstr>
      <vt:lpstr>PowerPoint 演示文稿</vt:lpstr>
      <vt:lpstr>模拟数据到数字信号—PCM</vt:lpstr>
      <vt:lpstr>PCM</vt:lpstr>
      <vt:lpstr>3.4 数据传输方式</vt:lpstr>
      <vt:lpstr>基带传输与宽带传输</vt:lpstr>
      <vt:lpstr>并行传输与串行传输</vt:lpstr>
      <vt:lpstr>并行传输与串行传输</vt:lpstr>
      <vt:lpstr>异步串行传输与同步串行传输 </vt:lpstr>
      <vt:lpstr>同步串行传输</vt:lpstr>
      <vt:lpstr>同步串行传输规程</vt:lpstr>
      <vt:lpstr>3.5 通信方式</vt:lpstr>
      <vt:lpstr>多点分支控制 </vt:lpstr>
      <vt:lpstr>3.6 多路复用技术</vt:lpstr>
      <vt:lpstr>多路复用</vt:lpstr>
      <vt:lpstr>信道复用</vt:lpstr>
      <vt:lpstr>频分多路复用FDM</vt:lpstr>
      <vt:lpstr>时分多路复用TDM</vt:lpstr>
      <vt:lpstr>波分多路复用WDMA</vt:lpstr>
      <vt:lpstr>波分复用WDMA</vt:lpstr>
      <vt:lpstr>CDMA</vt:lpstr>
      <vt:lpstr>3.7  交换技术</vt:lpstr>
      <vt:lpstr>线路交换</vt:lpstr>
      <vt:lpstr>Circuit Switching</vt:lpstr>
      <vt:lpstr>线路交换的特点</vt:lpstr>
      <vt:lpstr>线路交换时序</vt:lpstr>
      <vt:lpstr>报文交换 </vt:lpstr>
      <vt:lpstr>分组交换</vt:lpstr>
      <vt:lpstr>数据报交换</vt:lpstr>
      <vt:lpstr>数据报交换</vt:lpstr>
      <vt:lpstr>数据报交换定时</vt:lpstr>
      <vt:lpstr>VC 分组交换</vt:lpstr>
      <vt:lpstr>VC 分组交换</vt:lpstr>
      <vt:lpstr>分组交换的优点</vt:lpstr>
      <vt:lpstr>分组交换的优点</vt:lpstr>
      <vt:lpstr>分组交换的优点</vt:lpstr>
      <vt:lpstr>分组交换的优点</vt:lpstr>
      <vt:lpstr>3.8 传输介质</vt:lpstr>
      <vt:lpstr>电缆介质</vt:lpstr>
      <vt:lpstr>双绞线电缆</vt:lpstr>
      <vt:lpstr>双绞线电缆</vt:lpstr>
      <vt:lpstr>双绞线上的噪音</vt:lpstr>
      <vt:lpstr>双绞线</vt:lpstr>
      <vt:lpstr>双绞线的特点</vt:lpstr>
      <vt:lpstr>双绞线连接20211018</vt:lpstr>
      <vt:lpstr>双绞线连接</vt:lpstr>
      <vt:lpstr>同轴电缆</vt:lpstr>
      <vt:lpstr>同轴电缆</vt:lpstr>
      <vt:lpstr>光缆</vt:lpstr>
      <vt:lpstr>光纤的优势</vt:lpstr>
      <vt:lpstr>光纤的主要用途</vt:lpstr>
      <vt:lpstr>无线介质</vt:lpstr>
      <vt:lpstr>微波</vt:lpstr>
      <vt:lpstr>地面微波</vt:lpstr>
      <vt:lpstr>卫星微波</vt:lpstr>
      <vt:lpstr>地球同步轨道</vt:lpstr>
      <vt:lpstr>蜂窝通信系统</vt:lpstr>
      <vt:lpstr>红外线系统</vt:lpstr>
      <vt:lpstr>3.9  综合布线系统基础</vt:lpstr>
      <vt:lpstr>PowerPoint 演示文稿</vt:lpstr>
      <vt:lpstr>PowerPoint 演示文稿</vt:lpstr>
      <vt:lpstr>PowerPoint 演示文稿</vt:lpstr>
      <vt:lpstr>PowerPoint 演示文稿</vt:lpstr>
      <vt:lpstr>Summary</vt:lpstr>
    </vt:vector>
  </TitlesOfParts>
  <Manager/>
  <Company>西南交通大学</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陈剑波</dc:creator>
  <cp:keywords/>
  <dc:description/>
  <cp:lastModifiedBy>陈剑波</cp:lastModifiedBy>
  <cp:revision>961</cp:revision>
  <dcterms:created xsi:type="dcterms:W3CDTF">2000-11-07T02:44:39Z</dcterms:created>
  <dcterms:modified xsi:type="dcterms:W3CDTF">2021-10-18T04:13:40Z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2052-8.1.0.3238</vt:lpwstr>
  </property>
</Properties>
</file>