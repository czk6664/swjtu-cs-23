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360" r:id="rId3"/>
    <p:sldId id="301" r:id="rId4"/>
    <p:sldId id="1017" r:id="rId5"/>
    <p:sldId id="369" r:id="rId6"/>
    <p:sldId id="1018" r:id="rId7"/>
  </p:sldIdLst>
  <p:sldSz cx="9906000" cy="6858000" type="A4"/>
  <p:notesSz cx="6757670" cy="986599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A50021"/>
    <a:srgbClr val="FFFFCC"/>
    <a:srgbClr val="3333CC"/>
    <a:srgbClr val="663300"/>
    <a:srgbClr val="0000CC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86446" autoAdjust="0"/>
  </p:normalViewPr>
  <p:slideViewPr>
    <p:cSldViewPr showGuides="1">
      <p:cViewPr varScale="1">
        <p:scale>
          <a:sx n="98" d="100"/>
          <a:sy n="98" d="100"/>
        </p:scale>
        <p:origin x="1488" y="90"/>
      </p:cViewPr>
      <p:guideLst>
        <p:guide orient="horz" pos="2160"/>
        <p:guide pos="312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89912"/>
    </p:cViewPr>
  </p:sorterViewPr>
  <p:notesViewPr>
    <p:cSldViewPr>
      <p:cViewPr varScale="1">
        <p:scale>
          <a:sx n="92" d="100"/>
          <a:sy n="92" d="100"/>
        </p:scale>
        <p:origin x="3762" y="96"/>
      </p:cViewPr>
      <p:guideLst>
        <p:guide orient="horz" pos="3107"/>
        <p:guide pos="212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8938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9050" y="0"/>
            <a:ext cx="2928938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9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928938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9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9050" y="9372600"/>
            <a:ext cx="2928938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b" anchorCtr="0" compatLnSpc="1"/>
          <a:lstStyle>
            <a:lvl1pPr algn="r" ea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5D179B0-009A-4F0B-8013-5B34CCEB6C2D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13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084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49300" y="762000"/>
            <a:ext cx="52832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13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724400"/>
            <a:ext cx="4951413" cy="44180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5713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1013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13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08413" y="93710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b" anchorCtr="0" compatLnSpc="1"/>
          <a:lstStyle>
            <a:lvl1pPr algn="r" eaLnBrk="1" hangingPunct="1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6110F35-6053-466E-88E5-1222FAC1F2E9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42950" y="3197225"/>
            <a:ext cx="84201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lang="zh-CN" altLang="en-US" dirty="0">
              <a:ea typeface="微软雅黑" panose="020B0503020204020204" pitchFamily="34" charset="-122"/>
            </a:endParaRPr>
          </a:p>
        </p:txBody>
      </p:sp>
      <p:grpSp>
        <p:nvGrpSpPr>
          <p:cNvPr id="4" name="Group 10"/>
          <p:cNvGrpSpPr/>
          <p:nvPr userDrawn="1"/>
        </p:nvGrpSpPr>
        <p:grpSpPr bwMode="auto">
          <a:xfrm>
            <a:off x="598488" y="2924175"/>
            <a:ext cx="8458200" cy="1463675"/>
            <a:chOff x="336" y="1824"/>
            <a:chExt cx="5328" cy="922"/>
          </a:xfrm>
        </p:grpSpPr>
        <p:pic>
          <p:nvPicPr>
            <p:cNvPr id="5" name="Picture 8" descr="ANABNR2"/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900" t="-1314" r="-2" b="-36961"/>
            <a:stretch>
              <a:fillRect/>
            </a:stretch>
          </p:blipFill>
          <p:spPr bwMode="auto">
            <a:xfrm>
              <a:off x="336" y="2016"/>
              <a:ext cx="5328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Rectangle 9"/>
            <p:cNvSpPr>
              <a:spLocks noChangeArrowheads="1"/>
            </p:cNvSpPr>
            <p:nvPr userDrawn="1"/>
          </p:nvSpPr>
          <p:spPr bwMode="hidden">
            <a:xfrm>
              <a:off x="501" y="1824"/>
              <a:ext cx="192" cy="624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kumimoji="1" lang="zh-CN" altLang="en-US"/>
            </a:p>
          </p:txBody>
        </p:sp>
      </p:grpSp>
      <p:pic>
        <p:nvPicPr>
          <p:cNvPr id="7" name="图片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225" y="4075113"/>
            <a:ext cx="1963738" cy="226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6913" y="4038600"/>
            <a:ext cx="1954212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42950" y="1676401"/>
            <a:ext cx="8420100" cy="1538286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2550" y="6400800"/>
            <a:ext cx="3467100" cy="2841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32D7EE9-C99F-4C70-8920-605E293E841A}" type="slidenum">
              <a:rPr lang="en-US" altLang="zh-CN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95300" y="1411288"/>
            <a:ext cx="8915400" cy="17462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69776"/>
            <a:ext cx="8915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>
          <a:xfrm>
            <a:off x="3284538" y="6400800"/>
            <a:ext cx="4044950" cy="2841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8769350" y="6400800"/>
            <a:ext cx="990600" cy="284163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B63528E-BEFB-4CAA-8AA6-6F97D05AC11C}" type="slidenum">
              <a:rPr lang="en-US" altLang="zh-CN"/>
            </a:fld>
            <a:r>
              <a:rPr lang="en-US" altLang="zh-CN"/>
              <a:t>/37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95300" y="1411288"/>
            <a:ext cx="8915400" cy="17462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2855160-EEA5-4508-966D-B7014DEC4548}" type="slidenum">
              <a:rPr lang="en-US" altLang="zh-CN"/>
            </a:fld>
            <a:r>
              <a:rPr lang="en-US" altLang="zh-CN"/>
              <a:t>/37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4.jpe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678613"/>
            <a:ext cx="9906000" cy="179387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027" name="标题占位符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8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576513" y="6400800"/>
            <a:ext cx="4044950" cy="28416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100">
                <a:solidFill>
                  <a:srgbClr val="6363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58250" y="6400800"/>
            <a:ext cx="990600" cy="284163"/>
          </a:xfrm>
          <a:prstGeom prst="rect">
            <a:avLst/>
          </a:prstGeom>
          <a:noFill/>
        </p:spPr>
        <p:txBody>
          <a:bodyPr vert="horz" wrap="square" lIns="45720" tIns="45720" rIns="45720" bIns="45720" numCol="1" anchor="ctr" anchorCtr="0" compatLnSpc="1"/>
          <a:lstStyle>
            <a:lvl1pPr algn="ctr" eaLnBrk="1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 sz="1100" smtClean="0">
                <a:solidFill>
                  <a:srgbClr val="636363"/>
                </a:solidFill>
              </a:defRPr>
            </a:lvl1pPr>
          </a:lstStyle>
          <a:p>
            <a:pPr>
              <a:defRPr/>
            </a:pPr>
            <a:fld id="{225306AF-3307-49A3-AA7E-E196C527D5D9}" type="slidenum">
              <a:rPr lang="en-US" altLang="zh-CN"/>
            </a:fld>
            <a:r>
              <a:rPr lang="en-US" altLang="zh-CN"/>
              <a:t>/37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9906000" cy="10795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50000">
                <a:schemeClr val="accent1">
                  <a:tint val="2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lang="zh-CN" altLang="en-US" dirty="0"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rgbClr val="002060"/>
          </a:solidFill>
          <a:latin typeface="Arial" panose="020B0604020202020204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2060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2060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2060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002060"/>
          </a:solidFill>
          <a:latin typeface="Arial" panose="020B0604020202020204" pitchFamily="34" charset="0"/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Þ"/>
        <a:defRPr sz="2800" b="1" kern="1200">
          <a:solidFill>
            <a:srgbClr val="333399"/>
          </a:solidFill>
          <a:latin typeface="Arial" panose="020B0604020202020204" pitchFamily="34" charset="0"/>
          <a:ea typeface="+mj-ea"/>
          <a:cs typeface="Times New Roman" panose="02020603050405020304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"/>
        <a:defRPr sz="2400" b="1" kern="1200">
          <a:solidFill>
            <a:srgbClr val="3333CC"/>
          </a:solidFill>
          <a:latin typeface="Arial" panose="020B0604020202020204" pitchFamily="34" charset="0"/>
          <a:ea typeface="+mj-ea"/>
          <a:cs typeface="Times New Roman" panose="02020603050405020304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"/>
        <a:defRPr sz="2000" b="1" kern="1200">
          <a:solidFill>
            <a:schemeClr val="tx1"/>
          </a:solidFill>
          <a:latin typeface="Arial" panose="020B0604020202020204" pitchFamily="34" charset="0"/>
          <a:ea typeface="+mj-ea"/>
          <a:cs typeface="Times New Roman" panose="02020603050405020304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 2" panose="05020102010507070707" pitchFamily="18" charset="2"/>
        <a:buChar char=""/>
        <a:defRPr sz="2000" b="1" kern="1200">
          <a:solidFill>
            <a:schemeClr val="tx1"/>
          </a:solidFill>
          <a:latin typeface="Arial" panose="020B0604020202020204" pitchFamily="34" charset="0"/>
          <a:ea typeface="+mj-ea"/>
          <a:cs typeface="Times New Roman" panose="02020603050405020304" pitchFamily="18" charset="0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标题 38195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网上练习系统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81955" name="文本占位符 381954"/>
          <p:cNvSpPr>
            <a:spLocks noGrp="1"/>
          </p:cNvSpPr>
          <p:nvPr>
            <p:ph type="body" idx="1"/>
          </p:nvPr>
        </p:nvSpPr>
        <p:spPr>
          <a:xfrm>
            <a:off x="903758" y="1844824"/>
            <a:ext cx="8657754" cy="410445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编程练习系统学生入口</a:t>
            </a:r>
            <a:endParaRPr lang="en-US" altLang="zh-CN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 http://ctec-swjtu-edu-cn-s.vpn.swjtu.edu.cn:8118/train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请使用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Google Chrome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Firefox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浏览器访问</a:t>
            </a:r>
            <a:endParaRPr lang="en-US" altLang="zh-CN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学生登录系统完成练习，获得积分和金币等，可查看排行榜等。</a:t>
            </a:r>
            <a:endParaRPr lang="zh-CN" altLang="en-US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996111" y="6515106"/>
            <a:ext cx="2364284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lvl="0" indent="0" algn="r" defTabSz="914400" eaLnBrk="0" fontAlgn="base" latinLnBrk="0" hangingPunct="0">
              <a:spcBef>
                <a:spcPct val="0"/>
              </a:spcBef>
              <a:spcAft>
                <a:spcPct val="0"/>
              </a:spcAft>
              <a:buNone/>
              <a:defRPr sz="75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eaLnBrk="0" fontAlgn="base" latinLnBrk="0" hangingPunct="0"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914400" lvl="2" indent="0" algn="l" defTabSz="914400" eaLnBrk="0" fontAlgn="base" latinLnBrk="0" hangingPunct="0"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371600" lvl="3" indent="0" algn="l" defTabSz="914400" eaLnBrk="0" fontAlgn="base" latinLnBrk="0" hangingPunct="0"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828800" lvl="4" indent="0" algn="l" defTabSz="914400" eaLnBrk="0" fontAlgn="base" latinLnBrk="0" hangingPunct="0"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286000" lvl="5" indent="0" algn="l" defTabSz="914400" eaLnBrk="0" fontAlgn="base" latinLnBrk="0" hangingPunct="0"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743200" lvl="6" indent="0" algn="l" defTabSz="914400" eaLnBrk="0" fontAlgn="base" latinLnBrk="0" hangingPunct="0"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00400" lvl="7" indent="0" algn="l" defTabSz="914400" eaLnBrk="0" fontAlgn="base" latinLnBrk="0" hangingPunct="0"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657600" lvl="8" indent="0" algn="l" defTabSz="914400" eaLnBrk="0" fontAlgn="base" latinLnBrk="0" hangingPunct="0"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rtl="0" eaLnBrk="1" fontAlgn="auto" hangingPunct="1">
              <a:spcBef>
                <a:spcPts val="0"/>
              </a:spcBef>
              <a:spcAft>
                <a:spcPts val="0"/>
              </a:spcAft>
            </a:pPr>
            <a:fld id="{5DD3DB80-B894-403A-B48E-6FDC1A72010E}" type="slidenum">
              <a:rPr lang="zh-CN" altLang="en-US" smtClean="0"/>
            </a:fld>
            <a:endParaRPr lang="zh-CN" altLang="en-US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560" y="567055"/>
            <a:ext cx="9250045" cy="57232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08979" y="6112475"/>
            <a:ext cx="218241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DD3DB80-B894-403A-B48E-6FDC1A72010E}" type="slidenum">
              <a:rPr lang="zh-CN" altLang="en-US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44378" y="804103"/>
            <a:ext cx="401687" cy="401690"/>
            <a:chOff x="644378" y="804103"/>
            <a:chExt cx="401687" cy="401690"/>
          </a:xfrm>
        </p:grpSpPr>
        <p:sp>
          <p:nvSpPr>
            <p:cNvPr id="6" name="îṡļîḑè"/>
            <p:cNvSpPr/>
            <p:nvPr/>
          </p:nvSpPr>
          <p:spPr>
            <a:xfrm>
              <a:off x="644378" y="804103"/>
              <a:ext cx="401687" cy="40169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 sz="135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iṡļíde"/>
            <p:cNvSpPr/>
            <p:nvPr/>
          </p:nvSpPr>
          <p:spPr bwMode="auto">
            <a:xfrm>
              <a:off x="742811" y="904532"/>
              <a:ext cx="204821" cy="200828"/>
            </a:xfrm>
            <a:custGeom>
              <a:avLst/>
              <a:gdLst>
                <a:gd name="T0" fmla="*/ 1312 w 1990"/>
                <a:gd name="T1" fmla="*/ 1552 h 1954"/>
                <a:gd name="T2" fmla="*/ 291 w 1990"/>
                <a:gd name="T3" fmla="*/ 1746 h 1954"/>
                <a:gd name="T4" fmla="*/ 0 w 1990"/>
                <a:gd name="T5" fmla="*/ 540 h 1954"/>
                <a:gd name="T6" fmla="*/ 515 w 1990"/>
                <a:gd name="T7" fmla="*/ 249 h 1954"/>
                <a:gd name="T8" fmla="*/ 1205 w 1990"/>
                <a:gd name="T9" fmla="*/ 0 h 1954"/>
                <a:gd name="T10" fmla="*/ 1496 w 1990"/>
                <a:gd name="T11" fmla="*/ 489 h 1954"/>
                <a:gd name="T12" fmla="*/ 1413 w 1990"/>
                <a:gd name="T13" fmla="*/ 291 h 1954"/>
                <a:gd name="T14" fmla="*/ 802 w 1990"/>
                <a:gd name="T15" fmla="*/ 83 h 1954"/>
                <a:gd name="T16" fmla="*/ 1039 w 1990"/>
                <a:gd name="T17" fmla="*/ 249 h 1954"/>
                <a:gd name="T18" fmla="*/ 1243 w 1990"/>
                <a:gd name="T19" fmla="*/ 499 h 1954"/>
                <a:gd name="T20" fmla="*/ 291 w 1990"/>
                <a:gd name="T21" fmla="*/ 333 h 1954"/>
                <a:gd name="T22" fmla="*/ 83 w 1990"/>
                <a:gd name="T23" fmla="*/ 1455 h 1954"/>
                <a:gd name="T24" fmla="*/ 1039 w 1990"/>
                <a:gd name="T25" fmla="*/ 1663 h 1954"/>
                <a:gd name="T26" fmla="*/ 1641 w 1990"/>
                <a:gd name="T27" fmla="*/ 1453 h 1954"/>
                <a:gd name="T28" fmla="*/ 1138 w 1990"/>
                <a:gd name="T29" fmla="*/ 583 h 1954"/>
                <a:gd name="T30" fmla="*/ 1641 w 1990"/>
                <a:gd name="T31" fmla="*/ 1453 h 1954"/>
                <a:gd name="T32" fmla="*/ 1752 w 1990"/>
                <a:gd name="T33" fmla="*/ 809 h 1954"/>
                <a:gd name="T34" fmla="*/ 1026 w 1990"/>
                <a:gd name="T35" fmla="*/ 1228 h 1954"/>
                <a:gd name="T36" fmla="*/ 1767 w 1990"/>
                <a:gd name="T37" fmla="*/ 1422 h 1954"/>
                <a:gd name="T38" fmla="*/ 1717 w 1990"/>
                <a:gd name="T39" fmla="*/ 1835 h 1954"/>
                <a:gd name="T40" fmla="*/ 1767 w 1990"/>
                <a:gd name="T41" fmla="*/ 1422 h 1954"/>
                <a:gd name="T42" fmla="*/ 1739 w 1990"/>
                <a:gd name="T43" fmla="*/ 1874 h 1954"/>
                <a:gd name="T44" fmla="*/ 1956 w 1990"/>
                <a:gd name="T45" fmla="*/ 1749 h 1954"/>
                <a:gd name="T46" fmla="*/ 249 w 1990"/>
                <a:gd name="T47" fmla="*/ 551 h 1954"/>
                <a:gd name="T48" fmla="*/ 803 w 1990"/>
                <a:gd name="T49" fmla="*/ 613 h 1954"/>
                <a:gd name="T50" fmla="*/ 675 w 1990"/>
                <a:gd name="T51" fmla="*/ 828 h 1954"/>
                <a:gd name="T52" fmla="*/ 249 w 1990"/>
                <a:gd name="T53" fmla="*/ 890 h 1954"/>
                <a:gd name="T54" fmla="*/ 675 w 1990"/>
                <a:gd name="T55" fmla="*/ 828 h 1954"/>
                <a:gd name="T56" fmla="*/ 675 w 1990"/>
                <a:gd name="T57" fmla="*/ 1167 h 1954"/>
                <a:gd name="T58" fmla="*/ 249 w 1990"/>
                <a:gd name="T59" fmla="*/ 1105 h 1954"/>
                <a:gd name="T60" fmla="*/ 249 w 1990"/>
                <a:gd name="T61" fmla="*/ 1444 h 1954"/>
                <a:gd name="T62" fmla="*/ 803 w 1990"/>
                <a:gd name="T63" fmla="*/ 1382 h 1954"/>
                <a:gd name="T64" fmla="*/ 249 w 1990"/>
                <a:gd name="T65" fmla="*/ 1444 h 1954"/>
                <a:gd name="T66" fmla="*/ 1179 w 1990"/>
                <a:gd name="T67" fmla="*/ 961 h 1954"/>
                <a:gd name="T68" fmla="*/ 1300 w 1990"/>
                <a:gd name="T69" fmla="*/ 1219 h 1954"/>
                <a:gd name="T70" fmla="*/ 1604 w 1990"/>
                <a:gd name="T71" fmla="*/ 858 h 1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90" h="1954">
                  <a:moveTo>
                    <a:pt x="1231" y="1534"/>
                  </a:moveTo>
                  <a:cubicBezTo>
                    <a:pt x="1258" y="1542"/>
                    <a:pt x="1285" y="1548"/>
                    <a:pt x="1312" y="1552"/>
                  </a:cubicBezTo>
                  <a:cubicBezTo>
                    <a:pt x="1272" y="1665"/>
                    <a:pt x="1165" y="1746"/>
                    <a:pt x="1039" y="1746"/>
                  </a:cubicBezTo>
                  <a:lnTo>
                    <a:pt x="291" y="1746"/>
                  </a:lnTo>
                  <a:cubicBezTo>
                    <a:pt x="131" y="1746"/>
                    <a:pt x="0" y="1615"/>
                    <a:pt x="0" y="1455"/>
                  </a:cubicBezTo>
                  <a:lnTo>
                    <a:pt x="0" y="540"/>
                  </a:lnTo>
                  <a:cubicBezTo>
                    <a:pt x="0" y="380"/>
                    <a:pt x="131" y="249"/>
                    <a:pt x="291" y="249"/>
                  </a:cubicBezTo>
                  <a:lnTo>
                    <a:pt x="515" y="249"/>
                  </a:lnTo>
                  <a:cubicBezTo>
                    <a:pt x="535" y="109"/>
                    <a:pt x="656" y="0"/>
                    <a:pt x="802" y="0"/>
                  </a:cubicBezTo>
                  <a:lnTo>
                    <a:pt x="1205" y="0"/>
                  </a:lnTo>
                  <a:cubicBezTo>
                    <a:pt x="1366" y="0"/>
                    <a:pt x="1496" y="131"/>
                    <a:pt x="1496" y="291"/>
                  </a:cubicBezTo>
                  <a:lnTo>
                    <a:pt x="1496" y="489"/>
                  </a:lnTo>
                  <a:cubicBezTo>
                    <a:pt x="1469" y="484"/>
                    <a:pt x="1441" y="480"/>
                    <a:pt x="1413" y="479"/>
                  </a:cubicBezTo>
                  <a:lnTo>
                    <a:pt x="1413" y="291"/>
                  </a:lnTo>
                  <a:cubicBezTo>
                    <a:pt x="1413" y="176"/>
                    <a:pt x="1320" y="83"/>
                    <a:pt x="1205" y="83"/>
                  </a:cubicBezTo>
                  <a:lnTo>
                    <a:pt x="802" y="83"/>
                  </a:lnTo>
                  <a:cubicBezTo>
                    <a:pt x="701" y="83"/>
                    <a:pt x="617" y="155"/>
                    <a:pt x="598" y="249"/>
                  </a:cubicBezTo>
                  <a:lnTo>
                    <a:pt x="1039" y="249"/>
                  </a:lnTo>
                  <a:cubicBezTo>
                    <a:pt x="1180" y="249"/>
                    <a:pt x="1297" y="349"/>
                    <a:pt x="1324" y="482"/>
                  </a:cubicBezTo>
                  <a:cubicBezTo>
                    <a:pt x="1297" y="485"/>
                    <a:pt x="1270" y="491"/>
                    <a:pt x="1243" y="499"/>
                  </a:cubicBezTo>
                  <a:cubicBezTo>
                    <a:pt x="1224" y="404"/>
                    <a:pt x="1140" y="333"/>
                    <a:pt x="1039" y="333"/>
                  </a:cubicBezTo>
                  <a:lnTo>
                    <a:pt x="291" y="333"/>
                  </a:lnTo>
                  <a:cubicBezTo>
                    <a:pt x="177" y="333"/>
                    <a:pt x="83" y="426"/>
                    <a:pt x="83" y="540"/>
                  </a:cubicBezTo>
                  <a:lnTo>
                    <a:pt x="83" y="1455"/>
                  </a:lnTo>
                  <a:cubicBezTo>
                    <a:pt x="83" y="1569"/>
                    <a:pt x="177" y="1663"/>
                    <a:pt x="291" y="1663"/>
                  </a:cubicBezTo>
                  <a:lnTo>
                    <a:pt x="1039" y="1663"/>
                  </a:lnTo>
                  <a:cubicBezTo>
                    <a:pt x="1126" y="1663"/>
                    <a:pt x="1200" y="1609"/>
                    <a:pt x="1231" y="1534"/>
                  </a:cubicBezTo>
                  <a:close/>
                  <a:moveTo>
                    <a:pt x="1641" y="1453"/>
                  </a:moveTo>
                  <a:cubicBezTo>
                    <a:pt x="1401" y="1591"/>
                    <a:pt x="1093" y="1509"/>
                    <a:pt x="955" y="1269"/>
                  </a:cubicBezTo>
                  <a:cubicBezTo>
                    <a:pt x="816" y="1029"/>
                    <a:pt x="899" y="722"/>
                    <a:pt x="1138" y="583"/>
                  </a:cubicBezTo>
                  <a:cubicBezTo>
                    <a:pt x="1378" y="445"/>
                    <a:pt x="1686" y="527"/>
                    <a:pt x="1824" y="767"/>
                  </a:cubicBezTo>
                  <a:cubicBezTo>
                    <a:pt x="1963" y="1007"/>
                    <a:pt x="1880" y="1314"/>
                    <a:pt x="1641" y="1453"/>
                  </a:cubicBezTo>
                  <a:close/>
                  <a:moveTo>
                    <a:pt x="1599" y="1381"/>
                  </a:moveTo>
                  <a:cubicBezTo>
                    <a:pt x="1799" y="1266"/>
                    <a:pt x="1868" y="1009"/>
                    <a:pt x="1752" y="809"/>
                  </a:cubicBezTo>
                  <a:cubicBezTo>
                    <a:pt x="1637" y="608"/>
                    <a:pt x="1380" y="539"/>
                    <a:pt x="1180" y="655"/>
                  </a:cubicBezTo>
                  <a:cubicBezTo>
                    <a:pt x="980" y="771"/>
                    <a:pt x="911" y="1027"/>
                    <a:pt x="1026" y="1228"/>
                  </a:cubicBezTo>
                  <a:cubicBezTo>
                    <a:pt x="1142" y="1428"/>
                    <a:pt x="1399" y="1497"/>
                    <a:pt x="1599" y="1381"/>
                  </a:cubicBezTo>
                  <a:close/>
                  <a:moveTo>
                    <a:pt x="1767" y="1422"/>
                  </a:moveTo>
                  <a:lnTo>
                    <a:pt x="1551" y="1547"/>
                  </a:lnTo>
                  <a:lnTo>
                    <a:pt x="1717" y="1835"/>
                  </a:lnTo>
                  <a:lnTo>
                    <a:pt x="1933" y="1710"/>
                  </a:lnTo>
                  <a:lnTo>
                    <a:pt x="1767" y="1422"/>
                  </a:lnTo>
                  <a:close/>
                  <a:moveTo>
                    <a:pt x="1956" y="1749"/>
                  </a:moveTo>
                  <a:lnTo>
                    <a:pt x="1739" y="1874"/>
                  </a:lnTo>
                  <a:cubicBezTo>
                    <a:pt x="1774" y="1934"/>
                    <a:pt x="1850" y="1954"/>
                    <a:pt x="1910" y="1919"/>
                  </a:cubicBezTo>
                  <a:cubicBezTo>
                    <a:pt x="1969" y="1885"/>
                    <a:pt x="1990" y="1809"/>
                    <a:pt x="1956" y="1749"/>
                  </a:cubicBezTo>
                  <a:close/>
                  <a:moveTo>
                    <a:pt x="803" y="551"/>
                  </a:moveTo>
                  <a:lnTo>
                    <a:pt x="249" y="551"/>
                  </a:lnTo>
                  <a:lnTo>
                    <a:pt x="249" y="613"/>
                  </a:lnTo>
                  <a:lnTo>
                    <a:pt x="803" y="613"/>
                  </a:lnTo>
                  <a:lnTo>
                    <a:pt x="803" y="551"/>
                  </a:lnTo>
                  <a:close/>
                  <a:moveTo>
                    <a:pt x="675" y="828"/>
                  </a:moveTo>
                  <a:lnTo>
                    <a:pt x="249" y="828"/>
                  </a:lnTo>
                  <a:lnTo>
                    <a:pt x="249" y="890"/>
                  </a:lnTo>
                  <a:lnTo>
                    <a:pt x="675" y="890"/>
                  </a:lnTo>
                  <a:lnTo>
                    <a:pt x="675" y="828"/>
                  </a:lnTo>
                  <a:close/>
                  <a:moveTo>
                    <a:pt x="249" y="1167"/>
                  </a:moveTo>
                  <a:lnTo>
                    <a:pt x="675" y="1167"/>
                  </a:lnTo>
                  <a:lnTo>
                    <a:pt x="675" y="1105"/>
                  </a:lnTo>
                  <a:lnTo>
                    <a:pt x="249" y="1105"/>
                  </a:lnTo>
                  <a:lnTo>
                    <a:pt x="249" y="1167"/>
                  </a:lnTo>
                  <a:close/>
                  <a:moveTo>
                    <a:pt x="249" y="1444"/>
                  </a:moveTo>
                  <a:lnTo>
                    <a:pt x="803" y="1444"/>
                  </a:lnTo>
                  <a:lnTo>
                    <a:pt x="803" y="1382"/>
                  </a:lnTo>
                  <a:lnTo>
                    <a:pt x="249" y="1382"/>
                  </a:lnTo>
                  <a:lnTo>
                    <a:pt x="249" y="1444"/>
                  </a:lnTo>
                  <a:close/>
                  <a:moveTo>
                    <a:pt x="1308" y="1105"/>
                  </a:moveTo>
                  <a:lnTo>
                    <a:pt x="1179" y="961"/>
                  </a:lnTo>
                  <a:lnTo>
                    <a:pt x="1118" y="1017"/>
                  </a:lnTo>
                  <a:lnTo>
                    <a:pt x="1300" y="1219"/>
                  </a:lnTo>
                  <a:lnTo>
                    <a:pt x="1657" y="922"/>
                  </a:lnTo>
                  <a:lnTo>
                    <a:pt x="1604" y="858"/>
                  </a:lnTo>
                  <a:lnTo>
                    <a:pt x="1308" y="110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37124" tIns="68562" rIns="137124" bIns="68562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 sz="5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8" name="直接连接符 7"/>
          <p:cNvCxnSpPr/>
          <p:nvPr/>
        </p:nvCxnSpPr>
        <p:spPr>
          <a:xfrm>
            <a:off x="1192418" y="1353866"/>
            <a:ext cx="4623235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prstDash val="sysDash"/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064568" y="692696"/>
            <a:ext cx="8251805" cy="603114"/>
          </a:xfrm>
          <a:prstGeom prst="rect">
            <a:avLst/>
          </a:prstGeom>
          <a:noFill/>
        </p:spPr>
        <p:txBody>
          <a:bodyPr wrap="none" rtlCol="0" anchor="ctr">
            <a:norm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学生做题最大的困惑是什么？怎么应对？</a:t>
            </a:r>
            <a:endParaRPr lang="en-US" altLang="zh-CN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79084" y="1453929"/>
            <a:ext cx="825180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有部分题目学生的答案是正确的，但他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她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们反复提交多次仍不能通过运行评判，得不到相应分数。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学生可通过支付高额金币看答案；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QQ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将题目和代码发给教师评判；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遗憾放弃该题得分，转而完成其它题目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相关代码量会被正确统计，但得分为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或很低得分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i$lïḓè"/>
          <p:cNvSpPr/>
          <p:nvPr/>
        </p:nvSpPr>
        <p:spPr bwMode="auto">
          <a:xfrm>
            <a:off x="742811" y="3969319"/>
            <a:ext cx="204821" cy="200828"/>
          </a:xfrm>
          <a:custGeom>
            <a:avLst/>
            <a:gdLst>
              <a:gd name="T0" fmla="*/ 1312 w 1990"/>
              <a:gd name="T1" fmla="*/ 1552 h 1954"/>
              <a:gd name="T2" fmla="*/ 291 w 1990"/>
              <a:gd name="T3" fmla="*/ 1746 h 1954"/>
              <a:gd name="T4" fmla="*/ 0 w 1990"/>
              <a:gd name="T5" fmla="*/ 540 h 1954"/>
              <a:gd name="T6" fmla="*/ 515 w 1990"/>
              <a:gd name="T7" fmla="*/ 249 h 1954"/>
              <a:gd name="T8" fmla="*/ 1205 w 1990"/>
              <a:gd name="T9" fmla="*/ 0 h 1954"/>
              <a:gd name="T10" fmla="*/ 1496 w 1990"/>
              <a:gd name="T11" fmla="*/ 489 h 1954"/>
              <a:gd name="T12" fmla="*/ 1413 w 1990"/>
              <a:gd name="T13" fmla="*/ 291 h 1954"/>
              <a:gd name="T14" fmla="*/ 802 w 1990"/>
              <a:gd name="T15" fmla="*/ 83 h 1954"/>
              <a:gd name="T16" fmla="*/ 1039 w 1990"/>
              <a:gd name="T17" fmla="*/ 249 h 1954"/>
              <a:gd name="T18" fmla="*/ 1243 w 1990"/>
              <a:gd name="T19" fmla="*/ 499 h 1954"/>
              <a:gd name="T20" fmla="*/ 291 w 1990"/>
              <a:gd name="T21" fmla="*/ 333 h 1954"/>
              <a:gd name="T22" fmla="*/ 83 w 1990"/>
              <a:gd name="T23" fmla="*/ 1455 h 1954"/>
              <a:gd name="T24" fmla="*/ 1039 w 1990"/>
              <a:gd name="T25" fmla="*/ 1663 h 1954"/>
              <a:gd name="T26" fmla="*/ 1641 w 1990"/>
              <a:gd name="T27" fmla="*/ 1453 h 1954"/>
              <a:gd name="T28" fmla="*/ 1138 w 1990"/>
              <a:gd name="T29" fmla="*/ 583 h 1954"/>
              <a:gd name="T30" fmla="*/ 1641 w 1990"/>
              <a:gd name="T31" fmla="*/ 1453 h 1954"/>
              <a:gd name="T32" fmla="*/ 1752 w 1990"/>
              <a:gd name="T33" fmla="*/ 809 h 1954"/>
              <a:gd name="T34" fmla="*/ 1026 w 1990"/>
              <a:gd name="T35" fmla="*/ 1228 h 1954"/>
              <a:gd name="T36" fmla="*/ 1767 w 1990"/>
              <a:gd name="T37" fmla="*/ 1422 h 1954"/>
              <a:gd name="T38" fmla="*/ 1717 w 1990"/>
              <a:gd name="T39" fmla="*/ 1835 h 1954"/>
              <a:gd name="T40" fmla="*/ 1767 w 1990"/>
              <a:gd name="T41" fmla="*/ 1422 h 1954"/>
              <a:gd name="T42" fmla="*/ 1739 w 1990"/>
              <a:gd name="T43" fmla="*/ 1874 h 1954"/>
              <a:gd name="T44" fmla="*/ 1956 w 1990"/>
              <a:gd name="T45" fmla="*/ 1749 h 1954"/>
              <a:gd name="T46" fmla="*/ 249 w 1990"/>
              <a:gd name="T47" fmla="*/ 551 h 1954"/>
              <a:gd name="T48" fmla="*/ 803 w 1990"/>
              <a:gd name="T49" fmla="*/ 613 h 1954"/>
              <a:gd name="T50" fmla="*/ 675 w 1990"/>
              <a:gd name="T51" fmla="*/ 828 h 1954"/>
              <a:gd name="T52" fmla="*/ 249 w 1990"/>
              <a:gd name="T53" fmla="*/ 890 h 1954"/>
              <a:gd name="T54" fmla="*/ 675 w 1990"/>
              <a:gd name="T55" fmla="*/ 828 h 1954"/>
              <a:gd name="T56" fmla="*/ 675 w 1990"/>
              <a:gd name="T57" fmla="*/ 1167 h 1954"/>
              <a:gd name="T58" fmla="*/ 249 w 1990"/>
              <a:gd name="T59" fmla="*/ 1105 h 1954"/>
              <a:gd name="T60" fmla="*/ 249 w 1990"/>
              <a:gd name="T61" fmla="*/ 1444 h 1954"/>
              <a:gd name="T62" fmla="*/ 803 w 1990"/>
              <a:gd name="T63" fmla="*/ 1382 h 1954"/>
              <a:gd name="T64" fmla="*/ 249 w 1990"/>
              <a:gd name="T65" fmla="*/ 1444 h 1954"/>
              <a:gd name="T66" fmla="*/ 1179 w 1990"/>
              <a:gd name="T67" fmla="*/ 961 h 1954"/>
              <a:gd name="T68" fmla="*/ 1300 w 1990"/>
              <a:gd name="T69" fmla="*/ 1219 h 1954"/>
              <a:gd name="T70" fmla="*/ 1604 w 1990"/>
              <a:gd name="T71" fmla="*/ 858 h 19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990" h="1954">
                <a:moveTo>
                  <a:pt x="1231" y="1534"/>
                </a:moveTo>
                <a:cubicBezTo>
                  <a:pt x="1258" y="1542"/>
                  <a:pt x="1285" y="1548"/>
                  <a:pt x="1312" y="1552"/>
                </a:cubicBezTo>
                <a:cubicBezTo>
                  <a:pt x="1272" y="1665"/>
                  <a:pt x="1165" y="1746"/>
                  <a:pt x="1039" y="1746"/>
                </a:cubicBezTo>
                <a:lnTo>
                  <a:pt x="291" y="1746"/>
                </a:lnTo>
                <a:cubicBezTo>
                  <a:pt x="131" y="1746"/>
                  <a:pt x="0" y="1615"/>
                  <a:pt x="0" y="1455"/>
                </a:cubicBezTo>
                <a:lnTo>
                  <a:pt x="0" y="540"/>
                </a:lnTo>
                <a:cubicBezTo>
                  <a:pt x="0" y="380"/>
                  <a:pt x="131" y="249"/>
                  <a:pt x="291" y="249"/>
                </a:cubicBezTo>
                <a:lnTo>
                  <a:pt x="515" y="249"/>
                </a:lnTo>
                <a:cubicBezTo>
                  <a:pt x="535" y="109"/>
                  <a:pt x="656" y="0"/>
                  <a:pt x="802" y="0"/>
                </a:cubicBezTo>
                <a:lnTo>
                  <a:pt x="1205" y="0"/>
                </a:lnTo>
                <a:cubicBezTo>
                  <a:pt x="1366" y="0"/>
                  <a:pt x="1496" y="131"/>
                  <a:pt x="1496" y="291"/>
                </a:cubicBezTo>
                <a:lnTo>
                  <a:pt x="1496" y="489"/>
                </a:lnTo>
                <a:cubicBezTo>
                  <a:pt x="1469" y="484"/>
                  <a:pt x="1441" y="480"/>
                  <a:pt x="1413" y="479"/>
                </a:cubicBezTo>
                <a:lnTo>
                  <a:pt x="1413" y="291"/>
                </a:lnTo>
                <a:cubicBezTo>
                  <a:pt x="1413" y="176"/>
                  <a:pt x="1320" y="83"/>
                  <a:pt x="1205" y="83"/>
                </a:cubicBezTo>
                <a:lnTo>
                  <a:pt x="802" y="83"/>
                </a:lnTo>
                <a:cubicBezTo>
                  <a:pt x="701" y="83"/>
                  <a:pt x="617" y="155"/>
                  <a:pt x="598" y="249"/>
                </a:cubicBezTo>
                <a:lnTo>
                  <a:pt x="1039" y="249"/>
                </a:lnTo>
                <a:cubicBezTo>
                  <a:pt x="1180" y="249"/>
                  <a:pt x="1297" y="349"/>
                  <a:pt x="1324" y="482"/>
                </a:cubicBezTo>
                <a:cubicBezTo>
                  <a:pt x="1297" y="485"/>
                  <a:pt x="1270" y="491"/>
                  <a:pt x="1243" y="499"/>
                </a:cubicBezTo>
                <a:cubicBezTo>
                  <a:pt x="1224" y="404"/>
                  <a:pt x="1140" y="333"/>
                  <a:pt x="1039" y="333"/>
                </a:cubicBezTo>
                <a:lnTo>
                  <a:pt x="291" y="333"/>
                </a:lnTo>
                <a:cubicBezTo>
                  <a:pt x="177" y="333"/>
                  <a:pt x="83" y="426"/>
                  <a:pt x="83" y="540"/>
                </a:cubicBezTo>
                <a:lnTo>
                  <a:pt x="83" y="1455"/>
                </a:lnTo>
                <a:cubicBezTo>
                  <a:pt x="83" y="1569"/>
                  <a:pt x="177" y="1663"/>
                  <a:pt x="291" y="1663"/>
                </a:cubicBezTo>
                <a:lnTo>
                  <a:pt x="1039" y="1663"/>
                </a:lnTo>
                <a:cubicBezTo>
                  <a:pt x="1126" y="1663"/>
                  <a:pt x="1200" y="1609"/>
                  <a:pt x="1231" y="1534"/>
                </a:cubicBezTo>
                <a:close/>
                <a:moveTo>
                  <a:pt x="1641" y="1453"/>
                </a:moveTo>
                <a:cubicBezTo>
                  <a:pt x="1401" y="1591"/>
                  <a:pt x="1093" y="1509"/>
                  <a:pt x="955" y="1269"/>
                </a:cubicBezTo>
                <a:cubicBezTo>
                  <a:pt x="816" y="1029"/>
                  <a:pt x="899" y="722"/>
                  <a:pt x="1138" y="583"/>
                </a:cubicBezTo>
                <a:cubicBezTo>
                  <a:pt x="1378" y="445"/>
                  <a:pt x="1686" y="527"/>
                  <a:pt x="1824" y="767"/>
                </a:cubicBezTo>
                <a:cubicBezTo>
                  <a:pt x="1963" y="1007"/>
                  <a:pt x="1880" y="1314"/>
                  <a:pt x="1641" y="1453"/>
                </a:cubicBezTo>
                <a:close/>
                <a:moveTo>
                  <a:pt x="1599" y="1381"/>
                </a:moveTo>
                <a:cubicBezTo>
                  <a:pt x="1799" y="1266"/>
                  <a:pt x="1868" y="1009"/>
                  <a:pt x="1752" y="809"/>
                </a:cubicBezTo>
                <a:cubicBezTo>
                  <a:pt x="1637" y="608"/>
                  <a:pt x="1380" y="539"/>
                  <a:pt x="1180" y="655"/>
                </a:cubicBezTo>
                <a:cubicBezTo>
                  <a:pt x="980" y="771"/>
                  <a:pt x="911" y="1027"/>
                  <a:pt x="1026" y="1228"/>
                </a:cubicBezTo>
                <a:cubicBezTo>
                  <a:pt x="1142" y="1428"/>
                  <a:pt x="1399" y="1497"/>
                  <a:pt x="1599" y="1381"/>
                </a:cubicBezTo>
                <a:close/>
                <a:moveTo>
                  <a:pt x="1767" y="1422"/>
                </a:moveTo>
                <a:lnTo>
                  <a:pt x="1551" y="1547"/>
                </a:lnTo>
                <a:lnTo>
                  <a:pt x="1717" y="1835"/>
                </a:lnTo>
                <a:lnTo>
                  <a:pt x="1933" y="1710"/>
                </a:lnTo>
                <a:lnTo>
                  <a:pt x="1767" y="1422"/>
                </a:lnTo>
                <a:close/>
                <a:moveTo>
                  <a:pt x="1956" y="1749"/>
                </a:moveTo>
                <a:lnTo>
                  <a:pt x="1739" y="1874"/>
                </a:lnTo>
                <a:cubicBezTo>
                  <a:pt x="1774" y="1934"/>
                  <a:pt x="1850" y="1954"/>
                  <a:pt x="1910" y="1919"/>
                </a:cubicBezTo>
                <a:cubicBezTo>
                  <a:pt x="1969" y="1885"/>
                  <a:pt x="1990" y="1809"/>
                  <a:pt x="1956" y="1749"/>
                </a:cubicBezTo>
                <a:close/>
                <a:moveTo>
                  <a:pt x="803" y="551"/>
                </a:moveTo>
                <a:lnTo>
                  <a:pt x="249" y="551"/>
                </a:lnTo>
                <a:lnTo>
                  <a:pt x="249" y="613"/>
                </a:lnTo>
                <a:lnTo>
                  <a:pt x="803" y="613"/>
                </a:lnTo>
                <a:lnTo>
                  <a:pt x="803" y="551"/>
                </a:lnTo>
                <a:close/>
                <a:moveTo>
                  <a:pt x="675" y="828"/>
                </a:moveTo>
                <a:lnTo>
                  <a:pt x="249" y="828"/>
                </a:lnTo>
                <a:lnTo>
                  <a:pt x="249" y="890"/>
                </a:lnTo>
                <a:lnTo>
                  <a:pt x="675" y="890"/>
                </a:lnTo>
                <a:lnTo>
                  <a:pt x="675" y="828"/>
                </a:lnTo>
                <a:close/>
                <a:moveTo>
                  <a:pt x="249" y="1167"/>
                </a:moveTo>
                <a:lnTo>
                  <a:pt x="675" y="1167"/>
                </a:lnTo>
                <a:lnTo>
                  <a:pt x="675" y="1105"/>
                </a:lnTo>
                <a:lnTo>
                  <a:pt x="249" y="1105"/>
                </a:lnTo>
                <a:lnTo>
                  <a:pt x="249" y="1167"/>
                </a:lnTo>
                <a:close/>
                <a:moveTo>
                  <a:pt x="249" y="1444"/>
                </a:moveTo>
                <a:lnTo>
                  <a:pt x="803" y="1444"/>
                </a:lnTo>
                <a:lnTo>
                  <a:pt x="803" y="1382"/>
                </a:lnTo>
                <a:lnTo>
                  <a:pt x="249" y="1382"/>
                </a:lnTo>
                <a:lnTo>
                  <a:pt x="249" y="1444"/>
                </a:lnTo>
                <a:close/>
                <a:moveTo>
                  <a:pt x="1308" y="1105"/>
                </a:moveTo>
                <a:lnTo>
                  <a:pt x="1179" y="961"/>
                </a:lnTo>
                <a:lnTo>
                  <a:pt x="1118" y="1017"/>
                </a:lnTo>
                <a:lnTo>
                  <a:pt x="1300" y="1219"/>
                </a:lnTo>
                <a:lnTo>
                  <a:pt x="1657" y="922"/>
                </a:lnTo>
                <a:lnTo>
                  <a:pt x="1604" y="858"/>
                </a:lnTo>
                <a:lnTo>
                  <a:pt x="1308" y="11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7124" tIns="68562" rIns="137124" bIns="68562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 sz="5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1151654" y="4436052"/>
            <a:ext cx="4623235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prstDash val="sysDash"/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086342" y="3747947"/>
            <a:ext cx="5143612" cy="603114"/>
          </a:xfrm>
          <a:prstGeom prst="rect">
            <a:avLst/>
          </a:prstGeom>
          <a:noFill/>
        </p:spPr>
        <p:txBody>
          <a:bodyPr wrap="none" rtlCol="0" anchor="ctr">
            <a:norm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学生编程练习题有难度区别吗？</a:t>
            </a:r>
            <a:endParaRPr lang="en-US" altLang="zh-CN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71828" y="4509187"/>
            <a:ext cx="8244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有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级难度，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级相当于简单基本题，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2-3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级为中等难度，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4-5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级为高难度（可能达到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ACM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竞赛题难度水平）；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绝大部分题目为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1-3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级难度。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75111" y="3848659"/>
            <a:ext cx="401687" cy="401690"/>
            <a:chOff x="644378" y="804103"/>
            <a:chExt cx="401687" cy="401690"/>
          </a:xfrm>
        </p:grpSpPr>
        <p:sp>
          <p:nvSpPr>
            <p:cNvPr id="17" name="îṡļîḑè"/>
            <p:cNvSpPr/>
            <p:nvPr/>
          </p:nvSpPr>
          <p:spPr>
            <a:xfrm>
              <a:off x="644378" y="804103"/>
              <a:ext cx="401687" cy="40169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 sz="135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iṡļíde"/>
            <p:cNvSpPr/>
            <p:nvPr/>
          </p:nvSpPr>
          <p:spPr bwMode="auto">
            <a:xfrm>
              <a:off x="742811" y="904532"/>
              <a:ext cx="204821" cy="200828"/>
            </a:xfrm>
            <a:custGeom>
              <a:avLst/>
              <a:gdLst>
                <a:gd name="T0" fmla="*/ 1312 w 1990"/>
                <a:gd name="T1" fmla="*/ 1552 h 1954"/>
                <a:gd name="T2" fmla="*/ 291 w 1990"/>
                <a:gd name="T3" fmla="*/ 1746 h 1954"/>
                <a:gd name="T4" fmla="*/ 0 w 1990"/>
                <a:gd name="T5" fmla="*/ 540 h 1954"/>
                <a:gd name="T6" fmla="*/ 515 w 1990"/>
                <a:gd name="T7" fmla="*/ 249 h 1954"/>
                <a:gd name="T8" fmla="*/ 1205 w 1990"/>
                <a:gd name="T9" fmla="*/ 0 h 1954"/>
                <a:gd name="T10" fmla="*/ 1496 w 1990"/>
                <a:gd name="T11" fmla="*/ 489 h 1954"/>
                <a:gd name="T12" fmla="*/ 1413 w 1990"/>
                <a:gd name="T13" fmla="*/ 291 h 1954"/>
                <a:gd name="T14" fmla="*/ 802 w 1990"/>
                <a:gd name="T15" fmla="*/ 83 h 1954"/>
                <a:gd name="T16" fmla="*/ 1039 w 1990"/>
                <a:gd name="T17" fmla="*/ 249 h 1954"/>
                <a:gd name="T18" fmla="*/ 1243 w 1990"/>
                <a:gd name="T19" fmla="*/ 499 h 1954"/>
                <a:gd name="T20" fmla="*/ 291 w 1990"/>
                <a:gd name="T21" fmla="*/ 333 h 1954"/>
                <a:gd name="T22" fmla="*/ 83 w 1990"/>
                <a:gd name="T23" fmla="*/ 1455 h 1954"/>
                <a:gd name="T24" fmla="*/ 1039 w 1990"/>
                <a:gd name="T25" fmla="*/ 1663 h 1954"/>
                <a:gd name="T26" fmla="*/ 1641 w 1990"/>
                <a:gd name="T27" fmla="*/ 1453 h 1954"/>
                <a:gd name="T28" fmla="*/ 1138 w 1990"/>
                <a:gd name="T29" fmla="*/ 583 h 1954"/>
                <a:gd name="T30" fmla="*/ 1641 w 1990"/>
                <a:gd name="T31" fmla="*/ 1453 h 1954"/>
                <a:gd name="T32" fmla="*/ 1752 w 1990"/>
                <a:gd name="T33" fmla="*/ 809 h 1954"/>
                <a:gd name="T34" fmla="*/ 1026 w 1990"/>
                <a:gd name="T35" fmla="*/ 1228 h 1954"/>
                <a:gd name="T36" fmla="*/ 1767 w 1990"/>
                <a:gd name="T37" fmla="*/ 1422 h 1954"/>
                <a:gd name="T38" fmla="*/ 1717 w 1990"/>
                <a:gd name="T39" fmla="*/ 1835 h 1954"/>
                <a:gd name="T40" fmla="*/ 1767 w 1990"/>
                <a:gd name="T41" fmla="*/ 1422 h 1954"/>
                <a:gd name="T42" fmla="*/ 1739 w 1990"/>
                <a:gd name="T43" fmla="*/ 1874 h 1954"/>
                <a:gd name="T44" fmla="*/ 1956 w 1990"/>
                <a:gd name="T45" fmla="*/ 1749 h 1954"/>
                <a:gd name="T46" fmla="*/ 249 w 1990"/>
                <a:gd name="T47" fmla="*/ 551 h 1954"/>
                <a:gd name="T48" fmla="*/ 803 w 1990"/>
                <a:gd name="T49" fmla="*/ 613 h 1954"/>
                <a:gd name="T50" fmla="*/ 675 w 1990"/>
                <a:gd name="T51" fmla="*/ 828 h 1954"/>
                <a:gd name="T52" fmla="*/ 249 w 1990"/>
                <a:gd name="T53" fmla="*/ 890 h 1954"/>
                <a:gd name="T54" fmla="*/ 675 w 1990"/>
                <a:gd name="T55" fmla="*/ 828 h 1954"/>
                <a:gd name="T56" fmla="*/ 675 w 1990"/>
                <a:gd name="T57" fmla="*/ 1167 h 1954"/>
                <a:gd name="T58" fmla="*/ 249 w 1990"/>
                <a:gd name="T59" fmla="*/ 1105 h 1954"/>
                <a:gd name="T60" fmla="*/ 249 w 1990"/>
                <a:gd name="T61" fmla="*/ 1444 h 1954"/>
                <a:gd name="T62" fmla="*/ 803 w 1990"/>
                <a:gd name="T63" fmla="*/ 1382 h 1954"/>
                <a:gd name="T64" fmla="*/ 249 w 1990"/>
                <a:gd name="T65" fmla="*/ 1444 h 1954"/>
                <a:gd name="T66" fmla="*/ 1179 w 1990"/>
                <a:gd name="T67" fmla="*/ 961 h 1954"/>
                <a:gd name="T68" fmla="*/ 1300 w 1990"/>
                <a:gd name="T69" fmla="*/ 1219 h 1954"/>
                <a:gd name="T70" fmla="*/ 1604 w 1990"/>
                <a:gd name="T71" fmla="*/ 858 h 1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90" h="1954">
                  <a:moveTo>
                    <a:pt x="1231" y="1534"/>
                  </a:moveTo>
                  <a:cubicBezTo>
                    <a:pt x="1258" y="1542"/>
                    <a:pt x="1285" y="1548"/>
                    <a:pt x="1312" y="1552"/>
                  </a:cubicBezTo>
                  <a:cubicBezTo>
                    <a:pt x="1272" y="1665"/>
                    <a:pt x="1165" y="1746"/>
                    <a:pt x="1039" y="1746"/>
                  </a:cubicBezTo>
                  <a:lnTo>
                    <a:pt x="291" y="1746"/>
                  </a:lnTo>
                  <a:cubicBezTo>
                    <a:pt x="131" y="1746"/>
                    <a:pt x="0" y="1615"/>
                    <a:pt x="0" y="1455"/>
                  </a:cubicBezTo>
                  <a:lnTo>
                    <a:pt x="0" y="540"/>
                  </a:lnTo>
                  <a:cubicBezTo>
                    <a:pt x="0" y="380"/>
                    <a:pt x="131" y="249"/>
                    <a:pt x="291" y="249"/>
                  </a:cubicBezTo>
                  <a:lnTo>
                    <a:pt x="515" y="249"/>
                  </a:lnTo>
                  <a:cubicBezTo>
                    <a:pt x="535" y="109"/>
                    <a:pt x="656" y="0"/>
                    <a:pt x="802" y="0"/>
                  </a:cubicBezTo>
                  <a:lnTo>
                    <a:pt x="1205" y="0"/>
                  </a:lnTo>
                  <a:cubicBezTo>
                    <a:pt x="1366" y="0"/>
                    <a:pt x="1496" y="131"/>
                    <a:pt x="1496" y="291"/>
                  </a:cubicBezTo>
                  <a:lnTo>
                    <a:pt x="1496" y="489"/>
                  </a:lnTo>
                  <a:cubicBezTo>
                    <a:pt x="1469" y="484"/>
                    <a:pt x="1441" y="480"/>
                    <a:pt x="1413" y="479"/>
                  </a:cubicBezTo>
                  <a:lnTo>
                    <a:pt x="1413" y="291"/>
                  </a:lnTo>
                  <a:cubicBezTo>
                    <a:pt x="1413" y="176"/>
                    <a:pt x="1320" y="83"/>
                    <a:pt x="1205" y="83"/>
                  </a:cubicBezTo>
                  <a:lnTo>
                    <a:pt x="802" y="83"/>
                  </a:lnTo>
                  <a:cubicBezTo>
                    <a:pt x="701" y="83"/>
                    <a:pt x="617" y="155"/>
                    <a:pt x="598" y="249"/>
                  </a:cubicBezTo>
                  <a:lnTo>
                    <a:pt x="1039" y="249"/>
                  </a:lnTo>
                  <a:cubicBezTo>
                    <a:pt x="1180" y="249"/>
                    <a:pt x="1297" y="349"/>
                    <a:pt x="1324" y="482"/>
                  </a:cubicBezTo>
                  <a:cubicBezTo>
                    <a:pt x="1297" y="485"/>
                    <a:pt x="1270" y="491"/>
                    <a:pt x="1243" y="499"/>
                  </a:cubicBezTo>
                  <a:cubicBezTo>
                    <a:pt x="1224" y="404"/>
                    <a:pt x="1140" y="333"/>
                    <a:pt x="1039" y="333"/>
                  </a:cubicBezTo>
                  <a:lnTo>
                    <a:pt x="291" y="333"/>
                  </a:lnTo>
                  <a:cubicBezTo>
                    <a:pt x="177" y="333"/>
                    <a:pt x="83" y="426"/>
                    <a:pt x="83" y="540"/>
                  </a:cubicBezTo>
                  <a:lnTo>
                    <a:pt x="83" y="1455"/>
                  </a:lnTo>
                  <a:cubicBezTo>
                    <a:pt x="83" y="1569"/>
                    <a:pt x="177" y="1663"/>
                    <a:pt x="291" y="1663"/>
                  </a:cubicBezTo>
                  <a:lnTo>
                    <a:pt x="1039" y="1663"/>
                  </a:lnTo>
                  <a:cubicBezTo>
                    <a:pt x="1126" y="1663"/>
                    <a:pt x="1200" y="1609"/>
                    <a:pt x="1231" y="1534"/>
                  </a:cubicBezTo>
                  <a:close/>
                  <a:moveTo>
                    <a:pt x="1641" y="1453"/>
                  </a:moveTo>
                  <a:cubicBezTo>
                    <a:pt x="1401" y="1591"/>
                    <a:pt x="1093" y="1509"/>
                    <a:pt x="955" y="1269"/>
                  </a:cubicBezTo>
                  <a:cubicBezTo>
                    <a:pt x="816" y="1029"/>
                    <a:pt x="899" y="722"/>
                    <a:pt x="1138" y="583"/>
                  </a:cubicBezTo>
                  <a:cubicBezTo>
                    <a:pt x="1378" y="445"/>
                    <a:pt x="1686" y="527"/>
                    <a:pt x="1824" y="767"/>
                  </a:cubicBezTo>
                  <a:cubicBezTo>
                    <a:pt x="1963" y="1007"/>
                    <a:pt x="1880" y="1314"/>
                    <a:pt x="1641" y="1453"/>
                  </a:cubicBezTo>
                  <a:close/>
                  <a:moveTo>
                    <a:pt x="1599" y="1381"/>
                  </a:moveTo>
                  <a:cubicBezTo>
                    <a:pt x="1799" y="1266"/>
                    <a:pt x="1868" y="1009"/>
                    <a:pt x="1752" y="809"/>
                  </a:cubicBezTo>
                  <a:cubicBezTo>
                    <a:pt x="1637" y="608"/>
                    <a:pt x="1380" y="539"/>
                    <a:pt x="1180" y="655"/>
                  </a:cubicBezTo>
                  <a:cubicBezTo>
                    <a:pt x="980" y="771"/>
                    <a:pt x="911" y="1027"/>
                    <a:pt x="1026" y="1228"/>
                  </a:cubicBezTo>
                  <a:cubicBezTo>
                    <a:pt x="1142" y="1428"/>
                    <a:pt x="1399" y="1497"/>
                    <a:pt x="1599" y="1381"/>
                  </a:cubicBezTo>
                  <a:close/>
                  <a:moveTo>
                    <a:pt x="1767" y="1422"/>
                  </a:moveTo>
                  <a:lnTo>
                    <a:pt x="1551" y="1547"/>
                  </a:lnTo>
                  <a:lnTo>
                    <a:pt x="1717" y="1835"/>
                  </a:lnTo>
                  <a:lnTo>
                    <a:pt x="1933" y="1710"/>
                  </a:lnTo>
                  <a:lnTo>
                    <a:pt x="1767" y="1422"/>
                  </a:lnTo>
                  <a:close/>
                  <a:moveTo>
                    <a:pt x="1956" y="1749"/>
                  </a:moveTo>
                  <a:lnTo>
                    <a:pt x="1739" y="1874"/>
                  </a:lnTo>
                  <a:cubicBezTo>
                    <a:pt x="1774" y="1934"/>
                    <a:pt x="1850" y="1954"/>
                    <a:pt x="1910" y="1919"/>
                  </a:cubicBezTo>
                  <a:cubicBezTo>
                    <a:pt x="1969" y="1885"/>
                    <a:pt x="1990" y="1809"/>
                    <a:pt x="1956" y="1749"/>
                  </a:cubicBezTo>
                  <a:close/>
                  <a:moveTo>
                    <a:pt x="803" y="551"/>
                  </a:moveTo>
                  <a:lnTo>
                    <a:pt x="249" y="551"/>
                  </a:lnTo>
                  <a:lnTo>
                    <a:pt x="249" y="613"/>
                  </a:lnTo>
                  <a:lnTo>
                    <a:pt x="803" y="613"/>
                  </a:lnTo>
                  <a:lnTo>
                    <a:pt x="803" y="551"/>
                  </a:lnTo>
                  <a:close/>
                  <a:moveTo>
                    <a:pt x="675" y="828"/>
                  </a:moveTo>
                  <a:lnTo>
                    <a:pt x="249" y="828"/>
                  </a:lnTo>
                  <a:lnTo>
                    <a:pt x="249" y="890"/>
                  </a:lnTo>
                  <a:lnTo>
                    <a:pt x="675" y="890"/>
                  </a:lnTo>
                  <a:lnTo>
                    <a:pt x="675" y="828"/>
                  </a:lnTo>
                  <a:close/>
                  <a:moveTo>
                    <a:pt x="249" y="1167"/>
                  </a:moveTo>
                  <a:lnTo>
                    <a:pt x="675" y="1167"/>
                  </a:lnTo>
                  <a:lnTo>
                    <a:pt x="675" y="1105"/>
                  </a:lnTo>
                  <a:lnTo>
                    <a:pt x="249" y="1105"/>
                  </a:lnTo>
                  <a:lnTo>
                    <a:pt x="249" y="1167"/>
                  </a:lnTo>
                  <a:close/>
                  <a:moveTo>
                    <a:pt x="249" y="1444"/>
                  </a:moveTo>
                  <a:lnTo>
                    <a:pt x="803" y="1444"/>
                  </a:lnTo>
                  <a:lnTo>
                    <a:pt x="803" y="1382"/>
                  </a:lnTo>
                  <a:lnTo>
                    <a:pt x="249" y="1382"/>
                  </a:lnTo>
                  <a:lnTo>
                    <a:pt x="249" y="1444"/>
                  </a:lnTo>
                  <a:close/>
                  <a:moveTo>
                    <a:pt x="1308" y="1105"/>
                  </a:moveTo>
                  <a:lnTo>
                    <a:pt x="1179" y="961"/>
                  </a:lnTo>
                  <a:lnTo>
                    <a:pt x="1118" y="1017"/>
                  </a:lnTo>
                  <a:lnTo>
                    <a:pt x="1300" y="1219"/>
                  </a:lnTo>
                  <a:lnTo>
                    <a:pt x="1657" y="922"/>
                  </a:lnTo>
                  <a:lnTo>
                    <a:pt x="1604" y="858"/>
                  </a:lnTo>
                  <a:lnTo>
                    <a:pt x="1308" y="110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37124" tIns="68562" rIns="137124" bIns="68562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 sz="5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08979" y="6184483"/>
            <a:ext cx="218241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DD3DB80-B894-403A-B48E-6FDC1A72010E}" type="slidenum">
              <a:rPr lang="zh-CN" altLang="en-US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îṡļîḑè"/>
          <p:cNvSpPr/>
          <p:nvPr/>
        </p:nvSpPr>
        <p:spPr>
          <a:xfrm>
            <a:off x="644378" y="876111"/>
            <a:ext cx="401687" cy="40169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iṡļíde"/>
          <p:cNvSpPr/>
          <p:nvPr/>
        </p:nvSpPr>
        <p:spPr bwMode="auto">
          <a:xfrm>
            <a:off x="742811" y="976540"/>
            <a:ext cx="204821" cy="200828"/>
          </a:xfrm>
          <a:custGeom>
            <a:avLst/>
            <a:gdLst>
              <a:gd name="T0" fmla="*/ 1312 w 1990"/>
              <a:gd name="T1" fmla="*/ 1552 h 1954"/>
              <a:gd name="T2" fmla="*/ 291 w 1990"/>
              <a:gd name="T3" fmla="*/ 1746 h 1954"/>
              <a:gd name="T4" fmla="*/ 0 w 1990"/>
              <a:gd name="T5" fmla="*/ 540 h 1954"/>
              <a:gd name="T6" fmla="*/ 515 w 1990"/>
              <a:gd name="T7" fmla="*/ 249 h 1954"/>
              <a:gd name="T8" fmla="*/ 1205 w 1990"/>
              <a:gd name="T9" fmla="*/ 0 h 1954"/>
              <a:gd name="T10" fmla="*/ 1496 w 1990"/>
              <a:gd name="T11" fmla="*/ 489 h 1954"/>
              <a:gd name="T12" fmla="*/ 1413 w 1990"/>
              <a:gd name="T13" fmla="*/ 291 h 1954"/>
              <a:gd name="T14" fmla="*/ 802 w 1990"/>
              <a:gd name="T15" fmla="*/ 83 h 1954"/>
              <a:gd name="T16" fmla="*/ 1039 w 1990"/>
              <a:gd name="T17" fmla="*/ 249 h 1954"/>
              <a:gd name="T18" fmla="*/ 1243 w 1990"/>
              <a:gd name="T19" fmla="*/ 499 h 1954"/>
              <a:gd name="T20" fmla="*/ 291 w 1990"/>
              <a:gd name="T21" fmla="*/ 333 h 1954"/>
              <a:gd name="T22" fmla="*/ 83 w 1990"/>
              <a:gd name="T23" fmla="*/ 1455 h 1954"/>
              <a:gd name="T24" fmla="*/ 1039 w 1990"/>
              <a:gd name="T25" fmla="*/ 1663 h 1954"/>
              <a:gd name="T26" fmla="*/ 1641 w 1990"/>
              <a:gd name="T27" fmla="*/ 1453 h 1954"/>
              <a:gd name="T28" fmla="*/ 1138 w 1990"/>
              <a:gd name="T29" fmla="*/ 583 h 1954"/>
              <a:gd name="T30" fmla="*/ 1641 w 1990"/>
              <a:gd name="T31" fmla="*/ 1453 h 1954"/>
              <a:gd name="T32" fmla="*/ 1752 w 1990"/>
              <a:gd name="T33" fmla="*/ 809 h 1954"/>
              <a:gd name="T34" fmla="*/ 1026 w 1990"/>
              <a:gd name="T35" fmla="*/ 1228 h 1954"/>
              <a:gd name="T36" fmla="*/ 1767 w 1990"/>
              <a:gd name="T37" fmla="*/ 1422 h 1954"/>
              <a:gd name="T38" fmla="*/ 1717 w 1990"/>
              <a:gd name="T39" fmla="*/ 1835 h 1954"/>
              <a:gd name="T40" fmla="*/ 1767 w 1990"/>
              <a:gd name="T41" fmla="*/ 1422 h 1954"/>
              <a:gd name="T42" fmla="*/ 1739 w 1990"/>
              <a:gd name="T43" fmla="*/ 1874 h 1954"/>
              <a:gd name="T44" fmla="*/ 1956 w 1990"/>
              <a:gd name="T45" fmla="*/ 1749 h 1954"/>
              <a:gd name="T46" fmla="*/ 249 w 1990"/>
              <a:gd name="T47" fmla="*/ 551 h 1954"/>
              <a:gd name="T48" fmla="*/ 803 w 1990"/>
              <a:gd name="T49" fmla="*/ 613 h 1954"/>
              <a:gd name="T50" fmla="*/ 675 w 1990"/>
              <a:gd name="T51" fmla="*/ 828 h 1954"/>
              <a:gd name="T52" fmla="*/ 249 w 1990"/>
              <a:gd name="T53" fmla="*/ 890 h 1954"/>
              <a:gd name="T54" fmla="*/ 675 w 1990"/>
              <a:gd name="T55" fmla="*/ 828 h 1954"/>
              <a:gd name="T56" fmla="*/ 675 w 1990"/>
              <a:gd name="T57" fmla="*/ 1167 h 1954"/>
              <a:gd name="T58" fmla="*/ 249 w 1990"/>
              <a:gd name="T59" fmla="*/ 1105 h 1954"/>
              <a:gd name="T60" fmla="*/ 249 w 1990"/>
              <a:gd name="T61" fmla="*/ 1444 h 1954"/>
              <a:gd name="T62" fmla="*/ 803 w 1990"/>
              <a:gd name="T63" fmla="*/ 1382 h 1954"/>
              <a:gd name="T64" fmla="*/ 249 w 1990"/>
              <a:gd name="T65" fmla="*/ 1444 h 1954"/>
              <a:gd name="T66" fmla="*/ 1179 w 1990"/>
              <a:gd name="T67" fmla="*/ 961 h 1954"/>
              <a:gd name="T68" fmla="*/ 1300 w 1990"/>
              <a:gd name="T69" fmla="*/ 1219 h 1954"/>
              <a:gd name="T70" fmla="*/ 1604 w 1990"/>
              <a:gd name="T71" fmla="*/ 858 h 19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990" h="1954">
                <a:moveTo>
                  <a:pt x="1231" y="1534"/>
                </a:moveTo>
                <a:cubicBezTo>
                  <a:pt x="1258" y="1542"/>
                  <a:pt x="1285" y="1548"/>
                  <a:pt x="1312" y="1552"/>
                </a:cubicBezTo>
                <a:cubicBezTo>
                  <a:pt x="1272" y="1665"/>
                  <a:pt x="1165" y="1746"/>
                  <a:pt x="1039" y="1746"/>
                </a:cubicBezTo>
                <a:lnTo>
                  <a:pt x="291" y="1746"/>
                </a:lnTo>
                <a:cubicBezTo>
                  <a:pt x="131" y="1746"/>
                  <a:pt x="0" y="1615"/>
                  <a:pt x="0" y="1455"/>
                </a:cubicBezTo>
                <a:lnTo>
                  <a:pt x="0" y="540"/>
                </a:lnTo>
                <a:cubicBezTo>
                  <a:pt x="0" y="380"/>
                  <a:pt x="131" y="249"/>
                  <a:pt x="291" y="249"/>
                </a:cubicBezTo>
                <a:lnTo>
                  <a:pt x="515" y="249"/>
                </a:lnTo>
                <a:cubicBezTo>
                  <a:pt x="535" y="109"/>
                  <a:pt x="656" y="0"/>
                  <a:pt x="802" y="0"/>
                </a:cubicBezTo>
                <a:lnTo>
                  <a:pt x="1205" y="0"/>
                </a:lnTo>
                <a:cubicBezTo>
                  <a:pt x="1366" y="0"/>
                  <a:pt x="1496" y="131"/>
                  <a:pt x="1496" y="291"/>
                </a:cubicBezTo>
                <a:lnTo>
                  <a:pt x="1496" y="489"/>
                </a:lnTo>
                <a:cubicBezTo>
                  <a:pt x="1469" y="484"/>
                  <a:pt x="1441" y="480"/>
                  <a:pt x="1413" y="479"/>
                </a:cubicBezTo>
                <a:lnTo>
                  <a:pt x="1413" y="291"/>
                </a:lnTo>
                <a:cubicBezTo>
                  <a:pt x="1413" y="176"/>
                  <a:pt x="1320" y="83"/>
                  <a:pt x="1205" y="83"/>
                </a:cubicBezTo>
                <a:lnTo>
                  <a:pt x="802" y="83"/>
                </a:lnTo>
                <a:cubicBezTo>
                  <a:pt x="701" y="83"/>
                  <a:pt x="617" y="155"/>
                  <a:pt x="598" y="249"/>
                </a:cubicBezTo>
                <a:lnTo>
                  <a:pt x="1039" y="249"/>
                </a:lnTo>
                <a:cubicBezTo>
                  <a:pt x="1180" y="249"/>
                  <a:pt x="1297" y="349"/>
                  <a:pt x="1324" y="482"/>
                </a:cubicBezTo>
                <a:cubicBezTo>
                  <a:pt x="1297" y="485"/>
                  <a:pt x="1270" y="491"/>
                  <a:pt x="1243" y="499"/>
                </a:cubicBezTo>
                <a:cubicBezTo>
                  <a:pt x="1224" y="404"/>
                  <a:pt x="1140" y="333"/>
                  <a:pt x="1039" y="333"/>
                </a:cubicBezTo>
                <a:lnTo>
                  <a:pt x="291" y="333"/>
                </a:lnTo>
                <a:cubicBezTo>
                  <a:pt x="177" y="333"/>
                  <a:pt x="83" y="426"/>
                  <a:pt x="83" y="540"/>
                </a:cubicBezTo>
                <a:lnTo>
                  <a:pt x="83" y="1455"/>
                </a:lnTo>
                <a:cubicBezTo>
                  <a:pt x="83" y="1569"/>
                  <a:pt x="177" y="1663"/>
                  <a:pt x="291" y="1663"/>
                </a:cubicBezTo>
                <a:lnTo>
                  <a:pt x="1039" y="1663"/>
                </a:lnTo>
                <a:cubicBezTo>
                  <a:pt x="1126" y="1663"/>
                  <a:pt x="1200" y="1609"/>
                  <a:pt x="1231" y="1534"/>
                </a:cubicBezTo>
                <a:close/>
                <a:moveTo>
                  <a:pt x="1641" y="1453"/>
                </a:moveTo>
                <a:cubicBezTo>
                  <a:pt x="1401" y="1591"/>
                  <a:pt x="1093" y="1509"/>
                  <a:pt x="955" y="1269"/>
                </a:cubicBezTo>
                <a:cubicBezTo>
                  <a:pt x="816" y="1029"/>
                  <a:pt x="899" y="722"/>
                  <a:pt x="1138" y="583"/>
                </a:cubicBezTo>
                <a:cubicBezTo>
                  <a:pt x="1378" y="445"/>
                  <a:pt x="1686" y="527"/>
                  <a:pt x="1824" y="767"/>
                </a:cubicBezTo>
                <a:cubicBezTo>
                  <a:pt x="1963" y="1007"/>
                  <a:pt x="1880" y="1314"/>
                  <a:pt x="1641" y="1453"/>
                </a:cubicBezTo>
                <a:close/>
                <a:moveTo>
                  <a:pt x="1599" y="1381"/>
                </a:moveTo>
                <a:cubicBezTo>
                  <a:pt x="1799" y="1266"/>
                  <a:pt x="1868" y="1009"/>
                  <a:pt x="1752" y="809"/>
                </a:cubicBezTo>
                <a:cubicBezTo>
                  <a:pt x="1637" y="608"/>
                  <a:pt x="1380" y="539"/>
                  <a:pt x="1180" y="655"/>
                </a:cubicBezTo>
                <a:cubicBezTo>
                  <a:pt x="980" y="771"/>
                  <a:pt x="911" y="1027"/>
                  <a:pt x="1026" y="1228"/>
                </a:cubicBezTo>
                <a:cubicBezTo>
                  <a:pt x="1142" y="1428"/>
                  <a:pt x="1399" y="1497"/>
                  <a:pt x="1599" y="1381"/>
                </a:cubicBezTo>
                <a:close/>
                <a:moveTo>
                  <a:pt x="1767" y="1422"/>
                </a:moveTo>
                <a:lnTo>
                  <a:pt x="1551" y="1547"/>
                </a:lnTo>
                <a:lnTo>
                  <a:pt x="1717" y="1835"/>
                </a:lnTo>
                <a:lnTo>
                  <a:pt x="1933" y="1710"/>
                </a:lnTo>
                <a:lnTo>
                  <a:pt x="1767" y="1422"/>
                </a:lnTo>
                <a:close/>
                <a:moveTo>
                  <a:pt x="1956" y="1749"/>
                </a:moveTo>
                <a:lnTo>
                  <a:pt x="1739" y="1874"/>
                </a:lnTo>
                <a:cubicBezTo>
                  <a:pt x="1774" y="1934"/>
                  <a:pt x="1850" y="1954"/>
                  <a:pt x="1910" y="1919"/>
                </a:cubicBezTo>
                <a:cubicBezTo>
                  <a:pt x="1969" y="1885"/>
                  <a:pt x="1990" y="1809"/>
                  <a:pt x="1956" y="1749"/>
                </a:cubicBezTo>
                <a:close/>
                <a:moveTo>
                  <a:pt x="803" y="551"/>
                </a:moveTo>
                <a:lnTo>
                  <a:pt x="249" y="551"/>
                </a:lnTo>
                <a:lnTo>
                  <a:pt x="249" y="613"/>
                </a:lnTo>
                <a:lnTo>
                  <a:pt x="803" y="613"/>
                </a:lnTo>
                <a:lnTo>
                  <a:pt x="803" y="551"/>
                </a:lnTo>
                <a:close/>
                <a:moveTo>
                  <a:pt x="675" y="828"/>
                </a:moveTo>
                <a:lnTo>
                  <a:pt x="249" y="828"/>
                </a:lnTo>
                <a:lnTo>
                  <a:pt x="249" y="890"/>
                </a:lnTo>
                <a:lnTo>
                  <a:pt x="675" y="890"/>
                </a:lnTo>
                <a:lnTo>
                  <a:pt x="675" y="828"/>
                </a:lnTo>
                <a:close/>
                <a:moveTo>
                  <a:pt x="249" y="1167"/>
                </a:moveTo>
                <a:lnTo>
                  <a:pt x="675" y="1167"/>
                </a:lnTo>
                <a:lnTo>
                  <a:pt x="675" y="1105"/>
                </a:lnTo>
                <a:lnTo>
                  <a:pt x="249" y="1105"/>
                </a:lnTo>
                <a:lnTo>
                  <a:pt x="249" y="1167"/>
                </a:lnTo>
                <a:close/>
                <a:moveTo>
                  <a:pt x="249" y="1444"/>
                </a:moveTo>
                <a:lnTo>
                  <a:pt x="803" y="1444"/>
                </a:lnTo>
                <a:lnTo>
                  <a:pt x="803" y="1382"/>
                </a:lnTo>
                <a:lnTo>
                  <a:pt x="249" y="1382"/>
                </a:lnTo>
                <a:lnTo>
                  <a:pt x="249" y="1444"/>
                </a:lnTo>
                <a:close/>
                <a:moveTo>
                  <a:pt x="1308" y="1105"/>
                </a:moveTo>
                <a:lnTo>
                  <a:pt x="1179" y="961"/>
                </a:lnTo>
                <a:lnTo>
                  <a:pt x="1118" y="1017"/>
                </a:lnTo>
                <a:lnTo>
                  <a:pt x="1300" y="1219"/>
                </a:lnTo>
                <a:lnTo>
                  <a:pt x="1657" y="922"/>
                </a:lnTo>
                <a:lnTo>
                  <a:pt x="1604" y="858"/>
                </a:lnTo>
                <a:lnTo>
                  <a:pt x="1308" y="11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7124" tIns="68562" rIns="137124" bIns="68562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 sz="5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192418" y="1425874"/>
            <a:ext cx="4623235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prstDash val="sysDash"/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064568" y="764704"/>
            <a:ext cx="8251805" cy="603114"/>
          </a:xfrm>
          <a:prstGeom prst="rect">
            <a:avLst/>
          </a:prstGeom>
          <a:noFill/>
        </p:spPr>
        <p:txBody>
          <a:bodyPr wrap="none" rtlCol="0" anchor="ctr">
            <a:norm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学生练习机器怎样打分？</a:t>
            </a:r>
            <a:endParaRPr lang="en-US" altLang="zh-CN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79084" y="1525937"/>
            <a:ext cx="83384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每题有规定的完成时间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比如：设置为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分钟之内完成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),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在规定的完成时间内完成，可得基础分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难度等级分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(1-5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分）；超时完成的，基础分相应扣减；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分大致相当于通过了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道程序设计题！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ïṣḷîḍé"/>
          <p:cNvSpPr/>
          <p:nvPr/>
        </p:nvSpPr>
        <p:spPr>
          <a:xfrm>
            <a:off x="644378" y="3331298"/>
            <a:ext cx="401687" cy="401690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i$lïḓè"/>
          <p:cNvSpPr/>
          <p:nvPr/>
        </p:nvSpPr>
        <p:spPr bwMode="auto">
          <a:xfrm>
            <a:off x="742811" y="3431728"/>
            <a:ext cx="204821" cy="200828"/>
          </a:xfrm>
          <a:custGeom>
            <a:avLst/>
            <a:gdLst>
              <a:gd name="T0" fmla="*/ 1312 w 1990"/>
              <a:gd name="T1" fmla="*/ 1552 h 1954"/>
              <a:gd name="T2" fmla="*/ 291 w 1990"/>
              <a:gd name="T3" fmla="*/ 1746 h 1954"/>
              <a:gd name="T4" fmla="*/ 0 w 1990"/>
              <a:gd name="T5" fmla="*/ 540 h 1954"/>
              <a:gd name="T6" fmla="*/ 515 w 1990"/>
              <a:gd name="T7" fmla="*/ 249 h 1954"/>
              <a:gd name="T8" fmla="*/ 1205 w 1990"/>
              <a:gd name="T9" fmla="*/ 0 h 1954"/>
              <a:gd name="T10" fmla="*/ 1496 w 1990"/>
              <a:gd name="T11" fmla="*/ 489 h 1954"/>
              <a:gd name="T12" fmla="*/ 1413 w 1990"/>
              <a:gd name="T13" fmla="*/ 291 h 1954"/>
              <a:gd name="T14" fmla="*/ 802 w 1990"/>
              <a:gd name="T15" fmla="*/ 83 h 1954"/>
              <a:gd name="T16" fmla="*/ 1039 w 1990"/>
              <a:gd name="T17" fmla="*/ 249 h 1954"/>
              <a:gd name="T18" fmla="*/ 1243 w 1990"/>
              <a:gd name="T19" fmla="*/ 499 h 1954"/>
              <a:gd name="T20" fmla="*/ 291 w 1990"/>
              <a:gd name="T21" fmla="*/ 333 h 1954"/>
              <a:gd name="T22" fmla="*/ 83 w 1990"/>
              <a:gd name="T23" fmla="*/ 1455 h 1954"/>
              <a:gd name="T24" fmla="*/ 1039 w 1990"/>
              <a:gd name="T25" fmla="*/ 1663 h 1954"/>
              <a:gd name="T26" fmla="*/ 1641 w 1990"/>
              <a:gd name="T27" fmla="*/ 1453 h 1954"/>
              <a:gd name="T28" fmla="*/ 1138 w 1990"/>
              <a:gd name="T29" fmla="*/ 583 h 1954"/>
              <a:gd name="T30" fmla="*/ 1641 w 1990"/>
              <a:gd name="T31" fmla="*/ 1453 h 1954"/>
              <a:gd name="T32" fmla="*/ 1752 w 1990"/>
              <a:gd name="T33" fmla="*/ 809 h 1954"/>
              <a:gd name="T34" fmla="*/ 1026 w 1990"/>
              <a:gd name="T35" fmla="*/ 1228 h 1954"/>
              <a:gd name="T36" fmla="*/ 1767 w 1990"/>
              <a:gd name="T37" fmla="*/ 1422 h 1954"/>
              <a:gd name="T38" fmla="*/ 1717 w 1990"/>
              <a:gd name="T39" fmla="*/ 1835 h 1954"/>
              <a:gd name="T40" fmla="*/ 1767 w 1990"/>
              <a:gd name="T41" fmla="*/ 1422 h 1954"/>
              <a:gd name="T42" fmla="*/ 1739 w 1990"/>
              <a:gd name="T43" fmla="*/ 1874 h 1954"/>
              <a:gd name="T44" fmla="*/ 1956 w 1990"/>
              <a:gd name="T45" fmla="*/ 1749 h 1954"/>
              <a:gd name="T46" fmla="*/ 249 w 1990"/>
              <a:gd name="T47" fmla="*/ 551 h 1954"/>
              <a:gd name="T48" fmla="*/ 803 w 1990"/>
              <a:gd name="T49" fmla="*/ 613 h 1954"/>
              <a:gd name="T50" fmla="*/ 675 w 1990"/>
              <a:gd name="T51" fmla="*/ 828 h 1954"/>
              <a:gd name="T52" fmla="*/ 249 w 1990"/>
              <a:gd name="T53" fmla="*/ 890 h 1954"/>
              <a:gd name="T54" fmla="*/ 675 w 1990"/>
              <a:gd name="T55" fmla="*/ 828 h 1954"/>
              <a:gd name="T56" fmla="*/ 675 w 1990"/>
              <a:gd name="T57" fmla="*/ 1167 h 1954"/>
              <a:gd name="T58" fmla="*/ 249 w 1990"/>
              <a:gd name="T59" fmla="*/ 1105 h 1954"/>
              <a:gd name="T60" fmla="*/ 249 w 1990"/>
              <a:gd name="T61" fmla="*/ 1444 h 1954"/>
              <a:gd name="T62" fmla="*/ 803 w 1990"/>
              <a:gd name="T63" fmla="*/ 1382 h 1954"/>
              <a:gd name="T64" fmla="*/ 249 w 1990"/>
              <a:gd name="T65" fmla="*/ 1444 h 1954"/>
              <a:gd name="T66" fmla="*/ 1179 w 1990"/>
              <a:gd name="T67" fmla="*/ 961 h 1954"/>
              <a:gd name="T68" fmla="*/ 1300 w 1990"/>
              <a:gd name="T69" fmla="*/ 1219 h 1954"/>
              <a:gd name="T70" fmla="*/ 1604 w 1990"/>
              <a:gd name="T71" fmla="*/ 858 h 19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990" h="1954">
                <a:moveTo>
                  <a:pt x="1231" y="1534"/>
                </a:moveTo>
                <a:cubicBezTo>
                  <a:pt x="1258" y="1542"/>
                  <a:pt x="1285" y="1548"/>
                  <a:pt x="1312" y="1552"/>
                </a:cubicBezTo>
                <a:cubicBezTo>
                  <a:pt x="1272" y="1665"/>
                  <a:pt x="1165" y="1746"/>
                  <a:pt x="1039" y="1746"/>
                </a:cubicBezTo>
                <a:lnTo>
                  <a:pt x="291" y="1746"/>
                </a:lnTo>
                <a:cubicBezTo>
                  <a:pt x="131" y="1746"/>
                  <a:pt x="0" y="1615"/>
                  <a:pt x="0" y="1455"/>
                </a:cubicBezTo>
                <a:lnTo>
                  <a:pt x="0" y="540"/>
                </a:lnTo>
                <a:cubicBezTo>
                  <a:pt x="0" y="380"/>
                  <a:pt x="131" y="249"/>
                  <a:pt x="291" y="249"/>
                </a:cubicBezTo>
                <a:lnTo>
                  <a:pt x="515" y="249"/>
                </a:lnTo>
                <a:cubicBezTo>
                  <a:pt x="535" y="109"/>
                  <a:pt x="656" y="0"/>
                  <a:pt x="802" y="0"/>
                </a:cubicBezTo>
                <a:lnTo>
                  <a:pt x="1205" y="0"/>
                </a:lnTo>
                <a:cubicBezTo>
                  <a:pt x="1366" y="0"/>
                  <a:pt x="1496" y="131"/>
                  <a:pt x="1496" y="291"/>
                </a:cubicBezTo>
                <a:lnTo>
                  <a:pt x="1496" y="489"/>
                </a:lnTo>
                <a:cubicBezTo>
                  <a:pt x="1469" y="484"/>
                  <a:pt x="1441" y="480"/>
                  <a:pt x="1413" y="479"/>
                </a:cubicBezTo>
                <a:lnTo>
                  <a:pt x="1413" y="291"/>
                </a:lnTo>
                <a:cubicBezTo>
                  <a:pt x="1413" y="176"/>
                  <a:pt x="1320" y="83"/>
                  <a:pt x="1205" y="83"/>
                </a:cubicBezTo>
                <a:lnTo>
                  <a:pt x="802" y="83"/>
                </a:lnTo>
                <a:cubicBezTo>
                  <a:pt x="701" y="83"/>
                  <a:pt x="617" y="155"/>
                  <a:pt x="598" y="249"/>
                </a:cubicBezTo>
                <a:lnTo>
                  <a:pt x="1039" y="249"/>
                </a:lnTo>
                <a:cubicBezTo>
                  <a:pt x="1180" y="249"/>
                  <a:pt x="1297" y="349"/>
                  <a:pt x="1324" y="482"/>
                </a:cubicBezTo>
                <a:cubicBezTo>
                  <a:pt x="1297" y="485"/>
                  <a:pt x="1270" y="491"/>
                  <a:pt x="1243" y="499"/>
                </a:cubicBezTo>
                <a:cubicBezTo>
                  <a:pt x="1224" y="404"/>
                  <a:pt x="1140" y="333"/>
                  <a:pt x="1039" y="333"/>
                </a:cubicBezTo>
                <a:lnTo>
                  <a:pt x="291" y="333"/>
                </a:lnTo>
                <a:cubicBezTo>
                  <a:pt x="177" y="333"/>
                  <a:pt x="83" y="426"/>
                  <a:pt x="83" y="540"/>
                </a:cubicBezTo>
                <a:lnTo>
                  <a:pt x="83" y="1455"/>
                </a:lnTo>
                <a:cubicBezTo>
                  <a:pt x="83" y="1569"/>
                  <a:pt x="177" y="1663"/>
                  <a:pt x="291" y="1663"/>
                </a:cubicBezTo>
                <a:lnTo>
                  <a:pt x="1039" y="1663"/>
                </a:lnTo>
                <a:cubicBezTo>
                  <a:pt x="1126" y="1663"/>
                  <a:pt x="1200" y="1609"/>
                  <a:pt x="1231" y="1534"/>
                </a:cubicBezTo>
                <a:close/>
                <a:moveTo>
                  <a:pt x="1641" y="1453"/>
                </a:moveTo>
                <a:cubicBezTo>
                  <a:pt x="1401" y="1591"/>
                  <a:pt x="1093" y="1509"/>
                  <a:pt x="955" y="1269"/>
                </a:cubicBezTo>
                <a:cubicBezTo>
                  <a:pt x="816" y="1029"/>
                  <a:pt x="899" y="722"/>
                  <a:pt x="1138" y="583"/>
                </a:cubicBezTo>
                <a:cubicBezTo>
                  <a:pt x="1378" y="445"/>
                  <a:pt x="1686" y="527"/>
                  <a:pt x="1824" y="767"/>
                </a:cubicBezTo>
                <a:cubicBezTo>
                  <a:pt x="1963" y="1007"/>
                  <a:pt x="1880" y="1314"/>
                  <a:pt x="1641" y="1453"/>
                </a:cubicBezTo>
                <a:close/>
                <a:moveTo>
                  <a:pt x="1599" y="1381"/>
                </a:moveTo>
                <a:cubicBezTo>
                  <a:pt x="1799" y="1266"/>
                  <a:pt x="1868" y="1009"/>
                  <a:pt x="1752" y="809"/>
                </a:cubicBezTo>
                <a:cubicBezTo>
                  <a:pt x="1637" y="608"/>
                  <a:pt x="1380" y="539"/>
                  <a:pt x="1180" y="655"/>
                </a:cubicBezTo>
                <a:cubicBezTo>
                  <a:pt x="980" y="771"/>
                  <a:pt x="911" y="1027"/>
                  <a:pt x="1026" y="1228"/>
                </a:cubicBezTo>
                <a:cubicBezTo>
                  <a:pt x="1142" y="1428"/>
                  <a:pt x="1399" y="1497"/>
                  <a:pt x="1599" y="1381"/>
                </a:cubicBezTo>
                <a:close/>
                <a:moveTo>
                  <a:pt x="1767" y="1422"/>
                </a:moveTo>
                <a:lnTo>
                  <a:pt x="1551" y="1547"/>
                </a:lnTo>
                <a:lnTo>
                  <a:pt x="1717" y="1835"/>
                </a:lnTo>
                <a:lnTo>
                  <a:pt x="1933" y="1710"/>
                </a:lnTo>
                <a:lnTo>
                  <a:pt x="1767" y="1422"/>
                </a:lnTo>
                <a:close/>
                <a:moveTo>
                  <a:pt x="1956" y="1749"/>
                </a:moveTo>
                <a:lnTo>
                  <a:pt x="1739" y="1874"/>
                </a:lnTo>
                <a:cubicBezTo>
                  <a:pt x="1774" y="1934"/>
                  <a:pt x="1850" y="1954"/>
                  <a:pt x="1910" y="1919"/>
                </a:cubicBezTo>
                <a:cubicBezTo>
                  <a:pt x="1969" y="1885"/>
                  <a:pt x="1990" y="1809"/>
                  <a:pt x="1956" y="1749"/>
                </a:cubicBezTo>
                <a:close/>
                <a:moveTo>
                  <a:pt x="803" y="551"/>
                </a:moveTo>
                <a:lnTo>
                  <a:pt x="249" y="551"/>
                </a:lnTo>
                <a:lnTo>
                  <a:pt x="249" y="613"/>
                </a:lnTo>
                <a:lnTo>
                  <a:pt x="803" y="613"/>
                </a:lnTo>
                <a:lnTo>
                  <a:pt x="803" y="551"/>
                </a:lnTo>
                <a:close/>
                <a:moveTo>
                  <a:pt x="675" y="828"/>
                </a:moveTo>
                <a:lnTo>
                  <a:pt x="249" y="828"/>
                </a:lnTo>
                <a:lnTo>
                  <a:pt x="249" y="890"/>
                </a:lnTo>
                <a:lnTo>
                  <a:pt x="675" y="890"/>
                </a:lnTo>
                <a:lnTo>
                  <a:pt x="675" y="828"/>
                </a:lnTo>
                <a:close/>
                <a:moveTo>
                  <a:pt x="249" y="1167"/>
                </a:moveTo>
                <a:lnTo>
                  <a:pt x="675" y="1167"/>
                </a:lnTo>
                <a:lnTo>
                  <a:pt x="675" y="1105"/>
                </a:lnTo>
                <a:lnTo>
                  <a:pt x="249" y="1105"/>
                </a:lnTo>
                <a:lnTo>
                  <a:pt x="249" y="1167"/>
                </a:lnTo>
                <a:close/>
                <a:moveTo>
                  <a:pt x="249" y="1444"/>
                </a:moveTo>
                <a:lnTo>
                  <a:pt x="803" y="1444"/>
                </a:lnTo>
                <a:lnTo>
                  <a:pt x="803" y="1382"/>
                </a:lnTo>
                <a:lnTo>
                  <a:pt x="249" y="1382"/>
                </a:lnTo>
                <a:lnTo>
                  <a:pt x="249" y="1444"/>
                </a:lnTo>
                <a:close/>
                <a:moveTo>
                  <a:pt x="1308" y="1105"/>
                </a:moveTo>
                <a:lnTo>
                  <a:pt x="1179" y="961"/>
                </a:lnTo>
                <a:lnTo>
                  <a:pt x="1118" y="1017"/>
                </a:lnTo>
                <a:lnTo>
                  <a:pt x="1300" y="1219"/>
                </a:lnTo>
                <a:lnTo>
                  <a:pt x="1657" y="922"/>
                </a:lnTo>
                <a:lnTo>
                  <a:pt x="1604" y="858"/>
                </a:lnTo>
                <a:lnTo>
                  <a:pt x="1308" y="11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7124" tIns="68562" rIns="137124" bIns="68562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 sz="5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1151654" y="3898461"/>
            <a:ext cx="4623235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prstDash val="sysDash"/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086342" y="3210356"/>
            <a:ext cx="5143612" cy="603114"/>
          </a:xfrm>
          <a:prstGeom prst="rect">
            <a:avLst/>
          </a:prstGeom>
          <a:noFill/>
        </p:spPr>
        <p:txBody>
          <a:bodyPr wrap="none" rtlCol="0" anchor="ctr">
            <a:norm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学生练习金币是什么？</a:t>
            </a:r>
            <a:endParaRPr lang="en-US" altLang="zh-CN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71828" y="3971596"/>
            <a:ext cx="82445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有学生做题成功的奖励，完成越多，金币越多。金币可用于看编程题的标准答案。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îṡļîḑè"/>
          <p:cNvSpPr/>
          <p:nvPr/>
        </p:nvSpPr>
        <p:spPr>
          <a:xfrm>
            <a:off x="593579" y="4903827"/>
            <a:ext cx="401687" cy="40169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iṡļíde"/>
          <p:cNvSpPr/>
          <p:nvPr/>
        </p:nvSpPr>
        <p:spPr bwMode="auto">
          <a:xfrm>
            <a:off x="692012" y="5004256"/>
            <a:ext cx="204821" cy="200828"/>
          </a:xfrm>
          <a:custGeom>
            <a:avLst/>
            <a:gdLst>
              <a:gd name="T0" fmla="*/ 1312 w 1990"/>
              <a:gd name="T1" fmla="*/ 1552 h 1954"/>
              <a:gd name="T2" fmla="*/ 291 w 1990"/>
              <a:gd name="T3" fmla="*/ 1746 h 1954"/>
              <a:gd name="T4" fmla="*/ 0 w 1990"/>
              <a:gd name="T5" fmla="*/ 540 h 1954"/>
              <a:gd name="T6" fmla="*/ 515 w 1990"/>
              <a:gd name="T7" fmla="*/ 249 h 1954"/>
              <a:gd name="T8" fmla="*/ 1205 w 1990"/>
              <a:gd name="T9" fmla="*/ 0 h 1954"/>
              <a:gd name="T10" fmla="*/ 1496 w 1990"/>
              <a:gd name="T11" fmla="*/ 489 h 1954"/>
              <a:gd name="T12" fmla="*/ 1413 w 1990"/>
              <a:gd name="T13" fmla="*/ 291 h 1954"/>
              <a:gd name="T14" fmla="*/ 802 w 1990"/>
              <a:gd name="T15" fmla="*/ 83 h 1954"/>
              <a:gd name="T16" fmla="*/ 1039 w 1990"/>
              <a:gd name="T17" fmla="*/ 249 h 1954"/>
              <a:gd name="T18" fmla="*/ 1243 w 1990"/>
              <a:gd name="T19" fmla="*/ 499 h 1954"/>
              <a:gd name="T20" fmla="*/ 291 w 1990"/>
              <a:gd name="T21" fmla="*/ 333 h 1954"/>
              <a:gd name="T22" fmla="*/ 83 w 1990"/>
              <a:gd name="T23" fmla="*/ 1455 h 1954"/>
              <a:gd name="T24" fmla="*/ 1039 w 1990"/>
              <a:gd name="T25" fmla="*/ 1663 h 1954"/>
              <a:gd name="T26" fmla="*/ 1641 w 1990"/>
              <a:gd name="T27" fmla="*/ 1453 h 1954"/>
              <a:gd name="T28" fmla="*/ 1138 w 1990"/>
              <a:gd name="T29" fmla="*/ 583 h 1954"/>
              <a:gd name="T30" fmla="*/ 1641 w 1990"/>
              <a:gd name="T31" fmla="*/ 1453 h 1954"/>
              <a:gd name="T32" fmla="*/ 1752 w 1990"/>
              <a:gd name="T33" fmla="*/ 809 h 1954"/>
              <a:gd name="T34" fmla="*/ 1026 w 1990"/>
              <a:gd name="T35" fmla="*/ 1228 h 1954"/>
              <a:gd name="T36" fmla="*/ 1767 w 1990"/>
              <a:gd name="T37" fmla="*/ 1422 h 1954"/>
              <a:gd name="T38" fmla="*/ 1717 w 1990"/>
              <a:gd name="T39" fmla="*/ 1835 h 1954"/>
              <a:gd name="T40" fmla="*/ 1767 w 1990"/>
              <a:gd name="T41" fmla="*/ 1422 h 1954"/>
              <a:gd name="T42" fmla="*/ 1739 w 1990"/>
              <a:gd name="T43" fmla="*/ 1874 h 1954"/>
              <a:gd name="T44" fmla="*/ 1956 w 1990"/>
              <a:gd name="T45" fmla="*/ 1749 h 1954"/>
              <a:gd name="T46" fmla="*/ 249 w 1990"/>
              <a:gd name="T47" fmla="*/ 551 h 1954"/>
              <a:gd name="T48" fmla="*/ 803 w 1990"/>
              <a:gd name="T49" fmla="*/ 613 h 1954"/>
              <a:gd name="T50" fmla="*/ 675 w 1990"/>
              <a:gd name="T51" fmla="*/ 828 h 1954"/>
              <a:gd name="T52" fmla="*/ 249 w 1990"/>
              <a:gd name="T53" fmla="*/ 890 h 1954"/>
              <a:gd name="T54" fmla="*/ 675 w 1990"/>
              <a:gd name="T55" fmla="*/ 828 h 1954"/>
              <a:gd name="T56" fmla="*/ 675 w 1990"/>
              <a:gd name="T57" fmla="*/ 1167 h 1954"/>
              <a:gd name="T58" fmla="*/ 249 w 1990"/>
              <a:gd name="T59" fmla="*/ 1105 h 1954"/>
              <a:gd name="T60" fmla="*/ 249 w 1990"/>
              <a:gd name="T61" fmla="*/ 1444 h 1954"/>
              <a:gd name="T62" fmla="*/ 803 w 1990"/>
              <a:gd name="T63" fmla="*/ 1382 h 1954"/>
              <a:gd name="T64" fmla="*/ 249 w 1990"/>
              <a:gd name="T65" fmla="*/ 1444 h 1954"/>
              <a:gd name="T66" fmla="*/ 1179 w 1990"/>
              <a:gd name="T67" fmla="*/ 961 h 1954"/>
              <a:gd name="T68" fmla="*/ 1300 w 1990"/>
              <a:gd name="T69" fmla="*/ 1219 h 1954"/>
              <a:gd name="T70" fmla="*/ 1604 w 1990"/>
              <a:gd name="T71" fmla="*/ 858 h 19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990" h="1954">
                <a:moveTo>
                  <a:pt x="1231" y="1534"/>
                </a:moveTo>
                <a:cubicBezTo>
                  <a:pt x="1258" y="1542"/>
                  <a:pt x="1285" y="1548"/>
                  <a:pt x="1312" y="1552"/>
                </a:cubicBezTo>
                <a:cubicBezTo>
                  <a:pt x="1272" y="1665"/>
                  <a:pt x="1165" y="1746"/>
                  <a:pt x="1039" y="1746"/>
                </a:cubicBezTo>
                <a:lnTo>
                  <a:pt x="291" y="1746"/>
                </a:lnTo>
                <a:cubicBezTo>
                  <a:pt x="131" y="1746"/>
                  <a:pt x="0" y="1615"/>
                  <a:pt x="0" y="1455"/>
                </a:cubicBezTo>
                <a:lnTo>
                  <a:pt x="0" y="540"/>
                </a:lnTo>
                <a:cubicBezTo>
                  <a:pt x="0" y="380"/>
                  <a:pt x="131" y="249"/>
                  <a:pt x="291" y="249"/>
                </a:cubicBezTo>
                <a:lnTo>
                  <a:pt x="515" y="249"/>
                </a:lnTo>
                <a:cubicBezTo>
                  <a:pt x="535" y="109"/>
                  <a:pt x="656" y="0"/>
                  <a:pt x="802" y="0"/>
                </a:cubicBezTo>
                <a:lnTo>
                  <a:pt x="1205" y="0"/>
                </a:lnTo>
                <a:cubicBezTo>
                  <a:pt x="1366" y="0"/>
                  <a:pt x="1496" y="131"/>
                  <a:pt x="1496" y="291"/>
                </a:cubicBezTo>
                <a:lnTo>
                  <a:pt x="1496" y="489"/>
                </a:lnTo>
                <a:cubicBezTo>
                  <a:pt x="1469" y="484"/>
                  <a:pt x="1441" y="480"/>
                  <a:pt x="1413" y="479"/>
                </a:cubicBezTo>
                <a:lnTo>
                  <a:pt x="1413" y="291"/>
                </a:lnTo>
                <a:cubicBezTo>
                  <a:pt x="1413" y="176"/>
                  <a:pt x="1320" y="83"/>
                  <a:pt x="1205" y="83"/>
                </a:cubicBezTo>
                <a:lnTo>
                  <a:pt x="802" y="83"/>
                </a:lnTo>
                <a:cubicBezTo>
                  <a:pt x="701" y="83"/>
                  <a:pt x="617" y="155"/>
                  <a:pt x="598" y="249"/>
                </a:cubicBezTo>
                <a:lnTo>
                  <a:pt x="1039" y="249"/>
                </a:lnTo>
                <a:cubicBezTo>
                  <a:pt x="1180" y="249"/>
                  <a:pt x="1297" y="349"/>
                  <a:pt x="1324" y="482"/>
                </a:cubicBezTo>
                <a:cubicBezTo>
                  <a:pt x="1297" y="485"/>
                  <a:pt x="1270" y="491"/>
                  <a:pt x="1243" y="499"/>
                </a:cubicBezTo>
                <a:cubicBezTo>
                  <a:pt x="1224" y="404"/>
                  <a:pt x="1140" y="333"/>
                  <a:pt x="1039" y="333"/>
                </a:cubicBezTo>
                <a:lnTo>
                  <a:pt x="291" y="333"/>
                </a:lnTo>
                <a:cubicBezTo>
                  <a:pt x="177" y="333"/>
                  <a:pt x="83" y="426"/>
                  <a:pt x="83" y="540"/>
                </a:cubicBezTo>
                <a:lnTo>
                  <a:pt x="83" y="1455"/>
                </a:lnTo>
                <a:cubicBezTo>
                  <a:pt x="83" y="1569"/>
                  <a:pt x="177" y="1663"/>
                  <a:pt x="291" y="1663"/>
                </a:cubicBezTo>
                <a:lnTo>
                  <a:pt x="1039" y="1663"/>
                </a:lnTo>
                <a:cubicBezTo>
                  <a:pt x="1126" y="1663"/>
                  <a:pt x="1200" y="1609"/>
                  <a:pt x="1231" y="1534"/>
                </a:cubicBezTo>
                <a:close/>
                <a:moveTo>
                  <a:pt x="1641" y="1453"/>
                </a:moveTo>
                <a:cubicBezTo>
                  <a:pt x="1401" y="1591"/>
                  <a:pt x="1093" y="1509"/>
                  <a:pt x="955" y="1269"/>
                </a:cubicBezTo>
                <a:cubicBezTo>
                  <a:pt x="816" y="1029"/>
                  <a:pt x="899" y="722"/>
                  <a:pt x="1138" y="583"/>
                </a:cubicBezTo>
                <a:cubicBezTo>
                  <a:pt x="1378" y="445"/>
                  <a:pt x="1686" y="527"/>
                  <a:pt x="1824" y="767"/>
                </a:cubicBezTo>
                <a:cubicBezTo>
                  <a:pt x="1963" y="1007"/>
                  <a:pt x="1880" y="1314"/>
                  <a:pt x="1641" y="1453"/>
                </a:cubicBezTo>
                <a:close/>
                <a:moveTo>
                  <a:pt x="1599" y="1381"/>
                </a:moveTo>
                <a:cubicBezTo>
                  <a:pt x="1799" y="1266"/>
                  <a:pt x="1868" y="1009"/>
                  <a:pt x="1752" y="809"/>
                </a:cubicBezTo>
                <a:cubicBezTo>
                  <a:pt x="1637" y="608"/>
                  <a:pt x="1380" y="539"/>
                  <a:pt x="1180" y="655"/>
                </a:cubicBezTo>
                <a:cubicBezTo>
                  <a:pt x="980" y="771"/>
                  <a:pt x="911" y="1027"/>
                  <a:pt x="1026" y="1228"/>
                </a:cubicBezTo>
                <a:cubicBezTo>
                  <a:pt x="1142" y="1428"/>
                  <a:pt x="1399" y="1497"/>
                  <a:pt x="1599" y="1381"/>
                </a:cubicBezTo>
                <a:close/>
                <a:moveTo>
                  <a:pt x="1767" y="1422"/>
                </a:moveTo>
                <a:lnTo>
                  <a:pt x="1551" y="1547"/>
                </a:lnTo>
                <a:lnTo>
                  <a:pt x="1717" y="1835"/>
                </a:lnTo>
                <a:lnTo>
                  <a:pt x="1933" y="1710"/>
                </a:lnTo>
                <a:lnTo>
                  <a:pt x="1767" y="1422"/>
                </a:lnTo>
                <a:close/>
                <a:moveTo>
                  <a:pt x="1956" y="1749"/>
                </a:moveTo>
                <a:lnTo>
                  <a:pt x="1739" y="1874"/>
                </a:lnTo>
                <a:cubicBezTo>
                  <a:pt x="1774" y="1934"/>
                  <a:pt x="1850" y="1954"/>
                  <a:pt x="1910" y="1919"/>
                </a:cubicBezTo>
                <a:cubicBezTo>
                  <a:pt x="1969" y="1885"/>
                  <a:pt x="1990" y="1809"/>
                  <a:pt x="1956" y="1749"/>
                </a:cubicBezTo>
                <a:close/>
                <a:moveTo>
                  <a:pt x="803" y="551"/>
                </a:moveTo>
                <a:lnTo>
                  <a:pt x="249" y="551"/>
                </a:lnTo>
                <a:lnTo>
                  <a:pt x="249" y="613"/>
                </a:lnTo>
                <a:lnTo>
                  <a:pt x="803" y="613"/>
                </a:lnTo>
                <a:lnTo>
                  <a:pt x="803" y="551"/>
                </a:lnTo>
                <a:close/>
                <a:moveTo>
                  <a:pt x="675" y="828"/>
                </a:moveTo>
                <a:lnTo>
                  <a:pt x="249" y="828"/>
                </a:lnTo>
                <a:lnTo>
                  <a:pt x="249" y="890"/>
                </a:lnTo>
                <a:lnTo>
                  <a:pt x="675" y="890"/>
                </a:lnTo>
                <a:lnTo>
                  <a:pt x="675" y="828"/>
                </a:lnTo>
                <a:close/>
                <a:moveTo>
                  <a:pt x="249" y="1167"/>
                </a:moveTo>
                <a:lnTo>
                  <a:pt x="675" y="1167"/>
                </a:lnTo>
                <a:lnTo>
                  <a:pt x="675" y="1105"/>
                </a:lnTo>
                <a:lnTo>
                  <a:pt x="249" y="1105"/>
                </a:lnTo>
                <a:lnTo>
                  <a:pt x="249" y="1167"/>
                </a:lnTo>
                <a:close/>
                <a:moveTo>
                  <a:pt x="249" y="1444"/>
                </a:moveTo>
                <a:lnTo>
                  <a:pt x="803" y="1444"/>
                </a:lnTo>
                <a:lnTo>
                  <a:pt x="803" y="1382"/>
                </a:lnTo>
                <a:lnTo>
                  <a:pt x="249" y="1382"/>
                </a:lnTo>
                <a:lnTo>
                  <a:pt x="249" y="1444"/>
                </a:lnTo>
                <a:close/>
                <a:moveTo>
                  <a:pt x="1308" y="1105"/>
                </a:moveTo>
                <a:lnTo>
                  <a:pt x="1179" y="961"/>
                </a:lnTo>
                <a:lnTo>
                  <a:pt x="1118" y="1017"/>
                </a:lnTo>
                <a:lnTo>
                  <a:pt x="1300" y="1219"/>
                </a:lnTo>
                <a:lnTo>
                  <a:pt x="1657" y="922"/>
                </a:lnTo>
                <a:lnTo>
                  <a:pt x="1604" y="858"/>
                </a:lnTo>
                <a:lnTo>
                  <a:pt x="1308" y="11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7124" tIns="68562" rIns="137124" bIns="68562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 sz="5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1141619" y="5453590"/>
            <a:ext cx="4623235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prstDash val="sysDash"/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071828" y="4821448"/>
            <a:ext cx="8251805" cy="603114"/>
          </a:xfrm>
          <a:prstGeom prst="rect">
            <a:avLst/>
          </a:prstGeom>
          <a:noFill/>
        </p:spPr>
        <p:txBody>
          <a:bodyPr wrap="none" rtlCol="0" anchor="ctr">
            <a:normAutofit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语言编译系统推荐哪些？</a:t>
            </a:r>
            <a:endParaRPr lang="en-US" altLang="zh-CN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86343" y="5553652"/>
            <a:ext cx="8251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Visual C++(2012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以前版本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 Code::Blocks; Dev C++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08979" y="6256491"/>
            <a:ext cx="218241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DD3DB80-B894-403A-B48E-6FDC1A72010E}" type="slidenum">
              <a:rPr lang="zh-CN" altLang="en-US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44378" y="948119"/>
            <a:ext cx="401687" cy="401690"/>
            <a:chOff x="644378" y="948119"/>
            <a:chExt cx="401687" cy="401690"/>
          </a:xfrm>
        </p:grpSpPr>
        <p:sp>
          <p:nvSpPr>
            <p:cNvPr id="6" name="îṡļîḑè"/>
            <p:cNvSpPr/>
            <p:nvPr/>
          </p:nvSpPr>
          <p:spPr>
            <a:xfrm>
              <a:off x="644378" y="948119"/>
              <a:ext cx="401687" cy="40169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 sz="135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iṡļíde"/>
            <p:cNvSpPr/>
            <p:nvPr/>
          </p:nvSpPr>
          <p:spPr bwMode="auto">
            <a:xfrm>
              <a:off x="742811" y="1048548"/>
              <a:ext cx="204821" cy="200828"/>
            </a:xfrm>
            <a:custGeom>
              <a:avLst/>
              <a:gdLst>
                <a:gd name="T0" fmla="*/ 1312 w 1990"/>
                <a:gd name="T1" fmla="*/ 1552 h 1954"/>
                <a:gd name="T2" fmla="*/ 291 w 1990"/>
                <a:gd name="T3" fmla="*/ 1746 h 1954"/>
                <a:gd name="T4" fmla="*/ 0 w 1990"/>
                <a:gd name="T5" fmla="*/ 540 h 1954"/>
                <a:gd name="T6" fmla="*/ 515 w 1990"/>
                <a:gd name="T7" fmla="*/ 249 h 1954"/>
                <a:gd name="T8" fmla="*/ 1205 w 1990"/>
                <a:gd name="T9" fmla="*/ 0 h 1954"/>
                <a:gd name="T10" fmla="*/ 1496 w 1990"/>
                <a:gd name="T11" fmla="*/ 489 h 1954"/>
                <a:gd name="T12" fmla="*/ 1413 w 1990"/>
                <a:gd name="T13" fmla="*/ 291 h 1954"/>
                <a:gd name="T14" fmla="*/ 802 w 1990"/>
                <a:gd name="T15" fmla="*/ 83 h 1954"/>
                <a:gd name="T16" fmla="*/ 1039 w 1990"/>
                <a:gd name="T17" fmla="*/ 249 h 1954"/>
                <a:gd name="T18" fmla="*/ 1243 w 1990"/>
                <a:gd name="T19" fmla="*/ 499 h 1954"/>
                <a:gd name="T20" fmla="*/ 291 w 1990"/>
                <a:gd name="T21" fmla="*/ 333 h 1954"/>
                <a:gd name="T22" fmla="*/ 83 w 1990"/>
                <a:gd name="T23" fmla="*/ 1455 h 1954"/>
                <a:gd name="T24" fmla="*/ 1039 w 1990"/>
                <a:gd name="T25" fmla="*/ 1663 h 1954"/>
                <a:gd name="T26" fmla="*/ 1641 w 1990"/>
                <a:gd name="T27" fmla="*/ 1453 h 1954"/>
                <a:gd name="T28" fmla="*/ 1138 w 1990"/>
                <a:gd name="T29" fmla="*/ 583 h 1954"/>
                <a:gd name="T30" fmla="*/ 1641 w 1990"/>
                <a:gd name="T31" fmla="*/ 1453 h 1954"/>
                <a:gd name="T32" fmla="*/ 1752 w 1990"/>
                <a:gd name="T33" fmla="*/ 809 h 1954"/>
                <a:gd name="T34" fmla="*/ 1026 w 1990"/>
                <a:gd name="T35" fmla="*/ 1228 h 1954"/>
                <a:gd name="T36" fmla="*/ 1767 w 1990"/>
                <a:gd name="T37" fmla="*/ 1422 h 1954"/>
                <a:gd name="T38" fmla="*/ 1717 w 1990"/>
                <a:gd name="T39" fmla="*/ 1835 h 1954"/>
                <a:gd name="T40" fmla="*/ 1767 w 1990"/>
                <a:gd name="T41" fmla="*/ 1422 h 1954"/>
                <a:gd name="T42" fmla="*/ 1739 w 1990"/>
                <a:gd name="T43" fmla="*/ 1874 h 1954"/>
                <a:gd name="T44" fmla="*/ 1956 w 1990"/>
                <a:gd name="T45" fmla="*/ 1749 h 1954"/>
                <a:gd name="T46" fmla="*/ 249 w 1990"/>
                <a:gd name="T47" fmla="*/ 551 h 1954"/>
                <a:gd name="T48" fmla="*/ 803 w 1990"/>
                <a:gd name="T49" fmla="*/ 613 h 1954"/>
                <a:gd name="T50" fmla="*/ 675 w 1990"/>
                <a:gd name="T51" fmla="*/ 828 h 1954"/>
                <a:gd name="T52" fmla="*/ 249 w 1990"/>
                <a:gd name="T53" fmla="*/ 890 h 1954"/>
                <a:gd name="T54" fmla="*/ 675 w 1990"/>
                <a:gd name="T55" fmla="*/ 828 h 1954"/>
                <a:gd name="T56" fmla="*/ 675 w 1990"/>
                <a:gd name="T57" fmla="*/ 1167 h 1954"/>
                <a:gd name="T58" fmla="*/ 249 w 1990"/>
                <a:gd name="T59" fmla="*/ 1105 h 1954"/>
                <a:gd name="T60" fmla="*/ 249 w 1990"/>
                <a:gd name="T61" fmla="*/ 1444 h 1954"/>
                <a:gd name="T62" fmla="*/ 803 w 1990"/>
                <a:gd name="T63" fmla="*/ 1382 h 1954"/>
                <a:gd name="T64" fmla="*/ 249 w 1990"/>
                <a:gd name="T65" fmla="*/ 1444 h 1954"/>
                <a:gd name="T66" fmla="*/ 1179 w 1990"/>
                <a:gd name="T67" fmla="*/ 961 h 1954"/>
                <a:gd name="T68" fmla="*/ 1300 w 1990"/>
                <a:gd name="T69" fmla="*/ 1219 h 1954"/>
                <a:gd name="T70" fmla="*/ 1604 w 1990"/>
                <a:gd name="T71" fmla="*/ 858 h 1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90" h="1954">
                  <a:moveTo>
                    <a:pt x="1231" y="1534"/>
                  </a:moveTo>
                  <a:cubicBezTo>
                    <a:pt x="1258" y="1542"/>
                    <a:pt x="1285" y="1548"/>
                    <a:pt x="1312" y="1552"/>
                  </a:cubicBezTo>
                  <a:cubicBezTo>
                    <a:pt x="1272" y="1665"/>
                    <a:pt x="1165" y="1746"/>
                    <a:pt x="1039" y="1746"/>
                  </a:cubicBezTo>
                  <a:lnTo>
                    <a:pt x="291" y="1746"/>
                  </a:lnTo>
                  <a:cubicBezTo>
                    <a:pt x="131" y="1746"/>
                    <a:pt x="0" y="1615"/>
                    <a:pt x="0" y="1455"/>
                  </a:cubicBezTo>
                  <a:lnTo>
                    <a:pt x="0" y="540"/>
                  </a:lnTo>
                  <a:cubicBezTo>
                    <a:pt x="0" y="380"/>
                    <a:pt x="131" y="249"/>
                    <a:pt x="291" y="249"/>
                  </a:cubicBezTo>
                  <a:lnTo>
                    <a:pt x="515" y="249"/>
                  </a:lnTo>
                  <a:cubicBezTo>
                    <a:pt x="535" y="109"/>
                    <a:pt x="656" y="0"/>
                    <a:pt x="802" y="0"/>
                  </a:cubicBezTo>
                  <a:lnTo>
                    <a:pt x="1205" y="0"/>
                  </a:lnTo>
                  <a:cubicBezTo>
                    <a:pt x="1366" y="0"/>
                    <a:pt x="1496" y="131"/>
                    <a:pt x="1496" y="291"/>
                  </a:cubicBezTo>
                  <a:lnTo>
                    <a:pt x="1496" y="489"/>
                  </a:lnTo>
                  <a:cubicBezTo>
                    <a:pt x="1469" y="484"/>
                    <a:pt x="1441" y="480"/>
                    <a:pt x="1413" y="479"/>
                  </a:cubicBezTo>
                  <a:lnTo>
                    <a:pt x="1413" y="291"/>
                  </a:lnTo>
                  <a:cubicBezTo>
                    <a:pt x="1413" y="176"/>
                    <a:pt x="1320" y="83"/>
                    <a:pt x="1205" y="83"/>
                  </a:cubicBezTo>
                  <a:lnTo>
                    <a:pt x="802" y="83"/>
                  </a:lnTo>
                  <a:cubicBezTo>
                    <a:pt x="701" y="83"/>
                    <a:pt x="617" y="155"/>
                    <a:pt x="598" y="249"/>
                  </a:cubicBezTo>
                  <a:lnTo>
                    <a:pt x="1039" y="249"/>
                  </a:lnTo>
                  <a:cubicBezTo>
                    <a:pt x="1180" y="249"/>
                    <a:pt x="1297" y="349"/>
                    <a:pt x="1324" y="482"/>
                  </a:cubicBezTo>
                  <a:cubicBezTo>
                    <a:pt x="1297" y="485"/>
                    <a:pt x="1270" y="491"/>
                    <a:pt x="1243" y="499"/>
                  </a:cubicBezTo>
                  <a:cubicBezTo>
                    <a:pt x="1224" y="404"/>
                    <a:pt x="1140" y="333"/>
                    <a:pt x="1039" y="333"/>
                  </a:cubicBezTo>
                  <a:lnTo>
                    <a:pt x="291" y="333"/>
                  </a:lnTo>
                  <a:cubicBezTo>
                    <a:pt x="177" y="333"/>
                    <a:pt x="83" y="426"/>
                    <a:pt x="83" y="540"/>
                  </a:cubicBezTo>
                  <a:lnTo>
                    <a:pt x="83" y="1455"/>
                  </a:lnTo>
                  <a:cubicBezTo>
                    <a:pt x="83" y="1569"/>
                    <a:pt x="177" y="1663"/>
                    <a:pt x="291" y="1663"/>
                  </a:cubicBezTo>
                  <a:lnTo>
                    <a:pt x="1039" y="1663"/>
                  </a:lnTo>
                  <a:cubicBezTo>
                    <a:pt x="1126" y="1663"/>
                    <a:pt x="1200" y="1609"/>
                    <a:pt x="1231" y="1534"/>
                  </a:cubicBezTo>
                  <a:close/>
                  <a:moveTo>
                    <a:pt x="1641" y="1453"/>
                  </a:moveTo>
                  <a:cubicBezTo>
                    <a:pt x="1401" y="1591"/>
                    <a:pt x="1093" y="1509"/>
                    <a:pt x="955" y="1269"/>
                  </a:cubicBezTo>
                  <a:cubicBezTo>
                    <a:pt x="816" y="1029"/>
                    <a:pt x="899" y="722"/>
                    <a:pt x="1138" y="583"/>
                  </a:cubicBezTo>
                  <a:cubicBezTo>
                    <a:pt x="1378" y="445"/>
                    <a:pt x="1686" y="527"/>
                    <a:pt x="1824" y="767"/>
                  </a:cubicBezTo>
                  <a:cubicBezTo>
                    <a:pt x="1963" y="1007"/>
                    <a:pt x="1880" y="1314"/>
                    <a:pt x="1641" y="1453"/>
                  </a:cubicBezTo>
                  <a:close/>
                  <a:moveTo>
                    <a:pt x="1599" y="1381"/>
                  </a:moveTo>
                  <a:cubicBezTo>
                    <a:pt x="1799" y="1266"/>
                    <a:pt x="1868" y="1009"/>
                    <a:pt x="1752" y="809"/>
                  </a:cubicBezTo>
                  <a:cubicBezTo>
                    <a:pt x="1637" y="608"/>
                    <a:pt x="1380" y="539"/>
                    <a:pt x="1180" y="655"/>
                  </a:cubicBezTo>
                  <a:cubicBezTo>
                    <a:pt x="980" y="771"/>
                    <a:pt x="911" y="1027"/>
                    <a:pt x="1026" y="1228"/>
                  </a:cubicBezTo>
                  <a:cubicBezTo>
                    <a:pt x="1142" y="1428"/>
                    <a:pt x="1399" y="1497"/>
                    <a:pt x="1599" y="1381"/>
                  </a:cubicBezTo>
                  <a:close/>
                  <a:moveTo>
                    <a:pt x="1767" y="1422"/>
                  </a:moveTo>
                  <a:lnTo>
                    <a:pt x="1551" y="1547"/>
                  </a:lnTo>
                  <a:lnTo>
                    <a:pt x="1717" y="1835"/>
                  </a:lnTo>
                  <a:lnTo>
                    <a:pt x="1933" y="1710"/>
                  </a:lnTo>
                  <a:lnTo>
                    <a:pt x="1767" y="1422"/>
                  </a:lnTo>
                  <a:close/>
                  <a:moveTo>
                    <a:pt x="1956" y="1749"/>
                  </a:moveTo>
                  <a:lnTo>
                    <a:pt x="1739" y="1874"/>
                  </a:lnTo>
                  <a:cubicBezTo>
                    <a:pt x="1774" y="1934"/>
                    <a:pt x="1850" y="1954"/>
                    <a:pt x="1910" y="1919"/>
                  </a:cubicBezTo>
                  <a:cubicBezTo>
                    <a:pt x="1969" y="1885"/>
                    <a:pt x="1990" y="1809"/>
                    <a:pt x="1956" y="1749"/>
                  </a:cubicBezTo>
                  <a:close/>
                  <a:moveTo>
                    <a:pt x="803" y="551"/>
                  </a:moveTo>
                  <a:lnTo>
                    <a:pt x="249" y="551"/>
                  </a:lnTo>
                  <a:lnTo>
                    <a:pt x="249" y="613"/>
                  </a:lnTo>
                  <a:lnTo>
                    <a:pt x="803" y="613"/>
                  </a:lnTo>
                  <a:lnTo>
                    <a:pt x="803" y="551"/>
                  </a:lnTo>
                  <a:close/>
                  <a:moveTo>
                    <a:pt x="675" y="828"/>
                  </a:moveTo>
                  <a:lnTo>
                    <a:pt x="249" y="828"/>
                  </a:lnTo>
                  <a:lnTo>
                    <a:pt x="249" y="890"/>
                  </a:lnTo>
                  <a:lnTo>
                    <a:pt x="675" y="890"/>
                  </a:lnTo>
                  <a:lnTo>
                    <a:pt x="675" y="828"/>
                  </a:lnTo>
                  <a:close/>
                  <a:moveTo>
                    <a:pt x="249" y="1167"/>
                  </a:moveTo>
                  <a:lnTo>
                    <a:pt x="675" y="1167"/>
                  </a:lnTo>
                  <a:lnTo>
                    <a:pt x="675" y="1105"/>
                  </a:lnTo>
                  <a:lnTo>
                    <a:pt x="249" y="1105"/>
                  </a:lnTo>
                  <a:lnTo>
                    <a:pt x="249" y="1167"/>
                  </a:lnTo>
                  <a:close/>
                  <a:moveTo>
                    <a:pt x="249" y="1444"/>
                  </a:moveTo>
                  <a:lnTo>
                    <a:pt x="803" y="1444"/>
                  </a:lnTo>
                  <a:lnTo>
                    <a:pt x="803" y="1382"/>
                  </a:lnTo>
                  <a:lnTo>
                    <a:pt x="249" y="1382"/>
                  </a:lnTo>
                  <a:lnTo>
                    <a:pt x="249" y="1444"/>
                  </a:lnTo>
                  <a:close/>
                  <a:moveTo>
                    <a:pt x="1308" y="1105"/>
                  </a:moveTo>
                  <a:lnTo>
                    <a:pt x="1179" y="961"/>
                  </a:lnTo>
                  <a:lnTo>
                    <a:pt x="1118" y="1017"/>
                  </a:lnTo>
                  <a:lnTo>
                    <a:pt x="1300" y="1219"/>
                  </a:lnTo>
                  <a:lnTo>
                    <a:pt x="1657" y="922"/>
                  </a:lnTo>
                  <a:lnTo>
                    <a:pt x="1604" y="858"/>
                  </a:lnTo>
                  <a:lnTo>
                    <a:pt x="1308" y="110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37124" tIns="68562" rIns="137124" bIns="68562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 sz="5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8" name="直接连接符 7"/>
          <p:cNvCxnSpPr/>
          <p:nvPr/>
        </p:nvCxnSpPr>
        <p:spPr>
          <a:xfrm>
            <a:off x="1192418" y="1497882"/>
            <a:ext cx="4623235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prstDash val="sysDash"/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064568" y="836712"/>
            <a:ext cx="8251805" cy="603114"/>
          </a:xfrm>
          <a:prstGeom prst="rect">
            <a:avLst/>
          </a:prstGeom>
          <a:noFill/>
        </p:spPr>
        <p:txBody>
          <a:bodyPr wrap="none" rtlCol="0" anchor="ctr">
            <a:norm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学生练习和考试代码怎样录入和提交？</a:t>
            </a:r>
            <a:endParaRPr lang="en-US" altLang="zh-CN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79084" y="1597945"/>
            <a:ext cx="81223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在浏览器里录入或从本地编译环境里粘贴。在浏览器录入代码时，每次键入都会实时存储到后台（即后台代码不会丢失）。浏览器直接录入，若编译有错，后台返回信息较少。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i$lïḓè"/>
          <p:cNvSpPr/>
          <p:nvPr/>
        </p:nvSpPr>
        <p:spPr bwMode="auto">
          <a:xfrm>
            <a:off x="742811" y="3344078"/>
            <a:ext cx="204821" cy="200828"/>
          </a:xfrm>
          <a:custGeom>
            <a:avLst/>
            <a:gdLst>
              <a:gd name="T0" fmla="*/ 1312 w 1990"/>
              <a:gd name="T1" fmla="*/ 1552 h 1954"/>
              <a:gd name="T2" fmla="*/ 291 w 1990"/>
              <a:gd name="T3" fmla="*/ 1746 h 1954"/>
              <a:gd name="T4" fmla="*/ 0 w 1990"/>
              <a:gd name="T5" fmla="*/ 540 h 1954"/>
              <a:gd name="T6" fmla="*/ 515 w 1990"/>
              <a:gd name="T7" fmla="*/ 249 h 1954"/>
              <a:gd name="T8" fmla="*/ 1205 w 1990"/>
              <a:gd name="T9" fmla="*/ 0 h 1954"/>
              <a:gd name="T10" fmla="*/ 1496 w 1990"/>
              <a:gd name="T11" fmla="*/ 489 h 1954"/>
              <a:gd name="T12" fmla="*/ 1413 w 1990"/>
              <a:gd name="T13" fmla="*/ 291 h 1954"/>
              <a:gd name="T14" fmla="*/ 802 w 1990"/>
              <a:gd name="T15" fmla="*/ 83 h 1954"/>
              <a:gd name="T16" fmla="*/ 1039 w 1990"/>
              <a:gd name="T17" fmla="*/ 249 h 1954"/>
              <a:gd name="T18" fmla="*/ 1243 w 1990"/>
              <a:gd name="T19" fmla="*/ 499 h 1954"/>
              <a:gd name="T20" fmla="*/ 291 w 1990"/>
              <a:gd name="T21" fmla="*/ 333 h 1954"/>
              <a:gd name="T22" fmla="*/ 83 w 1990"/>
              <a:gd name="T23" fmla="*/ 1455 h 1954"/>
              <a:gd name="T24" fmla="*/ 1039 w 1990"/>
              <a:gd name="T25" fmla="*/ 1663 h 1954"/>
              <a:gd name="T26" fmla="*/ 1641 w 1990"/>
              <a:gd name="T27" fmla="*/ 1453 h 1954"/>
              <a:gd name="T28" fmla="*/ 1138 w 1990"/>
              <a:gd name="T29" fmla="*/ 583 h 1954"/>
              <a:gd name="T30" fmla="*/ 1641 w 1990"/>
              <a:gd name="T31" fmla="*/ 1453 h 1954"/>
              <a:gd name="T32" fmla="*/ 1752 w 1990"/>
              <a:gd name="T33" fmla="*/ 809 h 1954"/>
              <a:gd name="T34" fmla="*/ 1026 w 1990"/>
              <a:gd name="T35" fmla="*/ 1228 h 1954"/>
              <a:gd name="T36" fmla="*/ 1767 w 1990"/>
              <a:gd name="T37" fmla="*/ 1422 h 1954"/>
              <a:gd name="T38" fmla="*/ 1717 w 1990"/>
              <a:gd name="T39" fmla="*/ 1835 h 1954"/>
              <a:gd name="T40" fmla="*/ 1767 w 1990"/>
              <a:gd name="T41" fmla="*/ 1422 h 1954"/>
              <a:gd name="T42" fmla="*/ 1739 w 1990"/>
              <a:gd name="T43" fmla="*/ 1874 h 1954"/>
              <a:gd name="T44" fmla="*/ 1956 w 1990"/>
              <a:gd name="T45" fmla="*/ 1749 h 1954"/>
              <a:gd name="T46" fmla="*/ 249 w 1990"/>
              <a:gd name="T47" fmla="*/ 551 h 1954"/>
              <a:gd name="T48" fmla="*/ 803 w 1990"/>
              <a:gd name="T49" fmla="*/ 613 h 1954"/>
              <a:gd name="T50" fmla="*/ 675 w 1990"/>
              <a:gd name="T51" fmla="*/ 828 h 1954"/>
              <a:gd name="T52" fmla="*/ 249 w 1990"/>
              <a:gd name="T53" fmla="*/ 890 h 1954"/>
              <a:gd name="T54" fmla="*/ 675 w 1990"/>
              <a:gd name="T55" fmla="*/ 828 h 1954"/>
              <a:gd name="T56" fmla="*/ 675 w 1990"/>
              <a:gd name="T57" fmla="*/ 1167 h 1954"/>
              <a:gd name="T58" fmla="*/ 249 w 1990"/>
              <a:gd name="T59" fmla="*/ 1105 h 1954"/>
              <a:gd name="T60" fmla="*/ 249 w 1990"/>
              <a:gd name="T61" fmla="*/ 1444 h 1954"/>
              <a:gd name="T62" fmla="*/ 803 w 1990"/>
              <a:gd name="T63" fmla="*/ 1382 h 1954"/>
              <a:gd name="T64" fmla="*/ 249 w 1990"/>
              <a:gd name="T65" fmla="*/ 1444 h 1954"/>
              <a:gd name="T66" fmla="*/ 1179 w 1990"/>
              <a:gd name="T67" fmla="*/ 961 h 1954"/>
              <a:gd name="T68" fmla="*/ 1300 w 1990"/>
              <a:gd name="T69" fmla="*/ 1219 h 1954"/>
              <a:gd name="T70" fmla="*/ 1604 w 1990"/>
              <a:gd name="T71" fmla="*/ 858 h 19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990" h="1954">
                <a:moveTo>
                  <a:pt x="1231" y="1534"/>
                </a:moveTo>
                <a:cubicBezTo>
                  <a:pt x="1258" y="1542"/>
                  <a:pt x="1285" y="1548"/>
                  <a:pt x="1312" y="1552"/>
                </a:cubicBezTo>
                <a:cubicBezTo>
                  <a:pt x="1272" y="1665"/>
                  <a:pt x="1165" y="1746"/>
                  <a:pt x="1039" y="1746"/>
                </a:cubicBezTo>
                <a:lnTo>
                  <a:pt x="291" y="1746"/>
                </a:lnTo>
                <a:cubicBezTo>
                  <a:pt x="131" y="1746"/>
                  <a:pt x="0" y="1615"/>
                  <a:pt x="0" y="1455"/>
                </a:cubicBezTo>
                <a:lnTo>
                  <a:pt x="0" y="540"/>
                </a:lnTo>
                <a:cubicBezTo>
                  <a:pt x="0" y="380"/>
                  <a:pt x="131" y="249"/>
                  <a:pt x="291" y="249"/>
                </a:cubicBezTo>
                <a:lnTo>
                  <a:pt x="515" y="249"/>
                </a:lnTo>
                <a:cubicBezTo>
                  <a:pt x="535" y="109"/>
                  <a:pt x="656" y="0"/>
                  <a:pt x="802" y="0"/>
                </a:cubicBezTo>
                <a:lnTo>
                  <a:pt x="1205" y="0"/>
                </a:lnTo>
                <a:cubicBezTo>
                  <a:pt x="1366" y="0"/>
                  <a:pt x="1496" y="131"/>
                  <a:pt x="1496" y="291"/>
                </a:cubicBezTo>
                <a:lnTo>
                  <a:pt x="1496" y="489"/>
                </a:lnTo>
                <a:cubicBezTo>
                  <a:pt x="1469" y="484"/>
                  <a:pt x="1441" y="480"/>
                  <a:pt x="1413" y="479"/>
                </a:cubicBezTo>
                <a:lnTo>
                  <a:pt x="1413" y="291"/>
                </a:lnTo>
                <a:cubicBezTo>
                  <a:pt x="1413" y="176"/>
                  <a:pt x="1320" y="83"/>
                  <a:pt x="1205" y="83"/>
                </a:cubicBezTo>
                <a:lnTo>
                  <a:pt x="802" y="83"/>
                </a:lnTo>
                <a:cubicBezTo>
                  <a:pt x="701" y="83"/>
                  <a:pt x="617" y="155"/>
                  <a:pt x="598" y="249"/>
                </a:cubicBezTo>
                <a:lnTo>
                  <a:pt x="1039" y="249"/>
                </a:lnTo>
                <a:cubicBezTo>
                  <a:pt x="1180" y="249"/>
                  <a:pt x="1297" y="349"/>
                  <a:pt x="1324" y="482"/>
                </a:cubicBezTo>
                <a:cubicBezTo>
                  <a:pt x="1297" y="485"/>
                  <a:pt x="1270" y="491"/>
                  <a:pt x="1243" y="499"/>
                </a:cubicBezTo>
                <a:cubicBezTo>
                  <a:pt x="1224" y="404"/>
                  <a:pt x="1140" y="333"/>
                  <a:pt x="1039" y="333"/>
                </a:cubicBezTo>
                <a:lnTo>
                  <a:pt x="291" y="333"/>
                </a:lnTo>
                <a:cubicBezTo>
                  <a:pt x="177" y="333"/>
                  <a:pt x="83" y="426"/>
                  <a:pt x="83" y="540"/>
                </a:cubicBezTo>
                <a:lnTo>
                  <a:pt x="83" y="1455"/>
                </a:lnTo>
                <a:cubicBezTo>
                  <a:pt x="83" y="1569"/>
                  <a:pt x="177" y="1663"/>
                  <a:pt x="291" y="1663"/>
                </a:cubicBezTo>
                <a:lnTo>
                  <a:pt x="1039" y="1663"/>
                </a:lnTo>
                <a:cubicBezTo>
                  <a:pt x="1126" y="1663"/>
                  <a:pt x="1200" y="1609"/>
                  <a:pt x="1231" y="1534"/>
                </a:cubicBezTo>
                <a:close/>
                <a:moveTo>
                  <a:pt x="1641" y="1453"/>
                </a:moveTo>
                <a:cubicBezTo>
                  <a:pt x="1401" y="1591"/>
                  <a:pt x="1093" y="1509"/>
                  <a:pt x="955" y="1269"/>
                </a:cubicBezTo>
                <a:cubicBezTo>
                  <a:pt x="816" y="1029"/>
                  <a:pt x="899" y="722"/>
                  <a:pt x="1138" y="583"/>
                </a:cubicBezTo>
                <a:cubicBezTo>
                  <a:pt x="1378" y="445"/>
                  <a:pt x="1686" y="527"/>
                  <a:pt x="1824" y="767"/>
                </a:cubicBezTo>
                <a:cubicBezTo>
                  <a:pt x="1963" y="1007"/>
                  <a:pt x="1880" y="1314"/>
                  <a:pt x="1641" y="1453"/>
                </a:cubicBezTo>
                <a:close/>
                <a:moveTo>
                  <a:pt x="1599" y="1381"/>
                </a:moveTo>
                <a:cubicBezTo>
                  <a:pt x="1799" y="1266"/>
                  <a:pt x="1868" y="1009"/>
                  <a:pt x="1752" y="809"/>
                </a:cubicBezTo>
                <a:cubicBezTo>
                  <a:pt x="1637" y="608"/>
                  <a:pt x="1380" y="539"/>
                  <a:pt x="1180" y="655"/>
                </a:cubicBezTo>
                <a:cubicBezTo>
                  <a:pt x="980" y="771"/>
                  <a:pt x="911" y="1027"/>
                  <a:pt x="1026" y="1228"/>
                </a:cubicBezTo>
                <a:cubicBezTo>
                  <a:pt x="1142" y="1428"/>
                  <a:pt x="1399" y="1497"/>
                  <a:pt x="1599" y="1381"/>
                </a:cubicBezTo>
                <a:close/>
                <a:moveTo>
                  <a:pt x="1767" y="1422"/>
                </a:moveTo>
                <a:lnTo>
                  <a:pt x="1551" y="1547"/>
                </a:lnTo>
                <a:lnTo>
                  <a:pt x="1717" y="1835"/>
                </a:lnTo>
                <a:lnTo>
                  <a:pt x="1933" y="1710"/>
                </a:lnTo>
                <a:lnTo>
                  <a:pt x="1767" y="1422"/>
                </a:lnTo>
                <a:close/>
                <a:moveTo>
                  <a:pt x="1956" y="1749"/>
                </a:moveTo>
                <a:lnTo>
                  <a:pt x="1739" y="1874"/>
                </a:lnTo>
                <a:cubicBezTo>
                  <a:pt x="1774" y="1934"/>
                  <a:pt x="1850" y="1954"/>
                  <a:pt x="1910" y="1919"/>
                </a:cubicBezTo>
                <a:cubicBezTo>
                  <a:pt x="1969" y="1885"/>
                  <a:pt x="1990" y="1809"/>
                  <a:pt x="1956" y="1749"/>
                </a:cubicBezTo>
                <a:close/>
                <a:moveTo>
                  <a:pt x="803" y="551"/>
                </a:moveTo>
                <a:lnTo>
                  <a:pt x="249" y="551"/>
                </a:lnTo>
                <a:lnTo>
                  <a:pt x="249" y="613"/>
                </a:lnTo>
                <a:lnTo>
                  <a:pt x="803" y="613"/>
                </a:lnTo>
                <a:lnTo>
                  <a:pt x="803" y="551"/>
                </a:lnTo>
                <a:close/>
                <a:moveTo>
                  <a:pt x="675" y="828"/>
                </a:moveTo>
                <a:lnTo>
                  <a:pt x="249" y="828"/>
                </a:lnTo>
                <a:lnTo>
                  <a:pt x="249" y="890"/>
                </a:lnTo>
                <a:lnTo>
                  <a:pt x="675" y="890"/>
                </a:lnTo>
                <a:lnTo>
                  <a:pt x="675" y="828"/>
                </a:lnTo>
                <a:close/>
                <a:moveTo>
                  <a:pt x="249" y="1167"/>
                </a:moveTo>
                <a:lnTo>
                  <a:pt x="675" y="1167"/>
                </a:lnTo>
                <a:lnTo>
                  <a:pt x="675" y="1105"/>
                </a:lnTo>
                <a:lnTo>
                  <a:pt x="249" y="1105"/>
                </a:lnTo>
                <a:lnTo>
                  <a:pt x="249" y="1167"/>
                </a:lnTo>
                <a:close/>
                <a:moveTo>
                  <a:pt x="249" y="1444"/>
                </a:moveTo>
                <a:lnTo>
                  <a:pt x="803" y="1444"/>
                </a:lnTo>
                <a:lnTo>
                  <a:pt x="803" y="1382"/>
                </a:lnTo>
                <a:lnTo>
                  <a:pt x="249" y="1382"/>
                </a:lnTo>
                <a:lnTo>
                  <a:pt x="249" y="1444"/>
                </a:lnTo>
                <a:close/>
                <a:moveTo>
                  <a:pt x="1308" y="1105"/>
                </a:moveTo>
                <a:lnTo>
                  <a:pt x="1179" y="961"/>
                </a:lnTo>
                <a:lnTo>
                  <a:pt x="1118" y="1017"/>
                </a:lnTo>
                <a:lnTo>
                  <a:pt x="1300" y="1219"/>
                </a:lnTo>
                <a:lnTo>
                  <a:pt x="1657" y="922"/>
                </a:lnTo>
                <a:lnTo>
                  <a:pt x="1604" y="858"/>
                </a:lnTo>
                <a:lnTo>
                  <a:pt x="1308" y="11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7124" tIns="68562" rIns="137124" bIns="68562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 sz="5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1151654" y="3810811"/>
            <a:ext cx="4623235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prstDash val="sysDash"/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086342" y="3122706"/>
            <a:ext cx="7678488" cy="603114"/>
          </a:xfrm>
          <a:prstGeom prst="rect">
            <a:avLst/>
          </a:prstGeom>
          <a:noFill/>
        </p:spPr>
        <p:txBody>
          <a:bodyPr wrap="none" rtlCol="0" anchor="ctr">
            <a:norm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练习和考试动态运行评判的编译限制有什么？</a:t>
            </a:r>
            <a:endParaRPr lang="en-US" altLang="zh-CN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71828" y="3883946"/>
            <a:ext cx="82445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纯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语言（不支持任何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特性）；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存储分配等有一定限制（一般足够用）；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îṡļîḑè"/>
          <p:cNvSpPr/>
          <p:nvPr/>
        </p:nvSpPr>
        <p:spPr>
          <a:xfrm>
            <a:off x="593579" y="4816177"/>
            <a:ext cx="401687" cy="40169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endParaRPr lang="zh-CN" altLang="en-US" sz="13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iṡļíde"/>
          <p:cNvSpPr/>
          <p:nvPr/>
        </p:nvSpPr>
        <p:spPr bwMode="auto">
          <a:xfrm>
            <a:off x="692012" y="4916606"/>
            <a:ext cx="204821" cy="200828"/>
          </a:xfrm>
          <a:custGeom>
            <a:avLst/>
            <a:gdLst>
              <a:gd name="T0" fmla="*/ 1312 w 1990"/>
              <a:gd name="T1" fmla="*/ 1552 h 1954"/>
              <a:gd name="T2" fmla="*/ 291 w 1990"/>
              <a:gd name="T3" fmla="*/ 1746 h 1954"/>
              <a:gd name="T4" fmla="*/ 0 w 1990"/>
              <a:gd name="T5" fmla="*/ 540 h 1954"/>
              <a:gd name="T6" fmla="*/ 515 w 1990"/>
              <a:gd name="T7" fmla="*/ 249 h 1954"/>
              <a:gd name="T8" fmla="*/ 1205 w 1990"/>
              <a:gd name="T9" fmla="*/ 0 h 1954"/>
              <a:gd name="T10" fmla="*/ 1496 w 1990"/>
              <a:gd name="T11" fmla="*/ 489 h 1954"/>
              <a:gd name="T12" fmla="*/ 1413 w 1990"/>
              <a:gd name="T13" fmla="*/ 291 h 1954"/>
              <a:gd name="T14" fmla="*/ 802 w 1990"/>
              <a:gd name="T15" fmla="*/ 83 h 1954"/>
              <a:gd name="T16" fmla="*/ 1039 w 1990"/>
              <a:gd name="T17" fmla="*/ 249 h 1954"/>
              <a:gd name="T18" fmla="*/ 1243 w 1990"/>
              <a:gd name="T19" fmla="*/ 499 h 1954"/>
              <a:gd name="T20" fmla="*/ 291 w 1990"/>
              <a:gd name="T21" fmla="*/ 333 h 1954"/>
              <a:gd name="T22" fmla="*/ 83 w 1990"/>
              <a:gd name="T23" fmla="*/ 1455 h 1954"/>
              <a:gd name="T24" fmla="*/ 1039 w 1990"/>
              <a:gd name="T25" fmla="*/ 1663 h 1954"/>
              <a:gd name="T26" fmla="*/ 1641 w 1990"/>
              <a:gd name="T27" fmla="*/ 1453 h 1954"/>
              <a:gd name="T28" fmla="*/ 1138 w 1990"/>
              <a:gd name="T29" fmla="*/ 583 h 1954"/>
              <a:gd name="T30" fmla="*/ 1641 w 1990"/>
              <a:gd name="T31" fmla="*/ 1453 h 1954"/>
              <a:gd name="T32" fmla="*/ 1752 w 1990"/>
              <a:gd name="T33" fmla="*/ 809 h 1954"/>
              <a:gd name="T34" fmla="*/ 1026 w 1990"/>
              <a:gd name="T35" fmla="*/ 1228 h 1954"/>
              <a:gd name="T36" fmla="*/ 1767 w 1990"/>
              <a:gd name="T37" fmla="*/ 1422 h 1954"/>
              <a:gd name="T38" fmla="*/ 1717 w 1990"/>
              <a:gd name="T39" fmla="*/ 1835 h 1954"/>
              <a:gd name="T40" fmla="*/ 1767 w 1990"/>
              <a:gd name="T41" fmla="*/ 1422 h 1954"/>
              <a:gd name="T42" fmla="*/ 1739 w 1990"/>
              <a:gd name="T43" fmla="*/ 1874 h 1954"/>
              <a:gd name="T44" fmla="*/ 1956 w 1990"/>
              <a:gd name="T45" fmla="*/ 1749 h 1954"/>
              <a:gd name="T46" fmla="*/ 249 w 1990"/>
              <a:gd name="T47" fmla="*/ 551 h 1954"/>
              <a:gd name="T48" fmla="*/ 803 w 1990"/>
              <a:gd name="T49" fmla="*/ 613 h 1954"/>
              <a:gd name="T50" fmla="*/ 675 w 1990"/>
              <a:gd name="T51" fmla="*/ 828 h 1954"/>
              <a:gd name="T52" fmla="*/ 249 w 1990"/>
              <a:gd name="T53" fmla="*/ 890 h 1954"/>
              <a:gd name="T54" fmla="*/ 675 w 1990"/>
              <a:gd name="T55" fmla="*/ 828 h 1954"/>
              <a:gd name="T56" fmla="*/ 675 w 1990"/>
              <a:gd name="T57" fmla="*/ 1167 h 1954"/>
              <a:gd name="T58" fmla="*/ 249 w 1990"/>
              <a:gd name="T59" fmla="*/ 1105 h 1954"/>
              <a:gd name="T60" fmla="*/ 249 w 1990"/>
              <a:gd name="T61" fmla="*/ 1444 h 1954"/>
              <a:gd name="T62" fmla="*/ 803 w 1990"/>
              <a:gd name="T63" fmla="*/ 1382 h 1954"/>
              <a:gd name="T64" fmla="*/ 249 w 1990"/>
              <a:gd name="T65" fmla="*/ 1444 h 1954"/>
              <a:gd name="T66" fmla="*/ 1179 w 1990"/>
              <a:gd name="T67" fmla="*/ 961 h 1954"/>
              <a:gd name="T68" fmla="*/ 1300 w 1990"/>
              <a:gd name="T69" fmla="*/ 1219 h 1954"/>
              <a:gd name="T70" fmla="*/ 1604 w 1990"/>
              <a:gd name="T71" fmla="*/ 858 h 19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990" h="1954">
                <a:moveTo>
                  <a:pt x="1231" y="1534"/>
                </a:moveTo>
                <a:cubicBezTo>
                  <a:pt x="1258" y="1542"/>
                  <a:pt x="1285" y="1548"/>
                  <a:pt x="1312" y="1552"/>
                </a:cubicBezTo>
                <a:cubicBezTo>
                  <a:pt x="1272" y="1665"/>
                  <a:pt x="1165" y="1746"/>
                  <a:pt x="1039" y="1746"/>
                </a:cubicBezTo>
                <a:lnTo>
                  <a:pt x="291" y="1746"/>
                </a:lnTo>
                <a:cubicBezTo>
                  <a:pt x="131" y="1746"/>
                  <a:pt x="0" y="1615"/>
                  <a:pt x="0" y="1455"/>
                </a:cubicBezTo>
                <a:lnTo>
                  <a:pt x="0" y="540"/>
                </a:lnTo>
                <a:cubicBezTo>
                  <a:pt x="0" y="380"/>
                  <a:pt x="131" y="249"/>
                  <a:pt x="291" y="249"/>
                </a:cubicBezTo>
                <a:lnTo>
                  <a:pt x="515" y="249"/>
                </a:lnTo>
                <a:cubicBezTo>
                  <a:pt x="535" y="109"/>
                  <a:pt x="656" y="0"/>
                  <a:pt x="802" y="0"/>
                </a:cubicBezTo>
                <a:lnTo>
                  <a:pt x="1205" y="0"/>
                </a:lnTo>
                <a:cubicBezTo>
                  <a:pt x="1366" y="0"/>
                  <a:pt x="1496" y="131"/>
                  <a:pt x="1496" y="291"/>
                </a:cubicBezTo>
                <a:lnTo>
                  <a:pt x="1496" y="489"/>
                </a:lnTo>
                <a:cubicBezTo>
                  <a:pt x="1469" y="484"/>
                  <a:pt x="1441" y="480"/>
                  <a:pt x="1413" y="479"/>
                </a:cubicBezTo>
                <a:lnTo>
                  <a:pt x="1413" y="291"/>
                </a:lnTo>
                <a:cubicBezTo>
                  <a:pt x="1413" y="176"/>
                  <a:pt x="1320" y="83"/>
                  <a:pt x="1205" y="83"/>
                </a:cubicBezTo>
                <a:lnTo>
                  <a:pt x="802" y="83"/>
                </a:lnTo>
                <a:cubicBezTo>
                  <a:pt x="701" y="83"/>
                  <a:pt x="617" y="155"/>
                  <a:pt x="598" y="249"/>
                </a:cubicBezTo>
                <a:lnTo>
                  <a:pt x="1039" y="249"/>
                </a:lnTo>
                <a:cubicBezTo>
                  <a:pt x="1180" y="249"/>
                  <a:pt x="1297" y="349"/>
                  <a:pt x="1324" y="482"/>
                </a:cubicBezTo>
                <a:cubicBezTo>
                  <a:pt x="1297" y="485"/>
                  <a:pt x="1270" y="491"/>
                  <a:pt x="1243" y="499"/>
                </a:cubicBezTo>
                <a:cubicBezTo>
                  <a:pt x="1224" y="404"/>
                  <a:pt x="1140" y="333"/>
                  <a:pt x="1039" y="333"/>
                </a:cubicBezTo>
                <a:lnTo>
                  <a:pt x="291" y="333"/>
                </a:lnTo>
                <a:cubicBezTo>
                  <a:pt x="177" y="333"/>
                  <a:pt x="83" y="426"/>
                  <a:pt x="83" y="540"/>
                </a:cubicBezTo>
                <a:lnTo>
                  <a:pt x="83" y="1455"/>
                </a:lnTo>
                <a:cubicBezTo>
                  <a:pt x="83" y="1569"/>
                  <a:pt x="177" y="1663"/>
                  <a:pt x="291" y="1663"/>
                </a:cubicBezTo>
                <a:lnTo>
                  <a:pt x="1039" y="1663"/>
                </a:lnTo>
                <a:cubicBezTo>
                  <a:pt x="1126" y="1663"/>
                  <a:pt x="1200" y="1609"/>
                  <a:pt x="1231" y="1534"/>
                </a:cubicBezTo>
                <a:close/>
                <a:moveTo>
                  <a:pt x="1641" y="1453"/>
                </a:moveTo>
                <a:cubicBezTo>
                  <a:pt x="1401" y="1591"/>
                  <a:pt x="1093" y="1509"/>
                  <a:pt x="955" y="1269"/>
                </a:cubicBezTo>
                <a:cubicBezTo>
                  <a:pt x="816" y="1029"/>
                  <a:pt x="899" y="722"/>
                  <a:pt x="1138" y="583"/>
                </a:cubicBezTo>
                <a:cubicBezTo>
                  <a:pt x="1378" y="445"/>
                  <a:pt x="1686" y="527"/>
                  <a:pt x="1824" y="767"/>
                </a:cubicBezTo>
                <a:cubicBezTo>
                  <a:pt x="1963" y="1007"/>
                  <a:pt x="1880" y="1314"/>
                  <a:pt x="1641" y="1453"/>
                </a:cubicBezTo>
                <a:close/>
                <a:moveTo>
                  <a:pt x="1599" y="1381"/>
                </a:moveTo>
                <a:cubicBezTo>
                  <a:pt x="1799" y="1266"/>
                  <a:pt x="1868" y="1009"/>
                  <a:pt x="1752" y="809"/>
                </a:cubicBezTo>
                <a:cubicBezTo>
                  <a:pt x="1637" y="608"/>
                  <a:pt x="1380" y="539"/>
                  <a:pt x="1180" y="655"/>
                </a:cubicBezTo>
                <a:cubicBezTo>
                  <a:pt x="980" y="771"/>
                  <a:pt x="911" y="1027"/>
                  <a:pt x="1026" y="1228"/>
                </a:cubicBezTo>
                <a:cubicBezTo>
                  <a:pt x="1142" y="1428"/>
                  <a:pt x="1399" y="1497"/>
                  <a:pt x="1599" y="1381"/>
                </a:cubicBezTo>
                <a:close/>
                <a:moveTo>
                  <a:pt x="1767" y="1422"/>
                </a:moveTo>
                <a:lnTo>
                  <a:pt x="1551" y="1547"/>
                </a:lnTo>
                <a:lnTo>
                  <a:pt x="1717" y="1835"/>
                </a:lnTo>
                <a:lnTo>
                  <a:pt x="1933" y="1710"/>
                </a:lnTo>
                <a:lnTo>
                  <a:pt x="1767" y="1422"/>
                </a:lnTo>
                <a:close/>
                <a:moveTo>
                  <a:pt x="1956" y="1749"/>
                </a:moveTo>
                <a:lnTo>
                  <a:pt x="1739" y="1874"/>
                </a:lnTo>
                <a:cubicBezTo>
                  <a:pt x="1774" y="1934"/>
                  <a:pt x="1850" y="1954"/>
                  <a:pt x="1910" y="1919"/>
                </a:cubicBezTo>
                <a:cubicBezTo>
                  <a:pt x="1969" y="1885"/>
                  <a:pt x="1990" y="1809"/>
                  <a:pt x="1956" y="1749"/>
                </a:cubicBezTo>
                <a:close/>
                <a:moveTo>
                  <a:pt x="803" y="551"/>
                </a:moveTo>
                <a:lnTo>
                  <a:pt x="249" y="551"/>
                </a:lnTo>
                <a:lnTo>
                  <a:pt x="249" y="613"/>
                </a:lnTo>
                <a:lnTo>
                  <a:pt x="803" y="613"/>
                </a:lnTo>
                <a:lnTo>
                  <a:pt x="803" y="551"/>
                </a:lnTo>
                <a:close/>
                <a:moveTo>
                  <a:pt x="675" y="828"/>
                </a:moveTo>
                <a:lnTo>
                  <a:pt x="249" y="828"/>
                </a:lnTo>
                <a:lnTo>
                  <a:pt x="249" y="890"/>
                </a:lnTo>
                <a:lnTo>
                  <a:pt x="675" y="890"/>
                </a:lnTo>
                <a:lnTo>
                  <a:pt x="675" y="828"/>
                </a:lnTo>
                <a:close/>
                <a:moveTo>
                  <a:pt x="249" y="1167"/>
                </a:moveTo>
                <a:lnTo>
                  <a:pt x="675" y="1167"/>
                </a:lnTo>
                <a:lnTo>
                  <a:pt x="675" y="1105"/>
                </a:lnTo>
                <a:lnTo>
                  <a:pt x="249" y="1105"/>
                </a:lnTo>
                <a:lnTo>
                  <a:pt x="249" y="1167"/>
                </a:lnTo>
                <a:close/>
                <a:moveTo>
                  <a:pt x="249" y="1444"/>
                </a:moveTo>
                <a:lnTo>
                  <a:pt x="803" y="1444"/>
                </a:lnTo>
                <a:lnTo>
                  <a:pt x="803" y="1382"/>
                </a:lnTo>
                <a:lnTo>
                  <a:pt x="249" y="1382"/>
                </a:lnTo>
                <a:lnTo>
                  <a:pt x="249" y="1444"/>
                </a:lnTo>
                <a:close/>
                <a:moveTo>
                  <a:pt x="1308" y="1105"/>
                </a:moveTo>
                <a:lnTo>
                  <a:pt x="1179" y="961"/>
                </a:lnTo>
                <a:lnTo>
                  <a:pt x="1118" y="1017"/>
                </a:lnTo>
                <a:lnTo>
                  <a:pt x="1300" y="1219"/>
                </a:lnTo>
                <a:lnTo>
                  <a:pt x="1657" y="922"/>
                </a:lnTo>
                <a:lnTo>
                  <a:pt x="1604" y="858"/>
                </a:lnTo>
                <a:lnTo>
                  <a:pt x="1308" y="110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37124" tIns="68562" rIns="137124" bIns="68562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 sz="5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1141619" y="5365940"/>
            <a:ext cx="4623235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prstDash val="sysDash"/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071828" y="4733798"/>
            <a:ext cx="8251805" cy="603114"/>
          </a:xfrm>
          <a:prstGeom prst="rect">
            <a:avLst/>
          </a:prstGeom>
          <a:noFill/>
        </p:spPr>
        <p:txBody>
          <a:bodyPr wrap="none" rtlCol="0" anchor="ctr">
            <a:norm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学生练习提交代码后，较长时间没有响应怎么办？</a:t>
            </a:r>
            <a:endParaRPr lang="en-US" altLang="zh-CN" sz="2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496615" y="5458745"/>
            <a:ext cx="77544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arenBoth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考虑网络故障；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buAutoNum type="arabicParenBoth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注销后，再次登录试试。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657309" y="3223418"/>
            <a:ext cx="401687" cy="401690"/>
            <a:chOff x="644378" y="948119"/>
            <a:chExt cx="401687" cy="401690"/>
          </a:xfrm>
        </p:grpSpPr>
        <p:sp>
          <p:nvSpPr>
            <p:cNvPr id="22" name="îṡļîḑè"/>
            <p:cNvSpPr/>
            <p:nvPr/>
          </p:nvSpPr>
          <p:spPr>
            <a:xfrm>
              <a:off x="644378" y="948119"/>
              <a:ext cx="401687" cy="401690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 sz="135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iṡļíde"/>
            <p:cNvSpPr/>
            <p:nvPr/>
          </p:nvSpPr>
          <p:spPr bwMode="auto">
            <a:xfrm>
              <a:off x="742811" y="1048548"/>
              <a:ext cx="204821" cy="200828"/>
            </a:xfrm>
            <a:custGeom>
              <a:avLst/>
              <a:gdLst>
                <a:gd name="T0" fmla="*/ 1312 w 1990"/>
                <a:gd name="T1" fmla="*/ 1552 h 1954"/>
                <a:gd name="T2" fmla="*/ 291 w 1990"/>
                <a:gd name="T3" fmla="*/ 1746 h 1954"/>
                <a:gd name="T4" fmla="*/ 0 w 1990"/>
                <a:gd name="T5" fmla="*/ 540 h 1954"/>
                <a:gd name="T6" fmla="*/ 515 w 1990"/>
                <a:gd name="T7" fmla="*/ 249 h 1954"/>
                <a:gd name="T8" fmla="*/ 1205 w 1990"/>
                <a:gd name="T9" fmla="*/ 0 h 1954"/>
                <a:gd name="T10" fmla="*/ 1496 w 1990"/>
                <a:gd name="T11" fmla="*/ 489 h 1954"/>
                <a:gd name="T12" fmla="*/ 1413 w 1990"/>
                <a:gd name="T13" fmla="*/ 291 h 1954"/>
                <a:gd name="T14" fmla="*/ 802 w 1990"/>
                <a:gd name="T15" fmla="*/ 83 h 1954"/>
                <a:gd name="T16" fmla="*/ 1039 w 1990"/>
                <a:gd name="T17" fmla="*/ 249 h 1954"/>
                <a:gd name="T18" fmla="*/ 1243 w 1990"/>
                <a:gd name="T19" fmla="*/ 499 h 1954"/>
                <a:gd name="T20" fmla="*/ 291 w 1990"/>
                <a:gd name="T21" fmla="*/ 333 h 1954"/>
                <a:gd name="T22" fmla="*/ 83 w 1990"/>
                <a:gd name="T23" fmla="*/ 1455 h 1954"/>
                <a:gd name="T24" fmla="*/ 1039 w 1990"/>
                <a:gd name="T25" fmla="*/ 1663 h 1954"/>
                <a:gd name="T26" fmla="*/ 1641 w 1990"/>
                <a:gd name="T27" fmla="*/ 1453 h 1954"/>
                <a:gd name="T28" fmla="*/ 1138 w 1990"/>
                <a:gd name="T29" fmla="*/ 583 h 1954"/>
                <a:gd name="T30" fmla="*/ 1641 w 1990"/>
                <a:gd name="T31" fmla="*/ 1453 h 1954"/>
                <a:gd name="T32" fmla="*/ 1752 w 1990"/>
                <a:gd name="T33" fmla="*/ 809 h 1954"/>
                <a:gd name="T34" fmla="*/ 1026 w 1990"/>
                <a:gd name="T35" fmla="*/ 1228 h 1954"/>
                <a:gd name="T36" fmla="*/ 1767 w 1990"/>
                <a:gd name="T37" fmla="*/ 1422 h 1954"/>
                <a:gd name="T38" fmla="*/ 1717 w 1990"/>
                <a:gd name="T39" fmla="*/ 1835 h 1954"/>
                <a:gd name="T40" fmla="*/ 1767 w 1990"/>
                <a:gd name="T41" fmla="*/ 1422 h 1954"/>
                <a:gd name="T42" fmla="*/ 1739 w 1990"/>
                <a:gd name="T43" fmla="*/ 1874 h 1954"/>
                <a:gd name="T44" fmla="*/ 1956 w 1990"/>
                <a:gd name="T45" fmla="*/ 1749 h 1954"/>
                <a:gd name="T46" fmla="*/ 249 w 1990"/>
                <a:gd name="T47" fmla="*/ 551 h 1954"/>
                <a:gd name="T48" fmla="*/ 803 w 1990"/>
                <a:gd name="T49" fmla="*/ 613 h 1954"/>
                <a:gd name="T50" fmla="*/ 675 w 1990"/>
                <a:gd name="T51" fmla="*/ 828 h 1954"/>
                <a:gd name="T52" fmla="*/ 249 w 1990"/>
                <a:gd name="T53" fmla="*/ 890 h 1954"/>
                <a:gd name="T54" fmla="*/ 675 w 1990"/>
                <a:gd name="T55" fmla="*/ 828 h 1954"/>
                <a:gd name="T56" fmla="*/ 675 w 1990"/>
                <a:gd name="T57" fmla="*/ 1167 h 1954"/>
                <a:gd name="T58" fmla="*/ 249 w 1990"/>
                <a:gd name="T59" fmla="*/ 1105 h 1954"/>
                <a:gd name="T60" fmla="*/ 249 w 1990"/>
                <a:gd name="T61" fmla="*/ 1444 h 1954"/>
                <a:gd name="T62" fmla="*/ 803 w 1990"/>
                <a:gd name="T63" fmla="*/ 1382 h 1954"/>
                <a:gd name="T64" fmla="*/ 249 w 1990"/>
                <a:gd name="T65" fmla="*/ 1444 h 1954"/>
                <a:gd name="T66" fmla="*/ 1179 w 1990"/>
                <a:gd name="T67" fmla="*/ 961 h 1954"/>
                <a:gd name="T68" fmla="*/ 1300 w 1990"/>
                <a:gd name="T69" fmla="*/ 1219 h 1954"/>
                <a:gd name="T70" fmla="*/ 1604 w 1990"/>
                <a:gd name="T71" fmla="*/ 858 h 19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990" h="1954">
                  <a:moveTo>
                    <a:pt x="1231" y="1534"/>
                  </a:moveTo>
                  <a:cubicBezTo>
                    <a:pt x="1258" y="1542"/>
                    <a:pt x="1285" y="1548"/>
                    <a:pt x="1312" y="1552"/>
                  </a:cubicBezTo>
                  <a:cubicBezTo>
                    <a:pt x="1272" y="1665"/>
                    <a:pt x="1165" y="1746"/>
                    <a:pt x="1039" y="1746"/>
                  </a:cubicBezTo>
                  <a:lnTo>
                    <a:pt x="291" y="1746"/>
                  </a:lnTo>
                  <a:cubicBezTo>
                    <a:pt x="131" y="1746"/>
                    <a:pt x="0" y="1615"/>
                    <a:pt x="0" y="1455"/>
                  </a:cubicBezTo>
                  <a:lnTo>
                    <a:pt x="0" y="540"/>
                  </a:lnTo>
                  <a:cubicBezTo>
                    <a:pt x="0" y="380"/>
                    <a:pt x="131" y="249"/>
                    <a:pt x="291" y="249"/>
                  </a:cubicBezTo>
                  <a:lnTo>
                    <a:pt x="515" y="249"/>
                  </a:lnTo>
                  <a:cubicBezTo>
                    <a:pt x="535" y="109"/>
                    <a:pt x="656" y="0"/>
                    <a:pt x="802" y="0"/>
                  </a:cubicBezTo>
                  <a:lnTo>
                    <a:pt x="1205" y="0"/>
                  </a:lnTo>
                  <a:cubicBezTo>
                    <a:pt x="1366" y="0"/>
                    <a:pt x="1496" y="131"/>
                    <a:pt x="1496" y="291"/>
                  </a:cubicBezTo>
                  <a:lnTo>
                    <a:pt x="1496" y="489"/>
                  </a:lnTo>
                  <a:cubicBezTo>
                    <a:pt x="1469" y="484"/>
                    <a:pt x="1441" y="480"/>
                    <a:pt x="1413" y="479"/>
                  </a:cubicBezTo>
                  <a:lnTo>
                    <a:pt x="1413" y="291"/>
                  </a:lnTo>
                  <a:cubicBezTo>
                    <a:pt x="1413" y="176"/>
                    <a:pt x="1320" y="83"/>
                    <a:pt x="1205" y="83"/>
                  </a:cubicBezTo>
                  <a:lnTo>
                    <a:pt x="802" y="83"/>
                  </a:lnTo>
                  <a:cubicBezTo>
                    <a:pt x="701" y="83"/>
                    <a:pt x="617" y="155"/>
                    <a:pt x="598" y="249"/>
                  </a:cubicBezTo>
                  <a:lnTo>
                    <a:pt x="1039" y="249"/>
                  </a:lnTo>
                  <a:cubicBezTo>
                    <a:pt x="1180" y="249"/>
                    <a:pt x="1297" y="349"/>
                    <a:pt x="1324" y="482"/>
                  </a:cubicBezTo>
                  <a:cubicBezTo>
                    <a:pt x="1297" y="485"/>
                    <a:pt x="1270" y="491"/>
                    <a:pt x="1243" y="499"/>
                  </a:cubicBezTo>
                  <a:cubicBezTo>
                    <a:pt x="1224" y="404"/>
                    <a:pt x="1140" y="333"/>
                    <a:pt x="1039" y="333"/>
                  </a:cubicBezTo>
                  <a:lnTo>
                    <a:pt x="291" y="333"/>
                  </a:lnTo>
                  <a:cubicBezTo>
                    <a:pt x="177" y="333"/>
                    <a:pt x="83" y="426"/>
                    <a:pt x="83" y="540"/>
                  </a:cubicBezTo>
                  <a:lnTo>
                    <a:pt x="83" y="1455"/>
                  </a:lnTo>
                  <a:cubicBezTo>
                    <a:pt x="83" y="1569"/>
                    <a:pt x="177" y="1663"/>
                    <a:pt x="291" y="1663"/>
                  </a:cubicBezTo>
                  <a:lnTo>
                    <a:pt x="1039" y="1663"/>
                  </a:lnTo>
                  <a:cubicBezTo>
                    <a:pt x="1126" y="1663"/>
                    <a:pt x="1200" y="1609"/>
                    <a:pt x="1231" y="1534"/>
                  </a:cubicBezTo>
                  <a:close/>
                  <a:moveTo>
                    <a:pt x="1641" y="1453"/>
                  </a:moveTo>
                  <a:cubicBezTo>
                    <a:pt x="1401" y="1591"/>
                    <a:pt x="1093" y="1509"/>
                    <a:pt x="955" y="1269"/>
                  </a:cubicBezTo>
                  <a:cubicBezTo>
                    <a:pt x="816" y="1029"/>
                    <a:pt x="899" y="722"/>
                    <a:pt x="1138" y="583"/>
                  </a:cubicBezTo>
                  <a:cubicBezTo>
                    <a:pt x="1378" y="445"/>
                    <a:pt x="1686" y="527"/>
                    <a:pt x="1824" y="767"/>
                  </a:cubicBezTo>
                  <a:cubicBezTo>
                    <a:pt x="1963" y="1007"/>
                    <a:pt x="1880" y="1314"/>
                    <a:pt x="1641" y="1453"/>
                  </a:cubicBezTo>
                  <a:close/>
                  <a:moveTo>
                    <a:pt x="1599" y="1381"/>
                  </a:moveTo>
                  <a:cubicBezTo>
                    <a:pt x="1799" y="1266"/>
                    <a:pt x="1868" y="1009"/>
                    <a:pt x="1752" y="809"/>
                  </a:cubicBezTo>
                  <a:cubicBezTo>
                    <a:pt x="1637" y="608"/>
                    <a:pt x="1380" y="539"/>
                    <a:pt x="1180" y="655"/>
                  </a:cubicBezTo>
                  <a:cubicBezTo>
                    <a:pt x="980" y="771"/>
                    <a:pt x="911" y="1027"/>
                    <a:pt x="1026" y="1228"/>
                  </a:cubicBezTo>
                  <a:cubicBezTo>
                    <a:pt x="1142" y="1428"/>
                    <a:pt x="1399" y="1497"/>
                    <a:pt x="1599" y="1381"/>
                  </a:cubicBezTo>
                  <a:close/>
                  <a:moveTo>
                    <a:pt x="1767" y="1422"/>
                  </a:moveTo>
                  <a:lnTo>
                    <a:pt x="1551" y="1547"/>
                  </a:lnTo>
                  <a:lnTo>
                    <a:pt x="1717" y="1835"/>
                  </a:lnTo>
                  <a:lnTo>
                    <a:pt x="1933" y="1710"/>
                  </a:lnTo>
                  <a:lnTo>
                    <a:pt x="1767" y="1422"/>
                  </a:lnTo>
                  <a:close/>
                  <a:moveTo>
                    <a:pt x="1956" y="1749"/>
                  </a:moveTo>
                  <a:lnTo>
                    <a:pt x="1739" y="1874"/>
                  </a:lnTo>
                  <a:cubicBezTo>
                    <a:pt x="1774" y="1934"/>
                    <a:pt x="1850" y="1954"/>
                    <a:pt x="1910" y="1919"/>
                  </a:cubicBezTo>
                  <a:cubicBezTo>
                    <a:pt x="1969" y="1885"/>
                    <a:pt x="1990" y="1809"/>
                    <a:pt x="1956" y="1749"/>
                  </a:cubicBezTo>
                  <a:close/>
                  <a:moveTo>
                    <a:pt x="803" y="551"/>
                  </a:moveTo>
                  <a:lnTo>
                    <a:pt x="249" y="551"/>
                  </a:lnTo>
                  <a:lnTo>
                    <a:pt x="249" y="613"/>
                  </a:lnTo>
                  <a:lnTo>
                    <a:pt x="803" y="613"/>
                  </a:lnTo>
                  <a:lnTo>
                    <a:pt x="803" y="551"/>
                  </a:lnTo>
                  <a:close/>
                  <a:moveTo>
                    <a:pt x="675" y="828"/>
                  </a:moveTo>
                  <a:lnTo>
                    <a:pt x="249" y="828"/>
                  </a:lnTo>
                  <a:lnTo>
                    <a:pt x="249" y="890"/>
                  </a:lnTo>
                  <a:lnTo>
                    <a:pt x="675" y="890"/>
                  </a:lnTo>
                  <a:lnTo>
                    <a:pt x="675" y="828"/>
                  </a:lnTo>
                  <a:close/>
                  <a:moveTo>
                    <a:pt x="249" y="1167"/>
                  </a:moveTo>
                  <a:lnTo>
                    <a:pt x="675" y="1167"/>
                  </a:lnTo>
                  <a:lnTo>
                    <a:pt x="675" y="1105"/>
                  </a:lnTo>
                  <a:lnTo>
                    <a:pt x="249" y="1105"/>
                  </a:lnTo>
                  <a:lnTo>
                    <a:pt x="249" y="1167"/>
                  </a:lnTo>
                  <a:close/>
                  <a:moveTo>
                    <a:pt x="249" y="1444"/>
                  </a:moveTo>
                  <a:lnTo>
                    <a:pt x="803" y="1444"/>
                  </a:lnTo>
                  <a:lnTo>
                    <a:pt x="803" y="1382"/>
                  </a:lnTo>
                  <a:lnTo>
                    <a:pt x="249" y="1382"/>
                  </a:lnTo>
                  <a:lnTo>
                    <a:pt x="249" y="1444"/>
                  </a:lnTo>
                  <a:close/>
                  <a:moveTo>
                    <a:pt x="1308" y="1105"/>
                  </a:moveTo>
                  <a:lnTo>
                    <a:pt x="1179" y="961"/>
                  </a:lnTo>
                  <a:lnTo>
                    <a:pt x="1118" y="1017"/>
                  </a:lnTo>
                  <a:lnTo>
                    <a:pt x="1300" y="1219"/>
                  </a:lnTo>
                  <a:lnTo>
                    <a:pt x="1657" y="922"/>
                  </a:lnTo>
                  <a:lnTo>
                    <a:pt x="1604" y="858"/>
                  </a:lnTo>
                  <a:lnTo>
                    <a:pt x="1308" y="110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137124" tIns="68562" rIns="137124" bIns="68562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en-US" sz="54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暗香扑面">
  <a:themeElements>
    <a:clrScheme name="暗香扑面">
      <a:dk1>
        <a:sysClr val="windowText" lastClr="000000"/>
      </a:dk1>
      <a:lt1>
        <a:sysClr val="window" lastClr="FFFFFF"/>
      </a:lt1>
      <a:dk2>
        <a:srgbClr val="2F2F2F"/>
      </a:dk2>
      <a:lt2>
        <a:srgbClr val="FFFFF4"/>
      </a:lt2>
      <a:accent1>
        <a:srgbClr val="918415"/>
      </a:accent1>
      <a:accent2>
        <a:srgbClr val="C47546"/>
      </a:accent2>
      <a:accent3>
        <a:srgbClr val="AFB591"/>
      </a:accent3>
      <a:accent4>
        <a:srgbClr val="B9945B"/>
      </a:accent4>
      <a:accent5>
        <a:srgbClr val="85ADBC"/>
      </a:accent5>
      <a:accent6>
        <a:srgbClr val="E5B440"/>
      </a:accent6>
      <a:hlink>
        <a:srgbClr val="00D5D5"/>
      </a:hlink>
      <a:folHlink>
        <a:srgbClr val="DD00DD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0000"/>
                <a:satMod val="1000000"/>
              </a:schemeClr>
            </a:gs>
            <a:gs pos="31000">
              <a:schemeClr val="phClr">
                <a:shade val="85000"/>
                <a:satMod val="450000"/>
              </a:schemeClr>
            </a:gs>
            <a:gs pos="100000">
              <a:schemeClr val="phClr">
                <a:tint val="70000"/>
                <a:satMod val="300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2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Fan</Template>
  <TotalTime>0</TotalTime>
  <Words>809</Words>
  <Application>WPS 演示</Application>
  <PresentationFormat>A4 纸张(210x297 毫米)</PresentationFormat>
  <Paragraphs>56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Wingdings 2</vt:lpstr>
      <vt:lpstr>Times New Roman</vt:lpstr>
      <vt:lpstr>Arial</vt:lpstr>
      <vt:lpstr>Franklin Gothic Book</vt:lpstr>
      <vt:lpstr>Arial Unicode MS</vt:lpstr>
      <vt:lpstr>暗香扑面</vt:lpstr>
      <vt:lpstr>网上练习系统</vt:lpstr>
      <vt:lpstr>PowerPoint 演示文稿</vt:lpstr>
      <vt:lpstr>PowerPoint 演示文稿</vt:lpstr>
      <vt:lpstr>PowerPoint 演示文稿</vt:lpstr>
      <vt:lpstr>PowerPoint 演示文稿</vt:lpstr>
    </vt:vector>
  </TitlesOfParts>
  <Company>Digidata Information Services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Programming</dc:title>
  <dc:creator>DBB</dc:creator>
  <cp:lastModifiedBy>廖革元</cp:lastModifiedBy>
  <cp:revision>1248</cp:revision>
  <dcterms:created xsi:type="dcterms:W3CDTF">2002-10-30T03:57:00Z</dcterms:created>
  <dcterms:modified xsi:type="dcterms:W3CDTF">2025-12-11T14:16:23Z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AEAE5FD318C8417FA9CD0DA7083C92E0_12</vt:lpwstr>
  </property>
</Properties>
</file>